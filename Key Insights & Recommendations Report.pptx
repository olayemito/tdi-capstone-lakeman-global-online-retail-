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Ex1.xml" ContentType="application/vnd.ms-office.chartex+xml"/>
  <Override PartName="/ppt/charts/style6.xml" ContentType="application/vnd.ms-office.chartstyle+xml"/>
  <Override PartName="/ppt/charts/colors6.xml" ContentType="application/vnd.ms-office.chartcolorstyle+xml"/>
  <Override PartName="/ppt/charts/chart6.xml" ContentType="application/vnd.openxmlformats-officedocument.drawingml.chart+xml"/>
  <Override PartName="/ppt/charts/style7.xml" ContentType="application/vnd.ms-office.chartstyle+xml"/>
  <Override PartName="/ppt/charts/colors7.xml" ContentType="application/vnd.ms-office.chartcolorstyl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6" r:id="rId6"/>
    <p:sldId id="267" r:id="rId7"/>
    <p:sldId id="268" r:id="rId8"/>
    <p:sldId id="277" r:id="rId9"/>
    <p:sldId id="259" r:id="rId10"/>
    <p:sldId id="261" r:id="rId11"/>
    <p:sldId id="262" r:id="rId12"/>
    <p:sldId id="269" r:id="rId13"/>
    <p:sldId id="270" r:id="rId14"/>
    <p:sldId id="275" r:id="rId15"/>
    <p:sldId id="274" r:id="rId16"/>
    <p:sldId id="273" r:id="rId17"/>
    <p:sldId id="272" r:id="rId18"/>
    <p:sldId id="271" r:id="rId19"/>
    <p:sldId id="276" r:id="rId20"/>
    <p:sldId id="264" r:id="rId21"/>
    <p:sldId id="2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0E48"/>
    <a:srgbClr val="46E9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7.xml"/><Relationship Id="rId1" Type="http://schemas.microsoft.com/office/2011/relationships/chartStyle" Target="style7.xml"/></Relationships>
</file>

<file path=ppt/charts/_rels/chart7.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oleObject" Target="file:///C:\Users\DELL\Desktop\Data%20Analysis\TDI%20Data%20Analysis\Excel%20DA\CAPSTONE%20PROJECT\sales_records%20original.xlsx" TargetMode="External"/><Relationship Id="rId2" Type="http://schemas.microsoft.com/office/2011/relationships/chartColorStyle" Target="colors10.xml"/><Relationship Id="rId1" Type="http://schemas.microsoft.com/office/2011/relationships/chartStyle" Target="style10.xml"/></Relationships>
</file>

<file path=ppt/charts/_rels/chartEx1.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DELL\Desktop\Data%20Analysis\TDI%20Data%20Analysis\Excel%20DA\CAPSTONE%20PROJECT\sales_records%20origina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Tables!Sales by Region</c:name>
    <c:fmtId val="22"/>
  </c:pivotSource>
  <c:chart>
    <c:autoTitleDeleted val="1"/>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pivotFmt>
      <c:pivotFmt>
        <c:idx val="2"/>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Tables'!$C$4</c:f>
              <c:strCache>
                <c:ptCount val="1"/>
                <c:pt idx="0">
                  <c:v>Total</c:v>
                </c:pt>
              </c:strCache>
            </c:strRef>
          </c:tx>
          <c:spPr>
            <a:solidFill>
              <a:srgbClr val="5C46D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Tables'!$B$5:$B$15</c:f>
              <c:strCache>
                <c:ptCount val="10"/>
                <c:pt idx="0">
                  <c:v>Caribbean</c:v>
                </c:pt>
                <c:pt idx="1">
                  <c:v>South Asia</c:v>
                </c:pt>
                <c:pt idx="2">
                  <c:v>West of USA </c:v>
                </c:pt>
                <c:pt idx="3">
                  <c:v>Southern Europe</c:v>
                </c:pt>
                <c:pt idx="4">
                  <c:v>Southeast Asia</c:v>
                </c:pt>
                <c:pt idx="5">
                  <c:v>Northern Europe</c:v>
                </c:pt>
                <c:pt idx="6">
                  <c:v>Oceania</c:v>
                </c:pt>
                <c:pt idx="7">
                  <c:v>South America</c:v>
                </c:pt>
                <c:pt idx="8">
                  <c:v>Central America</c:v>
                </c:pt>
                <c:pt idx="9">
                  <c:v>Western Europe</c:v>
                </c:pt>
              </c:strCache>
            </c:strRef>
          </c:cat>
          <c:val>
            <c:numRef>
              <c:f>'Pivot Tables'!$C$5:$C$15</c:f>
              <c:numCache>
                <c:formatCode>[&gt;=1000000]\ "$"0.0,,"M";[&gt;=1000]"$"0.0,"K"</c:formatCode>
                <c:ptCount val="10"/>
                <c:pt idx="0">
                  <c:v>868699.60999995854</c:v>
                </c:pt>
                <c:pt idx="1">
                  <c:v>869789.45999997191</c:v>
                </c:pt>
                <c:pt idx="2">
                  <c:v>958478.3999999559</c:v>
                </c:pt>
                <c:pt idx="3">
                  <c:v>1105572.4799999553</c:v>
                </c:pt>
                <c:pt idx="4">
                  <c:v>1111633.4799999595</c:v>
                </c:pt>
                <c:pt idx="5">
                  <c:v>1144539.989999953</c:v>
                </c:pt>
                <c:pt idx="6">
                  <c:v>1204047.1999999492</c:v>
                </c:pt>
                <c:pt idx="7">
                  <c:v>1543746.169999894</c:v>
                </c:pt>
                <c:pt idx="8">
                  <c:v>2925303.2000001958</c:v>
                </c:pt>
                <c:pt idx="9">
                  <c:v>3095771.5600001244</c:v>
                </c:pt>
              </c:numCache>
            </c:numRef>
          </c:val>
          <c:extLst>
            <c:ext xmlns:c16="http://schemas.microsoft.com/office/drawing/2014/chart" uri="{C3380CC4-5D6E-409C-BE32-E72D297353CC}">
              <c16:uniqueId val="{00000000-48FF-4071-82E9-08B9C2848017}"/>
            </c:ext>
          </c:extLst>
        </c:ser>
        <c:dLbls>
          <c:showLegendKey val="0"/>
          <c:showVal val="0"/>
          <c:showCatName val="0"/>
          <c:showSerName val="0"/>
          <c:showPercent val="0"/>
          <c:showBubbleSize val="0"/>
        </c:dLbls>
        <c:gapWidth val="182"/>
        <c:axId val="2045312127"/>
        <c:axId val="2045314047"/>
      </c:barChart>
      <c:catAx>
        <c:axId val="2045312127"/>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700" b="1" i="0" u="none" strike="noStrike" kern="1200" baseline="0">
                <a:solidFill>
                  <a:srgbClr val="170E4A"/>
                </a:solidFill>
                <a:latin typeface="Montreux C Book" panose="00000400000000000000" pitchFamily="50" charset="0"/>
                <a:ea typeface="+mn-ea"/>
                <a:cs typeface="+mn-cs"/>
              </a:defRPr>
            </a:pPr>
            <a:endParaRPr lang="en-US"/>
          </a:p>
        </c:txPr>
        <c:crossAx val="2045314047"/>
        <c:crosses val="autoZero"/>
        <c:auto val="1"/>
        <c:lblAlgn val="ctr"/>
        <c:lblOffset val="100"/>
        <c:noMultiLvlLbl val="0"/>
      </c:catAx>
      <c:valAx>
        <c:axId val="2045314047"/>
        <c:scaling>
          <c:orientation val="minMax"/>
        </c:scaling>
        <c:delete val="0"/>
        <c:axPos val="b"/>
        <c:numFmt formatCode="[&gt;=1000000]\ &quot;$&quot;0.0,,&quot;M&quot;;[&gt;=1000]&quot;$&quot;0.0,&quot;K&quot;" sourceLinked="1"/>
        <c:majorTickMark val="none"/>
        <c:minorTickMark val="none"/>
        <c:tickLblPos val="nextTo"/>
        <c:spPr>
          <a:noFill/>
          <a:ln>
            <a:noFill/>
          </a:ln>
          <a:effectLst/>
        </c:spPr>
        <c:txPr>
          <a:bodyPr rot="-60000000" spcFirstLastPara="1" vertOverflow="ellipsis" vert="horz" wrap="square" anchor="ctr" anchorCtr="1"/>
          <a:lstStyle/>
          <a:p>
            <a:pPr>
              <a:defRPr sz="700" b="1" i="0" u="none" strike="noStrike" kern="1200" baseline="0">
                <a:solidFill>
                  <a:srgbClr val="170E4A"/>
                </a:solidFill>
                <a:latin typeface="Montreux C Book" panose="00000400000000000000" pitchFamily="50" charset="0"/>
                <a:ea typeface="+mn-ea"/>
                <a:cs typeface="+mn-cs"/>
              </a:defRPr>
            </a:pPr>
            <a:endParaRPr lang="en-US"/>
          </a:p>
        </c:txPr>
        <c:crossAx val="20453121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Tables!Sales by Product Category</c:name>
    <c:fmtId val="9"/>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5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5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5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Tables'!$C$19</c:f>
              <c:strCache>
                <c:ptCount val="1"/>
                <c:pt idx="0">
                  <c:v>Total</c:v>
                </c:pt>
              </c:strCache>
            </c:strRef>
          </c:tx>
          <c:spPr>
            <a:solidFill>
              <a:srgbClr val="5C46DD"/>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5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Tables'!$B$20:$B$30</c:f>
              <c:strCache>
                <c:ptCount val="10"/>
                <c:pt idx="0">
                  <c:v>Computers</c:v>
                </c:pt>
                <c:pt idx="1">
                  <c:v>Shop By Sport</c:v>
                </c:pt>
                <c:pt idx="2">
                  <c:v>Water Sports</c:v>
                </c:pt>
                <c:pt idx="3">
                  <c:v>Men's Footwear</c:v>
                </c:pt>
                <c:pt idx="4">
                  <c:v>Women's Apparel</c:v>
                </c:pt>
                <c:pt idx="5">
                  <c:v>Cardio Equipment</c:v>
                </c:pt>
                <c:pt idx="6">
                  <c:v>Camping &amp; Hiking</c:v>
                </c:pt>
                <c:pt idx="7">
                  <c:v>Cleats</c:v>
                </c:pt>
                <c:pt idx="8">
                  <c:v>Indoor/Outdoor Games</c:v>
                </c:pt>
                <c:pt idx="9">
                  <c:v>Fishing</c:v>
                </c:pt>
              </c:strCache>
            </c:strRef>
          </c:cat>
          <c:val>
            <c:numRef>
              <c:f>'Pivot Tables'!$C$20:$C$30</c:f>
              <c:numCache>
                <c:formatCode>[&gt;=1000000]\ "$"0.0,,"M";[&gt;=1000]"$"0.0,"K"</c:formatCode>
                <c:ptCount val="10"/>
                <c:pt idx="0">
                  <c:v>328500</c:v>
                </c:pt>
                <c:pt idx="1">
                  <c:v>621439.07999997004</c:v>
                </c:pt>
                <c:pt idx="2">
                  <c:v>1062147.1899999585</c:v>
                </c:pt>
                <c:pt idx="3">
                  <c:v>1331487.5699999165</c:v>
                </c:pt>
                <c:pt idx="4">
                  <c:v>1477600</c:v>
                </c:pt>
                <c:pt idx="5">
                  <c:v>1764934.799999879</c:v>
                </c:pt>
                <c:pt idx="6">
                  <c:v>2041063.9199998935</c:v>
                </c:pt>
                <c:pt idx="7">
                  <c:v>2094971.4199997406</c:v>
                </c:pt>
                <c:pt idx="8">
                  <c:v>2815773.2399993166</c:v>
                </c:pt>
                <c:pt idx="9">
                  <c:v>5109744.5000008428</c:v>
                </c:pt>
              </c:numCache>
            </c:numRef>
          </c:val>
          <c:extLst>
            <c:ext xmlns:c16="http://schemas.microsoft.com/office/drawing/2014/chart" uri="{C3380CC4-5D6E-409C-BE32-E72D297353CC}">
              <c16:uniqueId val="{00000000-7ED2-4E4A-A4E3-B986BE09F2C1}"/>
            </c:ext>
          </c:extLst>
        </c:ser>
        <c:dLbls>
          <c:showLegendKey val="0"/>
          <c:showVal val="0"/>
          <c:showCatName val="0"/>
          <c:showSerName val="0"/>
          <c:showPercent val="0"/>
          <c:showBubbleSize val="0"/>
        </c:dLbls>
        <c:gapWidth val="225"/>
        <c:axId val="2036145391"/>
        <c:axId val="2036143951"/>
      </c:barChart>
      <c:catAx>
        <c:axId val="2036145391"/>
        <c:scaling>
          <c:orientation val="minMax"/>
        </c:scaling>
        <c:delete val="0"/>
        <c:axPos val="b"/>
        <c:numFmt formatCode="General" sourceLinked="1"/>
        <c:majorTickMark val="none"/>
        <c:minorTickMark val="none"/>
        <c:tickLblPos val="nextTo"/>
        <c:spPr>
          <a:noFill/>
          <a:ln w="9525" cap="flat" cmpd="sng" algn="ctr">
            <a:noFill/>
            <a:round/>
          </a:ln>
          <a:effectLst/>
        </c:spPr>
        <c:txPr>
          <a:bodyPr rot="-5400000" spcFirstLastPara="1" vertOverflow="ellipsis"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2036143951"/>
        <c:crosses val="autoZero"/>
        <c:auto val="1"/>
        <c:lblAlgn val="ctr"/>
        <c:lblOffset val="100"/>
        <c:noMultiLvlLbl val="0"/>
      </c:catAx>
      <c:valAx>
        <c:axId val="2036143951"/>
        <c:scaling>
          <c:orientation val="minMax"/>
        </c:scaling>
        <c:delete val="0"/>
        <c:axPos val="l"/>
        <c:numFmt formatCode="[&gt;=1000000]\ &quot;$&quot;0.0,,&quot;M&quot;;[&gt;=1000]&quot;$&quot;0.0,&quot;K&quot;"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20361453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Tables!Sales by Month</c:name>
    <c:fmtId val="12"/>
  </c:pivotSource>
  <c:chart>
    <c:autoTitleDeleted val="1"/>
    <c:pivotFmts>
      <c:pivotFmt>
        <c:idx val="0"/>
        <c:spPr>
          <a:solidFill>
            <a:schemeClr val="accent1"/>
          </a:solidFill>
          <a:ln w="28575" cap="rnd">
            <a:solidFill>
              <a:schemeClr val="accent1"/>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1"/>
          </a:solidFill>
          <a:ln w="28575" cap="rnd">
            <a:solidFill>
              <a:schemeClr val="accent1"/>
            </a:solidFill>
            <a:prstDash val="sysDash"/>
            <a:round/>
          </a:ln>
          <a:effectLst/>
        </c:spPr>
        <c:marker>
          <c:spPr>
            <a:solidFill>
              <a:schemeClr val="accent1"/>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3"/>
        <c:spPr>
          <a:solidFill>
            <a:schemeClr val="accent1"/>
          </a:solidFill>
          <a:ln w="28575" cap="rnd">
            <a:solidFill>
              <a:schemeClr val="accent1"/>
            </a:solidFill>
            <a:prstDash val="sysDash"/>
            <a:round/>
          </a:ln>
          <a:effectLst/>
        </c:spPr>
        <c:marker>
          <c:spPr>
            <a:solidFill>
              <a:schemeClr val="accent1"/>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
        <c:spPr>
          <a:solidFill>
            <a:schemeClr val="accent1"/>
          </a:solidFill>
          <a:ln w="28575" cap="rnd">
            <a:solidFill>
              <a:srgbClr val="5C46DD"/>
            </a:solidFill>
            <a:prstDash val="sysDash"/>
            <a:round/>
          </a:ln>
          <a:effectLst/>
        </c:spPr>
        <c:marker>
          <c:symbol val="circle"/>
          <c:size val="10"/>
          <c:spPr>
            <a:solidFill>
              <a:srgbClr val="46E9E6"/>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rgbClr val="5C46DD"/>
            </a:solidFill>
            <a:prstDash val="sysDash"/>
            <a:round/>
          </a:ln>
          <a:effectLst/>
        </c:spPr>
        <c:marker>
          <c:symbol val="circle"/>
          <c:size val="10"/>
          <c:spPr>
            <a:solidFill>
              <a:srgbClr val="46E9E6"/>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rgbClr val="5C46DD"/>
            </a:solidFill>
            <a:prstDash val="sysDash"/>
            <a:round/>
          </a:ln>
          <a:effectLst/>
        </c:spPr>
        <c:marker>
          <c:symbol val="circle"/>
          <c:size val="10"/>
          <c:spPr>
            <a:solidFill>
              <a:srgbClr val="46E9E6"/>
            </a:solidFill>
            <a:ln w="9525">
              <a:no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 Tables'!$C$35</c:f>
              <c:strCache>
                <c:ptCount val="1"/>
                <c:pt idx="0">
                  <c:v>Total</c:v>
                </c:pt>
              </c:strCache>
            </c:strRef>
          </c:tx>
          <c:spPr>
            <a:ln w="28575" cap="rnd">
              <a:solidFill>
                <a:srgbClr val="5C46DD"/>
              </a:solidFill>
              <a:prstDash val="sysDash"/>
              <a:round/>
            </a:ln>
            <a:effectLst/>
          </c:spPr>
          <c:marker>
            <c:symbol val="circle"/>
            <c:size val="10"/>
            <c:spPr>
              <a:solidFill>
                <a:srgbClr val="46E9E6"/>
              </a:solidFill>
              <a:ln w="9525">
                <a:noFill/>
              </a:ln>
              <a:effectLst/>
            </c:spPr>
          </c:marker>
          <c:cat>
            <c:strRef>
              <c:f>'Pivot Tables'!$B$36:$B$48</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 Tables'!$C$36:$C$48</c:f>
              <c:numCache>
                <c:formatCode>[&gt;=1000000]\ "$"0.0,,"M";[&gt;=1000]"$"0.0,"K"</c:formatCode>
                <c:ptCount val="12"/>
                <c:pt idx="0">
                  <c:v>1874040.669999901</c:v>
                </c:pt>
                <c:pt idx="1">
                  <c:v>1623835.7299999124</c:v>
                </c:pt>
                <c:pt idx="2">
                  <c:v>1774469.329999899</c:v>
                </c:pt>
                <c:pt idx="3">
                  <c:v>1704350.4399998591</c:v>
                </c:pt>
                <c:pt idx="4">
                  <c:v>1711972.4199998463</c:v>
                </c:pt>
                <c:pt idx="5">
                  <c:v>1665375.5699998634</c:v>
                </c:pt>
                <c:pt idx="6">
                  <c:v>1807681.9999998545</c:v>
                </c:pt>
                <c:pt idx="7">
                  <c:v>1707389.8899998474</c:v>
                </c:pt>
                <c:pt idx="8">
                  <c:v>1745474.6399998579</c:v>
                </c:pt>
                <c:pt idx="9">
                  <c:v>1709901.7899999551</c:v>
                </c:pt>
                <c:pt idx="10">
                  <c:v>1497747.1199999324</c:v>
                </c:pt>
                <c:pt idx="11">
                  <c:v>1402412.2799999407</c:v>
                </c:pt>
              </c:numCache>
            </c:numRef>
          </c:val>
          <c:smooth val="1"/>
          <c:extLst>
            <c:ext xmlns:c16="http://schemas.microsoft.com/office/drawing/2014/chart" uri="{C3380CC4-5D6E-409C-BE32-E72D297353CC}">
              <c16:uniqueId val="{00000000-AD3F-4305-B6BB-38AD2190EA3E}"/>
            </c:ext>
          </c:extLst>
        </c:ser>
        <c:dLbls>
          <c:showLegendKey val="0"/>
          <c:showVal val="0"/>
          <c:showCatName val="0"/>
          <c:showSerName val="0"/>
          <c:showPercent val="0"/>
          <c:showBubbleSize val="0"/>
        </c:dLbls>
        <c:marker val="1"/>
        <c:smooth val="0"/>
        <c:axId val="1786078207"/>
        <c:axId val="1786069087"/>
      </c:lineChart>
      <c:catAx>
        <c:axId val="1786078207"/>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786069087"/>
        <c:crosses val="autoZero"/>
        <c:auto val="1"/>
        <c:lblAlgn val="ctr"/>
        <c:lblOffset val="100"/>
        <c:noMultiLvlLbl val="0"/>
      </c:catAx>
      <c:valAx>
        <c:axId val="1786069087"/>
        <c:scaling>
          <c:orientation val="minMax"/>
          <c:max val="1900000"/>
          <c:min val="1300000"/>
        </c:scaling>
        <c:delete val="0"/>
        <c:axPos val="l"/>
        <c:numFmt formatCode="[&gt;=1000000]\ &quot;$&quot;0.0,,&quot;M&quot;;[&gt;=1000]&quot;$&quot;0.0,&quot;K&quot;"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786078207"/>
        <c:crosses val="autoZero"/>
        <c:crossBetween val="midCat"/>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Tables!Sales by Markets</c:name>
    <c:fmtId val="10"/>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Tables'!$G$4</c:f>
              <c:strCache>
                <c:ptCount val="1"/>
                <c:pt idx="0">
                  <c:v>Total</c:v>
                </c:pt>
              </c:strCache>
            </c:strRef>
          </c:tx>
          <c:spPr>
            <a:solidFill>
              <a:srgbClr val="5C46DD"/>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Tables'!$F$5:$F$10</c:f>
              <c:strCache>
                <c:ptCount val="5"/>
                <c:pt idx="0">
                  <c:v>Africa</c:v>
                </c:pt>
                <c:pt idx="1">
                  <c:v>USCA</c:v>
                </c:pt>
                <c:pt idx="2">
                  <c:v>Pacific Asia</c:v>
                </c:pt>
                <c:pt idx="3">
                  <c:v>LATAM</c:v>
                </c:pt>
                <c:pt idx="4">
                  <c:v>Europe</c:v>
                </c:pt>
              </c:strCache>
            </c:strRef>
          </c:cat>
          <c:val>
            <c:numRef>
              <c:f>'Pivot Tables'!$G$5:$G$10</c:f>
              <c:numCache>
                <c:formatCode>[&gt;=1000000]\ "$"0.0,,"M";[&gt;=1000]"$"0.0,"K"</c:formatCode>
                <c:ptCount val="5"/>
                <c:pt idx="0">
                  <c:v>1279494.9199999173</c:v>
                </c:pt>
                <c:pt idx="1">
                  <c:v>3073919.3300002897</c:v>
                </c:pt>
                <c:pt idx="2">
                  <c:v>4747262.5200012056</c:v>
                </c:pt>
                <c:pt idx="3">
                  <c:v>5337748.9800019367</c:v>
                </c:pt>
                <c:pt idx="4">
                  <c:v>5786226.130001978</c:v>
                </c:pt>
              </c:numCache>
            </c:numRef>
          </c:val>
          <c:extLst>
            <c:ext xmlns:c16="http://schemas.microsoft.com/office/drawing/2014/chart" uri="{C3380CC4-5D6E-409C-BE32-E72D297353CC}">
              <c16:uniqueId val="{00000000-9E88-43F3-99D6-21B20DDC1A3F}"/>
            </c:ext>
          </c:extLst>
        </c:ser>
        <c:dLbls>
          <c:dLblPos val="outEnd"/>
          <c:showLegendKey val="0"/>
          <c:showVal val="1"/>
          <c:showCatName val="0"/>
          <c:showSerName val="0"/>
          <c:showPercent val="0"/>
          <c:showBubbleSize val="0"/>
        </c:dLbls>
        <c:gapWidth val="219"/>
        <c:overlap val="-27"/>
        <c:axId val="1220030271"/>
        <c:axId val="1220031711"/>
      </c:barChart>
      <c:catAx>
        <c:axId val="1220030271"/>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220031711"/>
        <c:crosses val="autoZero"/>
        <c:auto val="1"/>
        <c:lblAlgn val="ctr"/>
        <c:lblOffset val="100"/>
        <c:noMultiLvlLbl val="0"/>
      </c:catAx>
      <c:valAx>
        <c:axId val="1220031711"/>
        <c:scaling>
          <c:orientation val="minMax"/>
          <c:max val="6000000"/>
        </c:scaling>
        <c:delete val="0"/>
        <c:axPos val="l"/>
        <c:numFmt formatCode="[&gt;=1000000]\ &quot;$&quot;0.0,,&quot;M&quot;;[&gt;=1000]&quot;$&quot;0.0,&quot;K&quot;"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2200302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Tables!Sales by department</c:name>
    <c:fmtId val="10"/>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Tables'!$J$23</c:f>
              <c:strCache>
                <c:ptCount val="1"/>
                <c:pt idx="0">
                  <c:v>Total</c:v>
                </c:pt>
              </c:strCache>
            </c:strRef>
          </c:tx>
          <c:spPr>
            <a:solidFill>
              <a:srgbClr val="5C46DD"/>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Tables'!$I$24:$I$35</c:f>
              <c:strCache>
                <c:ptCount val="11"/>
                <c:pt idx="0">
                  <c:v>Book Shop</c:v>
                </c:pt>
                <c:pt idx="1">
                  <c:v>Pet Shop</c:v>
                </c:pt>
                <c:pt idx="2">
                  <c:v>Health and Beauty </c:v>
                </c:pt>
                <c:pt idx="3">
                  <c:v>Fitness</c:v>
                </c:pt>
                <c:pt idx="4">
                  <c:v>Discs Shop</c:v>
                </c:pt>
                <c:pt idx="5">
                  <c:v>Outdoors</c:v>
                </c:pt>
                <c:pt idx="6">
                  <c:v>Technology</c:v>
                </c:pt>
                <c:pt idx="7">
                  <c:v>Footwear</c:v>
                </c:pt>
                <c:pt idx="8">
                  <c:v>Golf</c:v>
                </c:pt>
                <c:pt idx="9">
                  <c:v>Apparel</c:v>
                </c:pt>
                <c:pt idx="10">
                  <c:v>Fan Shop</c:v>
                </c:pt>
              </c:strCache>
            </c:strRef>
          </c:cat>
          <c:val>
            <c:numRef>
              <c:f>'Pivot Tables'!$J$24:$J$35</c:f>
              <c:numCache>
                <c:formatCode>[&gt;=1000000]\ "$"0.0,,"M";[&gt;=1000]"$"0.0,"K"</c:formatCode>
                <c:ptCount val="11"/>
                <c:pt idx="0">
                  <c:v>6961.9199999999864</c:v>
                </c:pt>
                <c:pt idx="1">
                  <c:v>20509.200000000023</c:v>
                </c:pt>
                <c:pt idx="2">
                  <c:v>59780.160000000149</c:v>
                </c:pt>
                <c:pt idx="3">
                  <c:v>115124.77000000054</c:v>
                </c:pt>
                <c:pt idx="4">
                  <c:v>129903.9899999995</c:v>
                </c:pt>
                <c:pt idx="5">
                  <c:v>440555.06999999622</c:v>
                </c:pt>
                <c:pt idx="6">
                  <c:v>516328.43999999837</c:v>
                </c:pt>
                <c:pt idx="7">
                  <c:v>1927652.4899998538</c:v>
                </c:pt>
                <c:pt idx="8">
                  <c:v>2170320.0199999115</c:v>
                </c:pt>
                <c:pt idx="9">
                  <c:v>3780973.2100015297</c:v>
                </c:pt>
                <c:pt idx="10">
                  <c:v>11056542.610008318</c:v>
                </c:pt>
              </c:numCache>
            </c:numRef>
          </c:val>
          <c:extLst>
            <c:ext xmlns:c16="http://schemas.microsoft.com/office/drawing/2014/chart" uri="{C3380CC4-5D6E-409C-BE32-E72D297353CC}">
              <c16:uniqueId val="{00000000-2ACC-44FA-B520-B714C416F579}"/>
            </c:ext>
          </c:extLst>
        </c:ser>
        <c:dLbls>
          <c:dLblPos val="outEnd"/>
          <c:showLegendKey val="0"/>
          <c:showVal val="1"/>
          <c:showCatName val="0"/>
          <c:showSerName val="0"/>
          <c:showPercent val="0"/>
          <c:showBubbleSize val="0"/>
        </c:dLbls>
        <c:gapWidth val="182"/>
        <c:axId val="77420911"/>
        <c:axId val="77422351"/>
      </c:barChart>
      <c:catAx>
        <c:axId val="77420911"/>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77422351"/>
        <c:crosses val="autoZero"/>
        <c:auto val="1"/>
        <c:lblAlgn val="ctr"/>
        <c:lblOffset val="100"/>
        <c:noMultiLvlLbl val="0"/>
      </c:catAx>
      <c:valAx>
        <c:axId val="77422351"/>
        <c:scaling>
          <c:orientation val="minMax"/>
        </c:scaling>
        <c:delete val="0"/>
        <c:axPos val="b"/>
        <c:numFmt formatCode="[&gt;=1000000]\ &quot;$&quot;0.0,,&quot;M&quot;;[&gt;=1000]&quot;$&quot;0.0,&quot;K&quot;"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77420911"/>
        <c:crosses val="autoZero"/>
        <c:crossBetween val="between"/>
        <c:majorUnit val="200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Tables!order Status</c:name>
    <c:fmtId val="1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5C46DD"/>
          </a:solidFill>
          <a:ln>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 Tables'!$J$39</c:f>
              <c:strCache>
                <c:ptCount val="1"/>
                <c:pt idx="0">
                  <c:v>Total</c:v>
                </c:pt>
              </c:strCache>
            </c:strRef>
          </c:tx>
          <c:spPr>
            <a:solidFill>
              <a:srgbClr val="5C46DD"/>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Tables'!$I$40:$I$49</c:f>
              <c:strCache>
                <c:ptCount val="9"/>
                <c:pt idx="0">
                  <c:v>PAYMENT_REVIEW</c:v>
                </c:pt>
                <c:pt idx="1">
                  <c:v>CANCELED</c:v>
                </c:pt>
                <c:pt idx="2">
                  <c:v>SUSPECTED_FRAUD</c:v>
                </c:pt>
                <c:pt idx="3">
                  <c:v>ON_HOLD</c:v>
                </c:pt>
                <c:pt idx="4">
                  <c:v>CLOSED</c:v>
                </c:pt>
                <c:pt idx="5">
                  <c:v>PENDING</c:v>
                </c:pt>
                <c:pt idx="6">
                  <c:v>PROCESSING</c:v>
                </c:pt>
                <c:pt idx="7">
                  <c:v>PENDING_PAYMENT</c:v>
                </c:pt>
                <c:pt idx="8">
                  <c:v>COMPLETE</c:v>
                </c:pt>
              </c:strCache>
            </c:strRef>
          </c:cat>
          <c:val>
            <c:numRef>
              <c:f>'Pivot Tables'!$J$40:$J$49</c:f>
              <c:numCache>
                <c:formatCode>0.0#,"K"</c:formatCode>
                <c:ptCount val="9"/>
                <c:pt idx="0">
                  <c:v>1049</c:v>
                </c:pt>
                <c:pt idx="1">
                  <c:v>2616</c:v>
                </c:pt>
                <c:pt idx="2">
                  <c:v>2889</c:v>
                </c:pt>
                <c:pt idx="3">
                  <c:v>4472</c:v>
                </c:pt>
                <c:pt idx="4">
                  <c:v>7512</c:v>
                </c:pt>
                <c:pt idx="5">
                  <c:v>14409</c:v>
                </c:pt>
                <c:pt idx="6">
                  <c:v>15352</c:v>
                </c:pt>
                <c:pt idx="7">
                  <c:v>22153</c:v>
                </c:pt>
                <c:pt idx="8">
                  <c:v>27091</c:v>
                </c:pt>
              </c:numCache>
            </c:numRef>
          </c:val>
          <c:extLst>
            <c:ext xmlns:c16="http://schemas.microsoft.com/office/drawing/2014/chart" uri="{C3380CC4-5D6E-409C-BE32-E72D297353CC}">
              <c16:uniqueId val="{00000000-6C16-4FC0-8640-F270D89BAAF9}"/>
            </c:ext>
          </c:extLst>
        </c:ser>
        <c:dLbls>
          <c:dLblPos val="outEnd"/>
          <c:showLegendKey val="0"/>
          <c:showVal val="1"/>
          <c:showCatName val="0"/>
          <c:showSerName val="0"/>
          <c:showPercent val="0"/>
          <c:showBubbleSize val="0"/>
        </c:dLbls>
        <c:gapWidth val="182"/>
        <c:axId val="1784660751"/>
        <c:axId val="1784661711"/>
      </c:barChart>
      <c:catAx>
        <c:axId val="1784660751"/>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784661711"/>
        <c:crosses val="autoZero"/>
        <c:auto val="1"/>
        <c:lblAlgn val="ctr"/>
        <c:lblOffset val="100"/>
        <c:noMultiLvlLbl val="0"/>
      </c:catAx>
      <c:valAx>
        <c:axId val="1784661711"/>
        <c:scaling>
          <c:orientation val="minMax"/>
          <c:max val="30000"/>
          <c:min val="0"/>
        </c:scaling>
        <c:delete val="0"/>
        <c:axPos val="b"/>
        <c:numFmt formatCode="0.0#,&quot;K&quot;"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178466075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Tables!Shipping Mode</c:name>
    <c:fmtId val="14"/>
  </c:pivotSource>
  <c:chart>
    <c:autoTitleDeleted val="1"/>
    <c:pivotFmts>
      <c:pivotFmt>
        <c:idx val="0"/>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3"/>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chemeClr val="accent1"/>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chemeClr val="accent1"/>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1"/>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rgbClr val="D7CEFF"/>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2"/>
        <c:spPr>
          <a:solidFill>
            <a:srgbClr val="170E4A"/>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3"/>
        <c:spPr>
          <a:solidFill>
            <a:srgbClr val="46E9E6"/>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4"/>
        <c:spPr>
          <a:solidFill>
            <a:srgbClr val="5C46DD"/>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6"/>
        <c:spPr>
          <a:solidFill>
            <a:srgbClr val="D7CEFF"/>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7"/>
        <c:spPr>
          <a:solidFill>
            <a:srgbClr val="170E4A"/>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8"/>
        <c:spPr>
          <a:solidFill>
            <a:srgbClr val="46E9E6"/>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solidFill>
            <a:srgbClr val="5C46DD"/>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0"/>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1"/>
        <c:spPr>
          <a:solidFill>
            <a:srgbClr val="D7CEFF"/>
          </a:solidFill>
          <a:ln w="19050">
            <a:noFill/>
          </a:ln>
          <a:effectLst/>
        </c:spPr>
        <c:dLbl>
          <c:idx val="0"/>
          <c:layout>
            <c:manualLayout>
              <c:x val="-7.7721730414440887E-2"/>
              <c:y val="6.059082476553626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2"/>
        <c:spPr>
          <a:solidFill>
            <a:srgbClr val="170E4A"/>
          </a:solidFill>
          <a:ln w="19050">
            <a:noFill/>
          </a:ln>
          <a:effectLst/>
        </c:spPr>
        <c:dLbl>
          <c:idx val="0"/>
          <c:layout>
            <c:manualLayout>
              <c:x val="-7.7721730414440873E-2"/>
              <c:y val="4.6608326742720203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3"/>
        <c:spPr>
          <a:solidFill>
            <a:srgbClr val="46E9E6"/>
          </a:solidFill>
          <a:ln w="19050">
            <a:noFill/>
          </a:ln>
          <a:effectLst/>
        </c:spPr>
        <c:dLbl>
          <c:idx val="0"/>
          <c:layout>
            <c:manualLayout>
              <c:x val="-6.6618626069520737E-2"/>
              <c:y val="-9.7877486159712451E-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4"/>
        <c:spPr>
          <a:solidFill>
            <a:srgbClr val="5C46DD"/>
          </a:solidFill>
          <a:ln w="19050">
            <a:noFill/>
          </a:ln>
          <a:effectLst/>
        </c:spPr>
        <c:dLbl>
          <c:idx val="0"/>
          <c:layout>
            <c:manualLayout>
              <c:x val="7.7721730414440748E-2"/>
              <c:y val="0.14448581290243262"/>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'Pivot Tables'!$O$25</c:f>
              <c:strCache>
                <c:ptCount val="1"/>
                <c:pt idx="0">
                  <c:v>Total</c:v>
                </c:pt>
              </c:strCache>
            </c:strRef>
          </c:tx>
          <c:spPr>
            <a:ln>
              <a:noFill/>
            </a:ln>
          </c:spPr>
          <c:dPt>
            <c:idx val="0"/>
            <c:bubble3D val="0"/>
            <c:spPr>
              <a:solidFill>
                <a:srgbClr val="D7CEFF"/>
              </a:solidFill>
              <a:ln w="19050">
                <a:noFill/>
              </a:ln>
              <a:effectLst/>
            </c:spPr>
            <c:extLst>
              <c:ext xmlns:c16="http://schemas.microsoft.com/office/drawing/2014/chart" uri="{C3380CC4-5D6E-409C-BE32-E72D297353CC}">
                <c16:uniqueId val="{00000001-865B-4D78-B7E0-B40C6DFCB36A}"/>
              </c:ext>
            </c:extLst>
          </c:dPt>
          <c:dPt>
            <c:idx val="1"/>
            <c:bubble3D val="0"/>
            <c:spPr>
              <a:solidFill>
                <a:srgbClr val="170E4A"/>
              </a:solidFill>
              <a:ln w="19050">
                <a:noFill/>
              </a:ln>
              <a:effectLst/>
            </c:spPr>
            <c:extLst>
              <c:ext xmlns:c16="http://schemas.microsoft.com/office/drawing/2014/chart" uri="{C3380CC4-5D6E-409C-BE32-E72D297353CC}">
                <c16:uniqueId val="{00000003-865B-4D78-B7E0-B40C6DFCB36A}"/>
              </c:ext>
            </c:extLst>
          </c:dPt>
          <c:dPt>
            <c:idx val="2"/>
            <c:bubble3D val="0"/>
            <c:spPr>
              <a:solidFill>
                <a:srgbClr val="46E9E6"/>
              </a:solidFill>
              <a:ln w="19050">
                <a:noFill/>
              </a:ln>
              <a:effectLst/>
            </c:spPr>
            <c:extLst>
              <c:ext xmlns:c16="http://schemas.microsoft.com/office/drawing/2014/chart" uri="{C3380CC4-5D6E-409C-BE32-E72D297353CC}">
                <c16:uniqueId val="{00000005-865B-4D78-B7E0-B40C6DFCB36A}"/>
              </c:ext>
            </c:extLst>
          </c:dPt>
          <c:dPt>
            <c:idx val="3"/>
            <c:bubble3D val="0"/>
            <c:spPr>
              <a:solidFill>
                <a:srgbClr val="5C46DD"/>
              </a:solidFill>
              <a:ln w="19050">
                <a:noFill/>
              </a:ln>
              <a:effectLst/>
            </c:spPr>
            <c:extLst>
              <c:ext xmlns:c16="http://schemas.microsoft.com/office/drawing/2014/chart" uri="{C3380CC4-5D6E-409C-BE32-E72D297353CC}">
                <c16:uniqueId val="{00000007-865B-4D78-B7E0-B40C6DFCB36A}"/>
              </c:ext>
            </c:extLst>
          </c:dPt>
          <c:dLbls>
            <c:dLbl>
              <c:idx val="0"/>
              <c:layout>
                <c:manualLayout>
                  <c:x val="-7.7721730414440887E-2"/>
                  <c:y val="6.05908247655362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65B-4D78-B7E0-B40C6DFCB36A}"/>
                </c:ext>
              </c:extLst>
            </c:dLbl>
            <c:dLbl>
              <c:idx val="1"/>
              <c:layout>
                <c:manualLayout>
                  <c:x val="-7.7721730414440873E-2"/>
                  <c:y val="4.660832674272020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65B-4D78-B7E0-B40C6DFCB36A}"/>
                </c:ext>
              </c:extLst>
            </c:dLbl>
            <c:dLbl>
              <c:idx val="2"/>
              <c:layout>
                <c:manualLayout>
                  <c:x val="-6.6618626069520737E-2"/>
                  <c:y val="-9.78774861597124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65B-4D78-B7E0-B40C6DFCB36A}"/>
                </c:ext>
              </c:extLst>
            </c:dLbl>
            <c:dLbl>
              <c:idx val="3"/>
              <c:layout>
                <c:manualLayout>
                  <c:x val="7.7721730414440748E-2"/>
                  <c:y val="0.1444858129024326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5B-4D78-B7E0-B40C6DFCB36A}"/>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Tables'!$N$26:$N$30</c:f>
              <c:strCache>
                <c:ptCount val="4"/>
                <c:pt idx="0">
                  <c:v>First Class</c:v>
                </c:pt>
                <c:pt idx="1">
                  <c:v>Same Day</c:v>
                </c:pt>
                <c:pt idx="2">
                  <c:v>Second Class</c:v>
                </c:pt>
                <c:pt idx="3">
                  <c:v>Standard Class</c:v>
                </c:pt>
              </c:strCache>
            </c:strRef>
          </c:cat>
          <c:val>
            <c:numRef>
              <c:f>'Pivot Tables'!$O$26:$O$30</c:f>
              <c:numCache>
                <c:formatCode>0.00%</c:formatCode>
                <c:ptCount val="4"/>
                <c:pt idx="0">
                  <c:v>0.13544795628594569</c:v>
                </c:pt>
                <c:pt idx="1">
                  <c:v>4.8881006325415456E-2</c:v>
                </c:pt>
                <c:pt idx="2">
                  <c:v>0.17218047425238101</c:v>
                </c:pt>
                <c:pt idx="3">
                  <c:v>0.64349056313625785</c:v>
                </c:pt>
              </c:numCache>
            </c:numRef>
          </c:val>
          <c:extLst>
            <c:ext xmlns:c16="http://schemas.microsoft.com/office/drawing/2014/chart" uri="{C3380CC4-5D6E-409C-BE32-E72D297353CC}">
              <c16:uniqueId val="{00000008-865B-4D78-B7E0-B40C6DFCB36A}"/>
            </c:ext>
          </c:extLst>
        </c:ser>
        <c:dLbls>
          <c:showLegendKey val="0"/>
          <c:showVal val="1"/>
          <c:showCatName val="0"/>
          <c:showSerName val="0"/>
          <c:showPercent val="0"/>
          <c:showBubbleSize val="0"/>
          <c:showLeaderLines val="1"/>
        </c:dLbls>
        <c:firstSliceAng val="209"/>
        <c:holeSize val="77"/>
      </c:doughnutChart>
      <c:spPr>
        <a:noFill/>
        <a:ln>
          <a:noFill/>
        </a:ln>
        <a:effectLst/>
      </c:spPr>
    </c:plotArea>
    <c:legend>
      <c:legendPos val="r"/>
      <c:overlay val="0"/>
      <c:spPr>
        <a:noFill/>
        <a:ln>
          <a:noFill/>
        </a:ln>
        <a:effectLst/>
      </c:spPr>
      <c:txPr>
        <a:bodyPr rot="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[sales_records original.xlsx]Pivot Tables!Late Delivery Risk</c:name>
    <c:fmtId val="9"/>
  </c:pivotSource>
  <c:chart>
    <c:autoTitleDeleted val="1"/>
    <c:pivotFmts>
      <c:pivotFmt>
        <c:idx val="0"/>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0"/>
        <c:spPr>
          <a:solidFill>
            <a:schemeClr val="accent1"/>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3"/>
        <c:spPr>
          <a:solidFill>
            <a:srgbClr val="46E9E6"/>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4"/>
        <c:spPr>
          <a:solidFill>
            <a:srgbClr val="5C46DD"/>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rgbClr val="46E9E6"/>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rgbClr val="5C46DD"/>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8"/>
        <c:spPr>
          <a:solidFill>
            <a:schemeClr val="accent1"/>
          </a:solidFill>
          <a:ln w="19050">
            <a:no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rgbClr val="46E9E6"/>
          </a:solidFill>
          <a:ln w="19050">
            <a:noFill/>
          </a:ln>
          <a:effectLst/>
        </c:spPr>
        <c:dLbl>
          <c:idx val="0"/>
          <c:layout>
            <c:manualLayout>
              <c:x val="-0.10000000000000002"/>
              <c:y val="-9.2592592592592587E-3"/>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0"/>
        <c:spPr>
          <a:solidFill>
            <a:srgbClr val="5C46DD"/>
          </a:solidFill>
          <a:ln w="19050">
            <a:noFill/>
          </a:ln>
          <a:effectLst/>
        </c:spPr>
        <c:dLbl>
          <c:idx val="0"/>
          <c:layout>
            <c:manualLayout>
              <c:x val="8.3333333333333329E-2"/>
              <c:y val="-8.4875562720133283E-17"/>
            </c:manualLayout>
          </c:layout>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doughnutChart>
        <c:varyColors val="1"/>
        <c:ser>
          <c:idx val="0"/>
          <c:order val="0"/>
          <c:tx>
            <c:strRef>
              <c:f>'Pivot Tables'!$R$25</c:f>
              <c:strCache>
                <c:ptCount val="1"/>
                <c:pt idx="0">
                  <c:v>Total</c:v>
                </c:pt>
              </c:strCache>
            </c:strRef>
          </c:tx>
          <c:spPr>
            <a:ln>
              <a:noFill/>
            </a:ln>
          </c:spPr>
          <c:dPt>
            <c:idx val="0"/>
            <c:bubble3D val="0"/>
            <c:spPr>
              <a:solidFill>
                <a:srgbClr val="46E9E6"/>
              </a:solidFill>
              <a:ln w="19050">
                <a:noFill/>
              </a:ln>
              <a:effectLst/>
            </c:spPr>
            <c:extLst>
              <c:ext xmlns:c16="http://schemas.microsoft.com/office/drawing/2014/chart" uri="{C3380CC4-5D6E-409C-BE32-E72D297353CC}">
                <c16:uniqueId val="{00000001-D0F0-4540-9355-05F929924841}"/>
              </c:ext>
            </c:extLst>
          </c:dPt>
          <c:dPt>
            <c:idx val="1"/>
            <c:bubble3D val="0"/>
            <c:spPr>
              <a:solidFill>
                <a:srgbClr val="5C46DD"/>
              </a:solidFill>
              <a:ln w="19050">
                <a:noFill/>
              </a:ln>
              <a:effectLst/>
            </c:spPr>
            <c:extLst>
              <c:ext xmlns:c16="http://schemas.microsoft.com/office/drawing/2014/chart" uri="{C3380CC4-5D6E-409C-BE32-E72D297353CC}">
                <c16:uniqueId val="{00000003-D0F0-4540-9355-05F929924841}"/>
              </c:ext>
            </c:extLst>
          </c:dPt>
          <c:dLbls>
            <c:dLbl>
              <c:idx val="0"/>
              <c:layout>
                <c:manualLayout>
                  <c:x val="-0.10000000000000002"/>
                  <c:y val="-9.259259259259258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0F0-4540-9355-05F929924841}"/>
                </c:ext>
              </c:extLst>
            </c:dLbl>
            <c:dLbl>
              <c:idx val="1"/>
              <c:layout>
                <c:manualLayout>
                  <c:x val="8.3333333333333329E-2"/>
                  <c:y val="-8.487556272013328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0F0-4540-9355-05F929924841}"/>
                </c:ext>
              </c:extLst>
            </c:dLbl>
            <c:spPr>
              <a:noFill/>
              <a:ln>
                <a:noFill/>
              </a:ln>
              <a:effectLst/>
            </c:spPr>
            <c:txPr>
              <a:bodyPr rot="0" spcFirstLastPara="1" vertOverflow="ellipsis" vert="horz" wrap="square" lIns="38100" tIns="19050" rIns="38100" bIns="19050" anchor="ctr" anchorCtr="0">
                <a:spAutoFit/>
              </a:bodyPr>
              <a:lstStyle/>
              <a:p>
                <a:pPr algn="ctr">
                  <a:defRPr lang="en-US" sz="1000" b="0" i="0" u="none" strike="noStrike" kern="1200" baseline="0">
                    <a:solidFill>
                      <a:srgbClr val="170E4A"/>
                    </a:solidFill>
                    <a:latin typeface="Montreux C S Hln" panose="00000200000000000000" pitchFamily="50" charset="0"/>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Tables'!$Q$26:$Q$28</c:f>
              <c:strCache>
                <c:ptCount val="2"/>
                <c:pt idx="0">
                  <c:v>0</c:v>
                </c:pt>
                <c:pt idx="1">
                  <c:v>1</c:v>
                </c:pt>
              </c:strCache>
            </c:strRef>
          </c:cat>
          <c:val>
            <c:numRef>
              <c:f>'Pivot Tables'!$R$26:$R$28</c:f>
              <c:numCache>
                <c:formatCode>0.00%</c:formatCode>
                <c:ptCount val="2"/>
                <c:pt idx="0">
                  <c:v>0.4783941441210543</c:v>
                </c:pt>
                <c:pt idx="1">
                  <c:v>0.5216058558789457</c:v>
                </c:pt>
              </c:numCache>
            </c:numRef>
          </c:val>
          <c:extLst>
            <c:ext xmlns:c16="http://schemas.microsoft.com/office/drawing/2014/chart" uri="{C3380CC4-5D6E-409C-BE32-E72D297353CC}">
              <c16:uniqueId val="{00000004-D0F0-4540-9355-05F929924841}"/>
            </c:ext>
          </c:extLst>
        </c:ser>
        <c:dLbls>
          <c:showLegendKey val="0"/>
          <c:showVal val="1"/>
          <c:showCatName val="0"/>
          <c:showSerName val="0"/>
          <c:showPercent val="0"/>
          <c:showBubbleSize val="0"/>
          <c:showLeaderLines val="1"/>
        </c:dLbls>
        <c:firstSliceAng val="187"/>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spPr>
            <a:ln w="19050" cap="rnd">
              <a:noFill/>
              <a:round/>
            </a:ln>
            <a:effectLst/>
          </c:spPr>
          <c:marker>
            <c:symbol val="circle"/>
            <c:size val="10"/>
            <c:spPr>
              <a:solidFill>
                <a:srgbClr val="46E9E6"/>
              </a:solidFill>
              <a:ln w="9525">
                <a:noFill/>
              </a:ln>
              <a:effectLst/>
            </c:spPr>
          </c:marker>
          <c:dLbls>
            <c:spPr>
              <a:noFill/>
              <a:ln>
                <a:noFill/>
              </a:ln>
              <a:effectLst/>
            </c:spPr>
            <c:txPr>
              <a:bodyPr rot="0" spcFirstLastPara="1" vertOverflow="ellipsis" vert="horz" wrap="square" lIns="38100" tIns="19050" rIns="38100" bIns="19050" anchor="ctr" anchorCtr="0">
                <a:spAutoFit/>
              </a:bodyPr>
              <a:lstStyle/>
              <a:p>
                <a:pPr algn="ctr">
                  <a:defRPr lang="en-US" sz="600" b="0" i="0" u="none" strike="noStrike" kern="1200" baseline="0">
                    <a:solidFill>
                      <a:srgbClr val="170E4A"/>
                    </a:solidFill>
                    <a:latin typeface="Montreux C S Hln" panose="00000200000000000000" pitchFamily="50" charset="0"/>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Tables'!$P$48:$P$54</c:f>
              <c:strCache>
                <c:ptCount val="7"/>
                <c:pt idx="0">
                  <c:v>0-days</c:v>
                </c:pt>
                <c:pt idx="1">
                  <c:v>1-day</c:v>
                </c:pt>
                <c:pt idx="2">
                  <c:v>2-days</c:v>
                </c:pt>
                <c:pt idx="3">
                  <c:v>3-days</c:v>
                </c:pt>
                <c:pt idx="4">
                  <c:v>4-days</c:v>
                </c:pt>
                <c:pt idx="5">
                  <c:v>5-days</c:v>
                </c:pt>
                <c:pt idx="6">
                  <c:v>6-days</c:v>
                </c:pt>
              </c:strCache>
            </c:strRef>
          </c:cat>
          <c:val>
            <c:numRef>
              <c:f>'Pivot Tables'!$Q$48:$Q$54</c:f>
              <c:numCache>
                <c:formatCode>0.0#,"K"</c:formatCode>
                <c:ptCount val="7"/>
                <c:pt idx="0">
                  <c:v>2570</c:v>
                </c:pt>
                <c:pt idx="1">
                  <c:v>2198</c:v>
                </c:pt>
                <c:pt idx="2">
                  <c:v>29074</c:v>
                </c:pt>
                <c:pt idx="3">
                  <c:v>16015</c:v>
                </c:pt>
                <c:pt idx="4">
                  <c:v>15650</c:v>
                </c:pt>
                <c:pt idx="5">
                  <c:v>15887</c:v>
                </c:pt>
                <c:pt idx="6">
                  <c:v>16149</c:v>
                </c:pt>
              </c:numCache>
            </c:numRef>
          </c:val>
          <c:smooth val="0"/>
          <c:extLst>
            <c:ext xmlns:c16="http://schemas.microsoft.com/office/drawing/2014/chart" uri="{C3380CC4-5D6E-409C-BE32-E72D297353CC}">
              <c16:uniqueId val="{00000000-6BF4-426C-A42A-A0B7048AFD6E}"/>
            </c:ext>
          </c:extLst>
        </c:ser>
        <c:dLbls>
          <c:dLblPos val="t"/>
          <c:showLegendKey val="0"/>
          <c:showVal val="1"/>
          <c:showCatName val="0"/>
          <c:showSerName val="0"/>
          <c:showPercent val="0"/>
          <c:showBubbleSize val="0"/>
        </c:dLbls>
        <c:dropLines>
          <c:spPr>
            <a:ln w="31750" cap="flat" cmpd="sng" algn="ctr">
              <a:solidFill>
                <a:srgbClr val="5C46DD"/>
              </a:solidFill>
              <a:prstDash val="dash"/>
              <a:round/>
            </a:ln>
            <a:effectLst/>
          </c:spPr>
        </c:dropLines>
        <c:marker val="1"/>
        <c:smooth val="0"/>
        <c:axId val="663022399"/>
        <c:axId val="663024799"/>
      </c:lineChart>
      <c:catAx>
        <c:axId val="663022399"/>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lgn="ctr">
              <a:defRPr lang="en-US" sz="700" b="1" i="0" u="none" strike="noStrike" kern="1200" baseline="0">
                <a:solidFill>
                  <a:srgbClr val="170E4A"/>
                </a:solidFill>
                <a:latin typeface="Montreux C Book" panose="00000400000000000000" pitchFamily="50" charset="0"/>
                <a:ea typeface="+mn-ea"/>
                <a:cs typeface="+mn-cs"/>
              </a:defRPr>
            </a:pPr>
            <a:endParaRPr lang="en-US"/>
          </a:p>
        </c:txPr>
        <c:crossAx val="663024799"/>
        <c:crosses val="autoZero"/>
        <c:auto val="1"/>
        <c:lblAlgn val="ctr"/>
        <c:lblOffset val="100"/>
        <c:noMultiLvlLbl val="0"/>
      </c:catAx>
      <c:valAx>
        <c:axId val="663024799"/>
        <c:scaling>
          <c:orientation val="minMax"/>
        </c:scaling>
        <c:delete val="1"/>
        <c:axPos val="l"/>
        <c:numFmt formatCode="0.0#,&quot;K&quot;" sourceLinked="1"/>
        <c:majorTickMark val="none"/>
        <c:minorTickMark val="none"/>
        <c:tickLblPos val="nextTo"/>
        <c:crossAx val="663022399"/>
        <c:crosses val="autoZero"/>
        <c:crossBetween val="between"/>
      </c:valAx>
      <c:spPr>
        <a:noFill/>
        <a:ln w="22225">
          <a:noFill/>
          <a:prstDash val="dash"/>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'Pivot Tables'!$D$53:$D$215</cx:f>
        <cx:lvl ptCount="163">
          <cx:pt idx="0">Afghanistan</cx:pt>
          <cx:pt idx="1">Albania</cx:pt>
          <cx:pt idx="2">Algeria</cx:pt>
          <cx:pt idx="3">Angola</cx:pt>
          <cx:pt idx="4">Argentina</cx:pt>
          <cx:pt idx="5">Armenia</cx:pt>
          <cx:pt idx="6">Australia</cx:pt>
          <cx:pt idx="7">Austria</cx:pt>
          <cx:pt idx="8">Azerbaijan</cx:pt>
          <cx:pt idx="9">Bahrain</cx:pt>
          <cx:pt idx="10">Bangladesh</cx:pt>
          <cx:pt idx="11">Barbados</cx:pt>
          <cx:pt idx="12">Belarus</cx:pt>
          <cx:pt idx="13">Belgium</cx:pt>
          <cx:pt idx="14">Belize</cx:pt>
          <cx:pt idx="15">Benin</cx:pt>
          <cx:pt idx="16">Bhutan</cx:pt>
          <cx:pt idx="17">Bolivia</cx:pt>
          <cx:pt idx="18">Bosnia and Herzegovina</cx:pt>
          <cx:pt idx="19">Botswana</cx:pt>
          <cx:pt idx="20">Brazil</cx:pt>
          <cx:pt idx="21">Bulgaria</cx:pt>
          <cx:pt idx="22">Burkina Faso</cx:pt>
          <cx:pt idx="23">Cambodia</cx:pt>
          <cx:pt idx="24">Cameroon</cx:pt>
          <cx:pt idx="25">Canada</cx:pt>
          <cx:pt idx="26">Central African Republic</cx:pt>
          <cx:pt idx="27">Chad</cx:pt>
          <cx:pt idx="28">Chile</cx:pt>
          <cx:pt idx="29">China</cx:pt>
          <cx:pt idx="30">Colombia</cx:pt>
          <cx:pt idx="31">Costa Rica</cx:pt>
          <cx:pt idx="32">Côte d'Ivoire</cx:pt>
          <cx:pt idx="33">Croatia</cx:pt>
          <cx:pt idx="34">Cuba</cx:pt>
          <cx:pt idx="35">Cyprus</cx:pt>
          <cx:pt idx="36">Czech Republic</cx:pt>
          <cx:pt idx="37">Democratic Republic of the Congo</cx:pt>
          <cx:pt idx="38">Denmark</cx:pt>
          <cx:pt idx="39">Djibouti</cx:pt>
          <cx:pt idx="40">Dominican Republic</cx:pt>
          <cx:pt idx="41">Ecuador</cx:pt>
          <cx:pt idx="42">Egypt</cx:pt>
          <cx:pt idx="43">El Salvador</cx:pt>
          <cx:pt idx="44">Equatorial Guinea</cx:pt>
          <cx:pt idx="45">Eritrea</cx:pt>
          <cx:pt idx="46">Estonia</cx:pt>
          <cx:pt idx="47">Eswatini</cx:pt>
          <cx:pt idx="48">Ethiopia</cx:pt>
          <cx:pt idx="49">Finland</cx:pt>
          <cx:pt idx="50">France</cx:pt>
          <cx:pt idx="51">French Guiana</cx:pt>
          <cx:pt idx="52">Gabon</cx:pt>
          <cx:pt idx="53">Gambia</cx:pt>
          <cx:pt idx="54">Georgia</cx:pt>
          <cx:pt idx="55">Germany</cx:pt>
          <cx:pt idx="56">Ghana</cx:pt>
          <cx:pt idx="57">Greece</cx:pt>
          <cx:pt idx="58">Guadeloupe</cx:pt>
          <cx:pt idx="59">Guatemala</cx:pt>
          <cx:pt idx="60">Guinea</cx:pt>
          <cx:pt idx="61">Guinea-Bissau</cx:pt>
          <cx:pt idx="62">Guyana</cx:pt>
          <cx:pt idx="63">Haiti</cx:pt>
          <cx:pt idx="64">Honduras</cx:pt>
          <cx:pt idx="65">Hong Kong</cx:pt>
          <cx:pt idx="66">Hungary</cx:pt>
          <cx:pt idx="67">India</cx:pt>
          <cx:pt idx="68">Indonesia</cx:pt>
          <cx:pt idx="69">Iran</cx:pt>
          <cx:pt idx="70">Iraq</cx:pt>
          <cx:pt idx="71">Ireland</cx:pt>
          <cx:pt idx="72">Israel</cx:pt>
          <cx:pt idx="73">Italy</cx:pt>
          <cx:pt idx="74">Jamaica</cx:pt>
          <cx:pt idx="75">Japan</cx:pt>
          <cx:pt idx="76">Jordan</cx:pt>
          <cx:pt idx="77">Kazakhstan</cx:pt>
          <cx:pt idx="78">Kenya</cx:pt>
          <cx:pt idx="79">Kuwait</cx:pt>
          <cx:pt idx="80">Kyrgyzstan</cx:pt>
          <cx:pt idx="81">Laos</cx:pt>
          <cx:pt idx="82">Lebanon</cx:pt>
          <cx:pt idx="83">Lesotho</cx:pt>
          <cx:pt idx="84">Liberia</cx:pt>
          <cx:pt idx="85">Libya</cx:pt>
          <cx:pt idx="86">Lithuania</cx:pt>
          <cx:pt idx="87">Luxembourg</cx:pt>
          <cx:pt idx="88">Macedonia</cx:pt>
          <cx:pt idx="89">Madagascar</cx:pt>
          <cx:pt idx="90">Malaysia</cx:pt>
          <cx:pt idx="91">Mali</cx:pt>
          <cx:pt idx="92">Martinique</cx:pt>
          <cx:pt idx="93">Mauritania</cx:pt>
          <cx:pt idx="94">Mexico</cx:pt>
          <cx:pt idx="95">Moldova</cx:pt>
          <cx:pt idx="96">Mongolia</cx:pt>
          <cx:pt idx="97">Montenegro</cx:pt>
          <cx:pt idx="98">Morocco</cx:pt>
          <cx:pt idx="99">Mozambique</cx:pt>
          <cx:pt idx="100">Myanmar (Burma)</cx:pt>
          <cx:pt idx="101">Namibia</cx:pt>
          <cx:pt idx="102">Nepal</cx:pt>
          <cx:pt idx="103">Netherlands</cx:pt>
          <cx:pt idx="104">New Zealand</cx:pt>
          <cx:pt idx="105">Nicaragua</cx:pt>
          <cx:pt idx="106">Niger</cx:pt>
          <cx:pt idx="107">Nigeria</cx:pt>
          <cx:pt idx="108">Norway</cx:pt>
          <cx:pt idx="109">Oman</cx:pt>
          <cx:pt idx="110">Pakistan</cx:pt>
          <cx:pt idx="111">Panama</cx:pt>
          <cx:pt idx="112">Papua New Guinea</cx:pt>
          <cx:pt idx="113">Paraguay</cx:pt>
          <cx:pt idx="114">Peru</cx:pt>
          <cx:pt idx="115">Philippines</cx:pt>
          <cx:pt idx="116">Poland</cx:pt>
          <cx:pt idx="117">Portugal</cx:pt>
          <cx:pt idx="118">Qatar</cx:pt>
          <cx:pt idx="119">Republic of the Congo</cx:pt>
          <cx:pt idx="120">Romania</cx:pt>
          <cx:pt idx="121">Russia</cx:pt>
          <cx:pt idx="122">Rwanda</cx:pt>
          <cx:pt idx="123">Saudi Arabia</cx:pt>
          <cx:pt idx="124">Senegal</cx:pt>
          <cx:pt idx="125">Serbia</cx:pt>
          <cx:pt idx="126">Sierra Leone</cx:pt>
          <cx:pt idx="127">Singapore</cx:pt>
          <cx:pt idx="128">Slovakia</cx:pt>
          <cx:pt idx="129">Slovenia</cx:pt>
          <cx:pt idx="130">Somalia</cx:pt>
          <cx:pt idx="131">South Africa</cx:pt>
          <cx:pt idx="132">South Korea</cx:pt>
          <cx:pt idx="133">South Sudan</cx:pt>
          <cx:pt idx="134">Spain</cx:pt>
          <cx:pt idx="135">Sri Lanka</cx:pt>
          <cx:pt idx="136">Sudan</cx:pt>
          <cx:pt idx="137">Suriname</cx:pt>
          <cx:pt idx="138">Sweden</cx:pt>
          <cx:pt idx="139">Switzerland</cx:pt>
          <cx:pt idx="140">Syria</cx:pt>
          <cx:pt idx="141">Taiwan</cx:pt>
          <cx:pt idx="142">Tajikistan</cx:pt>
          <cx:pt idx="143">Tanzania</cx:pt>
          <cx:pt idx="144">Thailand</cx:pt>
          <cx:pt idx="145">Togo</cx:pt>
          <cx:pt idx="146">Trinidad and Tobago</cx:pt>
          <cx:pt idx="147">Tunisia</cx:pt>
          <cx:pt idx="148">Turkey</cx:pt>
          <cx:pt idx="149">Turkmenistan</cx:pt>
          <cx:pt idx="150">Uganda</cx:pt>
          <cx:pt idx="151">Ukraine</cx:pt>
          <cx:pt idx="152">United Arab Emirates</cx:pt>
          <cx:pt idx="153">United Kingdom</cx:pt>
          <cx:pt idx="154">United States</cx:pt>
          <cx:pt idx="155">Uruguay</cx:pt>
          <cx:pt idx="156">Uzbekistan</cx:pt>
          <cx:pt idx="157">Venezuela</cx:pt>
          <cx:pt idx="158">Vietnam</cx:pt>
          <cx:pt idx="159">Western Sahara</cx:pt>
          <cx:pt idx="160">Yemen</cx:pt>
          <cx:pt idx="161">Zambia</cx:pt>
          <cx:pt idx="162">Zimbabwe</cx:pt>
        </cx:lvl>
      </cx:strDim>
      <cx:numDim type="colorVal">
        <cx:f>'Pivot Tables'!$E$53:$E$215</cx:f>
        <cx:lvl ptCount="163" formatCode="[&gt;=1000000]\ &quot;$&quot;0.0,,&quot;M&quot;;[&gt;=1000]&quot;$&quot;0.0,&quot;K&quot;">
          <cx:pt idx="0">19973.230000000007</cx:pt>
          <cx:pt idx="1">4999.3499999999995</cx:pt>
          <cx:pt idx="2">55540.139999999999</cx:pt>
          <cx:pt idx="3">35456.010000000024</cx:pt>
          <cx:pt idx="4">202406.42000000025</cx:pt>
          <cx:pt idx="5">99.959999999999994</cx:pt>
          <cx:pt idx="6">995377.00999996508</cx:pt>
          <cx:pt idx="7">159704.36000000007</cx:pt>
          <cx:pt idx="8">6871.1799999999967</cx:pt>
          <cx:pt idx="9">289.95000000000005</cx:pt>
          <cx:pt idx="10">52638.299999999974</cx:pt>
          <cx:pt idx="11">12278.449999999992</cx:pt>
          <cx:pt idx="12">22005.829999999998</cx:pt>
          <cx:pt idx="13">78044.450000000128</cx:pt>
          <cx:pt idx="14">1609.8500000000001</cx:pt>
          <cx:pt idx="15">8320.8799999999956</cx:pt>
          <cx:pt idx="16">769.60000000000002</cx:pt>
          <cx:pt idx="17">22937.010000000002</cx:pt>
          <cx:pt idx="18">6374.3699999999972</cx:pt>
          <cx:pt idx="19">2359.6799999999998</cx:pt>
          <cx:pt idx="20">830949.00999996276</cx:pt>
          <cx:pt idx="21">20365.219999999994</cx:pt>
          <cx:pt idx="22">389.89999999999998</cx:pt>
          <cx:pt idx="23">14126.849999999989</cx:pt>
          <cx:pt idx="24">27371.280000000013</cx:pt>
          <cx:pt idx="25">103191.47000000036</cx:pt>
          <cx:pt idx="26">2549.6000000000004</cx:pt>
          <cx:pt idx="27">599.96000000000004</cx:pt>
          <cx:pt idx="28">74477.470000000074</cx:pt>
          <cx:pt idx="29">670706.18999998539</cx:pt>
          <cx:pt idx="30">179325.16000000006</cx:pt>
          <cx:pt idx="31">3007.46</cx:pt>
          <cx:pt idx="32">27356.150000000001</cx:pt>
          <cx:pt idx="33">9853.8299999999945</cx:pt>
          <cx:pt idx="34">372195.82999999728</cx:pt>
          <cx:pt idx="35">579.96000000000004</cx:pt>
          <cx:pt idx="36">25014.48</cx:pt>
          <cx:pt idx="37">110670.85000000052</cx:pt>
          <cx:pt idx="38">32802.370000000032</cx:pt>
          <cx:pt idx="39">4909.5199999999986</cx:pt>
          <cx:pt idx="40">380114.58999999851</cx:pt>
          <cx:pt idx="41">26297.680000000022</cx:pt>
          <cx:pt idx="42">131818.0000000002</cx:pt>
          <cx:pt idx="43">391099.40999999712</cx:pt>
          <cx:pt idx="44">119.97</cx:pt>
          <cx:pt idx="45">129.99000000000001</cx:pt>
          <cx:pt idx="46">3679.6700000000001</cx:pt>
          <cx:pt idx="47">399.98000000000002</cx:pt>
          <cx:pt idx="48">1629.75</cx:pt>
          <cx:pt idx="49">31552.410000000007</cx:pt>
          <cx:pt idx="50">1486812.5299999102</cx:pt>
          <cx:pt idx="51">884.80999999999995</cx:pt>
          <cx:pt idx="52">5859.3700000000008</cx:pt>
          <cx:pt idx="53">549.92000000000007</cx:pt>
          <cx:pt idx="54">8833.0599999999995</cx:pt>
          <cx:pt idx="55">1113228.2799999507</cx:pt>
          <cx:pt idx="56">29158.149999999994</cx:pt>
          <cx:pt idx="57">4893.6599999999999</cx:pt>
          <cx:pt idx="58">4779.4599999999991</cx:pt>
          <cx:pt idx="59">284972.82999999932</cx:pt>
          <cx:pt idx="60">5885.1200000000008</cx:pt>
          <cx:pt idx="61">2989.6100000000001</cx:pt>
          <cx:pt idx="62">1299.79</cx:pt>
          <cx:pt idx="63">55242.780000000006</cx:pt>
          <cx:pt idx="64">382143.58999999746</cx:pt>
          <cx:pt idx="65">6662.3699999999981</cx:pt>
          <cx:pt idx="66">20562.909999999985</cx:pt>
          <cx:pt idx="67">533670.00999999174</cx:pt>
          <cx:pt idx="68">488927.35999999347</cx:pt>
          <cx:pt idx="69">164289.58999999988</cx:pt>
          <cx:pt idx="70">105251.49000000046</cx:pt>
          <cx:pt idx="71">64826.619999999988</cx:pt>
          <cx:pt idx="72">31812.000000000004</cx:pt>
          <cx:pt idx="73">567598.24999999057</cx:pt>
          <cx:pt idx="74">17840.429999999986</cx:pt>
          <cx:pt idx="75">89314.720000000321</cx:pt>
          <cx:pt idx="76">10803.549999999994</cx:pt>
          <cx:pt idx="77">28582.779999999999</cx:pt>
          <cx:pt idx="78">29076.509999999995</cx:pt>
          <cx:pt idx="79">134.97</cx:pt>
          <cx:pt idx="80">9936.929999999993</cx:pt>
          <cx:pt idx="81">229.99000000000001</cx:pt>
          <cx:pt idx="82">1919.7700000000002</cx:pt>
          <cx:pt idx="83">1779.73</cx:pt>
          <cx:pt idx="84">3085.5900000000001</cx:pt>
          <cx:pt idx="85">11778.669999999991</cx:pt>
          <cx:pt idx="86">9433.4699999999957</cx:pt>
          <cx:pt idx="87">979.86000000000001</cx:pt>
          <cx:pt idx="88">1049.8800000000001</cx:pt>
          <cx:pt idx="89">16631.709999999988</cx:pt>
          <cx:pt idx="90">59871.410000000025</cx:pt>
          <cx:pt idx="91">11801.409999999991</cx:pt>
          <cx:pt idx="92">13129.949999999992</cx:pt>
          <cx:pt idx="93">2441.6600000000003</cx:pt>
          <cx:pt idx="94">1348268.7399999097</cx:pt>
          <cx:pt idx="95">9957.7299999999941</cx:pt>
          <cx:pt idx="96">7788.8799999999956</cx:pt>
          <cx:pt idx="97">1769.8000000000002</cx:pt>
          <cx:pt idx="98">124162.98000000035</cx:pt>
          <cx:pt idx="99">24736.690000000006</cx:pt>
          <cx:pt idx="100">46506.639999999992</cx:pt>
          <cx:pt idx="101">1909.7700000000002</cx:pt>
          <cx:pt idx="102">7533.3999999999969</cx:pt>
          <cx:pt idx="103">221463.66000000053</cx:pt>
          <cx:pt idx="104">203338.5299999984</cx:pt>
          <cx:pt idx="105">317421.19999999867</cx:pt>
          <cx:pt idx="106">14214.22999999999</cx:pt>
          <cx:pt idx="107">254187.84000000064</cx:pt>
          <cx:pt idx="108">37530.41000000004</cx:pt>
          <cx:pt idx="109">684.77999999999997</cx:pt>
          <cx:pt idx="110">89012.920000000275</cx:pt>
          <cx:pt idx="111">196780.11999999982</cx:pt>
          <cx:pt idx="112">5331.6599999999989</cx:pt>
          <cx:pt idx="113">7773.8499999999967</cx:pt>
          <cx:pt idx="114">85386.470000000263</cx:pt>
          <cx:pt idx="115">243252.35999999958</cx:pt>
          <cx:pt idx="116">70816.050000000032</cx:pt>
          <cx:pt idx="117">43458.719999999987</cx:pt>
          <cx:pt idx="118">4661.4200000000001</cx:pt>
          <cx:pt idx="119">729.81999999999994</cx:pt>
          <cx:pt idx="120">53073.679999999993</cx:pt>
          <cx:pt idx="121">115973.05000000031</cx:pt>
          <cx:pt idx="122">10988.669999999991</cx:pt>
          <cx:pt idx="123">92379.480000000389</cx:pt>
          <cx:pt idx="124">29491.14000000001</cx:pt>
          <cx:pt idx="125">120</cx:pt>
          <cx:pt idx="126">4529.3199999999988</cx:pt>
          <cx:pt idx="127">46126.910000000003</cx:pt>
          <cx:pt idx="128">2899.6399999999999</cx:pt>
          <cx:pt idx="129">429.97000000000003</cx:pt>
          <cx:pt idx="130">14517.189999999988</cx:pt>
          <cx:pt idx="131">118804.28000000039</cx:pt>
          <cx:pt idx="132">67897.920000000086</cx:pt>
          <cx:pt idx="133">49.979999999999997</cx:pt>
          <cx:pt idx="134">464564.6899999954</cx:pt>
          <cx:pt idx="135">1902.4100000000001</cx:pt>
          <cx:pt idx="136">28006.909999999993</cx:pt>
          <cx:pt idx="137">499.94</cx:pt>
          <cx:pt idx="138">109705.38000000021</cx:pt>
          <cx:pt idx="139">35538.419999999991</cx:pt>
          <cx:pt idx="140">7449.1699999999964</cx:pt>
          <cx:pt idx="141">4790.9499999999989</cx:pt>
          <cx:pt idx="142">95.969999999999999</cx:pt>
          <cx:pt idx="143">43534.40999999996</cx:pt>
          <cx:pt idx="144">116037.2300000003</cx:pt>
          <cx:pt idx="145">12482.47999999999</cx:pt>
          <cx:pt idx="146">13118.119999999986</cx:pt>
          <cx:pt idx="147">2929.6800000000007</cx:pt>
          <cx:pt idx="148">370666.35999999894</cx:pt>
          <cx:pt idx="149">6589.0199999999986</cx:pt>
          <cx:pt idx="150">10845.739999999993</cx:pt>
          <cx:pt idx="151">99553.510000000315</cx:pt>
          <cx:pt idx="152">4200.5799999999999</cx:pt>
          <cx:pt idx="153">855009.65999997314</cx:pt>
          <cx:pt idx="154">2970727.8600001903</cx:pt>
          <cx:pt idx="155">14006.029999999988</cx:pt>
          <cx:pt idx="156">14892.159999999985</cx:pt>
          <cx:pt idx="157">97502.530000000203</cx:pt>
          <cx:pt idx="158">96554.730000000476</cx:pt>
          <cx:pt idx="159">599.96000000000004</cx:pt>
          <cx:pt idx="160">8476.7699999999968</cx:pt>
          <cx:pt idx="161">32047.490000000009</cx:pt>
          <cx:pt idx="162">20067.229999999996</cx:pt>
        </cx:lvl>
      </cx:numDim>
    </cx:data>
  </cx:chartData>
  <cx:chart>
    <cx:plotArea>
      <cx:plotAreaRegion>
        <cx:series layoutId="regionMap" uniqueId="{D8B2DE1E-78E4-41CB-9EDB-D65A12A6BE60}">
          <cx:spPr>
            <a:solidFill>
              <a:srgbClr val="F1EFFA"/>
            </a:solidFill>
            <a:ln>
              <a:noFill/>
            </a:ln>
          </cx:spPr>
          <cx:dataId val="0"/>
          <cx:layoutPr>
            <cx:geography cultureLanguage="en-GB" cultureRegion="US" attribution="Powered by Bing">
              <cx:geoCache provider="{E9337A44-BEBE-4D9F-B70C-5C5E7DAFC167}">
                <cx:binary>7H3ZctvKsuWvKPzS3RENbczDibNvhAEOEjVYlmT72C8MWqIxEBMxEMN33cd+uz/WCyRAAgXQpFs4
IUT0hSPOUKWSEmsVMrOysrL++ZL+48VeLoKL1LHd8B8v6d8fjCjy//HXX+GLsXQW4aVjvgRe6P2K
Ll885y/v1y/zZfnXa7BITFf/i6UZ/q8XYxFEy/TDf/wTv01ferfeyyIyPfdzvAyyx2UY21H4m77O
rosXL3ajYriO3/T3h2mcLdzFh4ulG5lR9pz5y78/NH7kw8Vf5C9q/dELG3JF8SvG8pcyz0i0ItLK
7pE+XNieq5fdlCBfijwjygpH7x6u+tv3CwfjT8uzlWbx+hosw/Ci/O/DuIbsh2Yz9LTdi2teIeb0
+/a9/moC+x//JBrwpkRLDXsSllNdJPTaf/1ntLx4/R/XG88MlhUMb6dAulRkReIkmj1CwaUgSgov
gKNOCs6Xq5sKcjxBCdlNUqNdvz81H+MwCha22eOHQbHCpcTKNC9zTMlL48tgOP6SV2hG4jh+SwtT
zYjdh3GWSN2E1IYSXNR6SBo+fhkADfbPhdsnCTxzWWDLimJJgdLkQLks2kVG5nf9MsHBaXmOMFAN
JPGv2lvo3w4A/V+6AfjDaOFWMLxdOXHcpSTKNC1wJQVN+yCKlywnCwzNlMpLqP50+RWcJ9MRFuqD
SSbqfS02JgNgI9ALG92nraagcjDbeUVmSmvdJIMS0S9CaQlMaSoIY/3xHJmOcHEYSjJx6Gnx8DgA
Hmx9GfSpk1j5tzqJ3aokma2MNU3ahdPyHGGgGkjiX7WT6I9+vD/6N1mgZ3m/KglGQaDhkPJ0aZih
9Wsuq8TDbvO0QgvSzigQKuk8kbo5qI8laKh3kUzcTN+fienip9ejXaDoS7kwvYpQeUdKUxkxzCVW
DYoE673zWonv4KQ83QyUwwjwy1YS9+nH98f9o6t79qKyim83yBSAlSVJgFUul2QAtjb9GQnLBYVh
ebYipvrbpUU+KU838NV7EMhXzST0Hz+9P/Tq0jbzHhdqgJZRZI5nsFbbPk3kKVm+xEoazqoo7DQP
vojdOn0H/Wl5uqGvxhHQV80k9OoA9P52odKn1eUxrWWJlmieUDP8JQNlL8ucsOekjvkZgnSDvh9I
oL5vJ2H/+Pz+M/5j4Cz7XYDRcP8VEXO61CZN9Hn+UpQ4USzM7fZpOZwn5TmCfvUiJPpVewv9u/dH
/9Fzel7+CggNCSzDs+Xqqok+C/RlQWHZihysjutz/wx5utHfDyTQ37eT6D8OQNuP9cyPKgDebmdZ
EV4moIX7slPmzdADq8AK81iHsaUtYKs/vdP1J6XpRr4cRuBetpKoj6fvP+c/5svg58K0+ow58PQl
p3AiRyulB9908GEKJFliBVro9izPE6kb//pYgoR6F8nExwGY3HEYeb3qfoT+JYHlJFEo17KY4jVH
E/FRDqFRWmKr4BzxBZyWp5uD/YsQBOzbSfTH4/f/DjSj11APB+0jKJzEKGVks6l9GBphOQGRZ4Uw
uCfF6Ia8HEYAXraScGv37w+3ujCChdnjehbqnhEELJsq372pcwT6UuB4HoYWsdDiIXA/Q55u5PcD
Cez37ST66tX7o695tuf87NW9vyysLCMW87mmYygJ4TRalrHZUuIuNpXMOZJ0A38YSSB/6CCh1wbg
5agLV7cXr8vQqIDowdXhCl8G5lbgulwdhb5kBZGVZGxTbh98GnU38zyRulmojyV4qHeRTKij9/8I
1AUcn1cvrMB4Ow8MBx0E1VJttReh4/rHICiXAtwejqUPPDWJOC3RMRqqkS0Sqo4WBer7UzBd9KuF
QAAPd14s3P7tQxDACMWWLw0bUZG+c/afjeXFaVm6oa+PJcCvd5HwTwew3kUAahHEPX4AAvDHBMea
q1xUNa0BK12KisRwcIx29BBrrjPk6eZgP5AgYN9Ooq9+f//JPw7MKFguqpnYg/pBtKFQPyzbhJ1D
ggoeLAOOLHVPC9IN+/4NCNj37STs48f3hx1zQjdjpz/Y4VoW8TNBlMvVbjPIgxiPyGBLVy4doJbn
eVqebvT3L0Kgv28n0VeHsMzKly/GxePSj3/a5kt/JPDKJTwgheYZZqdamp8AFD/HYdddrDbWYRjq
llcrxPq9P9xNwn4gQcK+nSRBG0CkQQs85A/2qHl4wCsKMs9LVQpcw/EB+qKAUATDEnb3DEGOwF69
AQl71U7CfjUAzYPluL2s5t3b1T3FMYjtMxwnsaXiacYYKIm55BhsNTIcueg6JcgR0HfDSMh3rSTg
2gASqlTspfQYYii8d2QtSHwZtqQBa829Z7HKwieAeNpulaWQy6xT0nSjXr4EgXrZSqKuzgZgYI24
1ww2eI08wyOA0IQbq1qeY2heEEpnkpjk6kkxjuBdjiMBL5tbiA9g13C8jheRhyQp+2Iam26vPuUl
NAwjsTQ0d22uMwinIeucE6qwDmFP/0iibh46fgVBScdPkOxMPw/ge/Bsc9OntaWQx0DD3UTuTufW
1jaNEBkkrEiur05L0s2FWg0kGNi3k7irA4i07T4FSjXDcBH3Z3aL9B0GvozAYM7XPgkKXg7LIZOW
FwhNdLYg3eATwwkKiF6SiOm39/8AxvbF08LeINYW9EgDNlA4VmIEkaABSTwycho47ARUf63c0T1P
jG4SGu9AUNDoIwl4+vr+BKheiI3Fi4X7enG1DPKl7m163exCFgmHBHN4RmVcE55P7csoMtqQ489L
At9k5M/l6ibn2O8heDr2YyRl6sf3p+z7Eok3FVpvXysw4iXowe5YZTCaDGFHXlag1IQqbkcYjpPS
dPNSDiNoKFtJ1L+P3x911YvCpNfjeRSLPQFRZiS52oRvqiukACEBCLs3AgIW9YjEOaJ0o34YSQB/
6CCxVwdgJW6WbraoMOhhxl/yPKMgxxZTuaaLOLlYNXA4hHEI1tVhPylFN+blMALwspVE+2YIMz1Y
5KbdH9wUVgTc9qGbgFPYE9itl6VDFkodcfWkJN2QV+MIzKtmEnT18f3Vy9PSXeqLHlFncIRRKvZb
Cl+nNsupogPBChwK7s7tOUOSbtT3AwnY9+0k7k8DSDaZxthwt73YX/Y34WFRYS5lmZjtIs62YGUm
c2IZJEJ/fbafJ0o39vWxBPz1LpKB6cP7z3wt83vdaCwO0sksR+9hbob7ceiR4QWGo4+F+0+K081A
9RoE+lUzibw2gF3GexPH56o52INZRe4mh2QSIh6kXHI4RooUlOqBl1Of9iel6Ma7HEbAXbaSaN8P
wazGtr7o9bQiz16KtMQVqTsNFY/sTR4+pdha5qpniNCN9mEkAfihg8RcHUAGswaH/bVHz1FkL4UC
cJEuT6QQKl4RwQj2EpHY35nFcFqebvircQT4VTMJvfbx/dW6GgcrRBIuJovQqz74HnQMe0kjOZbG
mqkx5aniRKJMcwxPxhHOFKMb9+ZLEOg3O0kO1Mn7c/DkxZFx8fFXYL70+BFQOCWNlBGkqknN6Q+9
Q8sSTrQoBAnnytFNQnM0QUKzkyThxwA+BA2JbN5rn0F+BlqIRxSTIeKbiC8j/szziO8jz6RuY8+R
oRv8w0gC+EMHCfrN1fvP/EmwcF96dOl5KHYWG1o4EtTQOyzWUjKOUVT5PYUlrgN/Wo5u2KtxBOhV
Mwn55PH9IceEWAZen+fQkR6FtBDsp1QL1WZkcptSywkyLbZn+0lJumE/vAMB/KGDhF4bQLKmhimH
Ekmlpnf/DTlU2FWEF38oU0VDw9eCCkxRrEdmWGwHN+f//4tkR6g5+o4kVUd/sEXdAEz0YxyGfdoG
lIlBjAH5/tBV26eprxSs0RBPpiWl20E9LU43O9U4gouqmUT+8cv766vxC0I/fW47wgflOEUSRan5
cVASlsAoHKDgNO9uVcA0P5IzJOlGfT+QgH3fTuI+1t4fd81YvFbv38OCAPmDOEHEFBmc2wfYNhUT
XewDFyX4qu66fT4lTDfuu1EE6LtGEvHn0fsjPsbGFapVmf2hThUnqHcOERFdwzeAs16wA4QhOEeG
brAPIwnADx0k6E8DSKS9il2Ee7L+MMdGLIPNQiSLH7anmjO9iPYr0EBljmH1p3cpDmfI043/fiAB
/76dRP9qAMpd81CX6uKx13UvfBxJoVlkipcAN6NulIxyJSiZhDzQsmAGQhQNXXOWTN0k1N+H4KHe
RVKhDWBdMEXhwh6jD6jQhlAyK8PU7h7C2KKqJE5TIFmhIolYkZ0Up5uAchiBfdlKwj4dwApYi3/2
iDpSFWho9bIcKixp08xSMkqGcchV2FcvxKZjY+6fkKYb9N07EJjvGknItQEonetgsa5e++2eDTaq
cHJIAKLQIzVFj4wqRuLhZx6pinRKim6od6MIqHeNJNTXn9/fpRktHe8lgFfzsl/sXni/LiIc1tRQ
4brHiDOFU+oIqnH4V2qUZhQCX4bMIp+2qOewe6opsLO7b5G0m6rTv5Gg8fQAkmJtAF7ryDJ/In7d
o9e6Tc8tam0z5Xm7phLDdppcrI3FyrKA6LoOO0egI4ztX4VkZt9BMjAawGmN0dJ1FsGqQuHtKk3A
KVSUGytypHerseb+QbGtwCB1nSx8coYcR3CvXoCEvWpvoX4zANXmOVirvSz+HWE8xOlQeImnWaEZ
FqIkpGjBqYJrtSt4Tla2Hf2RUEfY6PgdJDEdP9LiaADnB55j1OLuM2wHY48UCQUnxJrraeUSfKAm
ZbmioGliWX2GIN1k7AcSDOzbSdifB5CsNTFdG5nq/SkkEQmIvCihDFZpEZoKCRuaiJMi+7kq+AyD
UbcIZ8jTjf5+IIH+vp1Ef3L9/orpDjegQDOt42WFwtstApIRRQbzm1WaTi4l0ih3jh1mGdWgu9yq
84TpRr8+liCg3kVycDcAv3ccGabn96l5kJzLMsw2Ot1YZiAbWsTWG+zxwVmqz/1zJOmG/zCSAP/Q
QUI/fn7/6f9tGUbLwMV5JVwFtDj1Cfz7rqpBPmeES4v6rDtdHMJXBIVGsdfGHKBwkJYTisq8Srm4
IVzis2TpngW1ocQ0qPWQ82A6gHlwv/T7zNNGMk1xNpzeFwNsRhVl7lLhUaaXLfzi4iEcgJPSdKNf
DiOQL1tJ1O8HkCU8CZYuqoPgSGOv0UQe9z0gnw9XOuzQLQ7m12ItlLC78qFYMu5+gID/bLG6aSCG
E3QQvSQt0wFsX0+XXqD3aY5wAQQMjlwkrzaYQNQL6xPEF+XuQnVnCNJNwX4gAf6+vQX7+P1t0XQZ
oBx1dsoINW9U+91VcQLC5tDxMg7i7Od57TsoTvCAFbhj3c7AGfIcQ798kRb6ZTuJ/mgI6AfLZZ/J
ZXC1FNRnxJUaiJrXUGcZhB5RowUVonakkNb3pBxHQC/HkZiXzSTk0wFsIj0vTBy+7G++E9qFYYmV
3em/1w1tNY6AtmomoX3+9v665DoMFsseD55x2AoqrijBonk/a2uTGsdzMJ15LOzKBwGP+rritDjd
yFfjCOSrZhL56wHUINrVZ6hev4fFNC50KCp7wE429EhxAFOicYuGLJWKBD5mHfPTgnRjXo0jMK+a
ScynAwghzRZ+n3oEtbxFgUd16X1lpwbyiGwgaQDVFcnqZifF6Aa8HEbgXbaScM8G4LZfLcxed3CU
SxzQhrFsxa/Z7UJVgZeyUzoIJ9Vn+Ek5uvEuhxF4l60k3lcDWJxeee5rHCzC6u17UCrQ16gaiinc
jI1SMlLAioQYrJ92mpxYGp0jyhHU9y9BAr/vaGE/ANWCF9YvbvAf/YHP4nxBEYPD9vIOY7gpNVvK
IHyK0B2mvEDO90qWi6ePcN92n0LXZDjKwO5VdsPbNNR7W1wMYBPt+b/+D46fZcvfvfqfXaZdOOky
Lh4EGQ0OOBy2xFkcVHc61DWua55zJOkm4TCSwP/QQUL/PABX/drt9bATPgGuqIzOyp17xtvcag7V
i6tsGEILnZSmG/tyGAF82Uqifj0A5QPRPHfZ654kroHEKQIcd63SJVAdvTH1t+oHuze4rKdMmag+
t13qy1kyHcW/ep02B1VPi4fRAFZTOHhWodClb/9Q6eCEN6p4YHds59UQB70FVAgSecx8cLB9iFUs
8rd+K8wR7LejSNi3jS3Eh6BvApSq73NTGDFfWcTVpyKKSGyfpsKnCpdeQRpRVbSGzJW4Pi3QMeDL
N2lhX7a34B9AMOw6Wtg9BiJ5rrgHQ8AlwIdElLrHw8LhKUipwgfkjD8lzRHkd8NI3HetLdQH4Oc/
YBfEWfSnaGTUbFVw2xcqBu0eYs4jvxdX9Qg4dlwCT/ibp+XpBr4aRyBfNZPQP3x8fw0/A/C9nitg
sAPIbSd1peUbVpaSJBwfg4EtNgm3D6xw3cM8Q6Bu8PcDCfT37ST8swGcdZ15wevvrdofmlimWELh
7lmmufWHyI7CM7gaqfoiiDjlaTmOgF7KT2JeNrcgH0C2280iX6yMni96ly8ZGmdlBP6wr13T86J4
KRW5P5W6KXLg63P+PJG6GaiPJViod5FM3AzgUNmd50ZFobigxwR3pD3jyvEivlPGcZoZiEgZZXFX
KgomlpaBsLjnidTNRH0swUS9i2TibgBuz02cILRZTcq3e/q4c5ZFZWIEcqrs84YRwOE/HPkoMkG6
8xBOi9PNQDWOQL9qJpG/+fb+9vc2TpeoqBIHPcbZiitiAC3LV1k4TVsgYnMcS1worO5v4DyRuhmo
jyVYqHeRTNx+GQATi15vyEP5VQV3ZDBKdUlG4wvYXouKOyRxyozYvbo9IcYR3LejSMS3jS2sB+B1
3i5/Ltw+i6sUGedFfVDgWsYWGnAjrImEdFyCzXcrnDPkOYJ79SIk9FV7C311ADN9GXqR0aPRpaDv
RSDP4paeBu5IB+QQ0EGss8pIq2zMLqZ2e1qSY7iXr9DCvWxv4f40ANzNn8teSyYKKH+CHEpcfVRq
cqylam4nVVTqEFC9D6Vu9l9F3e+8PS3QEfirgST8VXsL/gGE1vC22aKafz34OCK2Eoublmul5Gvg
Yx2MCkKiBCu8I4fwNE9KcxT54iXauBetLdS/D2HSR0a86Pe6d1zCVhxflYsrUIun6ePjDKtELLBu
zTOEOAb4fmgL9H1PC/gBBNXuFi9L7KL0nc7KIIOPFavTww19gww/CVcAcHIt2llXN/degAKOZ8nV
zUXrFxCMtPpJXu4GsJl7hxqu+iJ8WQT96SIK2kaBpoH/A3eypoVQ6Q+3A4g8LPPuUyG00HnCdLNR
H0sQUe9qcTB9f6V0hwMnWa/bi8XelcIh8lAtqpqmmKFxaR4yp1Brd7cT0OLhtEDHWKhGtjioOloM
DMAsgAGzv/lf3PoCW3BIWwC8ta8AVQ+KcBAKd+8+AvzP6m/v/NBT0hyFHu/Qhh2NLcgHkKB5t4hx
/3G/ppjFeTuBpzmJuLMQrmexi45Mn3Ljq434OcIcw/0wtoX+oavFwQB80Ltlar70uPKCr4MgAq4Z
Lzye+owvFA4uzROLf8RcPynCEdTLcSTiZXML7X8NQM179qu3gWO880Le7vMjcIl0ZNw20l0xHcvd
4upxhSeONtydluMI5tVAEvSqvYX6aAioo2SN3avfWSy1BJrD1V07BU4a16LeABbCgqBUXJd6vaie
c0KUY8hXI1vQVx0t7AeQOHXnBd5LnwoGVy/jUlQZdeI6A2tIH+FwNQkvV73kic4zBDpGQPkmLfzL
9hb8H4cw9XPUR++3qACFPStUM2FxB2RnEklxQ0xRJl3iWlrnHGGOoX8Y2yLg0NXiYAi7itmiKPRz
8T9xo4Gz+F+VQni78oevAxpEASdPGrYW12QAfWQ2s2WYjTS4O4F+J8gREqqBJANVewv+AWQ0QPGa
P/tU/sXFgix8HFwEcKhJVnN1cOkmEpYZFJYrvXvCtz9DoG749wMJ+PftJPz3A9BA90tUjQuKFMLw
dxPuz7JKkEPI4rLf4kL4XRy5+QGg3gJOnBc7uuXyCvG4RtznPJmOsFAfTDJR72uxMYAl1+dF1GeY
BxV8cPOgiAvBDtsptS8Bx56R9oCab1yZ6knwcFKabgbKYQT2ZSuJ+udBfAPJxY8lQjx95tFSOMtf
JE/B0+lM3YeXhKKhCLYhy4qc/meJ0w3+/bI2mKCg0UcScT8AU3yPzMJgocc9rsBwW4zMI0kcOyv7
La3aJ0DJuLWHKwoXlxu95Or3LJGOUHF4G5KIQ0+Lhuv390qfsl53HeFwikhs2N7LsOUAh1RqFHCo
yofUB4ZBnZfd0/wcTkrTjX45jEC+bCVRf/r+/qhvL+/r0xEq9tiLGCciDLunGfJBIj+e5mZwwwoX
9yP+Xp5u5PcvQmC/byfRvx9AhB9bQckiq2be251/AfXSGRjffa4+05j0xZl0hCdgmqs/CS9x+feH
02IcwbwUn4S8bG4hPoC82k+o4VK9/Nvxxl5iMclRKKrzJgwBV/jgTlRZlsFDfZafkqIb7t0oAuxd
Iwn1pwGssR4WK7PfBGYk8BQRHJz7h/NSU+aijPIXAof7SLrPZJ0jSTfkh5EE7IcOEvqHAezePiz8
eHFReF5VXYi+YssUllEyjgOhgGep3wkVg6JRCLQpRQHV5pz/E5mOkUG+VYsU8gda5AxA6T/svM0e
1X4RfOAYERss1YHoJimUgDQfbPzi3jwi6nOOLMfI2PrMeIsWCVVHC/wB+Dv7ggGnDun/Wezhv4sG
eC+4GcBzP8fLIHtchrEdbeeNvvRu612t2bIM4kpPvN0eU9iCgT8PB6fa0G3uwVASFl74CgQESHde
P/rrhvnhhDhHvoXtKPI72Da2voHx+/v8D4Zpm75v4ux69fZvhx7JDQjqoJJ/0zSjyhdsNo71sqTm
OU+II4DXB5O41/ta8F8NAH6v35hPEfdkoPtxaH1nkgkGivo9PI+tmYPBbkz5k+Ic4aAcR8JfNreQ
H0Cg8xlXlUyLra9Fj/OeuywSPHGU65C7VnNNKdT5LXJreRHr4Drs58nSDX19LAF/vYukYDqERQGy
K2O9z2K+iOTgFBFOUrfqU6GauVwkQlS7vqRDeoYo3fg/7EcS6B86SOwfnt9f8Twu/finjet7/k23
9hSl8FAag62qlyP/pLFMK0pe40wjVmplbJpYFf+xfN3sHPk1BFVHforkTRvAguERZThfe1RZuDRV
EXlR5JgmP6giSYtF2LpIHSoekp+TchwhpBxHMlA2k5A/fnv/T+VpEb+aFx+DRa+2gkXpMNSKxI2S
TbcUa2aBl/FloOp7F/DnStMNf3M0QUKzk6Ti6eMAqFgGvZJQ3OUm4JTd9taj7SKgoaSQP4H0aNwL
Ux3NJj6Cp5PiHGGhHEfiXzaTyD8+DQB5cxkEi4vbJYo/Vc7L2xcKuOMCizMOV8DsVmBK81ugihvD
8AOwIsSK4elMcY7g3xhNstDoJLl4GoDr+mTialvfC3okAgszQSpUTpOA4tAvdFFxTGO3niA/gHMk
OcbB/iVaBOx7WugPwAI/2UjQXfW5bOBlnIpkoIik1mqNF7CfgPyJblNwhiRHwN+PJLHfd7SgH0Ao
u4B+2e/5MPGyyNHiUfZhBzESUGorNtT33G4mFCksu6fSfbvNsnMEOs7A7lU6GNh1tBi4HoAZ8HDz
TZ9zH8etRan4VxUdaLqhKAyB/BUUeEbtz04CTstzBP9qIAl/1d5CfwAblk+4j9NAidtguajm4dtt
MAotoaoYipZX+5bEJ8BKu6uFUYmg+qPl5D9PmmP4116lxUGtj+Th5nEIX0Eh4FPcayEswAwlw3NM
Fa5uGoOiYAHqZMESkDZ4S8NJYX5HQzm4k4ayj6ThaQg+qb8we9zA53HJCvYqUZKjVDXNnFEKlRFR
f0/EfXk7U9Ei4pQ4RyjYDSPB37WSsI+HAHtgXtwu3FWPOkgCtEiXxuQvoW3qIFQ/lLCHjBvOyWXA
OaIcgf0wlIT+0EPCfzsEJ6hftQMXB9ef4SECdNA3yF9HRpx0xPKeEuMI7LthJOS7VhLup9EAdD2O
Z7rIjKps39sNLmIOPJJTcOtcqWcwqWs+JyWg3BVuHWKk6tI/pfrbpd09Q6Jj4Ffv0sK/6mhRMARz
myxflz0qemTGiShDI7Eo7Lx9moq++CJYWj56W8vTSXGOoF+OI7Evm1vIjwcw+RMzyneHM6o52MP8
x8Y8Sk9ube1W3RPKHmdncAwYm2Tl50Fs1TydJ9MxDmov1CKi1keyoQ1gs/h5YZl9p9EV18wWQWhO
PqTL1ZQR7iXHAljEuexy44xYA5wnUjcX9bEEFfUukonn2ft/F88LN++3LAGyVQSWR6UaujqS1IzE
oR6chOsXcabpcKtXYwv5DImO0VC9S4uEqqNFwQBOajwbC7Pf3Iki2INsdCKfFB5psf5FbdBih6wB
+RkSHIF8P5KEfN/RgnwI+sfTeywEgaAnjj9ik7ha7zbNALKpsQ7D3V3lioBcbT2fEOYI8ttRJOrb
xhbiA4g1f9H73e3FgTCcCECws9zULUCtaXuuyB4SYXhR/7+yzPUZf1qcbtSrcQTuVTOJ/JcBIP8M
h9h8XbxegICLZ+/nos+pX5y9wJ67QldZWk0aKBGTv9j3QgoFoXL+TKpuNjpfjaCm82dInp6fB2CJ
42C1ROLxbpq+3Tn972umzkzWfQbwDjYq+j3VgQQuThKLWwTLtKCmUcDKDZvxuPulqh+K7rqCOleo
Ix9G45XIL6LR2foUBpBO92UVIB7aZ6ACISAZDhEcz91SDCuxurXA4W0c3oNf1O2SniFPNw/7gQQF
+3YS/S8f318RfXHNaPm6TRO6GDtmsIj6zKhGthAMMhYI+5uoGlQIKKqFvQN5X2+CWKb9qXBHeOl8
RZKkzh8iGfs4gOBGCcoNchhePadSJG83IQUZ2FFDiY8ygAEyap8NSvvBvUJtiqoiF1lo7ny5fkvT
/r26Cdp3k9RM1cF8TE9Rv18RrAtqcgkSX5ReLJ6mdaEU7DZDoeGyn7JaLNbgdfNSMnNarN8SUw3v
5qXqJWn58jQAWoIYpRF69LYorDhQBR8LEoagogiCszRyYnAyf/uQGu20KEdIqAaS8FftLeC/DwD4
/Oey78gfqoNARUkA+JBoWlNTIrQYko+KK4CIj+AsWY6AXxtL4l/ralEwgHjTV9z7k8e4CLBC4+2G
QoZNRyV87CeXhqLpX1G4hKnow7dxMCR1dXSWSN1E1IYSPNR6SBq+DsBofzWXEbbj+iOB4ZCDisvH
UAttZxOaa3GGRoVMGQlKDA92GuifluQI9tVAEvmqvYX7AMo0/uj5qBRV7LKh5A32gYg8lyIXQFZw
2SGB92kJuuGuxhFoV80k2D8GsJL7YTo/Fz+THpdyRbl1JDnyiiA3DS22+RGKknlkuTen9zkyHAF8
Lz0J+b6jBfq397exWr58MfpMbSwutcLZAdxsWGa1NJHHCaiiSgXSjbpP2JwhTzf++4EE/Pt2En1t
AOa1dRHCTtW+3cjCzRH/+waIf76k/yCP3//Byfy7qn5nX6z8/1KZ9K+juIfbjxecjFBxcexGZpTV
6iX8vvfI0NI96fxmdsRdv/79AVror/ovaDg1H3/pBja2QxTdr8xBOWa5CKO/P0jYI4VxFnAyEAcW
isuEPlwky6JHxFkpRsKt3AwKLuDMAotlg1tcn4K/WNwsR0PLodjCru57WOSs/v2hqOEjoVYzaiLJ
ZUn4SrIHz850z93jUP7/Czd2HjzTjcK/P2BxiMwof/eDhZRFmUlBQlFV5K1xDGKTEnw5/2XxiAhP
8fP/O/Z1OhQoaj5m3MS6pTh5mRk6N6Lz5JY3DVGzhWS2jixjNvc2+ozaGN9XvEVP5I2g0WzGjpkg
8O48MXVsNZyLwoRymThWsSheSZo3p3lXjeVAeYiFeK6Pw40pmWoS6Yn9sLKEcDNeG7ywpvFb1qy0
ClQrXXnsixD6fPAqCEF6k6dxSH3zFdbTv/lW5PxrE0mbu4iXfkoxE3+2XYemVUYJbVeVDSdxNJFe
jfVYVK7XojLa8NF8NaIpXf5s8Bk2kVQvpV3/LvF0ZR6qiRcoqh3JSXSryKacX5m8o8Web4842Y9n
vixs1DCwmdnGiGJNWCepFlHmg5Sn9EiYhxuVNtf3DoVXp9bcjTGPf2SB6I1ih2d9lUnNYMZvnNtQ
cE1bzXVGGtmpZ41cNhCnopuvVIZxx0bI3TBGbE3tFb0OJ5t15AqqQs9jT6MUl3HGm7ngfQ3zUHUz
dhSGjKcxuqVT6obPfJXOOeeWEc1IW3tOOg4cZRSudVv85ESyrNIO8yumsjvLCZMnfe3cB3EW6ve+
k2SOKtBS8DUIeFXgI+suxK+MVTEXV8z1XF7h72a0YXxiV6xpqLxtOMsw2/CCtl6v/GQSsIbCqKkR
GezIEc1NrBmh8JUKAjnUEl3PDY2jk1xLrbnmsmwiT7xYyJKvWcYYT7HCRTeBkXxdm4m/UsWYdyaM
T1uTmOb9GwGwPdCWfx2v85G+8R88N47GGbNmRzYrsSM9ECfMJlysvI2lCkxIT4XcVkVWWYUTw46D
6UZJIku1GUVlZYH55EpxLIxXrJeIqo8ps5klkWA86LJu0Cq14pLk2jfs7IsUoubnKDP9+1CQruaR
NfP0JDcmkq7zsebltj8fG0Fur9VV7BpqbFqcallycjef29dBtIpC1eC9xP9sO0ZuzHyDMZ0RAgVJ
MBHsRApGgsXJgcZTtErbQajyli2oazE3BI0NJXMaUvp1nCbzHwq70TXTCDfaJog34igX0jE+a0tL
eTp/Sm3BCVQqTehRbMfPzDyXPlnxRl+pUBrea+qL5iTEsX41Ylz+Eyenajx3XY3xxZsk1+NR5Mv0
xOXTtRqY2Q9z4/xyOXPqM95M96PbPLdGzkr5Ka64dLLypUidB8qtxJjzr3xizNUstvwJ7etJogpu
tArxHZm+ObJEbx5NvU1KOUsWH9MEczpLZ/HK8lMtz1czUXDdibFy3Sc+zzNTldI4vstTX8lVA6pn
NfM26/RBojnLVClrI2cqZ7mbXDN1L1ZTnadHaW6FM4qlnUc3kKQnfUPfiqzPuurcp7JZHGxu5npi
3XicG65Vb63YnmrEopOqprgRuEni8ZKWhdzanuSeF05lM9q4minRhj1NrTxY0Gsq4qe4kCx0tDxM
OXbMm6kwi9l49ZmO7VBXwzDw73TPM1k1pDP3gY3Xsaf6qW9Q00gSmJ8bndFXEylIUke1JU8SNFHJ
NF7n5YlFOfqv3MpE6LksGjkOl6p5shI/U5lucOqasn8pCW/9y1bieD7dmMZGjY2YcVUqsBJJleer
dEy5hvk4TzcLJV0pszW2PUahzTjaemWsNErnuOeVbSQzidqEUzpkualj6sHIYuSE0ry16a7GVBYF
17ntKfTVWvF/8DkVzpRszd5IfqZnqrTSo0TlU9uaRv5cSFU+WHPJZC3YClRfFKQq6xg+AA8ozU6S
RWT7rMaFkT4BsJhmpj32vE2gZnnqbW4oP4iDCbViXFdNRD3IVcFm8pkXS869JfH+vywpTBgtUMLp
KjaCUaKbwZXoyc+cHMbGKBWeKXEu26oe6o6mzNPgi86zn2xfsFRqI1+J1lp2VSOVp6hf8S/o12AW
mtLmVhESjac3q/BKz/w7yUGuzFq1Ue9RUA2fTqlMDSJ9Lo+ctRVNglTM1moosKNIFOJbI5eCG4pK
PgmKsQ5U2bKdUMt41jQ1h1V48co3TfHzinL8GRea7vfNyjK+5DGWiuqaZb9zyvpzTAW26hp+ojqB
/wWzXFY3G+kzy3O6umL4z2LAZLSaG+u7uSIsrWz1ykqJsNIkipZHljGn723LEkVV0d0UisLxcl9j
nSAWtGTNuVeWzD/CRMkz07WlUaDz6d2a9p1n12HdQOVlZ8xR9PrWZ5QM09h2YXXmgWSoVszmC88P
RpvIGXkhE48EP7fUKHBhck0nnCWe4qqsuc7GIsM6arDabEZ+EHBrjeJ1d6P6VC6O7HnOjx3FCtR5
mNx6LHdHp/7jPGLyaJKEvAsNa4rz+be1i8tTRqblsCvVFZXJnHKndi4o2pql9CvbNFe+SplM/CNn
Nu5zZMrUtRmx7qd8zXqUZlFcnKliYAamZsaKnWti4D7PJdMCkUYOram4q9D7TDF5qlo0t+K0ub4O
rZkBM7bIIt9xNCfijGDKm1L2xFom46imJTqhyrLxy0bChzvh14rgarK4pr/msWzOOFd0x5lgwdPY
MNx6FkXmPTJ+YFjycJ6oUmhrLM4Z3aambo25xLhNZYlSVMEwIlgBwaVUUQqj7ytJMBiNxi0C8iRU
5s6DmMUcP57btH0XrRwxuqGZME3VMPVvlTW7+S7pq4C9TUP2nglW1kNoe1Mrdlcjy3ZfXIsemZsN
Z2tzY7Veaay7jp5zc0WnKo7j3Ipzz5mrNLzH1ZhLs1wVHUufrizJmrEhpzxzcZoKmqw7Iqyj7U4s
mErX36Tm7drgHs05K8cqpomxHuuhozwYNMiZmHO4q+rcTuyfOhOtYhUn4CxWNXM/iDSTD+e+Jvtz
wxuZioP3WLF8sBrh+A/nT6NUjGMtkmk+0hjacPVnPcqkpe1uPs8tOnI0louk7Jr34VmNwGDEqnmW
+d5X3pd8XbPS0AsmiiNLC9ZM6Ds/TiVH5eGUzu8NJD8EmilaZqz6dqSkqhxTnKEmrDIXr6zApHKV
jk0qmaSBGK6nG55KflmM5K6gQKmvpuPJowxT6YoKaXYiwkFJVSpyN9wkFDzx04bFRytzq5GRWvpt
5nnyLLT8aGJ6m2+BYQQTn2FVKoMyNWKNUdbzkWK6vJpipo1WqbhSbcu38KGIVgyqPP9buqLnupaJ
dMqMkMr3EDLzW9djs4nvCfObucNuJtRcpoyRK8erdJr7MUWPdMOhXTV1jEgz5mbmjzapoNvqOsjz
a1H2zFliGSylyfP1VRSzyUSg8ckzpr20TV5UrRXH3pt0IN3Ns02y1vJMDz2Vcn32noYp/YmT7MGY
y+3wjnbWsiaK4ciSfOuzkTpCiA8h02e4WvlGWDHsFCzDaecc/i7jBGOqxNRTkNKmPtpIZjgzKS8d
W1bwhdXFQIMXa7zkRnZFrxx3RKdh+FVK3NRQN5bM/YzZeXIVyx7zC8T6V7ptiVMloT5jyZEqKrLJ
XBk++Pxb5EvpeEVxyo/1mqE3EyMNzZm+SeTkS3HoIJ5FxpydZUKQjD0nkb8YsNO2uqH9UBxZKz35
uaFo8ws3t50fSZ5sNNHjoul8Ywu6qvscda14nL0wuNVKi+gsMFQ2ZPyX3HMZa4xztL8EDl7M2LXW
sxUV856a6YHpT/NUyOzbmJOgKa21LuYjJbHsf+Xpxnm1OWmTzTa5xf9f6s6tSVJcy9J/pW3eMQPE
1WxsHgS4e0S4h8c1by9YZkamJCRAgJAEv35WVFX3yapTp0/P47ykWWRGOg5I2nut/W1JHQe37uVN
Eeigidogmmq9r8LQfVzlS5TttqRb3uP3irhfh8q5aOlprnzGLkW8p+mFp8nKmlEOgpzmjg2NLYl3
1TZMyXCfzGzyVbdhuaI8G0faumIxNX7Pkmefl525Seay65pAT6akjpWOxHRT8bRTUpp4O8ZJpivT
T2U1BIjPVdC6ro4Ln33rbG8fFN9YcuAOGZ9rGObYsFEmxbw/l3ZJ9ZdZ5civk2m+wUrg+oGWEzYR
3QcTRadVsE2el12MdO27oArXwNB8TuX0qELh32TOY0HVVCIN3dokfTFJKpBYrnmqGz0pBN7Nb5d+
SpLlBXGkXxGq2dw2waieIxGr8dYwvttDFvvI4CKb2HzTzmZ5m3hYrgfn9LV0+pgT3r+G87Z8ytJo
VFWw8OJjGlus7N2sJoc4scxXnY/yrm1F+q0fRpJTW5rks03UYBruLEsPsp8Gc+gXJFT9PD/MY45Z
THgJqhryqEJC/Oj3KaJI5IxpFoYlpbZrykpKBukX2qVtjLyzDGza9KqTnOpRi+AQInhxGoV498fQ
SVa1iKqcCiM7dhr3lmRVvJssP0yu6xwd1jKrWOBkcjBQjdkXb5cpaaSalK5DbZIPbdBnlk5qW2Sz
xUO/0RSI6mMvR8Q2zrxYz4IzWWXWsIzyWbzP1L7vf85tmqnDWHbRKzKYea6WxL6nSUyeBmuH+7Zn
4ze/5cVEo0CEH7PAKegsy4fyHCZyfJClTtVRdO2ALI6MhwHbYdhD26Vjd0mh1MqbznQRAv+is/BT
WSo+UR3p4KIEy052tO39HAaC0ZyL8XVgfBOHjRn7qNrIfJvRb13pnbQ/l2GyBxltGc1LHg4YLR7Z
rJo1uarQWX3w0TQy/JlrTjPOuvvQk8k9pS5RFYvSnVC9p6Gt2zE0RWNEO3SXtdzEhJw0RxI58WX0
tF0LqKPW7UN3kNj2cmrS1iTtYZ229aPXen4q93bNqN2dOBGLReDTWLZheztA2S3I6ws11jxekrnq
0viSB3vylEh7q1goj5FGVkOzyccPttSWYQ5s63LkKbICum1K+stQtoxGOzFhHS2D+Njtxve3pRWB
vFlgkSPp5dteS7UzdkZvHESQmz3p4aFkUbHV+yz4c6G2cav9BG78ShKxjXSKXOZuAhvm/gTnRJsL
3yHSHhbWlV0dlF08365QW9/ZMLvxIHnYHpDnIpQtTpvPZdLKgJo1yO58V8RNh9GKVF11wePG1YIo
VQQZIuH2lM0QV2sRirpNiEQqJJL7OO+yGzgxy8Os5ESLYBipCrLhU05WdkYKUtyU0CvPc0T4F8V8
gqRBFRElEOmIpaTtegw4OzFajMaKqoi9q2Xcx2eroxBpTj82WTwst2G57VeR4D1wL+4ND11dBjNe
OZaD2g/txu9z0iXmFEdBtD0rrZKfnPiO3MnJqv5UdoE8MTHlHEaVtRE011DO9ZCxbHgojNhLWakx
Sw2jJvdD+S0grg8l1tVJfrGu1+d5wry75jpI+5MTYGVWGg7rKWmLJiSureFiPXd6fA4LvNoyfQvW
NvzoVI45GU0vftQwcIL5YUjxUaF6dCE79UWEG2+77boi33vWSLUptmW9tLo/pUURTMh2PxiJuDek
t5PtvyFp/Rp002O56Kc5jn70UXeO1zCvZNc34+K/xjwQdZKbG9buT2WnSmoW9XXqh60GbP0xIJiN
Nh0f5mJ8LKL+czonzyIMrk4l6XlkLYelRpDN8PHa++UK5+bOlRhkc7R/Tcfx88hVWBe5SA+91gv1
WKop79PvUybjNxUpqAJTcogN9tXHshkHeQ5KDYumhI+icl+lKxPUlMsE0yh+HzBmoxKSmkaLaque
dKdei5ewnyf4MMg6Mdp/OIJREtn4iXfjh3mBIkqXnW6ZXqHO244yIZf5JtDQOaewC8dUYDQpl76W
g96nZtDbiq+QZ3PCXuVOpibc5zMC9H27zYhxZDO03P01ncoT37MnmDqXMRpu3JA1RQffQ6VYtyJo
inQb63aXJz2Fy40LLKnbuDvkob8LluGeIIdvZZfRPbMBlXtWZYqfXRb0l0F3ITKD8RpahbwkM5+V
J/tBzmI9yEmUN3Hn8U28viLhWqoAngBPB9f0a5E1oTGv5ZY/zFE5XjVh5xFKKsT6RJET+Ol1MunP
WGXkHG1JcessZC5Mm+kukNN+H2X+HrlWTMc8PxVzBB/NhFWXtT/YkKRUtPtXkkWfo0zyxil5M4pA
nJeRPVg/Hp2P763ZkieiMgf5sc1Uh2t5O2A03yxjMJySAbEp03Co8rUgFLpH38XLJG6SbvtU8uCg
Nb4goj9F4nrLka5W7R64Kpryo1fqfo5Sf5Px7mlMl7yGiGwx+CZxHoN0IQ15f+ctNOre22+tNwmN
EwjBTeBpjmrXdd+plsbKm5s8Ga5R0D3vvYKNZPV2LaXdvi1JcZOx9sNK9i9iXG977LZyJHK7wk2Y
KBnJU4TsPdy1OG22E8d+gOTTUXrq0KN85lGy0K1PSRUu+4pxZvdr6mN9crk+irG3FGEIwwmrd6Xi
fnnGZXRT7Jge74L6lM/R10kh+42y3FGpdU6HoA9P2RLN8JrjyxC79VrAUaOrli9z1j+lXft5Lbiu
S0RwZBswBsL2h4INI8vwkvXITFshDJ6rQBhay8elmIfbkScDshHF51JBSC+NyzdWL5ykn9gW+gMc
kKvhxRfSTndjlH4Zc+sasMvle160VqpkjhYD+bwE/Vwxsd8X+YIBGy1nlknzpeRWNkkibiaV3IZm
KijfpCmvPcsddGSXxW0jpoQHp2VlKj3B54dROqQZG76TIZ7U21xG7rhzWZ6FjvbnZRxDOmkeP868
IC/Z3u1nO7C4mnX4sYTManiqxmrtxqBmW9Dxyi2bOzmllo8+xdsf7JY3uZjzwxqb7Wlp+X5LdNtj
evrgsG4w/8N4zr+tPQwN1Ewaq5EW8U4j0lg/PXdt1B/mxLOq6Pld7py8YcMUHfKuG6jRMN86cTvK
8aXo90dAYi8MeT6d1im/s3O/nbptPSkkpHESH5HNXQbi5yrEtKq5EJam5ZYdso47hLj8JZJmquAz
DXQQcXQ3IUk5Fb1u4EjeYeJmVMKZo2SfPs7h3t3IRfSn3rAd0qXba6vzvonEfiK9ueQE7kQvxXXt
wtdtyk7honWdwD67k1xPP4IdWQBb/U4NxFNdzMlZDEtKN+5vhnK9cbm/Xfq+fWZ63c6MddFc55Lc
sAwKsiVy+aTTAZbh3t2DjTt1vJcXopxp5tjKs7Am+ywm9T0p9pS26FGgeWFe98jxF5SCwppPWh5c
Md/6zs9HxpeXOe+His/x7QyHUws7wSfvh4+xyD316/iNBeybXobatVD0fepNXSr3U2KSjBIlNhqo
sT+IBCvtDtUIOUngb0CS4lNlbDGV1oUdFEtm6lyeUKjit84FX/LNPKg5OqZYR25Eot4gcBDgg/AY
T/3JFPyTL9oqjbZX1k9Q0Gx9zRKdfWY7IweMPXz5YmFDVVp5KcL821649M2l+5H7/Esrho8rHihw
c3znaYqPftM3icxuvGwvtt1/xKHlVT+5vqidIPlQx35lNyiI9dWyliglwTRPDmKS42Hym6jTcRhZ
jepae7timfpAwvVTZ1LTFFPxIW+7z1AnP8m+XqUX+2GKzT3ywq2yJIWjs5IqgjlSDxyODT7zucgM
BE+LVzfP+9ckwQK0dlP+MOXyMI3JxZLCwE6Ikvir6nCABW1D4tsDK4xN4KczJH3WioH2a77UCU4g
p8JnBguLHMt3vy2/Om7wNguohXjh6fn9JNPGm+AIByZvGC/HT6oYs0uJt/yWhu3yNQrST+G+uKWk
c74VmNWqW64p6lABCo5pK2rU9sp7ZFwDOe22beObNpl932iHR1C1sp0/+InBw+i6w7gxd2vZoFO6
F/n+itbtraNOucigIBVkYq280mWPwKfseLVwFRiecbr3bUGTcTTdk90nnzZrNK/dAUrK8ac+iFNV
pQblmi21xe2MpeOnhIV/CVfX/Ygzw1ZqXCT8ayqVDbEi5MOpmMhyK+fdKbpGzqfygrvL+ZVPiUhv
FRzaQw9vi1EuDTnCNdswCuVQaybSqhXFl63vLzLxsFqzBIFUcVrqeKvGLlR0TsdDPMji4EQI191O
i77HcWmXvh2C7wJj7SFaNphZ8HfmeLOH0rWwmg3C2h7eokTcHiIWvGG5uR920qjcpPVSsPzdkva1
HXk1tG2XwEAoZdNZE7+lseM1pk5S+3EaP01QNigDuevUdnyk6BIt6F4WR016jfwbI8zoA86fYSlK
JnMawF/6ybNwD7qzgXSOM4hNMjrkFIQdZNeqXFJt9wXZwLAQaTG547BKc7kfVtii7KAT237Su5Tf
umBILEXd2UeUD2PWrJmqiqStf+Wk/lQj/z5qHJrGuPm9ZP5fP/6fi/g+j8v40/zvdxjhH3//joT8
46er/jE8m/nHD3P5qv/6m3/6j/j8P6iGd3LhTz/8E8bwn9X8v2Uc/sU//s8oBjg9/x3H8PqfNPc/
uIff/sfvFEOAFg3IgRTbzmHjM5z/8H5Qwe8Yw/vxKAkgBUxpHJ2boNsehMMfHEPwvilyAeoAZxjk
WQGcDojiHyhD8H6oMZYBLJZ/fGj2v/7zBv/0nkB8/A3LkP4ZZEjSHOfRhTg5Dfzpe5M0YIpfQYYx
w1KVuCBu9n4IP2NELYd1Z9OLCT2fq1+ezN9c6/2zfoEmfr9WFCYEd/x+At77d/kFmtjCUBAsq6TJ
B6yHss3Eg43z4kBksh5XVNKfZTeCGJj5/nvryO/My99cGY/yn6+Ma0YxDiIrivgvuEYBl6O3sSCN
ZBPmX9rDZOrJv7nI3z5Kgvsr0DSIjlqMm19vr09WQySmaCPS4nmBeze09iL332fav7yV6P27/tNT
/OUyf3ljkR2XTZe4jJutuF8HBjd4moMXnQRSUEjf9Tj6PNkoCvsj6ofyo9g3WNYr+33jwX/5Tf72
oQLMAYWTYLuI9+2lf73fYQhFlgSKNNaxsZ7S9Bx4n/ybh/pO8/zN7f7jKphAv17FKeREBYzWxlVh
ReqlGi9BJY62So8R/ozmyh2iKqZzpSpTF4+uKqr+W1ctt4TmN8W/GcJ/fcc5WuOwU1WKjmps6YOm
xT9/myTZnGvXgcBL0aB2YigvLRBS4JCMp/9+tvz18aI7FV120Xv7FpCLMPrLjScENdzYdHsTijSi
k4zxRo3J/81wIsU/3VIGNIqAYcJCFb1vP/rnW4L9vOugw3XkDPKEJsHG91M8gnmhCeftcEzsyvlR
C5J8I7EDfRBnLdFfDEtLWJZ5iGznBnuNtJ6mzoUcPhfyp2PY9l4+SjtNDGoTZ1VcUxXAxRVQhQIV
bA49ESZLlFZbHOfL3ayEXzq6jCoTdNDZ+LgSZG5Vsm2I4GNnpULBV8XFpQeN0990UqeVFON2X/D8
sS/TcxfvDAbJFArwEHLKq6VkPjq4IbdJ7YoVuIozY1bNdkqK2ieBUUCX8OdRoyUGlsXsdfdM4kFX
MPgmiORimsayDvRQfmintW2vK8y48rjitIEYyi2FOxEHIui+98OehHR1Ovq896YNMPf0O1HVprB1
UPoOPhTYGRymZ7l4VKCHBbQAZOC7v1yw5bDvKY8reDUJiJZ8hFXY8YDBAu6jA/FLwWG8tuST55ET
NQGGcQNwrF9PbA/gEe9w6Cs5muItGb2OrqVi61SVhqFY6G07KnybSKxNuobBRaBDYTqiHGK3xmWq
eCvDzpN3IMAXdyzYcL9lviHjAdMGwkx6o76SjqQrKCm7b4dBQLZXUi0oleh5GpreLUNQ6ZZFD/Ec
i5Zm2VY8TMMyPBhH8sc5ktm3FHNkrJQy6qm0PLLU8dLAypBEi6rdUO+pSbAtP7knM8rsqYAniKS1
76lOuHuRaQKyYsscxFLPczBacALnCO5ErL4jfmaKushOn0UyoGS68Ji/9CwA6oAomnwPWibuWdIH
LcWEZROYBg7RqwEpKWoMU5+TclAwMokPWOWCQv+UGdLVqRXtd8b08sD7fZ+oE3DTUdFe7dVtevi4
qRALLNOMXQUhAaconRaPC7a4RhVpWKyuchHYZ2/N9OYWLfTN1jo/0mUKwI+pLOAfkTy3gIfCZUSO
JhyKbEk0q3voZiOpnwqDSpoVqrLZYh/jlaiZjmRz94QRL6rEivV5jqURNYvD5bVQsryZ12zuYeXk
GaMOpCTiQohKr9j6BMSLsCHc6H5Fwt/NugUrNKyc7ntAokpioF/jYBY7iiR5cAoDNU80WQWBPSgj
8pZHiQ3vIF3CSwDh+iXWZIqOGGbF1U12ABphjDPVmqvwS1YOSFJRX841HQedPJWtxbxsdTL+HH2Q
fTX71gpazkjQKZ5+dx1avb1iSKk3DuNcgW3ZnMcsg9VAOyyU9x2L8Ji6pI2eFqwhEU12vIZqgq2a
Vfu4ZJc2RcmwQtul+bTZor9osyFVFxgxT/3gta12OWOrAcILTeeOSIzbrUhWPJxQI6QMKAackqnr
wdMl+4w0GbjZScaY3DQd9STrKB5I3yQyB9OxzQ7YE1inVcGrVROvo32TaxVzPX4hLs2xCkSpffAR
T3ytimL6EYYBKE8grTCPtyDy53QdVHoWcgIIBw5JbIdc5Ls8gEYsk8alpQibKWvTBD5NCl8q0JgI
j7rTKNKLddyWE+81SuvxuKTFbbvALKN7Os2WtpkPk2OyoxJ+jiAmP5R7v8bQ58I+8yUJ+RHKIeSQ
Tha8yhSRVDV87Ob9ollnH/aAxzGNtkgRiqrBNWWA2BqQg3BF+radkS/qJZ2quF2n7hRu2+QqMsOL
PSVj/v7CQjOsNYMVsFQ71j6M5pKXz3bqIpT/RZBM1RAOIYjO2XVYBucsCOjYR94e4xKCkCaGtK5i
2yh61GdjbhqPsr+m/bQjAi25BsAKbHQIUXHRvT4UMs9dI0W4TicJNvUlkWlOt4Urh3qLFiH4AGDG
d3uM51xnaoM7PFuuitOQrEjSCArXDz52s6507knacNTmXbUPYprqaMSXh6kyxsFdtMbpTPtutHs9
5VhR4fwAWiIIc03Brb0PozDIGiY7hXpGiCdQjzg4PWyUCVcDnkmUvGLGRBMqBDD8zqkci7kZWaqG
agw5UY0eu9i8gCmFNkTgJB9TP/n8lHjnyyc4VHhgwTBM/sDjcPaV5Rq0DeZXOlaYOeteacRte7MK
QYJmHaE2aAoubgHxC2YVy2pX0mLW2U2yxeMJZOL+jIogiNUS1OwzSrCJoXMbD0gatwkM5qrLjBrP
0xQfEau5OxeFdT/1InNVz3036apHPI9osQ+LOcJNTJZbsKQcPBOWHZRrcG8T3YY8/shxn9dNxtkn
Y1BPOAc8WEasZIGOKDQ0OcMH4FgGRW7kYW5l8qeWkj+kwF+U6V9+/J8KVfsDp0bNP/4DOnX5j8OK
03Dezxr8/0GyvifR/xq9/3XPu19U6/t/+oO9T98PK0GcQrMi0s8sRsr4B3ufo5UIe5Qh48fGooDs
kbT+oVnR/oJDDkNsbIadnfJ3lfVfkhUbf2doPo3wl8iZI3zi/4tixef8KggA/eML4NS/JMnQ1vSb
ov5VEACGKBSq3eUxKfxQs9bqV7Ms7iO8t/ySr0F8Nt0UPZbjqg+/PKY/hs6v3H8c/SZRfxFf2A4G
J5pGCQ5ei1FIxj4Yf06W23gKQbb46Bi7XJ4isehX3HO+3vm8baNDG+5D06Z5utVZC2l9AAB9t2XD
0Ph9U9+XuRjqETXkx7XY3bHwJdZlvrPnsAS/SfvBkRn1Kl6815XZIx/L+ORiYh8LWQIiWcH2RzU3
CU8OA4iah+gdSGnf0ZQOZy/aivn2rIu9f8eXM0zVhbY9n79liTcn38OQjeKk+Op/41wCWHARwPkA
4GKWpqZefe+62xJlwMBvXtJCopIGmqWniBfi2ZqW3PmkED/NuChzY1gfzcfNsXmsl3jtHxMzzvAk
S3XWrmWXKJhHOhibwf6Usb6SDtYnVauevpdu189yzEhSr9HEv4PiKT9N7xBPrgD6FktUsiqBvtCU
/Yb5+FbaCHXhNH8NnF0+JcqhXIj6PqJLEnRAg1gbIrj5vJOV6/r+AxysuZq3GNRbnzvZ5FtfXIrR
Dzf50naNhR0Ddz/iyKaJqfS8BSc5giXcCjkeW5RWD+iQ6H4W2gUNMqT2HsXlmdCExSuCdh5fYkOC
Og8jf4nKVr8opHoHt4fzSbZSPrhRiVoudoBNbAksVec/m1QoxKx3EMpLDyQKKfPdFq6wkS2zh60j
04dkfc/4U8teTdsFtRY7A5cUFjn1EdpHBE4ZlVTOenorM5de4eyaGuPHVjpgWsCPhPmtfqOxunC+
DXAOyL1el/G4qdbXBSo8BzBby1dTlLVe5/synJsoSXbIEDeeUHpZAM2F06PRMbkOEczNnrEqVZq9
Yb0IbgFoy2raI3bgQ2juUIIDBPWOinXI4D6g+waV3XeIbBSRrToV9l8QSvLHJd+2nz28H1UlchPP
eufDXi1iWyHgElPraLPn/TdkbRjD7XMuDdDE/d1hRRFcRpSkZm8IaftDPzAUTPftZk/i74bY9jwz
PUIxzN8mzGNwDltXEaJzhBTugeNsD2kWFD9g1F844qZB6bdJrQeg3QYN7NbpylCS0zsANki87sEV
EdhMP6R3k4+aCLTeEcEURFX0pJcEZYF+f8vGBF0HLeK0Xs8d4PfDgCrKju6SUsYGWdNkP7o4ukVd
5zv4j7gmIfsRRM+TDu73vADlBFRws/zRK/FhNBvqlfNtK8hLwPizFP1TzKdThxy9JOiG6NwxW8WF
gDNpW4+GiQ4UVI/SN5VD3hA2vwzDDJjBfZhzdCjkmPvI/lIqWXRU7SsguDqV9hsnyQuX8ZeNb+aS
Bdl4DeYSAiA15GGJuzf0LyErNd7faxOc5ZbdIiYDJohOaGKg+/yjJwnUdRLcapwKTY1l9bQvM0rz
y0tYDg0WqIq0AwbhOiF+6+JsBGrKQTe/JCACxzKhJPRgxhbK9vQUgi+bkcPjoXLYAdyQpt3JdxTx
AIXqzFxWwvkNalZgrIoB2Vyb3s4+1SfDu+k74cFQdwCwwDKltUQZGqTbJ5Q3ix9BSYITCJvbzrkX
l4qkCVMzPiMTb+JBsY+xn+Ay2LIiSHAnxW9tv6Ov5KMbjTlm0dqMWbFXEusnWouqXX9J7UDoRliF
lO4HarBPXU/ABpZY7U12vzk1N7tg6AzqX9Ey9sKLey74SwemCAvf8NZKfD4wIxBdcXsx+YrUNgKw
vbqnvId/n/VHJK2o4ydFVaTiVtm4Xnn4ZR/Dq/fhJddoDijs2RkVXGzmbIN2m0e83NrPxYlbgt4S
n/NG8+XJ7L7uQqDry7g0ccabMYCwcO1+EyTiMs1pk45RhQA6VdD76McB1xBjpXLd+BjvQJsDlMdo
3GJly8QncI2fYq0vSYl3JWbysQMTJkqcxsz7q5yjx2gFFxUW3e2MohaYnPLcgSGs+tYCptLAUcDU
0bAT144EV0zq52DRVOT4NAaUtgKtEUnlIA9z8Ct+qJY97htjUxSaAKriMOGrs/asg/WzdqDsirQy
LftqiKjc5j2o4TI/bqG424sloBN6IuIwvUQbGnD2OXti63qnWo2STYH6d/AhJcM5cgHteIIGmt4+
SgSLDOAjgJ6tWbgJKRvJjWPOUrOXNNRxHeWKqtY0g/cnk77GJhhQ+8yBVfu1bNJ5AkyPnriTieYz
mOALOom6Y6J/YH4BpmKCVDvx+V1rwLCmrEM1Hgv8OWJqAp0aRnU8+Bf0PSS1DBfAM2McDg/DaPzL
XmTB7ZAlTyrdGS17uEsGGT9UO9lANCiGQe8weoK+xPgOEQZzDFaGeni3h2i/G7O28kg0bkU4bEcL
54gu69YY8lW7rKs31IdQWwePVgKIqSbRyjt0FFxyMAIYOJKOi+iGg5UTew5QdJqXSvv9q83XJwD0
HyKTXdFCRz54ILnFeWuL12JcKlmog0XnDbzi2yLBk1Jps5SoC2ZxCcXkLwU5m+lDAbuNWrBVdEFb
YB++z+mYQs3eJwyyf4g+5EH+mmyoJltZVGXSfUYPjcPqx+Uh7d8JJD/0V6NGwOxk+QIe6WH3LUer
n66gCW9hi910e3TKI/OhmNoSA7H7us47Vq24OJhFv00RGII8R+VMOCiTObVYOHXyZof8ddxUQoFA
2XrR6lveK1hpgakFdE61GH+zBzPDgJqQbjH1vLL4RgfZaZjEwyL1M0d3i1rEHWDVast5h6Lbg89T
dT/Mz2u4nJTvat+XSFg8FP/wsgGFoNCXI0ZKeeSO38oU9Gf2f6k7k+W6eWQJPxE7SHAAuSXPfDRb
g+0NwyNngvP09Pfj372QZLV0HXE3d9EdHeEO4QAEClVZmYmiPsEFh20U2qS31RcP1gRY3lE0+i4b
u5i10QEEJ4ppdYJD8jsNq0uvq0+NVey9xvsypcldRVEtK3drpLa9D6PuzlR5FcRjbQVxlXyN3bz1
lUWv2tHkKZIzxW3lt8VIrOrY+bNWhHulw2KIQ2DTxQgqPd5AJttERbLxVGEHkywv2imE+6CF1J1s
VN8aj8mEQKJO64vU7UdQugY+p4csJB2BlqDuCav83ugdX8sqk31UgflBxkNqOE/mtps+RU0pAjHS
ha90Z+f21TnTdOg4jniMbClQ5iR39FmHTeKO1QHZAL9aiWBoR9cX43AYdJGuKlNrZxWgqf2id8Fg
OdFeGenDZNclAECz63sDiKXfGq0Oz1yFRZAKo/U1NzJ9mEjikBQGQiJy720xx587o9rHeX7S8vLW
iknJRiKK33fyq0cNDFwZb5zZRHtFcybQSC82gwNx1jZJw1USfc9C2uwOECiEAbH16loP8C1+5FH7
23BZLg3LHjdKwjhHnsHa1+GvqbI3WjHfKpBBwFap7XMt3SFoZYEnYmKKnBYW9lx+LtoEqYNJAs7e
Ohv23D4WpG6HKHKPsJx0VJENEkTX8mMFG2iJfxseXCCIrI+Q928qKR7pwByiEFovGOfUC8h166Z0
suJcx2Php568nnI3UCrOjrPW1T42N5c8MUH7rqi+ioncFp8tL4BQTvjIy8hPc6cA00EISr87Yic3
t0uXPKZdfACXvIwSFdhOHSRdQdCVT3Wo14S2wdzHYso2udIP7ZQ9yEVPArOCs1KwUY25ewS8ubTE
uOpAD7kcnpxoCYrCvhG9d0jq6WGcICek2l519s/ZOUdRm+6Gdrb8YVzOyzCdE1P/VbfugHoEOF2P
ziLsvpgtaQ4g2Xkx5Ri0tpdt6no4mK3dfqv6cCsbfsMAQhj0zfy1rFGrjenyjd/6zR2jz1arX9UJ
6lhDWcCvJmAzIp7vbpHfmnN80bT2tNEImcg+bfS7qFQQ/DQmayNFctIWYxO60bGDK5eAbKGq2LfF
dFG2ehlYdXRfOjMtGHQAfjZmcNMBZkcLiTJaX7/yjG1kcrFn8DUcOE1+ZG1a886NmlMjnQ1CZ3gB
aR9bWycj7OgNfIIovTczGGtpliKWNX9jD+UbxXCRTjG9rfle0515W8tub6rksTGbO1jJ5PWE3L7L
Nn1bD3SKULBlIHawy+L73Iz0ckMD2ezQNnnqMHqcaz+LewrGwv3syaI9ItnO9rnbjTs1CA9i2+Dc
1qTd22aSDZItZUxHfQ7Lox7LYoeGMNp37WL+qjpbPLkqnkffGOVygORzkHHjE0MWhHqwZxGO6+F1
2lqQpzVVN5U/tbqGvM0Lf9hwOj/r9gD/hjQDfV9VhQm4bGpEQTnVVLFtjHw4L2cJkkVf/t4ZCsq5
Iaey9CbD/JVRaRAzEiP3yRqa36PTr/VEPNL5Q7x2VJZWb8eqMqYd6Kt2PTVD/lONoToP8EAPmOag
RBjS8Th2Sw8prNOuZO+g8p/QdPlTOOV3gB3mLpQTaaOqS+dzIlx6nJlDH6gwRrVxYt3dlV4rd6vQ
4KdNrL9QqJRsX/NE+OA09fBDLOF8crus+uzQnt6MOWRshNOoinkOYMiCWEoVyNEoDyIpw09pp9xd
4mnmodej+KeYlm5G3ttAYzc1KFeHRC/Q4EcexKG6UNPvLou16yLMhS9keJqmGWWRVxZob236I9Kb
0ZgNM0l5C30gCHtruiGz6L2ggVd5FWno8HxKGPs0ZQmByyFPhpRtAj873aFDLfo41prxDZlJFUxJ
8WspPflpKZduK9qs6XzkDFedaR7zOHt0E73y6y7R98inKi2oXSW2poppD3vjtG/q3qXYUsM+bdsV
Z9C8w2hr0IJ65WifuiiVXhDWGQxa6kzUO6Vnn8KqF/EeJnzzkHhu/GtchuFr6kzmsbGLYQdfkezZ
qrXLpS+0S9wGuBXDsTsh61e7yFvoZ1Dv76chjr/lBPeaQmwmdVuGXB4GV2Y3WSvTowFH9+z10bSb
x9g+NqPd+YNRTYfRDUOfI6Se6qgYvzlt99ROHAE1nqFN1vuyMe0Zlwgn+Y4OgRBbtV6cUTj1oOSW
HnrBnDXOTNcvj7aT1ac/LDD9s6UstOc0azj79HA2qZDST800vHF00GIwiOo0tEN9WVtOtnGp/fnZ
033qlM6+MboaOT8i/Naxr2qTsk7BaB0LMV0B8TuccG2UhzYaurNykEUsbbt81+AFbCD+xp/VYEx7
Lpv8th6i8EsqbBMeMck+/xHQTY3isu6HmdI5lfGDRyQ5NHPi0Uty6lRfCfSzb82tpAyT9tWUjch2
zBDzAx4bKTexjd4VVH6AlZ2IX0Vip1+oJtyffVTNO9pt4YWqrNqvkcw8ZbOI7kOImxtFb+Da6kZ3
G6PC2FZm126tIZuDBVGjRpBAjxZRXZ7CskiudZkRwCeYMQ0d8ifL68qbTOjFtYxs+tn4elzT9Bhv
s3YcLmK5LF8RLROJ496+jdGb7AWSnLM1eP21p+blK1eFRZLsls4mU1a/HaG0oSO28+SyGmxXIJ9V
5c8ePuqnmPT1ovLq8sb2KiugZSMeaoOsLhZddTbmZr7XZcuFQ9HXtoFXRlowLFoVOLYldksSQpfQ
2+FM4ZIcPVk5154DJVrk2rIpbCsO3EUX91UZ54c4VOmu1u1260xeeuhnt98MKWr9oNON6pvGud5w
q+rb1pByE0n+dKe6MMjhGAYQYoqn2Q2Xc2EoE+cFLTxL0V1XY/HJqTFqoDsxke6QX4gEQAdOoPVp
kdg1CDsGK0U1TJGsIoaIlu5zvEAS9wYvOTeq7B4qWlknA9XRVrNTWneJSy4Gajkb96Gme6vCeTIO
Bi3+G02X3mM0NfZFKGQTB6majQO9QXczWDxMGZSpkpdJZgOh6J49fSknrA92QxR9QR5UkPsbhXax
GNmcB2Wp4nKfcH4/uaIptvrYmZsOMZ84mKEhh1PWR1ib6E3Z3ReNyh6SMG8hASLfuq7tuUQnlaxl
ocmBHOnl3sdGVd+uKmeQBf7dn7PZ3Tpe3ECbtm2YlFP1NQcBfBRGjY4BimCq2b7JRzxwT+p+kWeX
tjeUG8zu0ggh6JhvWid2ri277eEs0jJ2NTUGnaD/cihqR4OqaOwc5DOD79FkOubITS+tGmVQqpOz
2CJBiEATbNAOg6Mdi9hc038dOiQtpV02LOUeFmbKbu/0+8FsfmUOehFFe/oHqlp4RsW4xyMiBRfN
vjeNBi1mGUqQMw10gk4b3aeJ2uRUuYl2chIHwQRRMkY3jEkLRQG4brWrIX48Sq9I0CBFhG+wEsQk
YjTcy97qqUWTekxSuv+e9tXNI/WtTeP8e2gAg26hQjaHwYvUjJahowsWjl5yiLPcu88Lbdl1k2yT
m1Kn+ehbMnLEppGQMbfD3FPx5WMZHi2vIJ7pUVtRDCRRv6V2Nvni07gftdm+iVPh3ktgS64fs+8v
yj4Ru1GScEJF9XA2AQZPD80QeY9Oncltl5vGbgFnx4+gryeiS1UNp8VGSUitFddYJ/QqFNsBoAd3
Ebc5TH0+Bflcjnsk6NbXsMvEF0sb+n1eGOXJWtDIBdUQpiCUzlz8jIy+PU6lEV6PVWo9aiQ213Zr
RIaf8PeDQiUukpKUG8GoKvOhrcGdd169JPdVbjj7MU5qFRQo2wKkaTYybCOonUjbG6VhHZHPcjfM
ld18qvN82NIg0lO8Geb5uoEmdJmUzvQjMmOkJPaiPiVThUo8nyJx1VfleBPNhdiUo4QiHsEGDqo8
b0QweVqJ2lNk8X2tedpR1/P+QcyddpwnwpcPQbz+7Kb9z2iYPQSrygN1nlMoyxvnQtNEYKTDxh3K
mxA2xkGL9GXrqYUyxKjafQ0NZrLoVxhKy4DucYPInEqerUnH3SiNkuYCqog4hz1S/lEzRIMxAaWH
Xk/WRk9Bjgh3P6O+AspWhnlp2lNz31Z19aAiHcgp1sbltGCIVEA/SlAr013eun0hDTrP1nI9ylAC
zsWD2JWjWvaNGEkDLPKysrFJiJF6bwZA5QeKwfA8OIM6U5g28JG76tPoacZpymsBl8Uy7VtgN4X8
woSRDpf5jM8HhVBnrXVgXM4BImh2hQmmiUQBPxcVwisutaS/r5TpPKVQ7fdaVqqHxtOgbJkgxd/C
BbOYSwUfobi040IuwVjimdLMmCh5dHdpgXueDxkJvvMAN8gfmjaztwiqxN4EIJ8e+752rqlIjPJy
FvTQURDMSwYBIEQPMzaqvobJpK5dveolekREvWscar60yk5/1LWbU/mXcXxOqrZ7FKg/b/t8JWq1
VfljgcrwuxAt0lSr7x+QB3IUcg+Fcdsj/5AZmuYWCfcBmr481pEBcGukmYbgJ8qv27xHe2Yp7dja
2Aig6Y+vlV3TRO7b2G/0QfhZrlfXgFJsqM4T3xI3FfhqdDOJIM8/dBBCh+EBFK3N/C6J2m1UYo3h
zsraUk4WO0ip8TEhGJ0z8qIHtsXPtnRIHgCj9mHqdXda52Ew0Q5gNVDKqtuCCLNSQUx2AAK48tal
q36hA3RujJL8elDNsKVnUP6k6QATq5wLxHy5MW+1XuPItHWPVslqxuIiLwH5Q9nfNj1gmWGP+X2H
H8vWKj1xoqkIZ71z4QvIlk8eIxDfEeNw8PDcepNYc9ZuUGFG3+3RFflWJAoiw1BDAAdkUljT/OC7
YvKTVd0vOYp803WafuN403LVwX7cGTBA4LA7/WUJqw+jFNliEaXnNvncSqKVY3MTInm9SfXl3ku8
+yYNp7tCVsXW1pwO6k6lYyUwcZZ2kbKXh1znSSBqkHGEcYMhE/n3aLmNj+JcOy4L/VQNzwfIFm51
17gNWEMjUS+7Ufm1SNwWhr/AXc2Zl0s9pRcJq6dGk2MtD5Hg3uqkU33NEMhwrelOMNIy/J6nyrgv
w/Zn4UWAuioOdxUIzIWwaLn5eo2qIeBLLEGPqP9sWGFxPcCG+zb30WHBBuokGn5rjkC88SPk5EcA
7OnGKV3cOnI4KGRkdZLBr2vS4iKkIFucKb9JMZmApoSAr9BlNdJLQCvP7VX90BD5ISFXYCNUtHsq
MTIwsZxnw1Ub3YxwKyjNn1k+5zjgFCKmmZKZTRE0SFsOJlfQzlmSFH8YlSt8wyzjlyPBHYWisTeF
OVYZSzxe4n0xbNM5bPyuaMvT1IhzLtOGbeI8mVYjD5qJicecGeFNMtaQderECve1qWldIG29uOpb
uhW4ylzlSe38iBz9W+bG8aOngMnQwtPp0Lu9XYD6UZY5F1XmyUsO3JPKehQvbjRbgYIK3CIxB0pJ
phn4aCFNcysTcxaEOJEHChpliwymLg3k0B9NXTVBNpZoRI0N7QLtbmgb8zxkwHdUy6Mfh2u53xvX
VVvNT2VK+2VyBYp4dNw7SY91k9Uomcq+2WMm5XyaRHSsTBNo0zMXCtclUDEODrJ4iMLmoc4X95ha
s34ktzjN5vRVG7r1t+cdPhupe405ydWYllsg3gtT6V+xAzvDh/QnkR8nw7tDZXqbjs0leruCpTDz
g+uFt1HfyEcDw5AAdmsYRK6GZUrjHFNyVcfXx0l/8grQ0F6D/1d2d6NTV6iI0bY02nRPQQIKgJmN
M5J1Q+Arfiyg0ycssFCJC6cZsGQYpPU9mfD4IOfyZKBNidq3lo2ZHhTZEhXJlM2nSTObTQLn8Gkk
9CEXtKtgSVzzyUuyDo7QEga07FZkqhrvOo50EWS9TdPUNJF+wevBeKmd0/t2dj1MmdIwvZiccdXV
jsWxUzZdY9ctvtITp+7O22ZXmzY9o96hYT9ZmAoM+b7L5+rgUdv1fmmK35iaMQldhdJXC6njCGFy
Y0DPgiKcWVeUrWDDjTeXe8MJl6uBWLhH73Piwhqe0l6tnK823CxZB/JP9X4UUxw+6rVDgjt6NBrh
01JYZDoojS96jhjOzzDD25JLCnev6jZSgxoPKBOQ2NRNxiIpenFjYexTF/bzhBqj3zhrOzcworED
jda75sF1zSXohiU7z2Y7X1BRWtsKt5ugpJzGwTAe+88e7cafmYqB0+Y66r7qs63u8tCcaDEZfWAu
xXwGOS6xP7SVfSyWHM0SGHl5qWtYnwSd3V5wVY8PudY2Fy1CkG+O1rdAgiQX2IgZq3VH1U2IAZ34
CY5Se8ZtQtEfnhP7CNHX2Je6NZgoYR0q0iGpTDIvHX14qXpVBMPoct8uSZ73gU6yAQgzj8YnoLrh
oS+HdKH4Lhxz28KDvZgnQ1PbqJtEeKojE+k89gxNsaPtD8MzpXf7KUevdnIXaV1KmPlwBDLtqK3U
R0tOxh2txhrIoVz2pKLhOXaE5gBWRsUp1JMKLqunuZd5SEmWFLNItllmuY92LKmI6GFiL4Fnm3rM
8VTcDYpADIO8vDUmw7CxwMQaQiyecUmeaB3BuWHdmpESLIVCDAppb24g6uWjswXsVVtrNbawck80
G6dz5Umv5H2eu+BZ9up+0VC7nhO7TnDbMmhbUQEniLa4YHV974SZ/C2aLLnBPgtbRuoN89rsOYDB
YOL62EonP8vSSGgvdfV1WhEB6dENu0TLtY2TJSLgxmZ+9CFhCzC9ZLSG2yHE29GPo1rbunKc70u7
Vw8YgEWHGRKGjydqt1scO4RHGFaHML6NBXRSXC7s2gG5cGPX97Do+FQYC9w9UtbP1qLETQ4NeEPu
NXxtY03sMUnRLipIyHmQ6dBjq8rLb5YuTj7NbV/dDu7yHTmMNm5BBysAqszWLV83ZuieGrYrcHYw
WCNFWtLsXJaZc1NDet3IpIBWHyFq+jEmdn5MZzXQL7cMmhIEMa3Wtd8GHzHQ7TR+LJxp3hEPzGPU
WHqQRQXuU7m5xLRTDTSNrYqhLHjDqeoLSpaqMb5XWig3dIDtC50ew0mt7ioz1ktHWovRLpLld6QF
n/JQVzDDqRNBYxmjzuwUhE+xAL1pE7/cOLAafN0aw/vdZstyn4pYBL2b/DKruj1rMs+3lOnzpVsk
6TUos3tPq12/i92+v53pAl0mObZHcbh09ELopPmwQb1PpiZry+9l6n3Ll4KyqU50qryucG4nsfrJ
LAvmMEJgGsa9NJeHeMzcrT279i/2PwyR1YUGMWx06BczBo/SvB11KJYaiJJ7uzBQHCgMbQYNC03T
K2nG5ZURQv6nfYSgEi9JF++xq9Lrwg3AunOrD2vPk4Ju2csikQhLTaxw8hpziACiKghhbkT2EaTL
uClKV930uHFdjXOuLtMxNkcOI6QAXbrGMckLOhKrz06S1+3vQk/ip16z8Z1kBTHiwYHK3aq8eFiA
x56A7MDX0MBeRJSSfrlU9VaN0InyqKgCmqPyIjHz7hoJ8YCEP8MBrbP7H2ENHbZJ3MFfRFZeDIsK
jzm2k6dZNIRZT3Z3vb3gADGnyabGTw5RRIlcIGu5P029oLEhyOTGBT8ht/ZuTfxpN4mXm3eqyuZL
COwyGCu3xk5rW69GRGHV3Tiw7v0edoNeVRjlwIXaYqhoiSB3sJkStseSkZ+EZ3jectMj80efasrk
nFtDfnaGbt70ZpJCfVhL5ajjr5rWdGrqtnwCgIRSE6V07rBJKgFzrlcq7Z6KNntYFrO7nu0RF9JZ
L74YVHf7SC3157DFaclJNOenVTRrQqEsH0bbFLiTbSA/NvKHplIPY1sAo5jltTu39UkvBnnVIwpl
jWvrUljdtOuTvj7PrdL2tPAFCNGgbugRMFfDnDAslNACjoDP4aNM9WmfZXoVb0jDMN/M6+q6XwiP
OMoAv9pj2V+3tfS+wb6XB8OsMXAxwY5QUWWoYpAZkImZ0rmk/zEevG71nZJuM16ISKD+V8QOXBHR
pf3U4extaA5cegOWvhvMQiTkCdCaSqwddy2bsQgdyDO7Fro1bVTsRxwaZPeGAc3A0vDy0prwe1ZM
a2xdLbEUdJ+bngLe3Ri4AmK9UaXYkcy6D6HyV7e6aMXLfD/oGPo0mNUyDnY1wHHbMMbNy88cVX9t
ob3sQy1awEktEd9hphdgcYa7KI3my6kEH4TMrOyfdhLDALBJ7a4a00ivBvhiW8fF7sTE0AtpBNZe
EfkPvXUk4SXh36LPr7nGGHBgtPYjBdwq9HrJOQWU11FmWegmkZG+0hWqAQvfGdr7HjC8haYJUWgO
Zf45nwfrQTrtWBzwxcMBog7rU2hTLGxxUNFy32xVccDjzYu31BsE9ZYOLdbCY3gyYsMsAkXXJxLd
dBhQwfgVidT9nMNr12HQJh+QZw39xTRQrEqbfNtxBM/CCiR02IM/5+12hT4lxNfk0IfxKrNpSnVM
UkHE7OgF7qDmNFsLgsVWUX3CMO/jyO8b+Ijn91m8L3V1f/wOZ/2dz1SoSWJEk9JHZ2+jNgoyzCi3
iYkg659R/iNI/j/lmf8/E0Svz6j8d3K533wjkXxh6c7//z9qaOH+y7WkA/ZJCU4YcNAa/kcNLXkF
CnsBMBeM3Vf+OP/0H2a5/S9BA0CSr0t0EkgUn4uhzX+hWlzfvYCYjUWoJ/+GWv5SCmljAGqubG3D
ksKkJeu9YnebWlSmImpmv7aBcYMFvWWz7/vSwuh5sfG+fbYyb/DJ/xwOd3vXYChhWpA+XolJK02G
fdZZ0FS53+yfU54ZhJYyRB7zKbK8Zvnx/ngvd/46PQj6loSib9juqth9ufN17IybOacLWGt6eddJ
07mv8S78987/38qCUaYDMAkuM3rMUupy/RXPztewLF6k96hNXPpyG6xlh0CaVrd9fy5r0HsWFP89
iin484brwcZfVQLPRlFonULXxEoKizpvGxJ4/aac8q/RtAB+ZZ7276eO/mJWNsIdHZG8gfiBnfhy
PFyYpY1Ektq98TAccUfUN/lgfBDrX34hh1nZumlLScLFGUFN8XIUgxQ1bXSQm9SKxRMMJsptiHeb
v107RqGlRixETcEbSC9HQWKnx530IAtlViyD2JuohLPGtntfIaZD5FPjQ/P+mC/3+j8zM3QCvwtZ
3YZtsF5yz76XR7lcFQPtJsgN4qRrtb3BSCbFE8R1PpjeG0MRYjhQiESQ4b/eGqIqKA96PJpVDjtm
8MplVyV9FbRpkZ/en9Wfu9B2LM+yUMTYriQEvZyVXYEFaiXe8kPSpgiuUufgECcuLGV610Dj8vD+
eG/sj+fjyVd319ypRcFNQWdRGkt1KCgRNRxHnOSDcd5aQhv5CzpmpsdzFy/nFRYuhvMg6T4Nrhgq
fwoGtemSfvlqRhQs70/qrUW0sbnweAKQjoq7/vvzrVFzybfpjNnaLKAWDY24ih34q7aFV6Mzudbf
afjXQ+bYLqkqNAf+p/PqKA9WH+JTCMRp5D15npeKLU7aElcyqLbvT+2tdXR0XgHlNBswE19dKJj1
2Jk2wQOZcSrcdHhUXeFEJSD0Rs0HB2wN3i8DIlN5NtSrAzYsEMUhLdZrX+46jmW0d7OZQsgwrYsR
VtRj4/af35/dW7vx+ZB/LGTCkwqZwULGekHFHdq7BGf7D47zm6MguXLhLJi6/Xovtl7FCxIa6G+F
KvwmU6trNBZrf2dm8c+mcNjsHGYHHZH76mSFdmjV8MlrmM/4hOLm4OySQTkf3I1vbXUqBRRwOq9d
e96rURoPbSSYOhS1xsO/1vXy7ARLMvxdgB7de8Sr7oPD9eYOdNd31zz+Ir7ZLw9XqsV5kzhmDT4q
nX0+9F9sy/oueDdm+/ebQeqWDn+BkCvk+kOenWKeDIgjaAyo60ONIrwA37Ny3A/eH+W1+wnfCVki
xhvIE531InkVcWPNTfrchjxQm+ix2hIMw15iesVVFWEqrXCwdeA6I8Kie9lB90eY3vuLTmf8/V/y
57bEoB3bHiFsY73e1n9/Nl8vKfRhGLhl6Orlzm2JjqU9xmZftB98QWM9Ri9PNiMhCtcFckeePnp1
zKY2cmNjgtuLriQ76TlG6HVdmfc8G3EZORpIRFupbZMphFKMD9iQxQHfoDMwFu5nrf4gFfoz0iDi
xNSMhFtgTmK++j0jknlXw/sPgNyFAIl7Nm75oht5/2jUIwE/pxmcu7bveEjkb9eckaHp4LDjmX+m
R7Mwp6JHXuVPpnIhFSLgWEykFe+P8ub8no3yaovNAy+sRDVBe4yNYYMPo+AdiVDbFxaqfe+LSsf6
r0Mc8+IDs3AIZXXvVewGB16dkVlRc4Zop3m4+w4WnLD35/Vn8GEUxySHxVmG8uvVPYuXfgj9EOZ2
FnnOnXJnAI2Mwlfv8/R7h3n57v3x3lpHtuz66KDNOXkdEcJMUSna3Ejw/oH9htrVYFrrOEW6RXsp
4Hp0aGTIAj+Y50fjvpqnA7ES3xZYf3lRNud0VIrHivrlMuWdkXPPk2OBTl/mg/D31uKu2aZurgk8
XI2X4WCq3KLOG7QkWWLYnzutn/qt8IaUBr8HUTUute7p/eVd/+LLsOCtle/akiOz9l7ngr0ZjeUq
YEQWgu2jU8PlMIsUfK3EK+D9of6MdaTSZDCOaes6YuBXJyLj/aFsdBDyz2Ofb/Vs6XdTZ/99Mu3Z
lkFCQiIoVnTg5RKW4JjKEjzPpdE1x1sWWiMPc9zqwPt+juzl7+f0fLR1Fz2L33hKOO2EixM6EVzU
AzORmROEwNDzBzvD/fM7SWnzDBO7g9fpjPXfnw3EOU7yOF7A8ge9PcWuVuwVHo0n5DPutpLOcD+N
mpb5BWTg8e+PgodMXQCf8LIwRk8vx5bZ5NIx5fZfoKl8oi8grg1d9EEl7PqoGuxi6bmF9gczfmNn
4lhKoUyG7bBvXl0Q1CROZxqoiGxIm/COkf5UBi2ERB+0v4/V3j+1skH2y3OB6095trhu1c6tFcFh
0GKeT3J4XepYmJ19Siyk810oOzpONdL69/fOG58UiAPcgUTEtXHvezlqE9di6TpGNZEk0WNJktWe
VLUn1M/91WQpOiKu16KrG5IPhv7jKK6XroMFAqaiXBn2qy9qh2NZIR2i0b4yYdELmjuwmOHfbw3/
V7Tjjy/IKKuXw1qTkW69ji1NiA/TuLBnl6QzcCzqV/vcpM0PKKvLi/cX860ZEV1IP93VKPkf3PjZ
J8ysBIfPqqv8zMOjx6/xI/s6YNQkP9gqb87JAoLmEUiPCvBVEEugmrkjVHd2ZTaj7ZutMzzE4ljz
VuIHseWtodD+r6D9etHKV0N1Y1gqVRQMhQesD+yBlH+Zv8SI2/82MvOhyIU4Aoa9vkb5KrjUhRuv
hlywoS2I7I1GrouGsN7+9SdarxmuRhZPl/JVGdtGEqpgkhDCbFzDdQdyXY2m5+8/EAn1iucxhite
o6+zEVW0TkNFRwhybkWg2qrJTW/DOlq+vD+hNz6QCUpp80w1QYoc9uUBlqKoMVjDTsjC1m23vkMY
IPFJAyCRv+o2UBh4+ouRXoWKUiHkW/Cw8j1neHQlzoGlCD8yJvkj+WAQ4Mk1/hF3wZJfTsfoJuQ5
0DZ8w1H6RZ3iy12Yozp62GfA1x6naf/++v1jPvgi+VhHNITwsGEx1n7OyxGXOk/zsWZEWEgsIHpa
3o4osyD0BgEfzg7jQzkN0RaCigc5pRa/tVk78aZntaPtnN29/3PeCCEmH9KxgdIxSjRfzT8qMcND
OqOQING94k0hXvahMfj3g0gbjAAVP+ip9WrPOPW4YPdiK58XSkUSzGPqdJtW9yrng3Pw1tfElRUs
R+DBQ+vj5dqGVlbq5szmLNOSV4xic6WOaTvDHg5lp80fjPbW2rk8Noa1jeVIjvnL0fAL5hXaQVW+
xD36nPHowbEiim7+fvFcAA+LHIg88jWwLXPZmDPUAB+zluZC4SCwnXhA6gM49o25sGwUUUTEFcx5
tXIwn7XMS+I1T5XxVT56VmAkdvy3UBGNJqx/wKJMahvXXL/fswvLXQat09a9nyVmgRvlJDZVWLrb
91fsT6RjHYZGlI01J71fY53ss2F4oEBBxpQKtXOYXGizi31PnZ9gcnu+ow9X7mgj8NZDHgOW4Rm8
++R4VfXB/bJ+/VfnnPNtmLQJQFuQ8bz8EUut9/DLchIBZxAG2uwYX0drgoCEDc44msEE+S45NoMn
PoJp3zgG5Oc0/YQJXPtHaqep2Nb7Aj3AXGDVF8QIUjdjlVyYPA4a9G3If7+/4m/tnrUVxyc1aZG9
vrV7Iadi0Yki2J7yVFBrNjtZLB+dhHUPvlxRg08KQsYOsh3vdTkA5ow8CR0m5NgEzakr1XEuF3m0
Qtr070/ozxVkKNckTaT+EPrrgopY6eiNzQqid0u0zaxyHpzQl9h48FrT/omsm9d23h9yjfuvZ/c/
nJ3XctxIkEW/qCLgzSuA7qaV6CnqBUE5eG+rvn4PZvdh2OSyQ/MwEYqY0VQDKJOVefMeVt6WaWT7
sijHvpm0IBftNelMEK91JSKcQ+ynblrUjw5TyAhws4GFLJSXNjWbs6o3hv91d/t/49b301XHyRYb
azLuWOc6RwdBVXdaMqOeRabe44TkuL/KntbBmgRVR6NqMAG0/fyB30+abUQurVTTyLKaR6t0oDUJ
FAV6+FoYXFq7aTpjqdQnvuS7C4ePDRP5WxaCsZ09R2GekY+cfw0wtz4XCKW8Osu+dQpvvQgTT+um
o1ULqYy3wQTQtg2nzogP5qyNUyFXWIv6Hbe6t1+Vzh8XryFcXUQZ42iQFBLpTKynDw0i7fzEG/1g
46NUwlUZu27yKNwJ3o5mGqKwllFj4TvDDftiAbCZbvzZ6tGGW2AS7gtz8wNZ42UY90YcoykWw9A9
pr1VtyfuWx+8eeqxiAE22PumTnj7Y4xyGHvVIcwsOlQr5M/HH4tDPL/1lAWljIvrwXvS6S/966OM
l0AZncwZwgCqjG/H1Sq/tLt2M/CWFgAX8LumOvgzjnMnXvdH35aLF2IHk+skLhNvB6rqOo+ROGBk
O0zx44wNmQs4HDXcmFmTe/h8tXw0GL7vlAhI8vDP0dscLQOu1lg0gSKzfgFAGzFi7W5OGc3y8PlQ
H2x+zjaERkERe+vjKp8OOVG69HAGbu7Gv/IRQok3uvOhqMvyjIJm+vz5eB88Gjl65C24dRseUoG3
7xFjrKyaEIYHTuN6tGtRwOz7hIo6f+fvP5lHyZkjkUcjW3w0NzKnahN6cRr031afBNYK/5qyX22e
409LLvDzB/tgT8XfnQdjl9O2hOPbB6PTwcFQWtTYQ1Q5Fg0pLt2CHlKCfW8wfo2yn7VDx1lz4ub0
0bikGxnS/EdMcjRXJvwJS9A5jLvUZHDWaaPkoaMM+zpLH5fGaq68GT+Cz5/2g8+IQIEQwCX44g9H
y2F2Z6saRcJWN5IliGtWeVvQMOm6g3Nia/lghmIniXAAK00Th8ejF6vMZXIB4tHWOSgVlpMyUPjN
3tnU4wm90Mp9ItHy0aNxrd7KJ+SLuSy+/ZAdTXDd6vk1JU7LOTeEMpDu06mgPIz5Pn+L2ww8CgNo
jIDzwDvkwY4TBpYDWSfBx4O+2qwEx0r6KLfsdP8fRuHctQ2baqD/z0HyrwhZq1ro0NjnBl1e4jcU
a95lSkPGX+fCaGZxyEh4JHFtwzXevrYhpfTmgFzGLM5e3RBlWynPoLKJLpK2p3UntsiPZgUZqu0e
Q1DxzmFU05TTTxn7lhjH+3lUt1WDYZpDPBW4WCqd+FAfjUaOb5NQkSbmXvf24egQyB2zZXH3dK5c
1Li87Ycicc+1dW0v1aKmE0/3wcRgRyYTDUCBMe2jXbJwjXZZUZ8F0EiR/SoA2tjwNHp8Kor4YLIz
xJYYI0dr/QNX+fftaW0xn6Chk9v6PLtVVKEdgM/VeFmQZXF///lE/OAt8hIpTSJS8H3K02/fYrzq
az0mHthSH9pgxM/pfta9ZcdBLEjkkvm30r/fHTmxyZYSk1AdPj62VeNVuH/RDpPPWYx1exJZBn7q
w2SLnRX3MMFWfTlxEnz0TgmqgV8Y1pZn2l7Dv9ZbOuairQSuNZDdLwyqibuyolOssIxTCfZTI21n
w79GclpkYaiC6Aiaxmw+Z6seS/TeBZ76WdHyKT//fh8cNRuGh4Q3sQlnytGDVWPvlekAV23EAueg
pC1ulBP7ME2GbidWX17QZhk//4dBnW1bYTlwWzoatK98GFgeFmLDwkukiaF4rKTzmDo1Vl1OR2fu
kFonxvzgesbGT1RtaNzqybm/fa+DhxVGbmKvwE1JD5K0vvDbtXyWcZr/bCqz+k5rJ4bfQuvPjWWt
Tmw272PprSrEFkpEjcD3ePFruKSsZplhmkaf2C3tKRLnDgCnAufVa+WJeDfE3UAXx3Di5Hu/62zT
lZVCHE1C4fg4qkfLz0bykwGm5uZXShrJDvsb4/bzD/p+F+DW6ZKHRFZGHu34fJ1drCEyA74XAXX6
PVHpnEaY5TT13orX5vsI8/r18xHfv9DtnktKzXU4A/9x4/73MknHSqQaPQvYwWYVhmhZbd/4kyro
cKSsgvUcPehunWD/Ebdxfkq18NHo/0Txum25W5z9djLNotEy3SIM1do2LXEAZGGSu2/SJfRpfMOP
oo7VEuHe0hZnJIv1358//ftNgkYzJjKnJLkGMqVvx4dumhEms0nQ82pCDDRfi9bCRCP1vP1fj0SK
lMwQpZx/EuxvR+LuYPiq5JSsYx8GIY6ii8Trl5r+3pltmZ7Yjt6v0q1ZAujPJndjYzh6sQOE5Xzd
2pEdo+x+cYBExZIDnyhiMnBj3RySSnb4/8FOpTXYevr8Yd8vFkYnlY4UGTcoEmJHDzs5Dn3cjI5y
LL/UWwd6QF4bf70kt1FAcRH4cjofd2GwQjxU2vQUk9r2L3JpfZm9VZz/h0fxjG3Vo/b0j3U1A1o/
gSqNF4nj+A2i9FhShNZASn4+zgcrn+S2QaoSnBvB9VEURf3UruifqoMEi/zI79DU+3qVnKP3Wy88
bxR/HZIiONO2YodLy8I7RdiQGLLptk8kRA6PcPbKLzZ5r11Ft+XN54/20VxEebk1HpGwRJf+djZU
eYbBUUbzqusuw7mWYx1KMqGKDIyPz9uh1y466u23dp+3L6mLt9Tnw3+wxxDG8UrJOiGIP9YGQy+b
kX4QfMdrIvBrJqN4Y3l4qwWYHvcPhiFsILF0HD9YWSL7Ew//Pi4gwqJXgmIPGXDofW8fvoGMZdik
X4DNN9oLHyNzgtpgMYY0J+GdmiIzvEvEav+HDYeB0Rfwkdl2jnP/Y5ZBgJm5BEi9g2LNLzynZTf9
prtTcSJ2PVrurDwfRY/ucgFgDyeye/uM8ZzWlW+BTtWWwY50LGEPYHbyEzvocVLv/4bZiBGayaI/
vqvVHFDQ/8wsyqlRjH6JuRg2vfR6bRYCDuaZ1BPri8IUNzF2iBiR6f5tPI1/OZ3f/Yyjzc1qcfEi
uM2irIeStNoudhGmhosVgM2o8BXdzOYYsJpJvCFm3H0+m49OrH9GR+CHYkUnk0oG5+277vHPzHJ3
yiIvSaYLGrrlTkumed8A4TmxcD76rP8ealvX/46gadWUeBZm0eT7Gb7PpQc6d2hOfNajje+fB4Kn
yiclmuPic7RAxJziVky/OCjt3l0uNFSwcQiesOjPaeH1tXu3HeO/jOa2QVHSsxppZtIIZ4+CWFNa
XW/jEQXqOE2ubeRN0Za5+rs9/Z9RyOdhaISfnUuj7NsXONEsEgsSTJG/Sq+6nCAhFWcjLkTGGX1h
Az1AbsuO//kEOdpw/ndQQg3qF4zNZeTtoLhjxCmOc1lUrXjcUABup0yFrhoWnV731V39EOTyvByS
qaPa/vng76YM9XzmProIxPbstUd3834eXUvEtRXa9P6eaX0sQwfh64lRjnZ0CwYnInHCKMq0JrXg
o1GmMqOBpTF06OgScAWOyc3XvFv9nXBWsQNOvl1O2npvQvM7sZ2/W34b3oTiM3o4g3KKdbTVYS6p
xUVeQXnWmlS/Mex27p6ycTSwY0HjMownqlEfjce64MwnlkOufrQGU7qr8dJvDVw5YfCWmL1F9BfC
Rp5Uf2K5fzAUuXufFD4CJ9bh0aPh9pH2BZIaTPHndBd3tYpWzmW2tO4UxfUoItg+ICoISuz8Qxev
djRH88Lp9HVaeKpBay4BRLYHvL+r0BBucjfO1PjjZcrDvFrNq8W0lxMf8d2Wsw1PaYSgDuUOM/Xt
EjGE7xMDY+fAJPUOQgE5tJyexLQmTOKDRrv921VhEmHxWpk8xIv60UdsE/DQecy2ZpSFdVZg6rzD
53k8sSreP9WbUYyjVVH44FUg48YhFX0cNmBFhiW2AHTW+LfzjKnF5w/10XBkZzdxNo0UPN/blwiZ
vmozz0kiNjGtzvethelqGsJrN8sp8GrAYPVOjhiq7T8f+P0eQ1bYpjpCTpUqiXn0NlNSjWj4DRGa
OF28pAVlzGb4SzkQH4m2WkTRZHSoALHi3z5diYN/St84Bvw8zouvNbBC1ro9kYF7/yg0QGgOGThu
MsTiR+8wn+c4WXIIGIZB1cf2smYnaC4//9sXxihbjoiSKImp49TU0JhL2noij1rLIDKj5XUPw/zU
fHi/fThsiVxxadGk4ups//5f0QKp+lianZdHYpZNkKYax9ui52drTLH+8wd6d8RtiiZiKpPLC81C
x0dc32xdtlmGuzqtYj9VMVUPtp10+y7HIX3wGnGRkEQ9Md8/ej6UECb1W2QBtL6+fb4euJCTdLzF
PEs7SsZI2QejhqokMG34/Pk+GooVxfnCfYW8yNG0sMt0zmj9ooKzuX+0Kf5LDf6PLxYCw79eTFv3
HhokMupbWu9onmuqy2Q7eUXU4nV08IfyT286p6QH778X84FyBLr/7dg83m8HE8NLGKDbBHTlI0Zc
KlLCSq/oex2utbQtr2uFx9mJD/Z+cb0d9WifiB3Z0LIVY8+vz+pshod6aIbZOPv8W72PRShqkkHj
2KQFnfrm22lhY6tXdIJLifAmSCTFpAIJWySEWWhc6mkeV3g2xTAt0zF+/Xzojx6QQ4ybrUEMhND6
7dCrGoBzrCv3IQdbJwfgwlUxQtf4D6OQ1Ka6T7aXNrK3o2CKidw2trPINeZ5b7ZNgYZMP5XXfT/l
udOwEZqbRQO1OOPtKA3mz7UOlynSJhXjCry0A+bTeV9UZ11ljOOJLXGb1v8qLvIYDEdDCk4N3KK4
Tb4dbk5qq+uUleND2lmHpOjUbY3HbZT3W67Kn2b/xDT5YAmQ9UOCs+XNCY+PvhXAPex4XXAbnku0
MY46NStXNN4ZF5VxP6Mrv5rdYah2n3+8D14r+zGim82wkjPz6OONYgu+uhmnRA6fvV3nCpbHREq3
4TJ/qmn+g5dK8A/XcNv+uVUdvVS/1qTrJ10eDbjrNbSfEfqFqA/wzM4cf0jPCmtDsf71E3KNI43F
AYcfxYaM/PexY2EFOgzTVEU1xVBco6z4wVlGE+/NZv75+VAfrDcKVyxzEsWUc48VVOPkUgVI5ypC
R++Gsz7bIXSEX/9lEDLR5DloBTu+Dmt6m6DnGyt86eNlByNPwwzZVydO0HfzgvQJxxh1P3I2m9D1
7VtbubxRXMyh3hWiuy1Ju0fa0C+HVOrO8+cP9G6DZL7j6Evowfq2uK+9Harua2DlZdVFeWObDzHK
rPg8U5Im1wici+ZHnNzL5ra2QEf+ni+Tb56YIpRQ33067k9IJQmQNyUIzfRvfwTXuYKmz6LbSVvD
4DUQyiyN8mYu1ZBA8KqsAcKaA5iv9CGl9UMOi8yrNKcIdUp3cbfzMw2S+r2qILG8YpFGPvp8KT2o
7Klbk6F4jmWR1/mZi0+k+FVjJxV7oLK1WOQgyue6yHfYpWuxGcLamTsNhzrKvSDc/bw3H+a19QWk
nDRdtv8+VZ350rlpNf7RR61dnpWhHPNLX7l99asrLEwijUlm+i4XTQaKLtfHvLqY2jy70NzcyTd/
uVmCdsIfGuvMKelzd29YWY25pF7MC5gW9Ef9NcZ9uCXkJv7NT6R3DOvSoZdS++UP9D49Ynucwp1s
aIvSMZ4r/cqNZuhBU82Pb9b4osWydgyp3NbLvS6FQ7tkM+ZxHGHb7RXQyUa/f8S7r8+/9o0NIqT0
/ZgEIc/S2C9dKScTaHK3rK591ncqUYCb8M7FQhaDLt9yz/p0EMsBby7sJQdifrgyugTdasAK7vwq
kLKNtQhLXlPeNRPmkr+gIjpGdhixpHnuBq6zc1T2DcxE9LJN/GXMfIXYedKHjIvKjBlo5aAs+aZP
iUZTq6nqWt23DvDRyE+wjtgBgOk2Grld5rfQ1VoWv8C40X+2Y+kO3wFglukUkmSqp3sM00m6BkDM
S6gBhoh9/Sw1sca6c7J1LLhFJAA4qFdirLVhEI1+Us8O+LPkMbO9uRN7HAQAxpyXGJ6mt246tTP2
1SlR2+2yuA2Yu7FMFuCUW1WWGDuTzto89ziIAeFO69Yfn5Q0F/A82WwrcesNZlL+tDixjSSsBFCq
IVJLjxk9FX/Nnu4bJ9Xs34ZSeO+TlB66FMR1MrtgnfDX67FSk1PXwAdN/AamXTCykP2HPJYVmvWp
dTx1kIld1y+eXWh4CqOXSCVnSzm5y3f2ytnY0NpWoW4gqSCDPIjBlwM08Bxf8wQ3x9GcMHzzlBH/
HuB12Uzl2AGBFggpde2bZ0nwkEFqraoHlZaLTr60qa/0i8VoLfVo1f2U3Jt+PNYPdLeuZWT7sVhC
2iKUG3jaGNcR8BypXVceXKpt2bfqqRSoR0YYug6D90vnXkmZO9bTCGlM7b24YQcKkd0NqRbRSqQn
4qyTJZXXAGd7KV9qq2Kh7itNYtOAs52mkIjUuah77RKPu6rFbpUSuK+B2RXpMO+01CMNuNkVUgu4
nLBVVziQz9Wkftkp5uBeFKcDKiDs56XWWHskQvgsBoMulNTBoKt6eUFhKQA20FUe11eGkQhUqvj8
IEsOJGSs4tXu+rXNQhdne+0OQAfmCXTtyBgMCp6dNGziU9tin1jlMgeOLYzE76dw00MMw4Wrl501
fikaKNv9eT+WaTsdNlxJMoQzlwIIUK0JQ/6qNnOnmvAuytI6PR/ZrXM00ro/toGJh40dGpYQbQFn
bfFa4xzAH9vXY1zacprusEXvAKENEHkW/bGPG+4+RHfAkvKtJinc6xX65HoJ11gNxg6muAUgy5cw
1oZBYgsU+QLS+w0UPdmddfh5wHTQqxHoLn6mxuL/8iqDmsd+zKXzB8LE4l7qWjFo3wG7DM1D5dKR
j+oPsRLCQxpJm18GxKk4MGaihXBZs3m+1JzWjR8kF+TpSQNHXB7KMnGMSwwR6yFk+9J+uGOFwVE2
yfa8j1V5WOxYxyRiwVo+cJIluXZiI/3q03mwN0q/AHw/A1oLK9cf7AcP2/JiR7qpXw0gUmmTfnXa
eaF5tzU7S3wzTHLfP3mmzPw2OvlAWmASwj/wsyg56Fi0yxAdQmkekFtr5eUg69iOnIUwPSxy3+i+
mZPhCS0QVdW1V8IGMHFnFBhyXumcwDEurLhpX7Hftd+Upcv0CWxRF/90MXeubrHF99zbsdOU/w0t
UNfsMYbM3CjV21keiFUlDv9rjWh010H2+934g97fIFvNqj2sytX/wZRtmHPQTbrstneMuv7lx1bu
0FjY8x52jZp783dmzWSnoWz1BrOaOaKtt7ZZUZ4StRyd+1qqTl2kIrdo7bfwJS+e4sQbtfrMWgYH
gJVm9wnAlpWLQryGavHy/s/syUX7jRV0V2P2PQLQEdAWhWX8MPp1neBs1fXqQK0BbzmUmPk3SbIG
vp9mNr0aTbqpUvvU7NYhdGTd1b/dCYIzrtheN9Atm2Jz6L92sHraJzezqoyIoWGiQ9LlWHGMsGik
aaNM0adqrNlIvbU/QLkv6UGn7tFdZ8JewMDGKZZBcKTZz5EeDNNLhS60D+ihyia2Rr2AwoYOBI0l
OAoKSSsoZGrcYI69pzWhcPoULwKGR93Cd+msEiiXPbX6ky7ImMHP1YUZul3SVz+HSXl3CLw4sf1K
S9dbp17Ws4T1FV8VqZnWIbsP2Aydwi8H7Fy84GTf3ZWyyX85UH2rs7ZZzdt2WRxA4hq4ue1YeEk8
vV/pcxyci3rp0umeSMEjJZ3afnXoFOYWgEBGsIKaG1traDYYxJ6pAaPhALlv9dToLh9LQtjsewnB
lNxoqmH1j+NBiBAPOwIbcEi+B3MH9cDW8H5vq1K9ZoLz+7wdjQ7/7HRYkGCPIw69nV7sHU/qoBq1
GtQVWPEVDmSBU2uBLiiN2gomdDgjGo96qhc4h/McLyZazDLsYs4YIGkzHyWTJc5AWOcaIxDQZSrO
h2wG7GXNHtox3OJ8cFk4pwONlGJYLxJsL2SQ57V7VlT9uGJZs3h6pAmOoUDfhgqnZjM9rfUptnBJ
BRsWmauxbiTVJL1juzOeB7Op58CQ/vBo5W7yaENg/5NS2bnVe+xPeCMCX+Q0a6gjaW6vsR6aHEt1
cO8EqxjHtM5VG1drcds0qgZgaw15e7429OjsJ3M01seCTvMusjrYI0FuD4Agi4ap6QygNnex9LQm
zPk7X7fvQCZcFs0MJTc2cLc18B+LLEUsgi5RYtfKT6xmWByT8eovdnUJNBBgMMpmSBt05YzmIRMK
R3oDyMD3hk+ThdlSir1J5zc4E4wM9qQP2xrZH0j3kMtOtc+tkj+ShiUGTwqvxo8brN5TX+R5fGYl
8WIELpEKEozcgyfp62X7tSgdL927Ro6njT9Mzrg3YYpR0vdV4WMPPzQyTGeUvYGw9RRmJXYJ9g7m
Wnu3uENl31cAXfVwcUQ+BtXqtgOYwW5dr203aWm1Tkz48XWyuHrU8D3bL53SjLMmySv7vDHLNeYv
CYvo0p10FZh0BgGHcEc2s0FlVgnNexZfDaRVzQ+9KSTWruyZ4CbXKYkw7uZ/axauX+xmfybic9zM
TlCK1+6lX+audSDG9fAHL/26+F3A/11+YyU+fIP6zXmSp1lmRvXg+/1+VInGs+BRHxItWVg/Lsg9
LmLwVU8GDE/voo7pAwhTc07ulJvUWtCivL9c55jgcl4WgrxZtb4ROY2V4B5MJzK2i+ma3cjOML4P
lp9eZTC0rWCELgFf2MNqOqzjmY1xUbr12Bua/C6aAkaumK1MvzOmEcsCG4lD9a3ou5ncWDFAL/7C
spQKs8WVk8+JM03cpMS1DwqUQRtpjZFdNroN6a/BYpKAv2iKJEqS1DPP+FT2vFcT5G+mau3fzbSb
5Lt4BdgUJNSo07NsEZ2zL5DqFAHI39QFrR2TDlYirlKQpSsm54vYBFF0c+Z7kpDDzjdn1KAxFICD
MmYNHyI7SaqDIJ5un9PcBHgHcC8Lh2Ri76Ky4RZVsNAiWZ319LvekHuDeUL9aNbP4VyCNIdMmxKx
FhgzzwecNNf8rIZP0l4Sq3BrK/gsOfZ+Pv8fLZ/sIRpWi3Z4Glgw5Wdp/TZ0lfxK22b5hf1L+rok
RXlV22jz9ia39BuVTwU0ElGukcaE+jaZtTYctMKsH0AuauyZeLqbe3d1SoICaH4isgkoTKjkq16c
m2U1PFBnt8Gdct/n9qbG2rzr6bGTOzqQ2iiNc4ezQHBqhch48ceKS8vLCAZrLqhzaTo3VOUxp1A0
M/l7NPpav4dm7a6Pee17BfjRgnB4nDV3p8qZcygYstocd3B9gQk4QqQveULnfIBoTase8kkuQzRX
XWwe2Iqba0QUMS2+pnJou5l8JwBehVcAQgr/j9Yb6x9tFDiyWzY32zmPOxlO2mRTtPQGzjMEdrAb
LL0ydrHN9Rzdy2YYuepV97osC50uSWpWRTD4gOIplnAHGn29IEQW/aMXu82PCht688KkO/2ga46X
haSz+w4vDrLAezpXsCHP7RjtSZp2+tPcxDPLpVHJd6duly+OsuJXf5TidjKN6daHI1kcWiIe5JOj
TVexW1F02mV53u0XC+TuztdXLw7SKZPXS1eu2r60lvWHiyVpEdhCjj9zE58EnF5q04ni1XAPpdbP
YCCKRL1CAZxplW+9Gv/lYjB/LIsFQMmXsnlt2TzUzp28/NrIDe2PMVXLl1mQB9+b3eC8zkmZP6Q2
Lhm0NJbDxeQkhEg2xZQ5kGh8ZsC4tisj6CbVn7XTxI96WHOD/U3K+wxsH/iCRpXp1xwWFWXTaq5/
64A8JGR1vyh2UlhliXKznC5FtUIsMWvZ/UkcK/4uzTa5nTjCb5wyHV/S0faqYOat/XS7sb9cq04n
1gcZRGOSz2kZloUgDizLdGvbtQZkC5olS0xvU6zo/Z5reJCvxcitSkJjjOhbyW50o1rrfavBFUUC
haPRHoDvPAXYUtvugcql/uKMhe3gTzKIr1Zvs9wN2i5dElXc4SNM+1nJlrvCpstREnhUm4T0d4u5
0sJRrGtzoaj5WvvF4GK/M7qRsudojePBzXnXm6f/6ITNZEx4UA8ukyyeLetr3HnpE8qL8mExJvJA
XPymITBbv9OCGAcGJ6gcb70rysT+PTd+eb0M2ZBcrKkwrZ3vEcTs+7XyRmgrW0VFi/XkXO/cEnrP
6vsPnOlNFs12Vl/mdHiP531TOt8baBPXay6UvdfB8DwnBKzTBaAn/y71Y5CrvF56DMix2HEoAczt
PH0FptTpVp2HiQXW3OtMQHRjHZeXlurVk7VM7Rj29uDAezYkeB3JlzlUlCKX/Tyn6lucrHK9Yrew
q71vFMausqD2hh2SCcLZNuFyF/PwvB3py29cus0HG2rMfdHT6BtkY2cbQSKIASKjkNqfMsurS9r9
ti2c7JWz74GUuCFdNOONO8oZ8168HXgBanFCRVsWePnJXKGUK6cO4EM53S4hbLdDUVrauT0vPKZP
EwRekNUCsY71bP2kwhc/aq01PFvI6b9TJpCXSTnhqz+mpf/sLXPzi0xgedNPbfUjt5V53vCYfUiV
nOvvSpUItww0/+jgFj8+N+uh9Bh3kswoEY/LLtZMmGKAojreLHsGeRDDHu5KzD247BuoItg93e5m
5pa6BBj55vplK4X9fZaDfe06ef9aZoX1bLqU0ILBKscfxYDzVLCCKDZhUTVOxbaXQ9jtp8F7pcJM
kDylfnKl7G7tIfPpzTWu0VpGa9U6XbVTQpCi6ZMebZ7w8OFxJnACyb3jRSDNevEyx+J3Gy0tIQg3
moPV5nERyLlfuQLRVsrlX4EGO8SVWK5jb3OgdijFQjtMQeWEQ9p4046oSQKiHlT+DZl+fGNMzjIH
Ffcj0NvJFrV11tyc1Q6ehMHcOmCGE5OG/Quvl/2rMUvrwVG+xd4tVH0L09N7thNTl+d+kRQP7Zg3
P8H/qmvsIxq5z5zMX4MGF4xv2koiNTA4gWn+zzr9rpxrjoA4xTqTLdZxb9dac58ns+Uqh4rYekrn
maNjaSRdP05frOXFqOXmJbguWqSd2mymyKx18S2DF4xFHG+DC6lnYeY0ELVcVaoeh6C1ym4OWOLO
DyEWgJFpt2B+BDuOYyopiq+1yX2CPBA15UPZwUfqFUYJ4AV8/dwbCvd3Uln1Bfp1ophyJsTQR299
ILPsdhEy5HgJV094sBggGTT8CostyqJv/jqj2PRzKUff2Y9jY+xtgIFzWI+5ykK88ocXrVv8Gwdx
H1r7GkuSoAD+1Ic+/o+XlDIbO6Dwlt2DXxzbsB1ro8SUdSb28jCOMoPRTKr7yReAuaql3dhGlr5e
WUC7fI7CMbvzcOJ1g6odM3dvepO+5xu3isiNVmdAfeIFcRHt7jS9G/DlStBFJd1xy1lBlejBFUuf
XuAcyeGYElanAXuROPNTkFAHLWkhx/a2R5c6AFb1zSJZdhHrpfo6gKPwd2pNwSzVsre5gNnSDHwh
h6/Z4nCq1cB2s6ic+voscykU7UDWpN/suFWvnb9CjucbFlfTOhp65C8Dk7ss4up5FEX7w69KKwkd
IpSfFBmgprvwGiPuzPWXcZWivNGwYhiTO78lCRytjTliAR9PWf+im7Ii7Mgma/pixUbiRF7tdfJH
oYQ2BHUxsgqEN/IVNEJ1boaDWZjgsH2XFues9386dtbXu64f1PKyxJN+71E4PJOzlrJw1Dx9A6Hq
/6ympkz3nl7XT5inW89TI/I+BJFVvWgZp26gceN+VCIHY9rBVt/rvcMs9Z1pKXdimHxvt05xm531
5LqHwKgtXV0lpU/MorgW3zvWQHpRXw2cAUwS2GWUtYUHoc+cmnXneXlTkOYwq/sCaCbksELVYDH7
dH0ZrZww1HD12t1VJT8mauaOoVevc4dIU3K9JnjuuMvKUnZhRUYv29GdD+y0oyb0KuTseMnPEoDm
uJNa1916ufC8nYFdD8HG0skFMpldk5lyJ/CwQq4KAqhs+xakiO78MaSrYf3Ld8iMM9tf2u9dPOF0
ChaxM0NyzFxrpGtOZHqE07QXg2VAvpAcSGSHMNcjS9y3aRXWStnQb5biatbEUkfruHAVShSyvTBd
e4zk035sl71hEGOggEmQAVdt1RcUaNb6Lu8n0BmJmpsvupkTt8lcadVekfW1QqfOnNuqRDUQrHJq
ybgVlfsFWzrTDcbWmX7REA9ThmSI1kYOn7mNql7ADOlbP7mBpJNwo5BVoR1mVLtLZK84dJKH9r2e
qWNY0LLi4Y6iSsXdXja1vm3f5Wu2WhPbNA5U/PWMaDoQsT4/GMryv7bVOq4H5Pr5zVAnuhHZeETc
jj4Gjnh6j7i+1w7EmSDT04lIQBsMXewnn5TRU5UC+YpUnsx62DR1pq4Lq+CqZnMMVoE3Tva6a5XA
vFOUaikvs97Tz/q2Heegpf7/kDKrRpQ1pZeSq7AaWB9NxoLK0MqAg0TuxUUUTtlhSkxPRZgTt5Qy
4xzejIfxeBw6U7y+WnU5aoeUW+o5OVXzK7hJ509q+tbEvpXA0RyYQFC0y1Jp+0IBE4z62JgfFlsA
ZtH1TA54Y1ilSxEmc6uwrVoE3xJvrNVDdGGqhTQvetjiC6D71A6p0y4d0f7iXVMk6h9jJHIaBX9S
IfjZLoqsnz5SCICYqAT8lQH9qJ5xNpW6Vf4QaQb0T1p+8RBToW93lSt8GQruBzewDomc6C7q00DT
BkWeWZbFeWwa9PWOK2WZwMaZoY5cItc+nKjxVXxJ1XABWC27D+28te79XuderdN0eUfJBygUcfZE
IDRNgEsLj5qUdMf2ZsoIeSM8uYvzqkiJMeZEzF00L+n8w4ilVhLvLe1VXlSlfm6MsXjolWXeov1V
EH3H2CfDqtV9v6uo9l2rxiYB9j+cnVdznUi3hn8RVTQ06RZ2UE6WZck3lGTLZGhy+PXnYc6NtbVL
u/zVTE1NsltA9+oV3hBHVvf9vyHD6smt3o2+mW61MuyetLCqcdJq6vTdMjOuUzVMy9s4a82tOZfx
e10h4UFxYIa3ai5tQlBYGU8DJtdlMNB9OnOwrvwV9oQ8HpU9xlx06bG4KZufTqnRmMfKEsWt3o1z
KMlIuaDXllpb7jl5ywStfaBUXVRgRtb8DEha+1kymeAi82LcJ/NeaOk1iqXMk6KuHr6p2Y1n8P4L
1gd4ETXvjY5mC9m6/a4h5KgHFKPujWGMKZ3eZmq/a9PqyYWvn36dp2ukmeI4vC+5Prtg7MRwyXAE
9i1AZkfD7bsV9vVkLRKb8bnI7ycxk++yZHlrTBreiPXAfedid5n7jWPrD7WLq+5lGzrGxICpGCxs
1XPalMhou8ZZX2MOdWWhsGJtOlHOf3hDa7Ai1cwCRTv1SYwxzdKsp9ryMXNXPyKkSawzLkFBX7sI
GYQbS1HdZ6vSwM4rjfmKsGdik4kG0ezbuPT+CbVCYmM6xTWl8GBWD+nktWPAvDxpd9gYI/piTIm4
x+U81QMblM9dS/rfEA7cmOET9JEeZvykY+MTRxMK8GGhMOwi1kFPGhJnPpcwAt9dK00lXtm9xI9w
WubnoU+1x0ikTcIouGleyyykWzvgWpL5/TSoOxt50l8NN88tnWZxh2ZvZdzVYOFDWnZFhv3GOiGe
0lI0P0I6f/o+Nef+rtBxSb4M7W5Z/JrjZeOMnjP/S7VV9HjVG94WbUsub7q4VYHmabUkAGIbv5UZ
vVlIlDjHoc+eZYyJVBbfGbBh+23TDc02CltG/BNQPt7vbJBUNLlu32ciyzBMXSJyhQo06JueMZje
li2hOJjTiR3rYmr0pzP1+UHO/dBeKtfmypnh3Aj8T63plT64I4MWEPLeRvoW02EJPH695tDEVNg7
k/5hSJ2TlkdGGNDWXZ7TaRAvc5a7uEcbmXYJ6b16t52RxjNCzwiupoyAf/S5Mzh+rhfM8K3Iqc+L
VuN3LpqhJqWVTm4FdeZaf5h7WEw7QBGsw+ICzlUpW8oshOP1X/ROaIuXBLUByyTg11dzU+gYVsra
2OKpZSXBmOALSR8ZH1xiLv3fDVpy1UM2mvPbBJLrhQfCpYViIy+3DuwQO5D10Hb7Ef30Cxo++uhX
bKFvZEtlvonMUNODyl00cz+LznzRrTJ5AqUa/+zpzb4g5yniPXPq4qlOE+u9Wap48kl6dHr+zObe
VFXL6wkv5LHZWoMnfgEcV4tvhCkiALhRyOx8dWX+US5RY10YcYmfbQcahI0MsfMP53Gq6R7WzImT
IccHTwd5U2/tTIvVtm0SeYnTIl6HNtZh76FZ0AnAujjcxM1ojzsnWUATJr2la1QMldZG15GVFjwz
kwEtmNiv867qezMPCr7dRSkq3M1CCJnvmRq7e1UuJLVa2IZWgEO0Zm6t0prSQOm5qV8u+N6HPsJE
1ouGU314VUYuHsApBeyDk2lCBZ6lafN50sTGI3BYlAF0EZMbOBUaLlUn6M5Eax7gR2GobvPSVDnB
fSy/aQ3jMW5pHD/8RSjnXm/tIdqNWlf8dBTZUZBgfwwQQoss7jMjV49dPVm/4VzQnymzvnL8pish
XzxLlAzFtTnPxnKVNTLRMAcP6TYNkeXcgtVV2QZz1XFh1O6u3r2a1UOvG1CHwC+66PN9mNdOemkQ
Pug8x3UntpgiJY9pFs20e6xRS7YVuCRJO8+graw6ewmMuQc9LLIle4LXZRd+gZ5FxC9vlo1dGkvn
c0Uy4+i5ad5bRHTlhomPuLDHIszQsPTsCzvDt5eG/jh9i3mVT2pZIBlPqYdrvIbZWxMMsREjOVxW
tdrREoru2njV58B2VDxpetz/gO/B8Sv7EADKjKd5u4ml28og0hRQDBm6xnmbcv5ewQkQIKVTMugy
TIJtRprF4SwNnPFEQosBcRPAkegmthSxiV13eAMVwsTDHN03bgMn3MqJIsKX2eztyqHT0itrHkPb
dycc1/CtRpkoyEsaqmfubFvvyqrjHyUhJeYlOP15JUiJNi4YKPmwZHl/NUu9Sq7IzuyrUelOubeG
ckgCyyoA1ZA50K0RYhDNphgMjQbMErF5YqxtX4a550FqM4nuC4quHxM1ARQfrULgYHFV+D1zIzXD
plwcJ6DxzxiAUW9zqRRpyq6gp54FuZqbHvqs2dyIfqx+YaZqJZeTYVtnsK/7X/aQ41hpxH19Q+ue
mVcHKXImKNX2HwwHk98zs9X3nO7rk1Q20IlQoegTmFlE9tbVpOabZFDytgPuAUKMGSw6SsM8MXIY
ZBbMBjLkiG6OzauTVgTBPqZbzk3SOU2QZgme6+nosPU7V5XSL+NWPnlAj17jXExPeu3gvVgY5fRa
IhKNlXU8aPfkEwsIlZof3nGL71L2zVM2VbrnE6tFCgcK3AnIMdmQtMyRSpA8ssuF2m1pOz9BAIZW
AwrytLmU07i+wAPwFVdg+d3Unf5eahSofusO7S9Dj0ryEYogtQkZa54XPCApXdiblwkpqR3kydBW
YFbQrUbs00SYdlCALDj6hdpzF8ZvjhytDnnpecELFotTeyM1y0k2IS9QBMByHc5qyD4IEsNMgC2j
Gcb8XAHYwtZcMGwRfGDpN9hKXZUu7U4mcpl6QmAq/51NQ1OBwl/y2zIn89zOQ6QYazHeLTZeOshp
N6WMtevJLupgdjLJk4WwRLdLyAXDbNydfqpMz14pCOBxJ4W2PBpi1mGtaPX4KKM5fTDmQdA0EiNT
OK6PSmGgbjCZzt2uuh26sL4ppGF+x4DQ7O5pO5kyqEFe/Zxh1r1E1Vx8a23c0elQpymYsCQ0n2Jr
rmDgz4l5ozHmjs+qMqpf46FaEYjUIJk/IuPW7Xu9zDR/6HFmBgfVp4yTGCY+2vh//0ljZC79sS67
9wHCxU+bEjQi3zA5nyZJAtkEMy5vW9lj0gV1u0TfRYczPEO/AQVOYjnjCqsaec9Jgfy03/eGuJ/M
cbovMCdTtC5l+gqijiJk7obfE8jiwo/bdRe3rUyqs0Vl5XPFQJgN7eVTEmg0BnSf2UHs+TSdaEVh
uxxfx91qpNpIo+EeHvlFuzqWfYy9R0xzPNe1OT+TRQhwqI2m7j5qQyAW6Qq096Uc4xk8Wq89U5vn
t6ZFq5s3n2q3qumiO+g0iOeGopTnhujoATcrRIkDZ1kIRGZV724cmmpPNBXVix6NhrV1dCw3/aFJ
xA2YydIO4JXQuKJes5lKp8KZA+Is4A1Sr/J+7rGI2Wi1yQePO0bJG44ALI8IxN6zFptq2pjxrJ+N
GuN3Yng0vbrKCh8tshjeE8bbbzi4M+WHEJ9gM4PJNIW6NsZPIkysEBtWZ7wtaxRjdhwFAhvQPO7K
ysJ0jwnsUOPuizcN/aZC2VwVc9VcaZLY4jtd1GWbLpf14mv2HN7CtxgeBsPt3gbZyeZMoBlyWeaM
4snccMatcR17pY83Ev6cJjqrTBj29GKxfNfHGmTPJDV1yaO2QBscI46DGcrVe8L+YQU03HetXth/
lIxze6s1Q/m6hgeqNGYeaHmTSZw74VQga8i89KV2RwHfITajkhtKc2nP0KO4yRvIBcBj7PBmcXIc
/RYacWAR4qUaNl5YRYqUSCYXi1XSwVYhOHUaGKA/djWe4DeZV3F5FnUxGmyfxrzAqzmh1zrqVU4N
ZWcPejelv8ZqcX7G4MEBZMam/qNdaooiK0d1R04xaJvI0OEYRr0ekpbbg/mDXZheAcX/NYVtXgdm
qcj2nIT83FlcA0XIMtfPUkOBZ5oWhpwE7LTGCNUlZfcHjUrUTxnXATbyRuMcUE7sblG6w5vJLjXz
tQQMR7QyuYbTctDP4rbmSND49+5aQ5l3ig50iUG7Ob5gqM70yDDk+Gbg/40kU5bal0ML9ssvvSp5
GmfGZfSkRusaDvbIDgdcGW97gH0N2lBKUs07GVMMuxH6BR+uAauRTdpj5k0RQLYVgFhZOA7th3pI
CLhh+dJAIn0ecXi9KXHINc/SXOm7Ups6uSe41lngdFUXS1ATtASxA6KfkA8XWcn8U6yTRDB1ru/A
KB3OJs8qmDcUid0SgQyavRilQHRAK5/x9mBmnCc+QtiAY+osm8HH4F5nY4KjWWvSHr+GVEb3oJwy
28FbpgGfS1uCbgX3Buaqg3Jyc4dTEC3ttDeb5yo1xvex5A5CkYuJ8ybt5vqb4wktvwLom1ymRIsi
cMa1qmLGzA8BXCaJfIfc6xkdUu0S1iJjbGcZ01cZy/GdGR+rNlmbeRv6Vrl728iChjAOhwv1APq3
TF1L12p+wINT1mVsVcl3QAddR8I1qB7ITKKBGZmgsmRBo0BgnUW01Nor6LTt9QDQvA9c2l3LGQ6J
KolvmbVOxiMIi+WNxGsADz85MmyfuiiDCrJtkOByzjVG+a+ofI/PU2RO/Z6ZvFttPKpiMBa9hjok
9TXN7chZtBcPSTRku1zbu4n7zItBg8UuyXVVfWsZ4wOs0hP9TQMeUW6WJLPCLeAQD2gUpWmxkS0Y
ISbd6wGQ/YxYoVG6Qx243Ck2GbYD0oxJn/fYVbV7v/TmqDOsXHhMGMr1HqTteL0M7UL7bSEybBiM
9A8RoOme+ZDIanqabvaUII9gbvqqalD9AQVIkpkVuEdPrUXIaURG0e8CDBFAxrquA5eixRkjBo1t
w/wWGcdMLU54VtNbThApIsENKt1gZMgIrrR3yI4ptJmQUnN3dO4z7ibTYDQngZGjGdcslMtlMxgM
rTBr/UbyOA7bGAXVC8RkBB0WvdQ0iuOW7TtOOqoKdVrMoZ/NhHfmiDR8zlEFp5gGcOKA7VpS8Wpl
RgZ/uERGE7XVIZs2hTnI3/FSEgO1BDcaXzMLerReCgbY7wnWD01e598BJppqS1U/PQ1RXMTn2KWP
zDYSZd47kYHC1iQUO7Kzy04wNRTieiS5ea3Twf2GXLAH+Ai3onCbewuUzsU0upvGTYyfcWU41iZN
J/18saJK3TZe1dyPc2npYDdcEOzVmtoXoZk1gdR7UGFk5BrM69Juf5RxTp2bIgtKkAfEGW7ojMt7
wgEzJDhmQHLNMtc0wG9af0eYWobATDMwjipF0Wis/7sHZOcNfqVX3TWhkTkxOKLwGSZGfjajrDpt
ADwwHgTmU7/M8OPaTQ3grb7AN0X/E02la+51jR5fQJtAcJXoNg6SBBdM5MVoUn6ift79LiKjxXwd
1/knNHaH+zluBm4YZUevdTfPfyIHmN0ua7zszeOSbrY2B4tJRJ26NRI0qQMudCblDNjxDLtlrHFu
YDGQ+FF6Z7/o0ZevlXKS0RdIwz8xxaVHM7bdfF1Vo/eK9gtoHibGVs0UYMEInqGL+ztPi+Utobbi
qUQOpq0vnEEGaZJa3TrOs4ZAT5z8Z4K2K8Y9YoFuL+nUMfVMVk5HO3iARctqKQCf6DofP2Jsd9GO
s9H5umOMFudAajEoozRqtq7ygF1zt2Cp5EZyiQIGsvUNzmMYmju6rV9ZUYnZQCLGvNqTP2Y/6oqo
TBIH9Kg3FKEfwGPxC7hpegevtQNnmBiFtgURHt51xKc4IM0XlGlJ1X8zwIp/V8xuHi2bOYLkdrwq
qtx8SHNTlvd1OvZI7XjJMJ8Z7jB9a+O2RQZ1aUxkgFTehfu5MtOHXpktnadxhrQy6wvdRnIXRFMX
w83cLVWSZm8TWVEuTm1tNxuj49Rsoy6ZiI/e2JTnpZyMHjruKF2P3qpFfLDMjv8cQ+f5pZJFaQFa
axWKBqmY0ze3AjixRyJjCK8HahwAXU44PEzg5t4lpQGfWqxiLmVErz2UMXCyGQQM8IZOz9/GZgof
QzL934hCrW3WeRolgYAccAsVx3yBDwLSo4Ae9FInExd50wlvX+djxpQVhlBxNoHvfKBWURgbp0YL
fN6CHDSKpRZBm8NE9DPDyHMQJjRJNmEITYY80nHu6E2TbVqwAi7TBvjdJsFi0mV40HM9Aa4xn4y5
Tt4mF2RvkOcOWS7sv6YOat0N78pUgjMi8yfJZewaZ7vKLOxvWmEA5OkRDblrNdEtQe2G/ehDfwPN
pBy9esycZP7p9rb4ZjPQ0rciXHRtE3sewwm8oaIkyJqC1DTXzPJeuJ37gHtj9aJrrQVgqaoiIyAe
0j7EHa68gpKmlfCaG/MVPXkAn8Bxi/MG4tWwFei+dwE/j/4Ywnm+WJaxAiNCA/V3myXRi0E3DURt
PRUJk1i2mG+YhTaDFBxW3CUAN8ABQOB/hOUcyw2IpIUxvOOqPQh7fqUJtq7i3mP6RnIMJN/vTXTS
tlHTOTddamkToToXFr2/NH1uVJY8emHm3TE2pOMyhuGirQ2uqfJdW4PaMiWSdH8msr2SNFBqGKAs
/a6C7OBDrArf7JhWxa716lRuZrAQHjivbr6Qi12gdaGvN0yq13mylUNMWzYH0WFuReE6t2vdaRFU
+uW8rdqoCcJ+oLeHfpNx1Q6L/B5lRDEfgcsEByLKkp3bKNIZxJubPyOEv6ukLjpjMzQ68/LEhVXA
m2ZDBlZXR7k/LLP2DAGRbzzNSKK7ySIezclBqqUGd2nQGiNF88esMiDeZKV332XhYvkU6zFJQygE
B0I3tO9jYi7fw2ToBYDwtc+MGFz/KtPWrINlpA8TLDhQhKuu4MzAjZ7RXTGrSAM+S1ntz6YjrqGL
NTeuFwE4dkRBZh9Jp8MsylPjRKRnPG+0M6PeZcrGcAdQVEZnuWi9e62MUdHwPCb2l+YwMs1gHN5u
QsJ+C8WCu/7cSKWn+W2Hl3JXNhq1aMfYfUuxWqbQENOqujdmASwAzFgLiSbUmXfBkeu39RTPatPo
k5CBu0CBDia9718Hc9TG7dg3It15sZdxpmLPJtMCgLoAn4uidCNoCSa/p4jGzLZfNDEERQUBnsRs
zoBceLWRXKA/5hXX45C4d1aS5fXGHJYcmlYFxu4Wyg9D7R6eAi+jNovfIitFu5vjJZw280TLahfF
JMYbwVtsNgtBnNwiZUrFi82VJugKGeFDUjvkEjXWFxpAz4EkZOasvuflhKF6Au/joepmFF5WG4Br
DBG6ZzCzkiFk1drXtcXcOTCXWQEtdlWKFqMMBchbIpevMUi5EaEA8jLRSQWJNwLL3uTwh35XoZq/
V7lIbyWodH0FDNI7phvrUIhW6o8bDhR/9HXpFdI9JONKLQY2nZPrP8n4xi6gRClJQYfGvRXKrMU+
lO7yM9JG/RqK6aBfQiYzf4+WMNfmTA48Ey+h6JzGcLwwH9XLW8gFpgDDb/YxY3YMDgJAQJwoZ0r1
+xjTgyyopM4HG3TdeuzbhrFy3duMdzO99c5nLerG/cj3/rZwg09nkm7GeUr35L4zB3pIaJz1VwAi
uCUr0Cc3ZAdcF7neVoO/tDQx9m5SNzSwDNgE3+hJ5qQg1WCAlyoz994uKsCwXDfRbZ2DJPYH3vIP
EOrD7VroAcXRc/hgmla1d/Akw1+ZooMcDOZEhSEnNwcmgqXKixfPHOZIxbMDPiunXVGkCOtuUcOT
v3KabSjDGip+jGXZUfnqXv2CzpCd02Qr81+RqBtQEGFGSwk2d67ApJfqUVQgAAiy4C+kheaxn7SY
km84xfNPb7aXgTzeBAsy0qq1QOGQNoKTlvmDTOAyBEyh7DfLbZx77qDW3FVhxJybrdts9S5qSPEb
Zapgjc7zzkhp7mzTqaONbbkLwMjYLW5XDOq8iad6uiZzKVv7LGKiPW9jKdwaablau24Hbs2zrKrM
c5eeiOG7CMxTwleTErctZMDfTagvtzZs0c4fAVb0Z91C/+0O7lmItqnmVLybWFrVFhevzrlaOjtX
T9QF2pPm0RhlDKR08Pl2SpbbjUq85OUidXJAyqNfXpQOmk/5BUYxFJCm9qoGNf7DwTXUY+TilRZB
wqQ1Bs42ogkPACiZv4MuHfDb8KAu7UwFl8ev+hkv2q8Z16uWwN/iBpgHIP2JXIOOyBldyANydy5m
y6sB/jAQlsZPra9Cv8/qfu9k43SnaTlir1oY8em6fpNnvdh/vfwh4XtdHq9W6PguMrZMwT5yreGw
Nh2wlcKHekU5lANl7s90UIIm7E51y4zC8xdLRpfNlAML/nrxQ1cxDOZY3dB1po6mveqnfFwdnzDb
YnRX+lnIlbttRMhBKrAF3GZUFQmwJrpoEcxs5ucJFRUc0W1WgjYhiaHhXdvd84mf6JB7fvgTHUis
AHgO66bgc0SVJA4zwtykkWcEpEpPNakwgYdZeAMbbZt3o4W+lzvvy5IOgDFGQMNnWg7gSbwTb+pQ
AuC/HwsTw1X1VpiflMXqiQjdS0risohot8KdiwB25HQjs7ayq83Xb+FQG2JdbVX4cFZ1UzAxBzIp
apQlNu8gQYADu28ycUzgcdClSAsna3rD6Nc4IaJzbBsiuSdsa92DwjqQvgAg2VZZyxweOqBxZwMz
Ic0VYHE7fToHPeftVQl3uzLtf7N/WC0ObZDG9roDWV8c7EC3goEI/oVxH0J4UK5o/ybqeyG5C87p
BDHa/vrVfn7Qj+sd7K/Z1iCmKAXxsNRHKtpxvp5Z9xI8hglWvO42tVvXD56VR7uvV/68s1kZ8RkL
UWMHP6r1J/tL8qmdrUokkp2NQ5J+EYFt5eJV1T9qtfz3PjEJZNvAyKCJ83EVlk5Mr+ZEm6PoLqwV
+uYW4oKh/PjNAW99Yt98PheobxM+mB4zEORrflzOlV7oFRo7tem4zTpawwEdxx+Qa8TZ16/v85mQ
6Gw4uJEz7kHfd329f70+qFxNMyXcDWFt1OdkMHCxoA8nAQBPWMkN7dwTtutHVzQRYoIBDzXhUL1Q
UGHXRc+ZV7E2/gpnGl1el66dxCbO7lBrdE/ojBzbIVgnuBAhXOSfDl0NRhwhJJNbonHTU694i2rV
RjntUP4PWxELIjThhZR8tYN3mQAmJ6PgXS61U4N17jwwR1N9YpVj7w+5cgF4ChcUMPEfv9jogNPN
YlbpQAjYUAu95SyNjWY70WNlgk8v7OstcmwzeroHeoC0jGh2cMLsqrGi2V23iBi8+7FEGCSYosjR
tn1OUnMikhyKFK0nzTMdnbcoUY04tCmpvD4nB4Z53IioeE0Y6IEPzYCuLOrKbcvVkljrhqevH/FI
+OJiQIRMECtxejY+vtMldBfTAiTqoykAo1M44b6d6beaRbqr89ClC2HKvTQBPJ543CNfExFYps1o
MhFc5EGiMhhJFbs1J70Ne/fFgHidcheL4Qyzsn4XwY/efv2oR07DmpBhzWIKrqTD0NKOXgfGLmeW
BTx0Y6Fsues185Qr+ZGv6BgoutkClSKknw8eC7maKC3XMxcamZhAvWdtujfbVug7UeqgkZNUn28F
+N/4REA7ujIXARQ2zALRS//4KUNw/1OHG5ifuj11NGSYcBO2nA2aJK14I7YDdh2hcoYnFj5yTFhP
J7tA7Bp82/qD/RVJGyjvDgxTXmympou21IctSrDavUcH5UREO/KMyP+ZGJhwVFa78I9L1bluLKNV
wM6H+7fRGqBlk9VAvE0YIN0rYMrPmfBO6RUfeUBv1YbHP8iig6IffFMI02gwDxySRCCgozfAkaC2
hPtIh6Xwz5vUA/Ph4bKB7Q0imB8fMIV0Tj+JBwwRBNp4HTimsbZO6b19Pgqr44KOyaqF4pt9KAmo
Dy4uHjU+MBoCArfZmIHni9PhRCp2ZJVVG48/iJ5I6B+Ezx6+SlFaHsNoB4yoEqUFWie2//lYk0Vz
5Aw0FA0d9bOPb2zS42EifQdkAWikuG0Q16k2VaN1p87XkcchMAvU7HUuOXbCx4WYKMmopH/qLyPK
pElhNAGAxROKw5+j4n+WouhlYRFP+nPwNAYJyziVNDl53OyC4JnM26QF/6EmWP9bGNZqfvnXLYcY
L2aNQNSt1VrlIG4kwLrpH5Axm6aiZItdtVPzNG2+XuXIgzkucVHqXG42dd7Htzei3xo1WU0p7tWM
DPPYucJMpt25Th8HaopOmfMcX48SACNT8rtDVfzB0HvHoa8DBEFrmf9hJ8p0NYxg2qR6Wt33U2P+
+voRj2wQHhEbM24ZNP8/ld7o48Na4UXOcZnA3K2YLlTd8u/7HU0eGmOWuUZd70Bo2GttOO6QDvw+
18M7d4Lw1KbZfMK98nNeQCvK4ipxuCuhxB+c3dCOkZta5TNNrO1AaqPKAmtm/AZk39t7owsHN4sm
RnhtV+y/fo1HvhzpFnqBFl6Fgl7Kx50yJHpS1xiW+JUto2coQNYz1DzZ7vIK2Q7fzoAU7b5e8vO1
gjEFr3Kd5HB7Hl7a8WiU3oiLth+a5bK3QGX9zDUmkleaQXl+F8LgFX5Vx/Rzv174yJZxkfV0OYAu
5+9QaxbfSxJY9Ab9AbWqm9SShd8qNf5zHsvjeeheGhCukPw+uL8qNcHldwF+eblb7uE1hoi8aaXD
UcjzwjqxQY9tHa5muoHrGwU09/H79SaWWOBUqUvdKdmj7QW2Lk80VOlDJ71Gj3C+tmja7U2S68d/
f50OrxG3EZftY61b669MxEnoXUe2BfofMNOdQPNpW6GpeKJGPbZBHYOamBzSolQ9yJnRfFImivMg
k+3M8VsACz/NCVVP8Lf1GTyR9ux/eCpKaYRuKXsI1R+fakFOpYIiyO6UlUo2sNyVDcwLkawTu/Ho
g1Hlr8kHf3UPan2UqYCFotCAgksIhwBnYAYmbeVN+VlWWHr7sMD8OdUJO7LoapJC3cPL5Ao/uBgW
A5iyWuDZzDi2MaOCwjWDg6/QtYmKYvP1q/ycybE5qFAt6lRuBfMgthRjBssWWR0oUR3koiBZpjp/
hvvl1BMM8Xk0TlV1//mifOwHr5YpVFYu75Xs4eDrTYUXRzajCd/j2BXbZOj063FCQcxLuvIsdBkd
iaRu9zHISDwANcZTfjQ7DAQLNPJObN0j8cZD+ISQbtrE9sP0Mh5BZuIOVYGtaaItRrpA+CKU4r9+
y8ef+a9l1s/w1zlM7S4f9BD3m3BZJttv+lVcC6tIaQWF6XW3VhFr5/rIfM3NUaxVOaNohMtdXHlS
/YRP1bH9xRf/f2MFIsPBaa0QkwsdySNHYMcDCVr13WzqDEiYHl0MLTXa1w9/7BXT/OYu4eZcTd0+
Pru0F7wpkGX0Hcus0V2DQeTMxXjiqY5tZAcjcYE4vsm3XJ/6rzcMMljmU0+dgIRe/RKmEXPE2ohe
Md4+lQocfSBqrlWhHGyvfvACUUcGICBIOBpMxDdhAyKQQU18IuE4ugqkEgIPvQ/i98cHgtcUKgPb
VGyCo8TdIVMk+w2VFgzor7/PsTeHfQ9XK413mg8HaXxDcu9CamUhrdN3Gsj0jVMNzr2CMfztf1kK
4WdvTazxAP/4TEU7tZ2n8ZHU1KlbN+xiJpwuMF7QRGP6/X9YDLcrWnCk2OKwCkfOJkYdmoR3YACz
6/sO40sQ4puhy4vd10sd+1akaFyAyDFzwx88FxgmabcFrRucIop7pCzcG9sd3BOxav1dDgMnIsnO
2h7ihjjUYi7zwZ6ThX1XtuAm/R6s6DnBcXyK6VDtVA/b5+vHOrYzaPYBUQStxAzr4PozO0jjhc3o
DD2tMkgX6HFNikkYeX184mN9fja6JZJNwcVHJ+Pw2UYpvLwFU72yqZt9HNb3ldtcAJWzz/QmGU48
2JHVXHSXsU/A82WFm33ch2NvariNM163Rs2+iApPe8TaCeqO6Jc7JPrCE/nm5/1BZ11gnEMeYcB0
PTjLiW4D2NcqSO3M2F+UWGZ6bsb48PXnOroKLoccY1oZzDw/PpWmDfa0oM4Eog0FVjlEzQ0QzlOe
Skfe3ZoLMWihOKDpvP73vwIt7XrYUS64+nKYhzshwhUyAev3Qhaj/cOow/zPPz8WW5Amk4FaPROe
g8cy7bxJopiSAIUxkvXC+J2Uzj96VNNYoB6QhCUCOpfHYUppaIhNlMtAeVeZqOi2aMfQXZZlABQD
gprONztxmj9/LeK6hf0mNSUp5uFAsB4UDJzBA8+X1/2Vs6Thtd6P5vjP0R1Khe7gUeMQ3Q33ILq7
BXgfACAZyhhdtS2y4n1ZoWaNnZ6ywfr0QLYpqMAdnRLZwL384FCh9NtovQ4RUdRz8lJUmtpmXfzP
/XlWoTQlnVjNEnigj9sPIChobwe54QYabu1npYsUzjiPmXk99ArYXtp6gOjgyXP4UbqsT87Jjj3n
GjaoyIkgTBw//gQ5lc5K+AW91ORgZZLGjK9kYhX/ev9znaweW1zM3MyExo/L6MjD93Jt40ELczee
Ob6XgIzPvj5ba6794Uqh47nahayzcG/98+MiTVK2TdfaP3s4wqrS7u3krNCdXSUMH8cbEhxIX/g1
nNiTn7oL66qQjWjrylUw6OAbgiVErXeyf079hRe7V8WwNaowyO10syzPXz/g4VL0jnWmD5jk0HGF
AX0QPBJ0JRagobCC7Sm6Qe0kDPqxGC419Na3ug1Pjc5evP160cMd8t+izPiZaRqkGIetvRTVIWus
pthHvyO7hx+Qbxd3djdfr3J4O///Ki45r2muxnoH540hdIQcMI8WQ3MaAZVoaysWFaUAXvkpwMSR
xVazEHhoTLyxyDiI+k1VYVNmrWjEOGStUbkPXGjcmFMX/uPG57k+LHWw8S07DJ2lZim4iSMkhiLc
I67yrynbugqdH7wx6KsRSQ7iYt+LGOQ96owEGWs/MjVm2LY4u6+/0eedwHQWFgRxim4T/ZGP5wvG
wZJaNuTEMFGKKraNUVjM/zXyMvn5sMrBKaYgQRNgonhEEDT00c160TPx8vWTfN4AtCOQZsWcY502
OQdfZcq1zogWpNQwLbJ/iwk9hxyC7qor4ZyySvpv6/4dlkgwWIwWAdMS5kuHDnUjGglyHphiMUVH
RYacUYOs7bRXjVbUN4Bvq11n9/0Z4q9GMCWpcY5Kbn4iNn76dtTIeJ4I0FvuyuE8eOKiRmG9iJ1n
L4EBUCOzGEx2diqbOroICA/eKRMbWz9cBNkXZISjl2yuC29r1qZ1UeJV5+3/6eutiBhJIcQIhYXw
PzmIFX2eT15sT6OPGV4Mclm539FNgUIq0/hEjXfwRP+/FFkuVq3MsLEz/LjlzdBJspLk1rcLyN8t
D7jpc02cChL6x3UY6DLc4rVJkw/ELXk4XOBfCU3E4v7y/HZ3e7bZ7Xx/d3m92202u+uAf77e8NfN
JvDP+LvN9eXu3D/n/7m+5h8v/o+y81qOHEnS9auM9T3mQIu1nb2ASkEmk5os3sBY1SxorfH05wN7
zk4xWcY83T1jzSpmIhDKI8LD/f9cl99t3T2/8/b8yKf93e7obvntgS/v+Kjj7Hiav7F5JI9fP+KX
fH937x93O55m8zjbW3/t73znhY/wCraz/g0/8wfPtp2ts6VcPssTrzdHHn/hujzqhb/Zebbn8cRn
92Dvdvf2znP4jud5juc4zvoxj+/zvPVhziU/HKgJb3S7Fr/ZOvtHb79+1NvvbM+5clx+ptbbTUnl
Hd7O97aXjuPvDv76orzbhm/eOq88dctH91d32+3d2kw01Ppt93DI7bXYO4e//noMvjsu/zOrP/XY
6UVNnjStStjSzcE/vuz8eyrlOa/Odu/cnSnp3dnzVUknxr1rm0zuGBu+e/P8/RjaR9v7duWI9ply
lHXafFXOye6irduK/GXKoYued7e39LNDe9Ml24uDe+E4Z277T/yIn5vw5EQeSF2doKR+c3Bf7hkt
9NPXfUSEy5kqrdPul+Md8dnkH6GOdLi58C/WAe0f3v/lv8cXn7lxZKweXg7+y+FY20ycw8sLfWlf
bhhYu9vNbrPZeJvNpX3FCNs7F1uG87fLy/fheGk7V1v6m5nHtHCdmwvHZn56+xvn4oLRt9+eMeFn
B8K6qv1SG1UEaZnQXu6ze8+8ocXOjer37f5XY+DE3iG1QxIjRVz4L8fQY1oy3Y/rhKfZbvlnZ2/4
aZ3VoU0N9z+3aHnaP93tdvtztG/uzg2R9xvxr17odEnpTCXJ10F53N0ffefndhfb/sZfG/3gY+Pc
u8NqJukYOsKzsYHO+kf36N+797vbg/tcYts29vPFd58HUJXjxt7cXw80n4sVud1tGHfennFe2d7V
a2Lv7+hq15Vt94YB8WLZD94VlsR37a3r3WCH9ofVwHw9VN8PyF/V82RvlZbCpEiMVAz2wX7G5g42
7/1t49u3f1lmqocRvXDcC5+X8LC7X7+B8r4P+eoVTjZeC9KG87g29TPm/UArHFa7drhzj65zsdth
rbcvzBaMNRafVWLjeTXm1fdpc5ae7boKuM90jv/i7o5HDDbj5ngb2vYTo8inT1glvD2z8Bmrvbff
bdluszvubt92of12uz70+/3xJbbvF/t7aO8wdtih4y1/fHtjNGLzt87VHTaW/95s77y77U8Hk7+9
s+9ZRSbbDu0NU/Xp8urq6Wq/9R52++2fdzesFM4Ny4HjeXeu/XrJQrS9uXDvmKK2t99fYrP3W5re
pVXfm5ma/6S5WVwpkbVle2BdPlw4W++Kqf7+wcc7/no1Cnfuxc3zMwPR+fNMj3xtvdi5fZzvYJVK
wWCJYZW84P+M3c3BZclj6tuOu/9rkXPOjANQdV8aTWB2H4tNB8MYSoqlTJrjcGT+M9XWUtfVu7aZ
Rfb3da3HXDIvdjYfxDr4t+uqTEfT8fx0yxd29hUbAp+f1u/udpsr/ru9o9HcvXPzvrGhWf111WRG
XTFzd+/bhe1+z4Rch7q/jsGjv5rTyN4yhGh+rLXvYo8v1m50t88Hdjru9ujyna87YF0d/jMh9PfN
HxE573tMyOSnAaJLWaLuWUQkQEcywrgI1Vwq4nIujuo0q+KvYgj6WJnI3CJoJ92MnOFAWJNAduOg
NdtkqudLxH37K60PtU3EPQYJ95OGPgZp9WMK2w79mj7cacjpOey0z52/Ts5G76+jE6GxnozwU366
JjYLGWVjFLzKecrsVk2ziwmVKT9GcuDwdQO/h+uftjDZCzL7eWIqcVl+HGqqmkPkmNleR0lz35Nz
jaKpslmCdAtJYquVzUsfjy+9BNVQDe4KrX+eCAycccbVXboDF3Tu+mg1sycvhH/FxM9iyWQ3nAZx
k/mKWIoJuUiUGkt5y5HlT/dFS/DZNZLmReqn8ZLLt0j1xj+WGEjImSDy3zS+ruuKSAQ5caxoIn9s
kKBZ5B5V9sEmYh+0gl6WLmldlVtHSXZmov9mdH8o6mQ3UUuzHM3rsIs6XdilDIhLfIT9mT3Y70ux
ODqRYLC6KD5WqEFtJCgy5lC/hJEvW5PgVzISoF8PpN+WgrdbIjKL2BD9ZBxZwK8yFHEZR2WSvCBW
014Jg6Dffl3K7wYHEbhMCa6tCKk72RwRBxtWQ47YTRpLyWbI2S6TqCuFXqiG3aVYIbYl91W1V4Zk
ePj7RZsyA4I4bvnzREHxppDGHMUHhTvTwyRp4yu4KmGHAo92nSP2i6Ktrl9zJD+XsvG5aclnxA1O
FDk+TkzCxw4URiJuhCZBVs1U60OSFuU2stpzQTCfm9YkMIuuE00Rv/tpGEUk1oMuVvlso5ZwK+ra
66Ca98Gi7weE9ZDS77aG2pzZXK5bx49znYtiGREnbr9lMqdOtpakhY/chhQzgiBoSD1bFbyWbSUp
se6g/F9FSGm3IbExKKcnj19358eVfV1ZTAl3AmGmRMUQ6XxSNDHN5PinFG3q5MkpU5B4ZRXVHghK
clC75tyF0O+qqhKnQsIUwbS4Mz524iwtgRrKyBS2IypU8pQnT1kYBj7pbwmaE0a1BRFxDsv82Zat
UVpEjpPtw8g5DWKIQECjV4PsNTqTgpOKpeCmamv5FbKn7tft+duiuEpBmwOJaVbsj/VDP3cBo432
H4LOo8wCIqaiF1hxkftSskj69uviPs0JUMjEuOoqQ3YNoTxZsYUJSRtTIzFWm5BUExpkR6sUnu3X
pXwaJGsCIUWskRkapPp1zvxy3LMCTtAL0qDoF+dm67E3Two30yPtT1L2TSRqq0T1vy7yUzueFHna
jhm6DCagKQcFjsqV1PQtMaTOzetsOFO5T034nh1J5Cm7K8IJ9ZN1IVrmSESpMnbCue53SMjlDinb
xZlx8bkUrpsIjiT+jCUVpM7HJkTsfUiMGvEYK201r46GBSFNfdl83Wqns4u9C7OKecUol00E4j+W
QsK8BIqTAOQ+CMTbyRpgWYb9blaMwYYLOd0O5XzGY/ipSFoMf/KaTbcm05264jPJUCalJb81bhvJ
ncDKaI5VdsK1hODl0TK7VUZ47ryvK7p2/68Wk7tK3JMk2bzPaXySHyuaTWM/iCl8zs6P7d4ZvXKj
HGT33I3TiWNIx2h8LOdkzWG32Ot1RjmV+/JYuCDR7D/3169fV+bdTfxVbZSPtZn0NkKQgVLkDXGe
Nog1T7pCfc8FS+doHhFR9kVj76Ea2fPT12Wf3gl8quE6cH+d202aqc1KOhW2qjM65CbaP4yDsf+7
6+ppS64T/pdypqxApqugHPUm2NSoHT2SZ7YPzoyL09X7tJST5QWVpCQT1tosPsg2Bz1np3CqM3P5
0znptJR1TvxSFyVuJDVZ++tQe99T5/5N27w+3p0Dmktrt381LE7MLvll2SzFFFN7ZAM5yELZj2ig
HxfHeEBWfXdmJKxj+aviTkyuBUgc80Fxo/MdLX77R2Hvfzp3j2eK+Y3B+HXqnt6Z5G3RGii0r7VC
mNThDs8B5eiYru6+br617gMSjuc67Iy5OM1Lx3VXWdFa5uBysGOCxd7TYv94uIrs69Z95UxgR3Zy
ZmE513+nOY8K2mlytvbf7HxffHEDqNRr/egq3gV2tuntMw370Wv+yVbJJ1YkVZG2QPVhrWTk5Pyr
2gix454/N/5P1+aT4X8aSa0KECIjAsrsNdHQHgIyVMum3w+pca5O58bKidEwjaQ1i3WimdpzH2xj
EBaVDIO2SFGIOxcHeOJ2/NyAJ8YjMQVZQwf2rwbMjuCzXMMHzes8xG7s4lWeMcSi/fNcLU/c6Z8L
PrEnY5iDeKopWLmT9+1jeVXvle/BNbfA0FCq1/m+2MdH5Vq7PzNizjXviYEJuynWy3XEKIwZBLEY
n8OWXZ4T2IZTeYUXuqZjOvoZI/3J2XI6gE4szSwXadauE4O4MD/eSu597uBYDeyK5i192T67jv/O
ABCnRW7lKmJAet1Hi92mZl6I65CtPRCYzA/Ftdg5qI51kTuQlW/aa0Ajm2ajXlq7M638O7v6a9kn
rYzM35wRt8JexR09/THzI3/0Zzf12528Pecz+12XEuZBLAm5DsQqnhwIEvghydxUrd0A5RElRFFQ
DVXnt75o3GS5+bpqp4ZgvTgjj0kmMJLcS2JJP7aq3sVyEGXq4ghKp/jIVgK7kJoY9O28nDHh6sni
RFEk3BB/SWq4aSBX+rGozJT1SR4AmgaIB12UVlGQpqVkZ2zoaeutpagEFnEaWEVMTv0qqjTDY2pR
oewQSzmiBW7smyFrHXGW82NS5fkDGebS9d9uRTw4HKvYtBObpq/j55fdRIl+VdNWILThgFcecvnY
VLXLb6AIZefG4mrCfl3jqSBnOBw35EdqZMWfzAMgic1iGcLsGMVQWA6SZO0DmrxIWzZaqaT3mTR0
6PDnRjXaBBy0go1kdX6dJXPwqHVFV6LrNAzDrs51+YYg3xr0YxNXpl2J4Cy/bpdPm29C4QhZIgaB
KHNLIaToY8OosM2KzjBgi0vDAApOyMIZawhKIHKnVg9IYNG1YUp8wPPDa0NA2I+wtULTlQjaWvyk
UvRzwkOn+8v1lRTGB1FHKPCDl/z4SgLambEoVZMD+SqF/6DINoyw/BvxGBpCstVg7udKZtmNh+mM
1fw82RQ6jawB/MF46N9vmH8ZJgjsC+NM0q7TdOZLTUztQ4cm5BEh9HPJO78paU1w1omOxKtAiPXH
SobtSiK25AWV40QnwpUUdLecE0TcCR96+7qTP89rXJj4vFBzIoVWPI2UDA1xyksURh0DhUKvaya4
m3V45oz66ZBDtyF2oZApQ1wfS8Ba41/aLuRyQkmWfnACIQrsCdC7neShYjOg8n3cL6VnZEHmyWKi
HgiyzN60fJbOWLDPU493IBx6TSIn+v/U0zYvwxiWNbPLBLGhe2EZCHdqKpKqYXVIFO6gSqCw97db
d7Vj5F0TgS3hqf9Y71yLcqXMAvSP2hJhwllN/Tw3lO3fL4Wcs/WygFBQBEw+lhKOA3dTczKgvgdm
HYFK4A/lLP7t9lNFhYpIeNbW8KSTqZfOSmp0xOs68VgVh0xtJTcWEAUcEXV3834K/L9bqzWUlkQX
bkAYOerJmJFnsc0WuQPbs8ThPimFZReAyjtzSPhsUExZQ0qDSnHl9ikXBDEWrvRms3UMIS5cUUSW
MIOdsxVNTfDMXBsR7J/aYRcI7b8j5f/Pj+m/wrfy+i+z3/7Pf/PnHyUanGs0/8kf/+cQ/2jo+5/d
f69f+9+PffzS/xyHt6brm7d/HF6r9h9+X/z52sVlcfqdD4+gpH+/ifvavX74g1d0cTff9G/NfPvW
9ln3XhzvvH7y//eX/3h7f8r9XL39648fZV9069NCXuuPf/9q9+e//qBlf+n19fn//uXVa873HtLm
NS4wWX897H+/8fbadv/6QxX/yYUg2cWogJAHj4Pwj3+Mb+tvZPmf3A0gOPZXlidboD/+UZRNF/3r
D03+J79BlU8k4Ya7pnWeM7nWX6nqP3EBsnAQwSyRoc/z/l/NP/TWf3rvH0WfX5cxIFm+zaz6z1JO
psgaxMlqvs46knuMkx1RHvV1AhZgdJNUtvahkaj7NGzPLXi/LWXVN2NB4ObldMEzWNvzuFpG1A5j
5NvFJO22qL/M339p9n9X7tfKfJwGa2XWiUYULHcgzLnTqMNOyytuJ6LBBQgMJS4SSwf9bXiwyPft
DSJGH4SiXS5KxHvOnr7WifyxISmQ/EYWBtSrPl2u54j3o2MPo6IM8ZZ9z2rCZMG9gWtqSBYt8sXr
5riaNomsZSQLI2H7CIpI+lbI8OzdKG87CC7guSagTYYcenkjlsUVikSRdk7L6HNvkHNHPDiFkH2u
iCc2STWHIdV7cXAl0k5u5UVCD1UX50w5cx3+cR+8dgfx22xFUaRadzyntxhJK5vjqC8TDJIUhmuk
yJN2lLu8Hg9mOepQJ6p+APEMbjruzoUpf6okEQhs5xEI4X/rpdjH5aTvukRiuQZ+0Qq6u6B6eqEA
jD9j3j/1OqlJaLLR7ZxGSXo5KaWGWI5kaQ14CSfDN9iztT1oSvUInuD567G9PunD+EJdhf09SQuk
C60iNR/ro81WlXMuZbmqJZIXCj3QSP4IDNecJuEiS1kr/9ayT/dhqtYDIJG8ZE5+umyI+17tZT1R
XG1WzS0cSCDSABbOpAZ/GiTvpRBSjq4PUiunnn8oc2qjJpSiiFVwm+hh6mdGLLrJFCs7WawflXLO
zpyVzpV5avRQ9pzVhTJlsw5sOQ8WUED1jyrX9afOTBXbDA3jzO7xc5mYJOq6RucjByWe+NWMENkf
GGwyZQoB18BLd71yf/apUBJKr8EkgEmcxeM5X/bnccMpjRvaNfWaVLJTmxgWowCIBnnvGu2AWyJy
otdsCXQb84ujbdDz9IyO0qcpgQXkH4JX110y25KPAxVQwArI0WDagyw7SlZVV24v5qgC13BWzh1F
/9J2+WViyOR5sYBx782xRlmvnz+Wh8JvNRvQhl3Octmw6YHGF/uVLLE8JRAAok1IJQM/zBe52Miw
H6GUBjO5EhkpV1tNamrpdQIoqgH/SNOh2bdVZob7uTFmYjsaNALR/ZzR/p8mREDtJkvU0pMaLdA9
aCrFsMGsrQrnRgsWp++NUgKREo+GLZsgvZ28Ach3bNp8US/mAbzoflwiRXkyFxTUXYSZnXZRdlYW
WWAycgmB/boIFxmpQKTKET+tCVqaEVwtL8dSr/XtIPbgAxM9EH5ITT6KbhwL1XNZcFu405MB4KCl
RQak4qEfCicgR61AzLnUJBfUCKN9aKxhE2cNvBzIqWhSK1nVp4dEtHo8eKYSyhuwmQnhQQBi7AVR
n+FaSMdI8WvZqJ6rORUEH1qjVvmItanmpWoIHKGzRjQrR2rE6Ej8haRs9VBsHwPisQzHlFCgj2zy
AufwB9ZRnVSvkkN0nh2EV2uathrldMTbtBjqQydOSH1V5bzQhF2RLHbZBbLsicgshs7CFu5xnvIi
3FgAWUGelBl6UyFMl+ZiQWl4K8NVETw1NQITxIkaIOzWjbjNZ8l6CUyjg1JSzkOtX4jj2BiNjTKB
Kd2NLBfSjYqST7vJ5znn0r1GuWREmwUsgSdYaTdup8VaZD+ahkG4HKMJDoUgACW8h3I5IQC0hAo+
ZvjjXCR2BCF5ipRAagpksFPXstQWy26oO4C0kog+9C5odDVx+zE0YKKDlX2Cj2IiWQB24aJt6fcI
FI5QtZdBElv34dyBIQ8T0Hp2Vg31oxk0smhH7G8tZ1KISbjSqgSEAPr9AfLmLIC2FUVZ5pYIsNw1
TQCuFIBLXV5g19lswAAMZ7doWjl39KbQXhsy15HkNs0cOjuy2+Zz3XWgRosonp2ck6fkiwhCA4bN
xRoGD5F9j0OnCPeyXE+pDyEHLjDnRGmVjh+AKQ9hAvMgD9MR5iDD5icjvwTHgCg8bE6A2o9pP9RA
zPW+gZ+nT3EFi0VmWsRBGO/LRRsjZxq6CgQyig6e0GcBjFImkcK0snplYxRl+ES6Z8ND4KQmdtjK
SusghlR/V8JBsq7ipCRDMpf12XAmMyUhL+mHXAX0DP0LIHwg/WkJfcM1R2XOE8OLXF2HcrofQKoW
EXnVjMWoBdw1IOHdzKWbj0q8puiCYdrGkWSpfqsUQuXPClwVhyytpT9WbKxG1wCMo3p4/YzqPifw
KLxlEUxiv9cHxIRZ39ZsKWsgly7u8m99OIrPwLOTI2E+mrqBG6qh156As9g1Ysap3rK4rnjgnCnu
mbritw5V9dBrKkG+K9pwsV5SzoDhys7ThMhJTUL+XpQVFHSttGKgJfYgFQvPycW0xZ8LO62ONvUA
rhKBwLF5kgBAt9eK0TftBWyL/m4AdB3txLKRCRLruyCaU0dEGrv2zTmTw50iZyLs3wIdlEvEqbPU
b8BZytd1GBvt7WhAX4AI1TXCsM2XWkE6tojT5s8kRWvyXqjjhPikbiwyb1Rb1XwLOSMHfsbeNHHk
PohQUZiJTXGEcYSBXhZVW9waFpQXWMBq5k9gjvBjGWG+WWJDfInNNSUcAaWUd0ZG/8YURrlxJaAg
t2yixUcieJC0qcHvuZaRN4krjlm9JzJB/Fbm0vSm99n8ExVAXdloTR0dK9DtICjEvP6eCEX1gm9z
vJHTymodNazNB7HvtEex6TQQCvB1PQNgU+JIgmFCtrGEPyurXJ7bUSlrd+aImHhVp7XGvgwmhOkx
noOLROXMWBK1HGS4EibbfE7ifAsdt7pC8UpxAUbhQTPbZBz8BlLo5MppZBl2FVstTTjJZmZXZlBd
AvBq7o00xGINsBZT25oW1QvFaFylZ7X8cRSR1QYb0i3BpstlUENmqWlcAGdD/zZawMQd2WqEx7BO
5etCQGvUluU+C922UeS3KU20wpdrCJb7ZJaHrRlGfWj3YclsDzoz25ZpHDS7tu/01xGgbWTL0dQ/
wwCSQdyoQgKVE8XPq16tlhuubQTI81FomHao6ZFgVyGRyF4uBqvMOheeJd2dlG95piWvSpqQ6EyF
E/BIEElbKDhqNjrDIjfiJhN7JfRx8po3CtD45n4UOwt+aa8Mr2vX/sjYp7DB6kZdtBWBmtqSHo/x
ZgapdhjxHJpOl03qJh8KpfPKpA2vRTVn8UkgwzzPGvV3TTNpC49VWFyjzZqaGJG0wYkUBkV6vQhL
DcoZyJO5HfIV9hJYas0KblRz4nZLLHxvimAksUQoLckdohFVSRxRxUsnG4F1RVhy2rvQ16fiXiSx
EiyHNWSHYuwlyYsKkys0MVGCrdEW8RtoxSpxYLO2IQxCrfqhF5bV+il0c2vT0qI/odk1ghvMczpi
WQuVHlWawdP0Lgw2U1byvEqej4E5atOmNqxFR7thBmJc5nr2JE8JIHbItxp3ecFYphDXinhxko4t
s03smRb5RGtWuSNIYwATD+Dg9dRUYITgREqvLcxw6GBIoIBTJNQQ7s4imK9ZVgTPpUjMt52OpVw5
gTopD8sIjpieleCdLF1fvpIkrWeuJsooCU+NPMw29CY5tPWmnV6ISwpCv7Hi5jZMjCVyObuA0jNB
Po6bYjRb0amqyphc1DEyJPzJGvaFVu56hxlS7/VWyWc0/iMAvCpbnu8xRvHWZHEu3FwlUhle26i3
flOk0BM7dl+d1y1w5OGyAqCzYzAVEC7VRex2g9AZudObqfoNCHmruGkPbQU6qZz0XhvMloWW1NCy
gFe9uJD5K7fbKe2a+9lEMmpHBHFvOhMOg8m1oE6JV0RuFoIL/51eTbsuujXYlwruGAClcya5mQe3
6uPKUxpk5Pwl04bviTmsvLoyhoMk6Ilu2XpnaYDlYl0oQJMtVs4VDPB3LlvS8CohWnXc4uwn8Lpd
Bahww1fSDiKezB4SblLsRDDpvmXo8iA4lufRsB11o7sNQoAg+zUikhVoVKPHCozvAu1ZrQJbAGN0
rKu+UDfiqIf61kCKufOUpGYDjP5s/DQizvbakBQA7lKKTcNVwRH+DPIEVbgW5CCkMMz0z0ErrDs9
6629OFZoDUxt1TwOipg+ktmsVFiTgPEcLbm06axWg9RuGcGKSdD1ylH7uXkc66JnjTf66vtURuUd
lyfDQ9tUi8l+vKq2RtlR6aaKYQOmMEdS2xhDK3FnbmncBcoLS3KqFzfFRIyuU6MuCm0BnvETyKhq
DY0Ui30p6At0w14iYkEANPkoRCmEG2UOzcbLpMUaPTkfeCNOe+xNNdwboqO3cl15aoNniplmSaUL
bmvsIReZxoWcc0CyI1RjDgtE8tLFv9UY9kJI9OwMBkdhwMYR1w1dJ7ajY0KPtPbkWA8gsAJdvysM
VLc3laQVB80MlueGHV7iKVPONhE3MBs6OU5UETZPPe6MLiqegjmA2ZiXeX5Fd9ayPSRmpzmyEck3
etfOL4AIm8Ithiy/64ZEvJPluXhgBVqp1mMXvA0AzUGexHN/bQUTJM7aTBuBsTabV6hGtZNjofgJ
pbqOayck7s1y2GJPP4YoL65UZVrPHHTsYGtLDLhimISIDTApIZCsQ+QSOJqKxa4y444DgFbKiV3p
AmoiszHJT2BCNOAMWlOG7I4TGn9IyoLkEZ2pA5a3u1mwkFAKe3J+fMuKg7tZ7VlEsikL7XlW5dqL
pb76KfHXsVOiCvqdXPdhsPVIaY5jEnAkmAwrN22IyGixoA5f3UlyXvmwQtEhyIA0wZmbWqXhhroT
CXSYdDDOoQYE0Spq7cAFm1K4QzuWd0kfChjnKgbaocIkgu9L4HK+D0jBDiHQZeXDUCXRd9iu1bTN
8kA9FqCduJoGNvetBdRdbrpxMu+4V9JNW5jK/qVrdI0fw1HZjO2kgeIsy+DRZCCkO1Uu8ydLHKAB
diDskMaBhXlZ1TM2NE9G6zbLOb26qh7XJSqXosZ5kP00u6Y0EVe8BlwGe9TjuGWJ0Qy2JlkoPRNY
2BKZb2Duo6opO6dZRX+8mcPiW9Jw0rK53A96bwIaNHmJlKMpuUhgEO1QqLNNl1Zd6Q4CR1l7MOJ8
svVJJT5WMqZcdBakFjdqhs3legkJTmfsNSPaNKEwcAHKJea9pJYYZ200tW/sW1TZlbSkOoJSUjXi
E7pOgWeaFLGNhq5ygXKPyGrVBiiyxqPUBjfozoi5M+r9+G1QrOIeyG6QYVmT4qpvJL2+wi1oYWAa
kb1HU8k5O6qp1Cuv54gKWSpswex13dKDheXqDQjjFLfUzBpjzGTXz96QjCi0aL2Z30thpd6LvSho
NsgW5S5KwxSAejJwhKpNNo2czltLJ5aij18jI9VrW7Wy5TVfLI5nwMsx6b3GSLfjwOpg8QRy8lOf
tIiei/vID4Ywfam1eHhDfm4q/AnAIjyYrBG0zQR6acb9qNKrpZZGMMI7Uf+po+BeHkH+qTMOw2Um
TE7tMwPcXj4ZbiITlOCvNX2LhARuY5RE2UZCZD/aBwWb2hYPkuJknC9SJ1bn5C0WRlyNecEWmDgN
eb10DdUUSnbL3t6Wxzm7VDq1fO77TLkMWxF1CKKJOXBGRMm+ylIuXA7N1H0bQjEWbKPBnNjgHbvb
uiNs3DYrMUr8QZYS0U2BdNOQc1gWvt5VwXe2Bz1oUEOcOctCGSWLowzn1BYb5oOtE/RxZRipcSdo
hfDQG1n9ChNxYWVX4vC+z9fTTBKU/egITaDfTWyiIseCIhcc8iIDxGUNFs9hc4DXYuZQQmS6Gj1X
mlg9BIYc48+HEN1BmCKk2O7aRarW8xPgKsKol27HIZXtZSM3KfVI2XVsqrHL71M6OneSXNO2KVyf
ej+oFgxRCFfdRbOEvRuJU3HBpYRWeVwYxuMWi7qMTk0UuOCEcqXcjnpaS16MUKVqk9Fc36bpiFJf
pioLNkXLEzbSyxIurtGroBdAabABFdK0uSlWiR2HQ9uMvmWHHfYEs4wrOxcGLdz0WlsdVUGQv1ld
J4+OXKFSD/aw1UPb7HvcSxU+lMs+n0thExhGv7i9ulIrF7XQ8CE0pLFsAyuIzddi1Zd0UYOfoR2O
pfo0oEtT2Tryy4RWS2Ik2UAMkuPUm1rt4cRCeKe2uikCvphbu3juLN1tinnoXSObhsfOSHDVQDKX
XuFeRQKnoHkBjVoxNvcFAIZwO1hr+Jc8CKnfTww8kIyzpTtymnfVRT7ODZ/QOKGa3E48j1MVao4W
F4Oy0xqDdygUIXqtl5RiinTIrYumtUph2yAORCyipTOwVBB2hLLOlcnMKCJd2yrBQtP2s1UQdtZw
6e5zImwPxHNEOazfVlnsts9Z4zpCHSy7g7cmOG1dj4vfxF1peWqIBp2bW0rohnTf4CdqDWtQbxkr
HtHxZvUs4qxK/LyIsMwTjG3TnnJtBexxiuwdo5bajZS0um7rNcl1GK1ANl05H6cHZvCi+UqLzyQq
ey3ZNhyhdB+ZnsayG60SR6fR9OktlUrlmcPGDKxa65YfaqdrezII4dDXbag/a+psPDWJ3PwIc9VK
nYEEn8wWp1F7w3ucsR1Rw7hx8cQYs2+Mcv/naEza+0a9/mYVunQ0uyqc2HyEiJmUfWkA8WOcbgj7
KW+44xCNg9mo1UOn5EFntyKccyik6TN+DZQSDSHq2EjXbdu7rdRGQPuMdd0XJhM1XKWWGsHWqhjZ
UpPTxY8lqHDJJBHXmG2VkO8UTOWsAYAVw8ofQNx+VxIxuGvNviGm1QhE7bCYbZn5SSDNL4Yyi1D6
ugxvE9R6Zdwiu5vF122Mr9BtlqgpXcVoDXkbdzXQYx0z63ajUhWauwAs436L+XstLzIzok/16icB
6v2wVXSFXQRLagagvIxiSMHiGnAjELf8MNfc5djx0k33VdOpEdwgg11DB9W+2w5GZwBLHFHVcacp
qS7LCQirrY5wfp164IYBv19V0dxaLbMDwvt52auZkOE2iarADYUpBPZqxPFNg46PZas94lp2JwXp
a5QFMHAHJuHsC7FWEm9R6eaTmMN+dwAmW53dl+FAwWUysyVocx1QE/lD20zF88EgisInS8C54/Rz
KZcI5Za43NrYUP/kroHsjQxrADWwqdTGLcos+RbXUcwGs03MCAillCR2KYOV3mKah2dCKvXQF2et
YP8t4nqywxxmvJ1BEAhsLairpxIm+ZsaiNJdUphd4Ol9NNKZuK+cXm7rByzmcCUPhtZxks8KQKkY
6J9K1qbf5VlZQRgZLMTNnHPs8ZAukp4DLZwSp+8bQiZggfYHrTbFkEA2q9a9MV1dJ0KpxTyPS8uZ
94LLttNwAePtQjsv3MZzWkXOTAzzMwHa9f+l7sy648iRLP2L0OP78horF1EURS2Z+eInpcp0+A64
w9dfPx8YUV1Jqo80/Tj1UHkkkRG+AAaze69d+5DSL9DvgQSypxWDnXUn3aX8kDKfMwC2a72b3K+m
9BS4U/NeVGsznErhZuluDbLkc1zOzLDpGYOa7AfQKxoETe0lpy7KsKQCumecYxmPa3KiqsreSQe+
fx/muRnuykZ1v2XArJpBq57822Eyan1qPSEZqZLW6lMA58pLY2DtH5kJs5YRq4HfnRTQX36MZ+a6
YaqYth/0Vibf59RH7ykxef7qRGLNDorxpp+LqeubI9Ni4YuGZWrivWFI+edpqTSnPvFhOdW+W32H
bAZEKpsip2Wir8PtXVdV4caK8do/mOjqkyMVjq+/TSrYsqPRMUAzkTLNPzC02alvO6al/uWHo/mX
q4Ol2nHSIAhnbia1wiBmkZ46WbuPuNYxXL5y58E5hmPH/HSt05BCB9TioSdOCOLiuNJhOfrmXcD5
/JWJ7WJmqrvr3dJbN6HGVj1DL/08YeKxzsBtRZS0X0u8YZlC46zJYxmp8OMK0vPdAQoDT1pi8U0O
eMftmbZRJOcoDQ0QhxurvwcJLXqACsjfLxwY/i4cfO8GUrtWd56Okvt8HTUyZeaukUEA3f6Vppsg
Po2ieScEni77ZqjDjgJ+q77lc18u7KeuBd0fOwidThdhvPOxuop3M0MwqWNIEaf9bEyd7KjbElLA
xO3MDQPq4jsR1fpfJXZwBXEU7oCoORfBsUl4S6dgZajzvgUy16S8mVvcr+BnDP/d4uJ3JmayWKjY
5m5PEs8ujrPBPGJZtf6xYMtJqeenbF9S0WLbgeIP+iwgawWAz9p/ksoL/vLaDUfYUg3L+1ojudw5
mT/3HAQdjo+6Eu5HX45kF1mwDejvVzkBeeQsi71P4JgYoumQqK4U2uUtLFv4OPtmGihV/Qm0YwZZ
PEZ9AkLg2+byI7mDCncT7qQJlyJpN3XGLf00N02eMR4a4H4XkTNG9yrqi/Awplvu3pohCd/PnXI+
uHZtk2Jx4B60US6QbO0DPOeQwjPUkArf4X6OZrFrw008MijTk0c0JlmLdQEGoae67zzmXIuEXev3
IkvOEqVjeErpnSM8tYwhPqqhBhpPOzCZXZd0fXnGAdtX7/DSAyw0HsfjQwUuKg4M9C22QxNN7e8N
c6PFnrlvbsFcJL9/Ih8R3ZF0k+wrXqf6c62pC47lGma2oI7i4shQ66k7MwIjrj/Mni5mtF/WxTwG
DHZ2K1M1fSb1AO2cEH0MAQCWyiNEqD12owkvOMcmwGMKoS8QH+3bFq3jbpyBvPb8Vvo3Vo1Rcjax
aKBBuz6+zZjx3d7SuhE9uF3heYcMjRHRCxnZsG+8ya/PLRRIz3jmbLrHDyEab430xCPYSQOiJpMy
3/cIQ7t9qgv5V7D1zXAooARrZlRTV5+oPKNk78ild/cuvfDdzvT9+ol9y7R5NzAcyuguZX1SsZM9
FsyTf+90fveNUcli2y9gNvE+KCtFZZctFZzvRiq0d+uSoZUhe44WGg0ndUozJZD0e2v2MayztD8z
RLCyUbzsMJzNfUpXZ0qdG7LhJT6RylBFO7XYxB1pcOyeW+aAyE8OgLb5joM7wVv5q2R9N1kiwHf4
1uqxU22EfbKzANJ3oJ7N/SxpEt+h7Esqal2MqhkLRFl2UvPQ3yf4s37lzDQehIDmvG0LnPlPsPl1
eYMgc3zE8WEc31MmZPqjU0nKoY64Fe0Y+jb9hiQAFHmDBhupjevEZfB7WRXyUHNKByc8UZmosXWj
fyLdX9x9RM+qt1NMbfuIaqn4Y+gKa4NfA9futB5monlBtjqGafPcmDR9QPKy5g9BHihl01kpTgOs
gDw1bkvvsNAt44DXRVO7++E2VoeFEs7sGbpeZwQj7Ol2bj1Ny40vmyw6Lf7W/C7ieHAO3egJSPRt
in7v1TTWMAeFw6RnfBbU3ikb09/yzUw0noRzP+kBflZVTvl3ysze35YCXd0OV8/xexqOqv8XVQxi
rJN0ijD4vSNaNag9PQBkvWeUSVMfa8yHh69bHYj8ENWLq/Zp2fWMXtfszGMfjRCIWdxirU3jvOmZ
C62IEH4Nm8jQCfqL/9aNZP6dHnqAV8Yi59knqAhpqKnm/s85iIkfQmIuvfPKLArOs4SX2VFrJmKv
U0al72tEBTe5GHMXJDktkqPTI146lpyUz3jokv+COo23Sxq3wy50yvrLJsehPaCH64b7BMLfP6ab
q4u95oDYntfC9ZdzIBO2PQPYy+0QbMJZwewjJe+6Hi7yYEiCJNhtJOtDL7SDF0iN9fatmsP0Q0Ky
1xxjMbhRAzJWZuENuMyk872Xk2L9maZm3L4wlbjob7tIKoamUNTzoHTsKcr3LGkeaVlhiAtWKxMj
Irqizotd2mcgrtPWgIT1A0aE7NuxM0jDIo4VjFER3LvFjAsikEY0383zuKCyaKr0lCkOM3iiwDB9
u4ooGhYjB8lkmBT7UzjCbbzl/1r45KReYuYahYAiPLjV9clbZNDZMD1t2x2PS5W72s0NFU0HaY6N
KWTBTqlo+JfhmHoW25xREwp/nfauXLBxqdcgvA2y2cRHYfQIvthmS3NwwXp7gFzHY9z94Jp1VzE0
CsCjW+BQw7ZP5nvBCLtuzzg/tZ3dsSjTOxeS+2Fb6bePy7h2T60uGQofVY1Oz17ZON4+0GPuER/r
1VBHlsDvY+8VZzRbER/OeIjtMy7iRXkju8iXh9HVaQ/ozLpcbnVVR9+7uEu/u9rM225GszCnIG+i
ix6oHUZiKNoFvUuVEzefsYo08kNeMV/576QN+nM1zGXzfq6hAG4n8FKm1S1wAkcTxPIRiGkwR3AU
ke9cAV6X7xDUjO2XlfK1AyTfhviW6XrD8jHzlrm6ta0gwZnT3IlORY984Li4CaC/GUOY3aBIHe+d
m/uk8hv4lnP2YRTl49IXQcoI71ir35itUrYfmGmssRldkH7sgS5AAfG10Bdd2FVBfBWQvhEvv/nj
/6uWWf3VPpv+r78MYub/DxTMdkbU//m3TPgHAfP+z/bPf9Fu/h/9sv35i3xZIEXG8SLBZhWpcRL5
1tT7ol8W9GL9t2I58f+LUQ7UgX6KY4UdIfMfxbL7X1HMZ7A6I/sP4f9GsPzipPAfvRdjTVEPoSSO
cJJggCtz4F7rvRok6qrF0+irGwFNpoR6PG+dI5YGOI8jRtA5QxjEOGf6m1jCbWH4nfTqdgGGh0L7
MhWRPdHmsEiYdmxQXLXNYTQe81+OuV7mcrXsXp4SoPwtRCmSmDFJe+QUGXnyDXq5YSjOUAY6Biiu
UYOw8fK4g++0U+V1fizlXHNdOfpYrgvU35NQs3npw6ulusm86a5ZECV0R9toGD/5c5PbCWWrOzGJ
HnFy9xljbHt1rXDsB0Z95/DVi8xx69mtjKvhx+H0czIDMVQZeCddDcNwiHVmHPd+8zeosHOVIS0M
T2hXQ9U85C3qoH+RbLnjfNoMDtiAv8EIprfXWQKEcKN1IabpXUKTPQ8BFjLjT0HZlXybDoOW29bK
dbiEXuslEGfmdbhC75ES2+tHL1pw2xKBs/72j9X4P+i6rR7z9Su3Gl7r0YwXCuXdm1feVyaM6nLu
v2w+zFJ8S2dHts13DqqIiEkyBEEjjxggV+t8SzK9qe1ZmApJ143bZGFU3fz8cl7LzFmBL4M1EZuH
qH9DRNSvV2ARkpKly5J9Hhj0wNJYSicHxnSjeRXNUUWLfVTTLDFUehJeraLpHROFWoY1//w63Nea
UnshbMvIGrdgR8+8NHuh/2hI2pK5ACMd4s9xV3Vh837iTJ3KM3xvEQVPKS8EoWcOWlLX286rGD8B
baknzoVDsSbM3jll22j/M81rOkv6X1Ro3Me4nFZfPDZLPSXfUHyMefWAT5lfPSANc6NftH++Fqhy
ExEdATFliE+vA+L9Nx05IQoqbUK1fl48XSJDiKaNMusYjHOXrmfpD9qf7lKE+x1zJn/xAF9Ut69W
Vuxif4U+nKjiIXW2KvJ/PMEGC4ZRkiN/jppoXLNPaMOqWJ9w3de8w8ynhJ3uGNRm9wA0VIOjtSOG
KdUP7RaSwLxX3rawI2SR2506Ta7ckEoNnWvXRS5kbw69dOMyfezGBrXsmWLUhpN5kh2fGfV6jb2d
526xLxkTu03p71lTlYv6qNq0ZBeDgdRAzeSyIkhPfs26TnegnFmkT6vXhXbjDkPNZa7LGvPJKZoD
4g4je0euqBkSuytFUdiYlAkOfnNg1GrAT/ZAOHQmFTE9CnRqa1S69Q7bmZV/w+vAfgo6SfvRjqEu
hZgNBhtYyH8b/jJpmZHJ7S2tvWc0iux7mqM1vxZ0rhvI71lRj/N6P2AINVNCR61jZXkASfpEHwaR
+rg5g/TUgfGxkXtwFUXUik9J2pTMxDBuEqvids1nNP5PJXZkvJJWxfmUPamKml782V0CZM0YEF7e
ohHyqN8noFw+2l9bnvdXp0qQdr6rmdFWVTdl5nXl0u82wW4gwG6T4UdnVdurTgIqZNZamU801U3G
RrXmcp1aFLN4RoHGWj10YZxLJGqr1zfuaa1nZwDKHaM6ZKaFk43gUgrZl/4WlYbm1tP1o3LbzxQ9
hpeIupgcJ52mgdU/6rwapvwcglMa79PYafty0SkgH/1KP19CdVjFs1tmd5Vs7TqbzZhG4z2wBR7H
UDxeziP9+d546c54vTUierFpq3Q4atkcb7aGjDIHJCExX7oxKCD/GI6W6nZ/jXlC9wuPLJqqjUUz
t7C+uM+3eubqrj/iQyNrffAp2Jiu7CX2sPYZZ8dbNHPcz89TnznU+2PdV6yqVHp2l6kep/QzjBa8
K6JOvw+D59JdwoLywUmZLRs+my70zPbRWdBqfZyXMlyidzresK6DJvYolcd7/3KAIgYNq4fOiXO+
4PIH13fs+u4uq92dVppw3qOZsjE7DCaG6u3CoplYB/0a6kF8UG5XOxTV7TB1Rn69nnY4Jq7cschV
OaZ7LVJn1nuhGLYonzge4dp3NB3ljK7ExT13nFNbyhGYPh+TfvjuhMhBvRvXhCgP3vnuNioAxNro
IboLqyDP0mPTuFu7nJvQbf3oVMGv87hDJTY46Z+/6Td9rQHNuXbSh0P8szARLTuvg6BqAt+Sd9Vz
HG2USacmm9YKmW/L4vT2ZYgWyX2fBUFTFnsDqqzLXeJi3Bze+6s/E5WBn50i+F+ebrZjzjZI0zGB
vP/HRG8rFITKWvSfQ5hJbn6baBpyjvWgsyF9MGoK1UeCb9IRrxHHLPP3tE7R3J0X+o6k+L46BrDg
IXWX0Y/O3txN4OstPQKcLmjtTLnsdJ+VQfxAh0QU3PY53i7F/8qUz7Ym0KxLp5XtRovtQOHXz3Zh
htWoPO09u4DJAON0dG85ZFVFbqtLhHZlqOlzEbOZ1blfUb55n37+et9kK1wB+9jFHgQTULuZ3yYJ
PZKxGfXPMyx6FYdfZ2dZLPcD/sSSr2KICYCuqDe8a8Z52rcbx42//qrz/MfrgAAIGQ6U0PhOr8ab
J1FpL2girdXzJTZCFtiAzM7n2D+ZzFl4LXPtpXZDsOtJRxhAZ/Penz+ON+kGVYzDpGqcxuywQybA
vLkMZoSaXkb+wAsZGPrV7ziqBQgBJGXrJX9HpmyG6r4MFiS9v+iH++EJ8MVkOnGA/4R9Cm/yxm3t
GOdZbepZiiJS7QeCRcxxMmWp4D/X4OO3IyrzW19O0/oF7Casu188AVJnFt0/Qjs2hrYHk6ZS20fG
O33zDOY66YYK4dlzJxks7b73LxsMPz7e3k1t6Lpwz0nV9Wy3axLTNGs7T+9kl5Wzw2CncPPLk1tJ
G7Ir4ZAbwglw5EkT2gMhUOHLPV0+2CeRREI012uGbJXOibBPdlIrAftZCNGN5SO0iOnE0UESk3q3
SSCRlNx7QD8E4jkLIv0tFGic9Im2nE70B+bNQ0B/zNPErmLl9GO53lEh1YBNChg+ck6ldKyYp7iU
YyalW4ZEKJpne1Jdwn85sfq+Df1mk5whnXU5vJvCxS+yc+U69tBwYbB9FLIE0TA9edOwdZ/bZYNm
ukdMH3DGX07AzulXE6tdqCvDv1Vt3XCxQRdSat1vAF6+OjluJjL3K3LsunrfZp1xl4esxsuz35sy
5x5PoW+oad71qtmYQW9W/PeKU5Zk2ZTu5gCpoT4ECX4KExjXGK1mv5WRUJ95Lh0n7VbYl32insRD
6X4LgQX1qbvkLHPfeBBjEM6xXPcE/IJ/ozGdiHdGrGHPK4VYkUvByCDgwuok3CgDo6SXfBjAi+RH
vEupKthd/OT1F9B72eyp5cylmCRnsw84QxPJR5P9F+SION6TUoEE9X59cMopWJobDnqbAbYz6QK5
qFpwH0a68bKihjayiZZZMKOST7AwNtdww4wQeiQhsGe1uwjQ4n2wSK/vgbB5VvLkN+2a0y/bgpHV
029L7FVrfj+OHVT+3sObOUP9B+AonhCJY1hyGqbWzH/rLH7J3gHweEai7Lpy3iVllTn+Pm8nQzEl
8pY1HtH6YbvsL1tjM9FGfIK085UBaJXNlIh3DUMHCgwv8mHV9NgWKNPl3w31AEw9k9n8dHgKakP3
112fpjZvK9tgi/Ob5sWjiqYduIsg/CICxAL6TpQcS7DhSMBJsntkh854yoYm3+6jDghQvW+ydUnX
Z3bM1m14GGRBlsqzU0eIbSFhAr0VtF1Tyja37mU/OTHdSc6xyVWDyruc/I77JE3zveiwFj7SIyiP
3hYK1+rm+r5dlPqkR+0lnYIGtZ9yPZVpGLCRO6VpjkdySaF/Hrh/iJ6JR4qCBZJDqoJv75ugpWvt
0sHQyY+X8wPEgNTO546Wp3BeJk6vIJptJRKISlo5ezyxt39+DT8cHpi1cGykZCZ2KPHbsa+6iDvM
zcX05NAasTzRYB5VDyuehNsX0frUOqc2lTXH2s+/NrA18KuAzbeRpzm2XS5Fvv7m3hO1OYJJc/kz
DiXbtn4bJGKkAI1pS0PZ5yYJRxjVGPSqEjvmzrscLmUuU95gXeY8r9PkhCGVlfGmEnFzszXDHNyi
SM1j58wq9ss/KSxtLNiK2ajuMZ2CnvdIT66bErihTsmk/DyrknafbLGovafI25LiGeLU7tSwEiuo
S9aOTL7P+tGzSfVM6U2/1SV/zCe5kFReL2tYh5RjPyhdGxFqIdK+f05W4XnI3fWou/rgtgPKxV3f
pkPgtruMjL6Mj+WWbG5APYtpXPaL8/nlMb56zLxTl0ZJ0uGUmXs/2F5FzRwWqek/StSXSX7GAahI
S5AlTy2CJqVllsODqyW66r3rSji5IyGvWsP7tMrMtn1OpejH/GZWG5vqiM1snKiTm8/UBzeDF6I0
PcitdHkOHB6ZKSFkaj19zPEt5gXqEunjfPZgTCv3lMtY2UYoKmq3PhecEMo/1H4GPf2LUu/FhOSf
903Drh0JmSacYnag8ZvlhQh2xha7Hj+m7Ra5/Z/lEvSk00U/jGwrv3P50p2bzCMLpC1Wz77HLtjc
/lAQ1pJPZkEBWuwByywg4DoD+wGbK4cf6NQyx3RarWizEZDGMEzNsbx8cEDHXtnfmZGBZfMxFT2L
bRdhrLzpe4abRk1xlCYnTbyNsnRluTTToHnYphX20Hd9URXBXzoWCGTv3a3gSnKlFtkfhgIka76D
aF2r+uiIqg9Q4c4c9tleSc9dYF01zalj8bQoZvipG4AU6MRTTJLjwncO6egm+S7kWB+ZHLzQTcMX
K5NtL/duCtc5ESKbqP1FMfYG0iPGBVgl2Z5mRnKHP6Db5bAUabaO6ZMf0L+gfgM4qZYnOoZzQppN
DTkkZTmFPI3FQyTzK0zxbYQDcMYfB0QxtNXKD1l6pznSsC9Lnths9fYlvITU1a9jloAn64lvpE4i
9P48xP0P34trOcM7mOgX4BHyJjcOFarzOdiCJycQfG+gBguXzx49z+ZAZzVhJa7x5P4lBGjbw1+t
fcsmpPaOaY4HTbXHzj8QwFoW7dLP2/Y0MaKNLmXP6ManMeBSFXAOSK+76xps3sRxBfRQ4QddUxoX
iKokQi6QhKCMYUHloqHYvYF08zeQnATu8vjzZ/QymvLVteKYD2eACMN6CXAavr7WdHGasQh8+bRk
yUgxnlTSLoSgj4bkD1KtMk8PEIhZjw50ABrbt/m6lN8ps5Hq3V4rvkzBCKq9REyM/7bvK6HnQ69i
+6B/fr1vYHtM7Cg3cSPi6SLtZi7G68sdtFMmS9uEH8J1XQgkUQFPjS4t8GkS3auX87mgz7w8hN7o
NeuZYdI5B3hFBzPl388v5ocF5nm4nEcU4/Z/jD14fTE2GzM0kk9PSMgL9pIz4t/X7306MvmuIdnI
I4Z2LrYvP//eN36glJpYkgUUndZBw8F87U1wTfMl3/o+INLEWpjbtp8syt22i86qvWdCi9LSYz5O
iU3xZVc9XVPbfPDtgUG7U0bWNSerrV9Ct9i47Cvw2SgdrSNozGLxZvrl8rF47+ZyMyjBsUQjPws6
+smLv39+U6G96FcrEScADkreLRMgLT7z+mmmwYrOmLEQT1fgO1XopR/hoWlwOxbxFtFwNYEZbzQS
0eRQoZhsvcEoqzKxaUk+zJq7MXRJkXFPlId1xzoGFfy4qSDOBBqMMfIFIvkBhGDnB0vqVScdLahu
dnFDPy8u6ybAO+8cGEGN8XnycVMSx0tO5s2hxcKLQFqCpgc7e/kPmMPwu9ySiMbXLR6YQ3OMV0fV
/plhs0GItX8bOVN7pB3FS9K7UU9GPG+dqQPz7fo6NkTT1DfbiKYPqHNoO58qMXC7nJvLa7fuT9MF
/gfIbFjNV8i+Xpibbg4jXFyH0aFQnCnvar+z16exfFvnM+V00qD3U6gRWnGb0zaBmURcMUMz2ceT
W2Al9PP3+MNpAx3rQ6pZMynvx7UZoeXdgrgyT/S+2h26dQDc32qZIefZgbjbZxgzEtXc0twR/jL4
/vj1dlO4DI6wiASQyOtVRK5VlLAp6umKGAde63C+VGOCqmHH5FAYhSCsfK6izhmbFv7i9l+mhL5a
xiFRP4pwtgvstPS3e1ManGfcTU8f8ii3xSu2372Fov18LMd9OGfbkqLIIeMd75FZWbTGo/OBbYUc
oaN2u5bAwpstPEtDqC250ZJZtqS9UC/XqmntUtZSNoS9E+9MiyoL94jw5VuvK4uedksl9flomvAG
gWdLk37qmBHrFOOuMdJzoACiBm4bRSsb8YsI+UO4joBcfR9cytL0GNa9fhtLHdGmCkf+4RqiqPps
K+g1cfdBBfQ3DBSIYVHU+qyWNZLt8jQ3/S/rrNceMkGC/Z+1q4GZi5nN670lNjN3qcN8rZdPTWtE
HiK5aviOuRprQnVKk+Htz/fBDxB4ENsMgCk4lozEEuvNyTqLMMJKccw/ySArcIBwHUhQf+eugISk
jJ1MJyvkYoCvGUyGGrAm1uHVVTFXnYZBqeDFfrU5f6j64EZ5BDYfhIL58cgaEJ6uXdfIT3mKew0W
M37lc9xXUJWkv5cEbYaLW56UGHkmzYK9Imj8yznDsRZUD6FcZ3vyAgXxGKMtBMSg+d6+vUugxL+y
2b7E5eCV6oz9iud91Jhi0DE31I1ltS8JqCZ3ZhcO9MQsT1f6sPAHu8yjpmFJ1Bijlc1ODhN9RmkT
wYfurCYzfqfT1iA9y0WM78LAeBC2to4LBE437Vg0FMvTrF/gpD61+SwuFC6Xl4zC1vTLBSP9+et+
mwuw6eHu0T3g5IlO23mT843GLZwUOub5WsDTxmSmU1c4U3YCAVitFk2xvX+VEL0+NUPLpmGH5jqs
boLtDzmIx8D2JIu75cMq6JREYpRBctVf4KCaCnnOfwt4Plxi2D+t8IC1Xx3RTBGmswNDP/ybGbRk
YffX2zlYNi/pOFI/0L2OWmVXATD7SMpDpWjvDWUwLd1N4xkLC1ahw/rJc0UP2j4LR/sfVWcdP5hB
H/PGfKdfxPMF15lcXCv4uReeNMzQzNBX5TrU8LzlIIr+iLzR5+9KogzVHqivrR9HE6SZvA9IRkv/
jv6ZxaFdbErtR3E0blxGAgshnt0B/qvf49E3Tl9mtyi3hRbLTZUG5RcIYrYrLhcqEJJzY7QF21/O
cieu30sa9ACQERgCgNO8tkG17SpgoYWutMUfUr7zwq+28Ed9dgr7PE3rzwyJsw9ipipa1q/NAhAT
7D3XjI7/CEFO/+ZdU9JyNZ5wBggDfR8tA9zwUw6qzA20gdZDgFKnkjwzmmasEkSmFEztzqXrslhu
VkwcuK2J/D1qbkIa3AMJoRdBYu7tOLm6OPrhMnHV0sv0WL3LIVN5YZvFUJ1bSRqwZR9qenfd8tQx
fzvb9oa0FeRa1jPY61MG6Rz9kdWJvZQCdwhosgo0iiPp+g6qrQJA3JFi6Tb7eN3HqVNFYM8tDkyS
QXS+v/n++xGvBgyK08bLAYD8it729Sz63F7fBhiK3MlN67nJSGiNfeVisbcMOjqXmn4usGT/IIdK
8OYJ9TaR6EIaPK5LSJAp8bi91k0xa8rMGqzNoYOD7OVR0SLJQwxcegi6G5w//UbcVNma85dXnmjp
HdfJ7gqHtHu5QS8BcXbIR+uK8eDgI9vm6L1zoPVztRbTGL9Xjl4W+UlmXjP0X7yIzlJMR0DDeRpI
UMN5vYWsZWXeFkrb9V4ngf23yV/TgH4XZdx31yQFYQUp08NiSh3eiJK2qWPuBUNUPJZoxrnGsQgV
v/qL/fxyBP0nV2E/x4QsdjXTcTirYEFe72e+HTXQUncfUHKCEB02BEqYtPRNiHcEpmHdQuromwgS
Y38RY1xVG8lFn7ViW4DmG20qJhWw4ZHKNQYGqFOS/Lc5Y+l0O0zd6Gs+XIFpxCFQ8RpnSDTzfQog
h+jddzCmofFUou24XdTg8HQneD9LIw3aHghX/VvqSMDRJcSZ6qEgIBPvt4tiL+Qj+Dk5DUkU7Nys
WFyN2LOng2anIMTzcz6LCrIUIiel9KFu8KEikmyt+TXUnxY1r81g6YMrga/LtoZs33U9uB6QOrYW
WXyEpJ6Vua9d12/Sf//i6tVaJDijsWKbvdZTvOpDYjCl1ofQD0zS7DY3njFKuKRxdGowGg99ethM
dCoLVj1Cmsu/Sa+yBeuFCboKb7wks+KacOuz/nFTFWK1XYKPBwKVtqStgKv0LyxHN9C93dz3NhLT
TBatNnm85pDDlmeCBjTRjBZTI3Y2Xf4YRabpWZ0qnQwczTV/vIpCypBODf2hDLbQ1TfVOliSytOr
JeIocvw+O4QTiFZxBiJY+fWrtiW7JK+6XXAXeX8l8K4KI0+RLnHuO1Akau/LDHHezjg6Kn8fsA1V
7dEbwq3ubtuKBCamHeyFN0hZcquPNFOgW/iFkSJY2NuTDaSGgOjHEJggl2+TtUAapimhn3ls8w4W
8cjJlLTdiVOJJ3AcQCN4RJCKNuhsNRzS++tuTjupaMlcB4JZc4v5Y4W7i3LGcXyHGl60pyxiCqnc
8eTwMdj8SbY7X/Zy+zKgxiD1ApAF+RrrwuoOZywC7bOBPVye4gABEHqYtLF/lwaZZSLcrLSsjepM
0QT7QZBF4hYwgjgisBp7+yHRiDmE3FWDdKl1PEMy1gRNxUdp4gjIRJvEtjIrqXtB9REVWvUeyiif
VAmxvwUvxEzzB01QF/EZhRbXWDrs9kd2Cjz7rqVOXt95eGcBlCZC9MTyeqpfJG70p67jfsiXjG6P
aqHdQp4YWmhxPky0KMCcWVLsP/mQsdWzmhHH3l7SwKWpLHVfWIFKB+WGVmc7jX2Otcjxyh8w3dWm
dOsoBljjhdeg7i95qwoce/vhIqwMImn6qOjuppnQ1x36qaGu6ESVSNzKHAZtbuN9jvULX0P7iM0V
owr/tYeATiP+LqrpzVkhrF/QsCtW2eupIrcc3DqP4tsy0jaZNYvncErFi27lAQi7Tm/aNHPT9a50
+xfo6XLBtFgnXJbpEyvDZTqd3dEOtmn2wXlDFgcYINR1TwpL100W7ENZjcKj/YZ5luNj6LRodc/J
TKeGd/IwZAM8nqvAYt9FvGAzebNeHt7Ypni4PlVFteR0dqNBLMTJK+rVIu1dvALbmZF/w00qH+c0
fyqmWeX9rVfSdXErUSZzxqttHPkCFuXCI3UEcwqLM8Ffkxqs+KXZjktIWrxgCicXff+lj5RF4K4H
WuJPra7u15g2iOrG7Yiv3s31YSJMCbb+mEApbebE7k7Y6z2OVzyI6697zjjYpmz+kUF7DYRr95jF
PdR+WnuW6sDoWnFdS9JYvtAsFmPeLyaK1ccVN5AoOlyKmJiWCh4Q8ZIldv1DV28Dv0u5a9+6CZZi
Qe72IuG5EikVvXe5c4NJL73UtttDKXma7EiCZwWYVpFOhV5vuanIswqGTnS69e/D3G2l2VcXluy6
GZ2ijSfM1XTuCnXAfN7ul/zywmiPs4vsUomm+K+V1U0/1ha33A2XtYbbT3A7r+XQJPdesEUT/opd
lb8cTNcDo55myyC4BvXoaaodAtIJoLeg/2GQmHw9Q2C4s3OnQZjX6CgUcoXucL3jcO5VS9/LuKB+
fI+xpw1JFIOV8fZdNI7tt/oljND6ZyFGjgG1LB84k/FtqDEhybcsua8VB9hyjmUO3bajG0pWd8oT
AS6tNTLzKX1vqEdYk2YK7fsqk0jDwc8XgEis2sqn0pC1SFmeQDkiJZp5TV8cs7mV7WO5cDUTRqWs
3iv7h00ITtZYtHgWZnYJKNBMbaptpF7hlXjHVw1y1Y829ogKvhNNNffIRVyf3mboOC1PudLOeLup
IfmAEiPMaeFu7eW4ZWCR3fkl5WgysFFwmhgbNXKNuNX0aXZujcYTfW6GtSEJQV+0FSOhvaRUz7iY
bPxC5XooR48VI6nj8e7fyDXoINdNL5/dkVXWK7uhL+SEzqQNTIzpctdT0URL+mdQ9R7RyauYc7Az
EW4c064chpininfzFE24BF62GR3PmfBDrGp63C4ZKvF/OTuz5biNZV0/ESIwD7fNblIcJcoSbesG
IXppYZ5nPP3+ElXcYVMR8j7nyktaFBsNFKoy//yHvM+s8lPLj9GSIrE53uU5zHzmr1lTyAp2QPu9
4DZbQ/mC0GcRFP7Z21TxuLUoRnqAqw6jVMz90p6/bTHKkKWfm5xE10FGu5tgA2Nm6XTbeROs3LBY
BSEl4aJiK0j4tmwhqrPvszlqi3ufkqyrP8XRLhtWZ7UxV7TSO/H/6cpMD20MH3On6qqZ7bwMX7YA
TeRtSinHE9LXU6kzzT4GhWtsuDic6Oc1lXBsIKJNuUuLREdoyIadMpEU2QTpG+54vVQ4SY2PmixW
os6UbVIxyOY2lQW61D0Vz+cmIu/Eu8bgZd9/JIsJiBRnMrxKZwcgYz2gq7RHtciyUSjEADeaNc32
fNxktn7+hE61mZeHqpr2Pv/QYuXMXZ0D7LLGK2Sk+bLc+GklL107ZzarIZGx+GtJa9i9btHehDFc
0eM10V9wDJk3sWrM6qBa4gfLoh+gPXSveosBwOYFcKJcADB9XMblIp8MZcjl7usdu5oWn6+sKAl4
TUkB0rW4w0HhzAyTy599CKb1p9nFrCI9z00lr52lhi1l6cjntGst/dukDsi+buQpQHaS+kVPrrM+
lnlEsqdCC9XNY4e2ln/n1bMMKRLkA/yp8SkceM3zSk7/KRzkGNCjxELtgPuBHfYHnrSp6ebuopJn
1QXBBkO7mxyA+mvbCLEmOXvTIvxEPQDN7STlJ4sVz8RnW5E/qnWVT8m7UV7Rskxbjv3AL2fe1Mr1
5F/7TPf3l2yNh9i7Hdg1zfXOhuUDb0V/b72I9M3Qb7bnNjLxHtSILFzxMXbeeme9CUeI8Fs8tyjE
UKYnCzg+ZYwFaTm4Sm2IZLc23t6gDYsq/urJ2zm4Nw/MrLlfx9YIygevrwps4aDRx8sP0Fg2S7w0
MFRzKbK7wP/m8pfUsgpOwfvdcYYLViVjHJzqkYxmYpZwwuNfeRwegBJiWy+b7lSG/LN4kkdjJ4Cu
3wYZ73Snveo9/jOHwcKHsKp7+la3iesxelyQbwqUUTsOv7H3SvlP5GaQ2MBA3Xj97syQWL8JtZQv
5oSrvKi9F3KJTKq43NGZ6LXQllJp2ic/xyfnazllAtk4fSiQzbCvsnIVgkABMfAHjRkkChFq+1YO
/inLBJ0Z3VjQw1931u+7CUaqTAHAm03bsXm53+Fkadn3NZFUztOSccxgi1YGK26lTsGteUWFIitn
sJcd5+I9n3Mnv1fr7tdX8c9RCJNvyNd2SPcEFzvgiBHI8m9jaOwyGLsn0f6UlI3wYtV01Cwp/hjF
czJRYavpf5Ca/z72/yf2z8fbUA1owgMLtoP9EzI5z1jLVW64Ptm1K/O5qXMD7rQeAQBSUXclWWVy
Gbj7qHo/OPaG/8PI9Ii0/DvUAcwAZxnGsuuwyJ33+CwEE5xsUy+nGWVBV4/lSOu9YAsNxoEj1lQN
Tr5c5rZpQACiZeRBpVkrfTnjG6Ee6R4c/mAc5J+YOlP+YqZRDVS2UVwIsTE/SKtJcNBBJ4Nm+/vU
4HwyY61VS4OmeaMZsKJfXRLgqO3fxg4/3XVoHjjXM29h+sQg6t38KzBTw3exKH0MnYo9Qu+XGPzK
VF+tgHydpeys1S5dqck45C95K369Av8JirMEGNIzayCkBps0qoN37wG+aMgPvHh+TL1VePbrTGnN
sXI0gfuSHftvvYgI59cf/NML6Jm+bxFcxLyDzPMjJ/dvS98eQyRqkYsJj6qygh44rbjXI9zJ7eAz
6AJwzqYodX8kqln79WW8//7CreBID5DTgc7/xFaYFmsekmopH1EfKdQyxV7rGgg7oyTiBUFUcK6r
Y9X/+pMtVLN/m6ZLBI+wOvAogXoFSvIe0OjmDDuiOTYe0moQ3ACrRZrdC04PeEOdxo5z9xWup4xF
VgU6TGEnhzAvrRzlbhzgOWC1eQ6f/dfX9n6JIrzgXni80hF5cd572oQ/7NAAcMx60LCKp8iV4xTR
pKklutSox5/1NIgIDakcvP/LJnWshL/vCzajYsgqJBYxrIWr936T9EWR6dr9QzEX7g43V90TKJez
+XlLxs6d0MKPgfkdE3EpZyynr63v3YTyIcFiBCEMMHQSRH7+wZtLvJ3+haHzfin7lu3i3ibhbFzI
TwQdjpkZwn4UPL6J4tRCxVRPJiBNmNMnhWT8oUkCgx+urb3yuMxfPzLvn5Qmxrc2wVBEEPEqw4j6
idJEKYABKOaIj3nflJzNYpER9o8YTpTxS7KuBka0o7Eh43velRJQi5szH+54eSqYALpPY+BtLday
e2c2/23jMcE7zLBQMzknf7BmqBYhGn52A3fDlpHeKgnheC+WnbAPA20yyXGhbHHHdfXeVezh6PLM
QIimGi3FgHUe4c3XYLzdKzwICGJvfA29p3eIkviVE7YQvBtGOHtLQW3ToGEmUqSz04UxLILsnfUQ
4tH9Bs76JbjTbwnKJqzXEPZhNXkBY3YIAz4xMhBp5lxsIj0zZ3zdEr5BOk3VTeE0QnVIwkFWcmmn
OPpcAo9atj2bHt564x3u8LDVLqAgqfny66d3BN78fZHDAOfRhRByQbIses9/VgKENqXuwqTwUaPE
rfr6lH40xHccRmYcogNdyogpXs9QCMGaomLrg6tTktQin+QYM/dCmPtY3wt1UGng9NeuGEs1X00M
ts3l3HWhH//bEPL9DBLZP/QOdg8USJLR8m6s7iA5BwA2+weawdar/0Kbnzr1NUIguiOtwdRqub02
RISAlJN2VG156RwIg+lf7u/7SsuPJJYGubEP25Bb/W4TMWMT+Ig19bBUYbinvzteP7bFLbwK1/gt
pM6m0AwgRld/2GxiLFhsTSKazzFZsSB7WgO3WpZLTaWAH5q++KVspOGB7huG3+ihneF2Z0NlFaGs
jI3x+tff4Z/0COozmCo+si5iIK2AUuld3TBv8JcCRm0PwW6MPcSAIa6wkzRWcK8Us6H/j+oAa5HA
8UjoRSCIXPsIn/77IV12HT25Vz3ogaKu4DtVn+MjkNEsdD5EZ/tfuBnvnxfbGCFlZKt5MM6cn+rz
Yu6EuLG0D1maYz11qWi+/W9vn18GEEU/BdEgk7fYmhGJf/j1zf7p86GEh453lKOu63jv1ktdbinO
/lZ6r6URC5ua9NT/UG1Vlgfx4bazUQb/G0vppwvgMUN4Yl9AyWVyxPxzQ/CBj30sDYY7mHTHDuge
TbY+/BJjFGSN9Vd1KFj7bAh+//UNkC/49w2JuBE44TAXOFiinw+1Yl1cpKjJdo/Xbrp/CcNpCK/x
5YoBebjoHodr30Ys/C8vqv2+KqIS5CyIYCJRGbLm3n3vwnNmPKGa/h5lUdpNT4FLKNBLRHDHfquH
6bX4mP4+Wr1MtXlvpN2FLy+tS4ZzsuDfmBDRuA6EJzTYmIEsZPV1T4INm6Ge1tMJyCnFbLJiDSHE
Mim4Z4fjsT/lrgi+mKoKI+LXt/V9ZQUxlIUNyRTuHdX/+yYn9mJsprE5vh+j2TlOXVsM/rAF6Av8
cXGk9fI37Ze3MSZ5nRDRzab02BAa/+Uhv99SSAWi7nfJULLZsn9qRZaS0Axn3PL74KDzZAlkNEBf
qewUDPjrL//zx7FzMb1DCAkplpLun2s6zzyPGebu3WFLEgCU5bagvW45U8COLnFC/8Zrx3jx3TKm
cKC5YROzQo80tPcfOQzErkTUiHeaAJwfesU1qdr9ZRoWmbWJjn4u79NtREl31df+4LZP9jTu+NEh
ko7N/t5t4UnMDxqt1IIqL4G1DrYS9QCqKzaG+4tmFjXxEiG3a8pm+IQJ2ohzrs9vlYNhg5eBMo6g
Dv6E4Zv0HFQqsnZLnxAB75xicc2PaL3Twccnp+w4VaZZxlmYqcsgfUyZunrnUDGmmnoRBDCHMQg0
2+DcR3Gu6tCa9CdmmXMlMq5qtqlGAyuT0pQFJW9Eihs3iQXELDHiu0JGBSsoU4O3uTZEoLcH2GJB
4Co5Ig/7dZ8P0U1Bk9QesOTcTvKVxCXiTSI15L4A9BpJi71dXrgmDncKrB47YS5HdRSltICvW4L7
JA6AhpuMp6Undsm/GSoUOdFt3u0IzhU4Y5rES3rnnBnJ7lx7CRL7T+pm6WZFb8e50hhr4EwPC5rV
qfcXjbaAa0p3Zx+Yj8KGAdcEJz44qGbtmRuujagDN+tKUeZ0JxjakdzMoJtFqqxnoY27iMdHdoDM
f+fZ6bbArd3MfcZAbpnROIBwulRmwJjtf6mQQ1z3dxxAvo/ukqMr85IyI26B242wqEr5lmCj2bFc
a8vmBhqTLYJI+AF9fd3yWkX+XWW3S3SfTcEwfcnxiEAKyHzB26OzKq2QA9UUYmZcDRXzUOwBEucq
710XoLBD6f8d4lOG0SsDF7+7zGYrCHmSoUt9mbYxZWLN1MNIINNDzCQ7wcJqz7k0ZYEk58RfgWCO
RAp4N31Cmh1cWCAFDKThk6zeH7uaapS+MTofk8JHF3zWILyGumw1ONcwdDxBS3ytSneW0gwIwn3q
zW4p0qsOX8H960LE3v7idCTS/KhgcWKXkeZ76r2s/J79hdn6NP0FmGG5LwzF5+kj9jhVa19jvWps
L4G7r8b4EfVew77v7a6MjQsk8wN0RgJvBvJS1BxYTwhwFxD+JZKiY9oUkmjLLQSvZrHSK/sWZWGb
N0xzAuaO+7UmA7Abshfc7FXk9/NzEBajwexJIezsvIK19GoX0AVctPlu9nsVulb+rJb15K+8ssXx
4s4mGHty3ufQHprLPJqyDBVZITaYd3xoDdvAJ3dWzB7VqheIQlmYitOZkxDtmXAx8bXYz20Xe8wI
UNXJ/EIruvy8WJL+YnaVNwHhlil++U7ex/NTUDjJAtFL8znrNeWw1d9ULbFw85GBmSWzbKSZ2Dvi
/aLQVPWqFyH+h7/PXj/jXai2Lj37I+Wxlu3vUFeOB4/VPPSW+jZpz4A+L0UmUnBU8dlqagLUCy6h
gfsyNNmJNXXVhT3MqYKdTWK+kEHiOczOtOtBknTjb21FBMqlcby5AsJXQw41ofLDVaDOadlLHiBo
jdwhEloSIhtM7kyUnNUUbbdNfMfvXSWaqrpJ+EoRAwx+XmiC3as2+hkXJrveuYfnxAa/Hcs0AGqH
bZFaMmTprNRLH72sIVbgrDfKrI5DNtFqbTxexqJJzYIkqMjAeuMUGZjLvnTqZVvU7zumHb2zbeFX
PMJ4uqc43+LGI3cELIxVoDhM6tG8re1j1xu4C2zyAdx4bpnaKRFqcHlW2AsdiUNWToF8JC2Cydmx
02tSgaLIuHUv51RCOuP+Mk/kt3C4KehIz9qdowfU24MCGafcklcQd1Wb5+orakgP9su6rLshLsvk
qm0znmnUGUGOYLKmiZ+IKulFE2NB+OB+q00cLbRLlY7TgbSQqerl37SXx/T9fxfbIQBaNuyIoSLX
hfy8o4ALbOPkBtSqokxKk7WlH5CJ5Ts/aBPWsmef82HL4QrpYw7DT2qaJdzlXNPYT9GMB1yucPVt
d2RpzC65G+hqKTMYVhXKomhU+0prlTD5sFtFO2Vc4CR6ZgPLYZRZJ3U6A70/2ngSrL60YbBRJqg/
WQrAX9Wnq9oNPpE0DhrAJ+hbyOAFGypfLp6I2HxBkyqEokCpc+g4K+sxN8LNfOj8Y9TWjm34rUdd
lf6eMFyuMbp3GuMHRrqhVlqX5Synuh5KtswsOBA1pL24CeWk2DlA3yAUh+1ztokqeNHyq4gJnYEM
DCGexPgkUV041waRPkZDktVBYR9cLMAAm9pFzhMwY7ck2Gmr4qQ+Y2E6T8NlMk3MeC6jIq6rZRsp
HwJdCejjHsMkdoDbrLMnmID4xO11RFJRg7qckWnl4EKKr7M8X54QF643ZF046oUOGCCYfbEJCUrP
Z+ueg/tZd4ilV20yO1a0pMjA1AA5VosOyobJctS4kyqqNMcLiY7QjaIlkS0TzaGsGCZmvHdebXsU
Wnj4yT5LWsrEgoEak66/jcyfydfJlGinVwSA2Kaba065xeATewwnqfD9VZNXSGBSVbr6N1If8hs5
0QUbrdJR6H6aG9Z2M11HqFg8JkcBVzUwo+ZdVudRZEcQtQw4wQxg1O6kiqdelYewQ2S30JPfRM3Z
sW6C+6Imv3p57tnBcewWsVhQBakCqgZV2cI79nHPm1OrsmHVwUjiTrLJg3vd5hXfC+KFQexw9KhW
Mz660o3n6p3LheDcESUwO3A7+wHuWHAbjnWH7zNezb77WqmH3ZDssL+MBLWIk0EKx/DZ8U0ZuDtz
kgzzlziZa4zm10Pwjwmj0MFoAYRwoBg9Rn6A9J4aSYPQVATR5dxTG5MRl2r6Ss/gt4HcRbhzMfov
sh8GVyY+WuySKw6aRXnB8ydW3uuaT+aSOejeq4xRAoy3AkYtk91jt9bvGLT5vZ+IKsxIwLrVYAWx
OGNhXSUYU6T+qcvnA8nilCzqq3FmM1quNpNBLlN6RWp0SpKDOGQyCyOIU4DNckkutSIO6Oq1WA1Z
ixZHMitH32QtQeSERg97JXSzdH0aFIUIQWo9hsRu9WvTnl2cgIf8z1/3k+8xCswPsfdkkoIlIn42
74HGnUwTgvDq8q4qW8jZELFVPb/LvJjgY6mutMzk/+mDUQrRwgPPAPt7DK/eQ3Fl4WCW3ezpXV6m
XfhKNo8ZQPJvcWDBiaIz1qq+1BwVbPO//uD3wxAgfhra0GVuxtTD/YkFaxghZphkxHyoJZ7GvQVY
Hf3kLsJjBgo3FIcpCG922+0teDT7lA4lqYDZ5uBm43Om9vZDcWwto4nzSPERRuC0tJ9+fZHvJ7mM
b8MQEJt494j/CYT0zz5/g+0SBAQG3mhikqIjrtours8F8jXDtS2Na2xn2pTIsXgNg/C3dZzbtr1p
SkzesC+veqD8vsmMBoN/Kh8SUCqWgYNPpPLp69KqLPEdykqjLk+T1xM5d0qpVJ30UmHnAo6r3hbv
mAr8+mtaB/z5N4yM2bnlo5y3TPxJkTO+n+SaUHtYm7N9PXopiTSUTknt4pkXRVaHjd2IpUGH01RG
7X+1L9EaJxfMdtPmo6185HyHipv+Megt49Wa2FQwpjoGKtoWT/OxwTeh4J6qAB54ejbxATHGqzTd
m/6xZ5a9mcTbpKmbo5s1RfdRL+UU4AmC2w2d3TKN+JTXdC4bG2F3uNRBn5LBuTsT59CSGA11jcNd
zohX7QtEwHaN9zIcu92ab1osdQayIvPBax8bysCiugH0HYj2KiCCN5fNq5zgpdhjD5Ft4BrTUFzi
eYcRfN/ZMXX1zT7hcfAEG2uraGBg6rTlqfaKrMlvSnKV4kdLum54tx45M/0Zgk4bbU9kCoROixw6
E9TAM8I9gUY7Y3i63ZoD2rf1TPxKZhQXXWt5A/7Uxu/bhn1QczU4Pc6sJ7ICGuOLu5gm4cp0fP1W
Xhf439jBTRZ6JXv9siEGQGi9j1uZXLJ5GBgLHByDSk1UYpROwV/Y7aT5TUIL0gHaFeSrFee+IyGG
1HFlxKmnaQsc5xylt7HxDp/ndQhwUR9JB0jqK3ZGWJ+3FbZFU/8F3tCONMrsyMbKnukM86zDLakJ
zAG736ktvk/pupivVL92eIu3vWUlV8Ual/ilt1AemJxp907VNGUh+SHNpS/iaSse5rAV+ySlVdCW
proWIJFGTI1V3zbvjQicSe2TanpGCDQNVLGLh5m7TYU3/0e9SEleM+9LA39BZuBvuJ71Z7KOZ2zs
8tDIX/7lFcMG4p8AHhgwIDBbOzbULpSB94MxJHs1PILWu5UwJWc+wWRNmvyLBa0SX0x2QiJy8cch
TxgPHOLc+hbfDjsOPiwlVqjn1Voz8LARdeO5xR7pYVnGFmxuspIvZTlhixO5VbI82kE1DFfp6vp3
Jvdg4mXmvEyKO8iu4HjFVRmNhBRMPf9felPZhdF8zAtsde6MFtermwlZRHYmVGL+Hg/Fll87Xrag
grOt/jM2CBkZHu1I4FS/h96GNsC3l1sfDmd53Thx1J67OAnGq2xcIaSerbFYrXsShMiDDraANBXU
PsFpqtLlvNAN7qc6Ddsz6EwT3SUeiho8dergAdOAOrossIlDviyJeCUR6o9T784LyhTH/mb5UXZX
rt7gn0CJ8qe+iqZzP2bWy1ph6l6M/Xc/TbsXw7KLp9I1CAbbRxcSyIlpYVzN2H2lGJM+AFcxCz+v
nruTQ587BHiYD2hwjP9Ec+Lc4G9YnTfEEBd4zclV4A3hB76rdTGNlD2oAf/44mOqchoggGDUFe0P
BFQTRBKVwfbVLN39mqm+21zNVjl8nLOu/RQ7bf+YoLu5LrbR+zyGhnMTE3RKdHMrToaAB/cM8+ob
k87hbIHdirVM8IjzUEJ+Rzh+MVvP+3Ozw/RrPIz988Z0/iHBfuy2HHqC22AhuueGMGPqpWW/+Gvu
wnra8/XWdMbpvoEL9bGxB+uyk9RzKXLXxrZsJo0LYtf2nzZcit+6yV0+Va453mFSlj4tgUnUkdHn
3aWs+v0eRVX0G65b5Z2VxN6nEHY02cq4uZ5gi4f3JuTXr6U39V8jbO0w5M+MK3CS+IPXT4TFUk0Q
nmmghQQ0Dd0P7uzXv7XkqDdXwsG/JrXA+J4QuPMQNS2IB03jbzCzbWj2vXNDcJf9aDsJ4cL7vP8o
+rh5TfwMbx5yYc/NTIbjsMfWq4WDGpm5W/HBybzt424b46OfDO2Nlc7zbbrkyJjifYNPnoX5VdY3
7ieciokXxOe45lOs+GLQu963LXE+eRj2wXVYFvF/YRq/RH4zvVocbzfwFKNTgdEDIi9yiaqsML+4
bMAXYy3Cj14SBB+cneigK2fgCwALe19Cinmk8ws62zNpOvX3qcoJXkMZ3TywNGkTonbhPbFrxF2Y
klFfFNZDgsHM9zVzjbvO7lF/0e7cemwnz02TISHFT+sFjxnyefY5/57WRVZeLXYNe95bapASAsmi
Cis4WMKzgw51KetXNtSKkHT+Q2ZqzB3EANh2TpttdH9sRjBde2hWb4uJOMkrUILiGYvC8XnhsGEa
P9Q3EzZXpxAY+jcfsqV9iquGAB8yDGei1Qfw83W+LpNq+NMKxvoppVi7GAtT53M8ByaRGkBzF/Sf
L0uOH+A6Nb+nuz3e4mj/1zw4Lz64P97fxXptTEFxtUd2d03j0xq31tgV0QNYXfWBL1Y6V5RH7RMV
RUqcEST0GS6AzZGcEtqOeJPgjbuihgN7kkzO7zAoVtIsPCIC3Nb400hGm3aQvIb6xFWV//H32vuQ
p4Z73+xb9w3ZmnFX0NLwcrnrY+I6y92UDTmMD5/sWpwtuj8Xzo57a/P8r9jUdc9V3JnuuU6L8drf
Fv/FtoaqP8ex0d8Foxfg1k9B/MNIq3SDE9kSvQphLCcq3Ruyx251Jkxt4qE9t4UX1KcoQHUc/sHQ
PiSCrifTseYO301zZZ/NZoGavvvD5wYTt8tk52l2DYphfk6YBMynOqxivlDDXgKZ9zNyfOPZwgPu
R+NsbD9R5jygRSFhixtv3i34oV1CZ6q+IM8EZVv38HvsNMnXAkrDcGqEonLiLhAnHOXedb5auLJn
cV/eJA15O64/DR8CArFe3QH+gBuPBA31ZBJO/k4IxxrXMa8mkttrDP66u8zO6jMmW6BgbhGf86zN
/hO2aSdZy+FzD5KGPZybfCjDfaWhJ7UD/6Xkvtrn9r7Lticu/K988Ku/ut2qGX7iEtgUDnt354wX
6LkZ/4oZ3V3hjtEToiX3smVef+10S0Ji0ZK159wzvAe3Xf1T0Jrf8NZx79diRQNYOuPNEllCeefd
PWd9W/6xu3aK97dHmmZVjNGH1p37Lz4eRDipFUX2ZCSGfcUh3HyuyZH54EfGfmuym90s2xZ/cPns
/BzMrvE5DecZcz9wz/J6zYusvikSQtV/KHY9KKEwincSCEGGd0s8Q7K9EyBOScbanUKNzGYcxqki
bULa0GvpdlE5SyjUQ9uOaFbbsAg/6bNmshdsKPRzCvYMR5J2iw/o8jBIvYy4/5XRFVnTy569BAhn
qWNzMiD4EU95WlFcSVMq0S/7y45fzFSfzHZCOHUCRGA+t2Zj0v0ek7O0zm9Ay15D7aDsR5V2G9Ve
7f6lsVdGF1iBXg0VrrbnbZrn/RF2TdJ/6GPGG7hTJe3Wnnjr/Popr6ZxJnc88sb8MmHml16MoSfH
2jBqcTCM6y38YWK5Gt9hWU88le0WlHgG+QbLdcf4vX52ly7O/xi9pBnJNMJOJ/uMmWdsWQCzRWmb
9wx9V8+/wf4g6UjDxFIWs+MFA/3tMsJwDLG86YrmhPFDgk4rXnIOrhPmGyKHIs26eNQTTlKikOhN
FpXOWSFG0eGE1u17S4QxLUg1/sBwuJggSCJI8P7zZkJnt2HxuDBfTu420+cVC4OmvYmLmCE7uFux
+98pyEhLm/JlMm7gtRT1J+3KX+2MxhseR8JsUE1JIghwIT1Iym0M0tka/kvPKjQbc1ukXVg9yb46
obtAe/ykSmMS8QRG0+MFWP3IQQmPZhd41hZyWtEVxW7p+xdy1Ly6f6KWYkksWsykBifOZO9VfrWH
xrAlNzh8tXymGiwaOxaCtwoflCEI/lXHrERzhaEhCX+VdS4UMbjjIi1VI4lU/Z0ex2jhVbPY4kme
mosMhBXzXPURWg6hhK6zEoJ15OgCsdEFCXRtLqhVsApSGhg9Q1JXUzghz7ZWxGWNHurJzmzJ5AzB
aFyXsvmEq3WbBrM3G7fM+pwM95uAW9Pc0H1vvf0xJqyv+S8xwUGf39MXI0U7zUyAzfZuT4jgmK9s
hKDkVk340POSq8yKGqv2AYZhqvRSYcNYHJmj6croIg5goABax5aBHXhvzzAycDwvkITeaNVI04Wi
xuzIFpxu9QhU4XW+SdLUs5YQjnaVMpJPbLqD8RJmWDj+wMA9aRhZxmFNgGOQ+gIvHsxZYSKk4S3N
Olajp4bEEGwJ9mXHeOXGavppw2hfIa0dCZ4rpI/AmG1s8Q70eFZK39m2d9jQRlMA355IM15YG1oA
o0FkR81h6qaVGdQbh1c9pjdYlmE1AGoVNzsjqTmN5IHGFCyl95AXbgv+p1HH4GCpayktnYXAhv6a
knR6Uy3oral94qLfqAaxheRSXBu9F7K8mlEgc+6BOK5XtKWyHDthP7xuysFw2hmYkIeNDimpxHCm
c79iBSi+kSP8GTO9ynI6B9Rm3hpOGDcegjs9h9aiP7+bZ3qUlWRtsz2V+KqtLyu+YMOrlnE2UYZi
WDMrBlCpjKtYhm4bMDw5+AgR4dHbGefHbf2Wsy2YX0wcfFt25yjNq2ukpfP8ja4t+16Ly/DCvDyy
is9mWk5YDq9OD04/9F3uvqR7kpcPmY+5+3VPP+Y/q71k9JnsM1A7cPUxqdAcGB6i0fTE/PZ/kXT1
0ukxoxZizEoWV82Z3FG7HNkotNBZa6zngyVOQhNLsm4nmddj44CmDbJE5WPKo3jHPW+t920JViv6
q0kppV8Lb5RGv1fUNf3SHuIIhQINsSmsDiT3MggaW0Tqn4kDj6vvrY1F2XQCUFvJ/N5cDJWzK7Uf
aSsixbHBwlguBwH7vJPCG8KIIU/PbekHD1+nNlogfahb1BdFS0CfF4dbzFqgfVz/UJNRa2gS7pSr
vOH3wyZSzQ/UiV1AtGLjqldXTns7PBTyDoAKf7nEpkyNFJ9J7dH6mN8CBjakbG7Oj8GDt1Eh8yYZ
4Flrl1EGCc9FjYHsLZBAgRJnVns9J5CrvS9qK8OYWJR1ehqu5s6DAlBM7BGhFyyKt1+Ng/zgdIw6
YkJ7YHUpsT24l1yitW7yprYz7nLTR22+01cIZohvV/xOgB/RDKplAmwmx0/TtfLllRUxiQdy/GjN
RlPba8MwZLarlcQTtRH70AV425EIC+0Hvr0oY7IZK470TMynPC61XkY1dsuzRcgLDuFb+4s/b3jZ
364b4y7cQAsA4Ip6vilyP7joqVe35ogtbmefHD/GpJy6XJ6aoG5tJDqiGjJA05EBSc4kiKbSDSgf
xjef1Y3sesB0VLQcZIsiWqjnpkVQ+mErYV+D2T2/t+sT2W78hVhSjkqlqAia4BgIHBNI3BMmdrwa
kz8DO3oErRHF72Ht0B9mDu5ezBO59lk9ONMF05imLO+AP8Ouv7EG0q6YR0f+uuJY6Vcs/hvcuwpi
+6wANGe+K6pUVIcz1qJQ7CcYCdgJnQpywNEd6JmYpgc7bi/zHHjRUpUi0XfS9qokNHX8aygtgjB/
c3q3crOzZ85bsFxb1iYWYCbWkNwZNUNv5ki0IG8cOgp4mZ6XlI/P/nHkGOUgB61ybUhoQEUSefCs
taaRklh+K26EcgMxR5AKoD2mYTE0RO6Vqdwy1eHFlMxHPu2InpZBojLtm5u9DlCMYdzRtB/gc2Am
d9fg7Mul7Qclzh3NXbTOZG665Xk2aCnP0A7IYHoiE4PW9Jw46RoUZ52LoLVcUYhvhf01x+uojKDd
Hm+yXsbqha7TeXTixyQz1h1OEJacTfdtsOBSXRrCYObtzPjc5VvoSsdRzz+rjMAZX0k8OZbXQWJI
kqZhaRcRVKPq4gdDxr0y3V52Xa1h1kYAShOXKQYE9ihCyNI3sOhzocp5SykEoWbq5Q3N41QGa9ka
yDHb9ocL6MD0hFvYGzlWOThRDjn8QDyQWC7pYbI7udGC3FrTJPQcWtOEGHzKwF0r9rT7gzZ8MwZ8
R5ErKa9TzctpUQ7wmB3XpHV5JqmyG5ynhqKPcLw6RxmBKJgjmH+XNNWO3VaRlxMQ/UomgZQGZpww
8BshTHKLah9DJgJMRqoj3NpWpMbG1U72JCHFPazEipipo4zW1EJEnqQJ3c6GkwXD+c3RjjAsnoul
4qU6ihYuTMlk1Ik4RwivPDI0wX+8sxZNe0Mlw+qNLCDmkPnmFnb/najxw29AlbaAMD0PUDEyCXMd
WGR6zfStLYN4yDxidzPGPe75NyEBwPwnQ551iMNryjGqMnltFIksLE15yfR9xfpb3hTIBfIarvEo
b6+5sJ14p2jAxsM8r327VNWVOtuA0oVrsQFGLpfAMfe6gbZIHC/9uXrpdOeB2f/RgAy4QN7qbT9T
dpiaPkOuhAhtdZu0YeM7WOcacTHzD9WRJs0g/LQxT0fumTrk9TtNHpz67vTE+XWnDPc2KyB+hjMu
xvXlWrkC6A3bUHpzvrz4B+j0sEqREDRbJ1D0hnBzZNfVM1Z3I9anRzbLb8QA5LCORGMrR47esmEi
yd4+mXi4QeFU1ISSgGf+pHwlITS47Q2kK2exbtuj+tbsQKN1SE66TzOLne8y4VjGl1E3Wi25CIYi
90j9la1oQcrzxVZ6+7enqZiTST/IwzfdFbzpBAGcEmofcI5Afj+JEBUTeo7qDRRvMvzTtkcwN08m
Pm51e0qYbAHjAzmZmI4pGq16Ds4YykNX3KY+TETDq9jViSq59UEe0TvxUZGyYNB/Aj6QR6Q5WpBn
5YC2Bi8NiVwI3cTD2kK9FN2Aciq/frMIVwwOjHxkudZKFJ8q+m+PmzoVFLxNg897Y9GpSx7bFQhA
Ey4VjTDFGIdHpLleisJDyoEsdXUO+ArQAKM8Mr32XQhLg9PJvTe3Vewi5GYKYUWpw+ERylYbIXPg
fid2I52YDrGbrUBwFPy+xFtj7zFVwF4VeAML4Xla5WFsbNH8sgYEm9+izci1l4RuencPtgQXobz2
J6W2nwga4XdKuybXctQwulqcowWy3llMfSHGjfGSDFBuFMma/gteC4EysvmPR8WmQJvECUEwrzzQ
wYDYBY4bng3NqPgPaHuDymDZ4qpw+HIuqy1MHlXs6qObbE6qTFfpt7qU/CjKMEUshUtOdd+BarBg
/AMaUTxEbaKiqqjhYAdXqtJP3FaokLnaKYp8mluwUcqb2LizVIwXxnf0P5oZo88FRm0HWqbWur53
RuqssrcdcIt+41StuUIJ4XtouwbNBoHxIeQKVT7FaKu7V2jmtPwBG5k8XgV3mVl7wGTKB0TnAJht
MdcUeMVg7AOGo+lUPGFVY+7LVWeukUXVI+1Mk/dCWFOlNjMFod1o5Zuzh+0mtlwmFkRQf+U0RdIt
ZawFvV1OJoXPeU4uNXERWyxzxVHkIN/E1zkhk+lF+2xoVwt4obK/q1YgVLu8vtXoKOQ4T0GxeOqB
f5D5gzVO7fUxBE703StfJVhaNrW8d9YmOZoRqSmiegMi6kDqEoV/qQbIWCEOPJJxY3lgxJOzNKE+
RKrBFiXymyvF38MWIK0dL50iJcIzkls0OAUCzJr5HrTV+oKNuEi433S6ikhELya1vm7wRRXNj7zx
fBQfkdeULlEtBw1hEue4YSNFTAAa1urgvGnIpU3yMbCJJljN69Q35DzU/D21kJWZNEFuIzcPAyZ5
JkoNSJ3oQZl3jGHQJks9iuvhsWL7btCgzNX2sexwdg9PirG6972QZ7XcR5+OKg9GByRo07aso02x
LvAY936+s9qKWuUatVs/k4hjJEL71PtesDTCMdROVZ2yKHvjtR41WoLekrdc4ykNTZ2Ulf0sr6pu
lRx/kbKhUUEwerPSdlZa61Cryq3xQnEESyG3UFDZ5ij+F+RyOeHAQYq+rL2BsiBXhNGayAssL0zH
FSeVuABj0lc7RBla7I+aLstkWb5Q4m+r2d/g7R9a2xmMTny1S6hEvJeK1etL88/tUwZbxG6x6sDG
eNQOrn18K15iydxQ5HoFC2i2pnqJghzon6a0c6XM6E1fDH7Q2P8PY+e1HDmWpOlXWat79AIHemyq
LyBCB0VQ5w2MyWRBa3nw9PtFkjsz1WM2u2Z90Vkkg0QEcNz9919cX9UuK9Y7wTfNuW05yijU/W+R
zbduDbx05XLNtbveCt+NyfRlFbN+dVKQcK8k4qs9yPU1VWfkB/qvtuZbfqGQHGqzERsyPIv9L1lI
tOK8JXazOdi0jt+z5Den/Ks/0H6P+OMInTAOk1YzhvyB4+7amOO5fH3DHdW4fqSaZDECGEqIqBPB
8rBRyX6f40mBOIdvHJDugUp8WRd8a7sN49pENzkpdLUH3e16uH/T0L8fCjvGx++nC6bL0/dNeI6+
jDX6L2poVyXS5snM9R68/BuA+HLR+uaXu0sfj2HpDGj+2Dv9bkW/Iedv1v1VnMtHmHx1fc6Xc838
BR5WX6TLbweBGfWCofr1XPVyelYSQF4mSqfStOWwasS6EDZhlcW4nhto/4t5g1wM67krVrpGTZF8
Lp1KD7Wx80pklyGHXWNtE2FNpoPESYtHYoZsLJU9ExR5HP3MGmT7GYumnpYABeOa3zBqa0VgNUQM
jy89diWGEwgEL9jJmuuq22ETAQ5t18lurOCKRmnnPsPW6zi1kKKSrVswid/JZBr1fSWruniuuI3+
MhXWus+FNbrTBq/dlb1mVkoLOB7q1KGe2/FVbdquvkEVF5XbaOLvg0Wlw+iuee5w/DJDTBCMLZhf
Mt4tHffWphSRVLdNrc7rUeAKE+R1JmDU18KmL4g5fqGbGG4tvQGV9xio8wL/S++T+dCZk1WD1DDf
aadqraoZgVeTWRvMbVzcf8Q610cnLVa12xi9OwwsSxzyz9KNUcwKWUxprYxnxc6XQvpwc2H0eykr
wEXxzCqac52cM7XSbba1Ch6B/rh2s4Tq5GT9RCgZxDJj8euUpJ/MS8mVgr+dcD5YgcpjoCOoN1Tz
FEEzFrWnJPlkuwecotLB8vRJU5c1mNhZzbdFbZXde21WsFrcKTHnIyrSsd5g5CsqkugKdZdiR4Gz
M2qX24Yo3WbfgngaZ7foa+Vo1vhgfjgcys1Ho1pWBgaqoFH/Ua7wnfIwGZfJmLwemnkDMozbwU+r
mNk5YUD+ggyF9ZVnfltu/WY3c4tcKfUmhTsZwBqtNfXm0dbrH+ZKe3WVuC2gbd+hOV/Aoa3FsXKC
GSOsO0gyvDNeZ7iy1smnyNlFYfXPEiqVpWns4qvbqfRK1KS4N3wdywokFs7Vb/L3d6P81eJ/qRBS
pBvTiwPSznDw1SLV8VUSuP2ynxFf0UpfvuxfbOoF9Xp+/qITf71I9rW/5PSbKM5fr6Jpq801kanE
Vud7l5GV+uzwhPEcRDL4Iil/F5wvyPNrRRrh/PT7bMZfi5vVhkmv+mMNlA3/H+sTgmLEuppP0dR2
qnO7GGulOGE+aCwv0tS+jkirBtPvsyclqoZG/LsR/Y+Z7docLVrL6dajvagfh8aJqp/pkFvRr5mE
eASS6qSW90MxGPhK9Nec5K+rld+40+//9MWuT+WcgjCbhToIlkF98WxTyWRYgy6ODjaPSrzoAba0
V3wi//LISX93JTEXKeBwkE2dVidzzBpnK5cBamakChL3blttjAt0vmyjScMZTcaJnnhibe5pKVDf
3lp6Fa2vI40HmWQWRMrJRxkGXhDqQ44y5F0UItOUbd0XKe5wF7vn5e12B9VHc6dj0o0cfwpaSpnU
LmbYaRoTWokz24Q79VKqZhOOXdu1HqQpoSBlI470plncFvKTnOOMFsB08g3GV93GHOak2LqDhJ6E
H4DtQlxPxEOuKq1606OwCiazXVgZFcVbjnj1GfPufFcLZ/yg+AxNYK+qDCPXjNDuyIRfWtjJcARE
xPG+m5r5c0rB4HbMdfUlAcW8KbNJPzjZNIXj7PIgDuDLxq+G9OIq6Amm7LbJVCwfnQGlzHNWMaf+
3I/NzzZu8GeRcIACGzDloUOsfMQH1Thh4qFX3jpnidwIs2xvLHPJfkIXb2853Qo+5cxIMFAs9aek
6ZSdHXHOoxiV004U2owWmyFb/QEtmlOtaOrhhV4+PvR8+EXnRfWo20EM13MvQL9/obxYDpixJrA+
Ohe9CisI3ry86cVPVhC5eRaMeRXm33Om+QkL7dbruhSEXLMmaxvbdHpeylrL2pvmmuaIXJw4gwwm
+p9rVcJAioWl45bG/g4eRYEJiRQIsUSmtmeiE9gWV3Yh8iBjQGJv19Z7u0z1INP0+ZRFsfbqqLX9
A9eh9CNN8vEA81G/nReNu8y1oo3bCBX+UmEcxNznjj+A2y+eUKPugNVG/UZtozJMiJbeFM2oNknM
c8eo9zTCvH+NmIdIo56zu0p1y80gBndrmuqy0XHd/yFKkTxHqWn5ppunm1lZo0uSwd2xZ1GwiR3F
4mPp0t5Uhs6RmirJFMCwK9utXtrpr6VWtIfe6ZMlzCe1+4D7utgBzEYAQCNRpsZr8piTJcLF0m87
dJBkL+GdVSh5c+MMS9eH6ijKMpjcSodoqqbTFpn4/J65zGJBFfeqL4xoghiyGMcMY+azSY0/rvEI
bzCR5oNWtcVmzCKC43Hq32N3F8OJHOY52sPdHOOQc6l+cEYZnzB77Z2woYO7n+N0/iWaIWZ6mxw2
8nrW9F3AhegP+jX19E5diCViE505qt/giHzm1yJajaN1005D+VEoWEw/Zs5E4jc/sXGu+4G/Umrm
e6WoVbRTlckan1wJmck8O/Nioyhk/F5d69F0+ISW3L9+SxpvMVCH0AthnQUqIidlTMQIXlNHmh6u
EigYneVQLrfoofLhLGYkJHvoOY22B0fLtZ9SkkOQ+Y47O+ZzjM4iGz1b42njbBFAxkOwEJ9d3qqq
KHFLgjGKZX8Z5FKx3FVHAkiEXnabEggAk2hgoqEfPGD+Q30vOjkHZRWN9nlRM5VNdK2q6mmWMavd
akLHuhUyXe9qrEdsT83N/i7NXDTuxBiIxO0gKEJJ8zKVBftOIqeryZJgVxSQdTIgmBnjVt1zGxT6
XTYW5vr/jDP8O08YRxVcOnTgBRuSCpHX/+KOggmJ1EyYXDv9t2Txe0AcqHDfcaD/+2P5t/iz/k7Z
6P/57/z7o27AheJk+Jd//vOxLvnfv19/5j++5+8/8c9z+tHVPcyE//G7tp/1zXv52f/rN/3tlfnt
339d8D68/+0fYTWkg7wfPzt5+SQVYfj9V3Ad1+/8//3i//r8/SqPsvn8848PIq+H66vFaV398f2l
/a8//2Ap+F/Y29fX//7i9QL+/GM3VvF7J//bT3y+98OffwjxD6LQmdawYMBtQlhoeSAL8hXN+oem
6fx3PBAF/8fCwqGquyH58w/D+QcCG4HQBedmvnBNWetr5Ap8yfyHjW/hNSMetyT6Fe2P/3vlf/sE
//MT/Vtuivvb0OU/tRwY4+rYZtkWge3X3+Q4VyOJ/2J1Q/gv9d91cWR2lB/RstXa4iGJ1mHXs/Dd
6ZR+Xw6lunH6JVBFRPpBou7skuzdzE70jV1rpp9XtRNkefkUCWlt7Hk1QljWJbTVWSVkrNbhrq1z
CPdcPze6GHaNab0DK2Z3QIzNAb8XXDZrgsKYo97kbP6a7G05Ru9dL4qwbhz80OtovcO4pj04OIFS
5KrkeN3BhE3aa7BDncU9CN2O76CgLD4EI7Fds2gPzotuTCOTT3F/ZLJiz9esp3ReToq2wFEWg7Jl
Rm3Cq13oZmIpdF5Q74Z0GnQNSbXWuCBH9qYoGJbgXeWXxYrVxR/djPTNpG5DYIw8bEvVeWZdHe10
yroWsJWZ4BhYqS4CKx3VR9Tp5cglKo+No6elv3Qt8iQRTy95v0DgSCN4Yalr6jv0wg6XY8dwINtR
XXGdc5VH5GrR9e2EPgYFK9ERfw5g4kRzR7h7GXN0pGxpOBJFWkKa05B6NhrCQEq4+HT3Jq0+U279
6ibTtrJrJcTHvfmxYrW+UTSiq0kfw5nRsyY7fzBidiOeUq9XjalTCnhlJC2GCheaeSuSkxMOJ71H
H1JK317TlEATPjojJcsUD4A4KvyRjplgckcrMcO3xcskl3FPJ1Tu27yVOwRQHwzwn6Ax5yFdrbCo
DflXUbjIdBNlbKHoZu2ZlMqj1txr8S7ThjJYSC+AS0JfClWWgNwR5QEko1G+Si3pj4vh2O/KCLPW
JNGiWQY/Tnt9u7aoCB1pPODTXu37yfxo22arKMobm8m9sKOfWJbf5t26rRZ1V2rlpXNtLoB84LBl
s343wsb67BOSO7p67Zhn+fSsmDTiZSAUxim0QMR5E0LIOYrMKbagLO6dwTrQobNdzC6Ez+kCAEPJ
1sutoyltUJndT47z3Vrp6vviKvjIY88Wr0zDLhrNSa32lBb3Bm7xco3eEvJZCggSnq7mysYVVXEq
rAWfgry9J1Cp8Z25cR5l25f3ixwtipbpeNo0Kzv4f9ON29mlh1ZNx9XTTvzKSiSB7bntLfHWtTux
X+Y6DjORqmGRFcsTspmcGOMhPY1NYYddq0Z7qy/ivSBr53VSav08T7XCjndsJl8dmqes6t7s0cWr
vekt1D4Z0+o4WXZQqRatfj6QjZS9siDEyqRrta2b6eAkho1/vlk/TWvX3qhVHO9HkoCYa+LCrwdB
YUVKcsJq5EMy4w2e7Pi70PQz5EuVo4LUHcevr1xDvO29Ie3wBSiu7KkaqrxgYj/rQxxf1r5ZTib5
oDuIS9UJu1HrzRHGg5IIm1qfPaRJhZaF5jbGRsfX3crh/JiSy1yYamATLk1LbN1Cwd3WCVedD+Qm
5gR6DudVT9JAX2zr6Ixze74qSVL3oUZcEmaG1eP1EnsAjX8RLQ+dXJmrADMLdUPXQmZAq55Gdba2
qjCWvY5p/QXJq+Zdj+lDw9nPPWggm8tL+9wievZSi3OWlBhZ5eE8N342OTsLcYOrwdZzqm1BuIqn
WNPeqfRzNPC89fOHIBvMN1xzI685RYSrrJG/QnmHu3Aym3t462AwfReuo5uHCOZtf0FwcIo6k8FJ
+2ydWfG4nMMku9J3qzmGMVc0T11F3pnaW5eyKdN7wBVzU2h5cWjwuNksll7/Mhd61KLJ5zuzTLMd
KZPNo6l2IfGzQYovB947Om1g+SyNavW6SfPIKDpUUxGulfYmIQbuW8c+DoVioIBMO0+ADu0XCDwe
W5z0EbMdzIWqSsX+wiwPCyaHZpU5oZhVAJS8QntMCqIMxGQ/LVXFyzupEuIJy2eAaB1coU94/6uz
6Jnl8ryAdW2ulq/LXyS9zFt1bMotD92yS/X1ZZpGQXUw42CW7fgCVzkg8Rpi9jT3MzexO91lXflu
xmO8kXCFw2wa0hDlt99N83JIogrRRVF6ErqmN6ziRkptN6BKudNkL++iFjlFo1W35eo80Kof8fni
D1PzAEbGnRI1b8SHpWEzJDLETzp9ZX67ij9LLpLTBxyj8YUNN16M3Dx6P0y3ltIPXkLGj7HWISld
+g0Oe/pWzvp6djNteZ4wAdkVxbp35izfmklWXMGekTSuZjzoWEBqherl40k6aKayCndsD+mVhiuQ
K1gH9ZC2KMFkI+8ShMpeVjavUy+FpwzNA6FTzqGS9uolGnUz7pZoT6h6v0UsE3GGdzNB7dV91bOm
QbJ/iPUKP5++2E1Nrx4GuRqPg3aDof4cjOvEWFysA4lJGa6bqG5PyKlXp1JI+UED6KHIvuiDYu4i
yb3VDcoLntowggA3dnaruncjoVgcD0Ozp0YYu4IjBJ64cDdq1WCVySVYW4thqvWVTu08U4kzfpox
H/08lLHxrJZ8NGNnP+lZutWtIWyN3vFAtFF0JbeEFf6CTRigXKduJNFHwXsBiDm8FXHD92bL7KsU
mg0QXfTaKtN8iR0KH0Or6Vul1LarmyynQW0GT52s9kdSd1PklQQqhTaNWBpmHDcBRMxduWJblMzo
fdyau4kMlQ3H+svcDhs5aFvCVI5ocE5L/hozby7ZqzsU4A7FLbTP0FjqrUlAj9cl+sVCBNHrL0st
H6rMvI/zn3hSeLpbbIg4+FF2SqDlZzdKA1vf5/X4KkaK6wTuMtS3xqjv2nIC8HdImmgXh+03eCbS
8MscLYR5VFYQa3jaI+/dQ+F+MRgCg1S1Lu2UDDvsOWFndvpdvcSUqjpUJrxphmnqw7TZ6rO7qa3i
YKSvsjU3I3y97VxW7+C/t6z4g6IRD4o7vzZqcjCN8aYfjNuubu8GbhgYgFhldG4d9Prak4yUdmE0
17AMVXOv0Lb6lSZT9ETRNVhYi28w+NmtjWiCXuEzcia4aGX1w8kNHJVS54eSzyLse24X53c4Wu04
2AeVzeLlql1uqGRAEnkfQWiPTay6LLYwCPHySn1b26byCWTEg2+J7lpbSXeGVWkBztur1y7Gw8ia
BB9XOcKPSdtLg4LFI3kk/kiV7keSTFkoREHF7nLzaGLou3XHgV1MJX0Lmfcm7ZIzoXufiWufO0RM
G0sh3LrtfskEn30s5102MvBCNvlAC9bqRqhDDvb1659lt90rDRuvofpxg824Q8ekLIl8LbSBzzGb
yldutPLKYH0p8vmGNftHNaoPJWPMjaIWn3RnzaE2TfEKC/i+VAf+qkJ4c5J4Fja4pXbvTD23kpii
W62fL22iXcao2nYcBj1bAt5EHauXpdpKftFOVeP6XU5x9uAW8bJPs8+xJo2wdDaRHKrzis3Wpiss
fzR6+QOZY3mGiy1wnWrc25LAP56Vsr3wTN05ZfFr1rKwNjTFq5VS3U8A6KFl2krhTUI3gs7RrRN6
KSQChmGG7BmPdd/nKJUM+wG8NMFYMZfyyUkb++dV5O8nJEqfIiJmgjimwLfSBpRsnSFISKylpW/H
QJsX3WPFWgDadmiw8hTWs2XdqhBHwyiPaTHiBB2vaE643YsbJqUxBNd4G6PogttC+oYw+mRT6Ydm
csMET4cHTF7aI9GgRLE5OVtjzH483B8Tllaj8a7XjdiVBGHAthfKvmZvIzwN8wT4PMgEbNgkx5i5
QREGdd+CsXoUbjEdyVTJQnibJROUObIParqHJVnRmkap5alEvj7i+ZYHlt2WuLCVvB2VjQ8d1bI9
qp0bb1Lb1lgUKm6oF3E6hm7u/nCaNN6w10R2zpm+XeergpX8SJ9zcvKgYNZB7tbjoSnSAv2WeNew
a/sleT4mJKDZpWLTDZM/y/zFHlRvVpO3xPltiRNreywwqkNZj6vmxfbY7bsu1p4WzVqD0ajILyCH
80OA3m/yXuIYE3eo64Gkn7qROjyRB+UjTLUP+iqSoHZKGWKDKz27nKQ/8lc9K4aJyQnMcft2STiS
AJ/sXW73xm605tKbsPRVdmSORv48yBdwVi2I7cYoeFeL8TZzG7nDNvItWcsCS1jXQSkK/6Y9m9KK
blnhiRB7GLmVnJTh0CjrOR/ZlyHUbbcks+k/3LkWm9Ea5oOW0Qz4jsFJTISE6rtdnHokA5F0bs0B
zKBpM2LOdOhdVzm4E1Ox6NcnW8vVl3lCyGFiafG80m4/LzLWYPqOncfpjsTCqcqdHVejj5S8uKgL
LHxPgksdSd7sSR2qFhQXUX/GMzAPFqhut60ryEuys+4vBKDwU9xcnDuEblj+XRb3BbUS+V9D+Wzb
df2uJWUUsi1WqOSR2AkFGsZatR9u1V8VbbGLF5eMMIeKk2Zrq4t+yqQZ+fhqG3dpar61rmI+1ZMG
t3DFzgLr4fhFiobBxrSqUxSXyzYCJPdiSzHPedI+ZqwVvW42zD1+oyV3a/k2lNxfsBsD2aFNtwoi
oERPKy/Z6hwJNEEfk7vPudYgTNWBhtU2RxhvpHd63P9VEa+Hmr+sTrVtLmemc6Swk+aGw1i9TmYf
bdlIJyfofVdK+bxyHMXzkUCD5ZTNUTaFZW5GKWra7AlLtJXQkkylztLr98DSWyrImriLj2OGcTNr
XfTqkMq6u9rFIG6KzI1bU3LUGfnvFefzwVE1DwdBzzIdNNUa18LKZzhMIIH7aMqtez125Q4ru3KL
3iMndZ5A2VfRuvK+xk3iQqNm/tSdbrhZ1DEdaQL1+bblTOckSoxfCiwkSy+nPWGPLc5CUXlfWh9J
u0Pvc9cO2kc8u0HZ7kV7SeqBVfhOH6qfZCh2h3LFfQGhdbljP9VuXBtpjyfmTDm5rancFwJeGYFv
E/JiSq2CRdsHd+QCkMCOo3Sm+KSMaWAo2XphgRe/8sZnx0W3808jYlOLON0k2c4tHgtTcrDCyfFa
dX0UQ8W4UETLc1Jq7ms1D8wts2jflimt9jLSsx+dMWIAQ7wdx87ULSwE7LLeyVFjWw1vDYVB8at2
M26EAS/7nmMJuze81+UItzCpybOOHH1N3ko9s8Cp4+E4ENQjQstRVG07dPDJ8PUzlAsSoOtcN3Xx
K8wHJaf/L8a3eGnLCtLWgqTTquo77LXx94ANbbMhx49C6ih8CA5qtVuypNR9qpdt4UmnLaFTmGz3
xdLoL5DQy5ulEAvdg2YoGISDnHd+RWDpwwjQvAY6vxLfvta6UYnOelYazdiXmrJeWAUwmWp20ew7
3UEPuyRt9JjMbJG8mfT2O2j+5meEp0ZAzArCYMupM7ZYuQX9xszso22Y6bYWo2zYxCROwCAqfpoF
CZgqoVUQZMid41xqQrNV9ECykmVYqBmZMkBwdPbDAV2nnXogGvC2rHyuFZ8R3v1JzssdylDxVOfM
FiXedkfRRUA2jFYeZc6F0QIWZvmJY3VB2sLyDRAL91sROe9mUu8n9nS+OtYqp31V+gZAwCEZ1cnX
i7o5xw1eBeY4HdDHBnamHKtEf+w6zTdaQVhd3G4GxhE05tH9GNnNzqD38gmQ7f2x75jc14U/uesC
6azbzjg3pYo7QEGFjMQ9V7EX5vBqWLaXSiOEcoicxWr3LAZ9DKK5DV7befIzW9uW7uyPkeU7qeMN
801M63qRuGYFJj6eZobJSmrmfk5Zr1udhVFaUGLmtEKYnVQIA4lJU5dnKOX3jVwDUc6bVDqPhkqI
Yst6aF5w9viEO2j5k4G+N7UupCrVj0yG01ZdnL9Um4WjoTLcTo45GN6op0AjU7se0UVYB3fMLZRl
pE+q8cccJ5+6JuXJSFHqStRdWKHX7PTk5KVG8Qx6kXsNwCJEfji0rgMFcUF8bDrusYKl6KE0Pjq6
+eHgxb7tpxTyveG4dPDY6V5HT4OacE8QNTarlfopBc23XaflhQoc2o1cfC0DCLRnB1ltA94hQCwT
Q0CjLG7L64FnFrjIRG4mA6fSDNbA9Hmq6bzrTY6MXmxA98ISB2K2sajROsyQoMn6SxMFY86gHZsX
QrqCDAilRFQepf0vsdi3q6OdXcb4sXGf2HdnvsIW9tIxAm64Qd/rztC96/1Ya1rPr5M3dSyZTVgz
GYS6p0WF2g/p1HivCLkxyKakf1HpejGCgNkeupb6YJh1iEKb6mMeFzf+YTu7Nh39tcXCxXYfV+WK
jTlHjUWhO4ogL+lk7ea4OhOOgIlD9ot5aUmeuO5naTmUW13o27Fe3tUkP8cZVzwIXHdsKzRQ7llp
SRCg3CyFTXEvb7Lo1CUYdfZpdMAI5kKnepMbgMR1YWUhpnVvbWrOMICvZ3p8maqxRfrkEl4bib2U
UHUIbwtS2GQsJdeA7OBthabWyzvN9VxGGK/uWmNP1X9mIXm1VnWuJj+nTG0usGXY+e815n5mxKBW
TdhsU+36KRsOz1yuy1VD524kX2iy2fSqhkdiO8dPx3YKUfZuiIeD5dbUMzUy6ZZqX1cyzuvJl069
m+3qZKnlTup3II+0/fOyaWqqCWRgT85VRayGAOimUhYYvvVW35DdZVt+MVfLrmNHLRsVBGuxiWAX
9t3sFBty0XjWTLx/0V5g0AJ1KGv3U4wnizJfVl3dYvIfxNb7PDsMel1EMXd/2XWxRc4A8Sb/JFUd
wN5Yh7NaCfW+g1EW2EnD0UpMpg9zI8bEXWCxYoh0h2tlxb1sNB5z0HshRh6bhLu7Vs5WyYGH/5eH
4h+r1DBagdjG6pC0bUAq9xsMVKKr/cl1b1VX+G3qbuzWaPxpzDcruWMajCvjIUpPbupgbNLBBzIi
CGYHd9aCuX1ptE8n1d5pzom409oOMbxzR/ZTtEdneqyLlge+HdcjRKSABJy7cmjPmQnkyiH/k23q
LRMIQfPzS790J1W+YIJ1qVqXWgmFKZx7WgIouC9Zmm0TxhSr4UNpkh5GSHdIR5x04kV5UsQ5VRp2
GovfqeMRO1nPKddgzQrEzFgnlieZV3sldXZVt8bHju+DQqOzWc+pIbEkCZ5Y9pMBTkUTZBwct9pG
xRO4g5dHT+18M0HwUuz1Abs+kP5hk7pbAgC9ZrBpQS1mRkBq1faj0jmzUiEk65i1LxxFHj2HBwaB
0TM2Xt0lpSNdjBlxhvTFqt9Z5hNBAL4m3kz5M++fWLcw7DEOUg96zt16XY7d4Fd2s+md157YrqHR
fA28AxkRDnTVzaCAuY1wMirONObJl0XpNd+pi+OqjqSwpu7y2BtSD0YY2qFgW0MYi/OIQtnYVIu4
GPYoz23fMYeIqPbX4dNY7EOZ1wiPx9uCEW/jIsM+GA27BvqXQEkcDUP0+bFp+ps2U/Zdm17v6oqP
LHFLhsYB4ye7Xk9GRL66HkPXGG0U8YyhIuL4k859thpWaOG13HANzHcQRI9CG39Upp7G4GUszfVy
eFSRS+ycwZQn4CyjuNeL4ZMSBPph08mw+z9ZHI1ell9PcuIlbqNsWLZz7zZoqAA+OH7ZaLxGcQyd
olz7+1l9spXqJtdyr4BHQ1qsbt2mEAv27K2BcMcHIwcdthhrWowX7GXVgjWKX4fBkCd7Njf01uzr
ptcGZQA7UXvT1/VJiLu1o9KKLQnEctfPi7txdG0OtcV+TFZKjasf4QDcNs3z3GGl05ePuWJ7/TQE
Yigcr1K1w5wZG+ReqVfhiEYhFDI+pHM878zCiTZA4dmudJsGCHBtiGxerH0+NOdUhRqPS0uiJpcG
IBeYhZRUt3Lvy7XAAn02EaWttGIKiLuqN/CBSjAld45hL6YmvAP2HH1PpyXdrDjH0RHTuHFXTDJm
DonanTvW3b3m2q9ZGqf7vm+zACKje1vZUXRIscRJeBfgvzX22W3LfZnWt0myafWSbanm/MTmKfZM
uJRbpIyRDxdXX2Dq2toOSbC51RCOeErldjtcQ2mAuAntFFfoWOKLZClvRALscldJdjQPuBnZEnKZ
1Ap/cadlAykbxfwQqjQWzjjcwELMH6VV2ZTqjD7ULi9L5r6Xs7HVxHSaLSfdwkV8kYVyA5TwBDdx
p5jLTmuc+xWJTTCoI4iVO4Humwfojvc6bd3Ys6stRt1LBj0Ny3Z4KtvyDlIYNnF4eQH+ki9fEvZ0
1vpBhKYxT6GYlr8SWmhvzZxut9b5z0RGdIgm9Qop17TFFv49c97ttb23zTQHcuBxUuWZwIgnaKpn
Bfh9m2JBRQUwtA2z/L4tWnMP6R57sMZI/K5pH6JZIU7RRtF56KEwbt0++SgcVnlQNyuNShirD6uT
7KuVNXxd0gljmeWAbFcYJnF3R3WgxvkJ/abkiJnZIZRKlRwI1j0AsRGzWU9Q+9rICmCbFj6uQ9t6
Xa+GHHyPrH3LGud9WuNquEK0fYpLB+uA2bqZVGhyg9XgBnx1zEMB5fUVeQOkmJt+6lxXbu39VdOG
GFSkvju21rat5s9mBKIYraz2o1zXNmsP/wkDiDaMpdndQEy8TTOshvjT4KEOTrkfuqY8xK3OedMs
YxCN3ejpvW7vLG34gV1aswGwQB7bRcS79+UGL+wHHr475NcSAxcGnkIXWtiuA7vdFSQsUvPlFYas
w5MjZya1rj3OhZr9sjqj3jtt0h1Wsra8ZRoNEDwpyG1PlcCEqR2mGDJiyJvMe5jd/V6xiCBwyXP3
a5SstHeZBq0tG31Sv6EPLksPTwm2A2nZIEZp1WLhof7Kl/RFKenpMPXcXnN4yJqaCzJWlBTdZvMa
szK6w42vCXDPcS/OYlTh/2HuPHYkV7Yl+0W8oHZyyiBDq1QnK3NCZFZlUQunU399r7i3B68f0A28
WU8P6qCiIkgXts2WIRvlG1OWsMhwt17ICTKvaEY9rHLszMrPXx5YRIjSH+Wga9CQVv/M0bANsDM8
mGPrsIFzx+VEdy8NF+DM67oT6bbuAMYlf4Pl5Z0xJTqHbkDPptoIhXnR79Tx+VeimDfS2vUu8/vm
Ty/sYT+bnX42ZeJ/Q5zW3mlbnn9ler3u7GZY0D0T1P9Kfhp447jqrNfWTW9Laj5D5niIsnwASLDN
y0wAG/GTiUVucd6bZRf6OBKL1gpTf6wjYXZygwzN4ScrfCwKHBkqzuLAx3K7PMC1xjVgTu4zNcxm
WIn2DctWGeamh7sAX1ykgHvvk9pfXnFRZXuvqNSbqRGVMfTskyFKt5+TugvA7V4ql++wsfLdmGXt
QWSxs8m7/DLUOFliIJCB1VZbRKiIOZwVVX1dHVICXWFnTdmhSfMtnAcwwHl3oUiku03T8BVTeBxh
fWBFU6upNlPKsWFolQr9tjv6+nlJ9K8e9SDVjK2m0rAnlMNTydsDLWY2g2GwLHyTzovS1bAjWt/s
zTazTv+2HP2PvFm39qd+6bufn/7y1f53X9X/Ydj6v1q0/j90X5n/T/NV8FN+dYP6r+arx//wH++V
Zf5LuKaje5jILdy9Ht64/3ivTOtf1H5aFDy5QgiKV6md+9/eKwdblsASJNgZUA/dh2FK/cd75Rj/
MhmTesLlVKA7tuv/T7xXpsef/69dU0K3HbB9/C0m0UMG+85/K78bZ4t4UGw6oRGbhR1lHZF/Y5Zi
R/RE7BPVQld1BbduVCxeau/glMmN0HHGLhev5UmWmdjVdv2JRuYGhg8PYG24uuWLdvDXmUN1a3ah
yT8kGJT+VCfDggjXlC9CM2BXTDb6y9gdZfE4h+faECi9E9Gs5Qpy28B6iTXo6NXdzq3W+Y0++JH0
BBP42FUhf8rd+FPmhn2M5uCX+coUMmtZFvp2Bd5FMQijYTwpK4ejsWo/qIB8SshaEHBVRRgn6laT
/HTgRYUs/LDYTJZZSeQBKdRLI130W09CRXatNgW2M6lTRbfypvUZQzT8QkEiUWGrbPkzpbUXNaJ+
BV/vb6pyuph6re45zXc7O0nEltxGc6yT2jpY6WBtMbIWexdYHxqGmZDmkmRgWJj3RayyvQl4eVMT
1QbwNjDUKeAlbj275u2dYvB/HZGxDUAmhBj4N9zKYm5q0IxeS9m4GLEwsxWgaEPT9+bDo9QL4ZdD
tpMNf/vB2z+Qvs91Mh5tt5cb9EwVdJ5xpurHgeFkUnhvLMe8IvTGxVimUTKJPhoL70e2JqTaWjCn
HBqmkH5az2+ysP8wcOpOvVDNFh3LPeKma/fkzb8cbb3VKkEnswv8C7VGoGQt5C2lLj4CNACliOKX
AOSfFfVGd5+tsSBr03zSCbaf7TnjMbBK/7DIhnGXynGHxMLfs4EeLAq2g1gbxmBsMjI98AgCTAlI
h312yjrjE6A85jx2w8ZmFGwAZOQXZJ6updrrQmzynlPN8mno5brJElkyFpbxKZEOdMkyTondgsvU
e/crN+zQHrKA2O05wW1ll1iECKOCgKQEqVVnEA4babjntHnUa1Xvrobjq/3gt+jIka37vGNcpKgR
QmUNUFu1YJFdUCX2frRtBoh1tmyMzlj3ENOw8zllfavnjHMk2q3Da4F9k9fTVv/0c4mvyheNfiwz
5mvZrHVv49BvylVS4jAsu6K36w3f/qnrOvh9q0HMAet8Ppi7Ec8D4R8ufAA79qrOvJvixvU71/Cy
aZaZb0i3MaTHd7K1dUz6TNY57DVwSM8GE5Mj9Tc2Y91OiqgxBKoWAISKyYxDkqcIAPIYR1vxTihr
zC55bLlPZa8mLFGp+2cqlqtf9RHAwV2TWZjOS43hh2eONHzmmKVgx0Slu1ZvdsMc+lGt9Ksn23qv
WgCsnuksxwni2yYe0aIna5h3xYq/k61t1IPV6ec7D/dZKHN4WZOE5pxGaxQJ3PwX90iSznm/x7B9
LLlehUazxDtI8U28kd7InRtP9HGIjYYbPo0+5TTtHkyOoNQTUN9j3h8t8UVOU5zGUWI8zcjtmAt7
fceAj2eKAtGtABQGPK8rUKhW7SkzFV7LEYu4l4JFTac5jrrMfcP49rHCEA+oJt/5RYXyMYqoqIFs
uZ7/7DakEfJYaJvKd2oYv5XYLp7OApvPyTlTGvRbL/aPzEs4gbuJ4VybNtaezZTlIs2d+N606VWY
LA6UlyADu9o1T/2/LcCEqn0UOmTFp9O51mUdZxJxpnvRuaruFZw9/t7ROVPqkDHmoAQQyb0mKTkO
w22s3OacOzXOCRTYzSgR+fpRg1uk5DUF4v1mCIxwmkEPFGgObH2MnI64GNtIdhaOCksZ5xWJa6ez
37TBir0hGqsezWGwUTDS0o7snNgM9SIC+HzdNMi33Vhuy1h9qQoMNjznIjVulV99LMsAQnR9Ldgn
kk4c55bJLQdEMkCRPQi2sGWT+xwY8QRUM3GUkTvt4KpvV9jw0gQfO2Oi1/F3m1fYnfcEMLMD0FaC
IOLJe4pzHJI9PBMsGnkStkbCqB6nldUPH1Wm3frxfbLTF2qHQQAtT/bQ9b8535cBFyoAd/wDZ7+8
J4I06zRvwDltJhYnbKj2Hz1vD7nxPeYeFom1J1DXo/2nMkufRGrpN79prHO7lmqjl2BxoIsPtBXN
1bTxQWEfFnfyX4n2/WkqogW9TmasnaedI33o9c5UAVCdzHm3OFhBR2NMAjAfSdTr6V+eMG/vOzk2
Hke20D81RH1znqD/o1fMpPgAt9s52nUOoPhmlKMdJIpPDiIyqCxpnJaaVAThQivATwFFpS+yiymX
sgioiMCZvIBDEJP0ntvGS76okjH+4RbNXiVz0e/srsrwYZNmucyWURyBb0nMi7rxq8+t/dwv1ndK
98WGogr3uyuI1qiBSa3lT5wZrFkTETdmZ6+5A6tzQa/XgcQS80fm9q/Irv4VUlh7wynDapEWyG0+
fWu7ArIZz9zjv7kmdvWOaXqGgtMNsIWD3kvde5EztQT1eKhcmHKsB8fUdcwPzHnopUSS9sT1eTmB
hj51lItFSs9CisTW3+s6i5KVCVfinA7VOTVU9okdwoYq7r00hNA2sdd/xzUlZWudQmEtAY6ahDkP
iddKXOs+AqjrVt8jAtuFB+uzcfQYhcrE2UjHr36QWYmHuXO857QaxLXEkL9hYO/uRz27xh6Dwhj+
8NyuH7VT7cu573ghBsa+3eJspgWy85TPJD8QFvcADuttDZf/vaoaB0n0QdzvU3nR4Ctn2L/X+LAO
k3eeUx2ndcuW1opOYwAEqYYnKInaul/PcIpwQ61ULw1ui/Xg4T9h/oAEPCDP2H7Cu4dWlDttt++r
pnx3H45qx+cZIhEmli+GzWSpkAm3duvNx5i7f0kiaCkQ2Kj1QuhP9gPdCZRHeE9FL9Jtp6piNzgq
jTh2YZgu6wyL81T9UyHVbJye3WucKtpOxi4OlcQ06XclZq8jR7zuohJN8ghqQ8is/qJRuAlWPX2j
IzMUpvMim+pTpuNLiXE808W278d7qaggTt34nhhxduBHJGVv2/AtjIpiK3155f7vvA+zs6mWbCEG
3eS/sVq7Ic1k9VEBx7o3yru5CyTKvCBSCGW7/87XeLquyuBePOlGGTmtV8O3Se59NxbvAg/ImwWP
+kYeOws8w+I63+p9QESmeS35Fs9+YvZh5ugyaPDIh1C2OkY8E1lJzJ8cL1MtBPg6/yliTz9JtB1u
9wao1vIxQat+J6hpPRVQgeO3pMana+ebIb0YzAImOpjcfUPZaeC07TNS5sEull8Nfmh3sFJOA3ak
XG+T1YTjcu9XNs/vk0PtgKNDWmc0YuHj1t3R4s3EB43XHfLc4GM4acZ9Faf/5K4TLSv28VEOT9Ow
cm6r1NHJ/KOx6KEXT3E4jWhd6zpgHHCjwmEsMlHCVf9GmA5VqmMXJ1PNh+k+K837HJr4gAuYX97D
ve1Vfz30lTiniKDmba0n72q1+bQh4Xmpx3ln4WFwfZPIQYK5t3nJtYztwnA3LZaeJjafExjLPyN4
2bCZxXyUw+CcaRuA/APP7aQYzl8VpS+s8Dbg57gNxhyDCZ3VHJJEqi4aQHcm7+5NJPqHpth/4SxS
wmfjg2tY6/hIWbkHp/heZ6Q6lMEqRpc5e2nWHLHa7giz4HNylns5S5Bl5UG0WVTrNaz2VCVhkS/l
RfSehT81M+4tjN89Qn9xh7+2HZLpSlvEGUeG8WFgjP/EXnCldj4Lckg4u7hKC56jetqVhpU8V9Wk
f4ETKbeUXmIT14cfK9UkSQ4UFJUmeB46wNyQWqfbUvhL5OckRfzVsW5VZV8tb3iC2YDxtM2NL5GV
7ZYDVPqDrQHrF/m173pV17keWb+ghzPReNfrvH7zjXY72fha65QKJwKlDR+qeki+hTFtRNHO10rI
P8z32siy8I3UKzuppZMEpZkXydxxf1IDKPrymOfprbOdpCUuS1N64JZbiUnRjK1jVjc4DJRgvriY
F99K3pTZnbIYP1g2qO8cIvyxokcpMpDx8RIVF5OwwBdhmpax5qTyFUM/E46YUtuoXNzqy4NDdnKY
ZpF+XqPCyia86sLcjEWZ3mYltpOocMGx7TEX7Ow9VMuLK9bpZVm6J9eD6w4z4YkKwRcseL9ECdW/
6+cgTrJvJy1kkCRZRPh6r+XNke0tDTQMM8eOHRiTIecFlqPshA8EJVb1UAMq3Q1maKc4CJ29Lx9q
2Wiw/OWe9Y77CC3PbtyvWlr9R/cIAvUFkxUN4hdDZQ6sGDcWNFDnn6rqTazH/d6erH3pEMuAm7fv
2H92pcNL/e8U8uA1J3tK3kaJtWr2liezzL5dprkRJUbFzh3br7ExiMI4P55TfPXTpDYtZprXrHjE
DByO0aplKYqZ79o4jgIjq+az7hZ0YxXlnQHgLY512Am9tTe0L4pyEZbHrTPZ7j4z2+NcaXe6Kcuv
fh6ZnZl5efAA+PCHeP+SxHFBVYzFnmmx9eoIHmDD6byta/WnTvU8XEL2G9lCKnEt8/eQdQcLW+HJ
pLfuaq9UhfmigI1RD95pMrsXv+Ba48TKJ3zcfnoQYfbeiPeo8OElVz3zOZkbrK24SeDIvDlGLSis
Y7SyCBj+pA8w0v4z2CjtnTZ2e9QN2kseNhuitC5XK874sLVWW24MXk9odl3uBZ5ecViuHmq+Ub4J
ZSiOXzgqSVyod7tk4qwJR4adGkXQi6p/6odF0uoFjJouptSgeZvRW1gaDjIxQeN71iZMBQ1A8FPK
kQPS9Xhu2OZ//KXK90uv54GrZ8u5gv8vRd0+EnbVd9wYHaMm10TjzuqfDgIqbq+l3kKihxBpxhWM
DtjgfjxUoUU4mjXHgl7n1sUvWeb+B+Gi4csU2C2ZFv3k5qAfCq/skYOoRdLyFk0FXNM2rTwg0qCl
9squhp2Y2XWaKW2Purc0W9oRimit1vW7gP64k5oLfWdpcSrEeIGf+WnGUJUM7ZIY47y+uDCoh0Ey
sCIn+2IPWE1z106fpryxnnsL/zWsx7na94zct2Bza36ZBVKk7Qx3a5Ttndu4d25qHbyc34vTDGBi
Uy5FuSk8qCkLnQGYpRUHkKZZmWe2SVSvHTWXws0O5Dn019EzsgtQnDiEbllcCDGFS2VgWYsxAZI7
9xjAaBUeHYqTzj3ow4OtNzp96s5LVspdNvC0JGM/br3EbXl3JpZWkH3TaajNm9kJNmwCHHbUi5xJ
lY7LPmzlOn3bghQZRxgsB4ae7umxyp+HdP1l6dUlmQbyTGXrRVZT8GQmglFn0xt/JPYBzOg0C2LK
t6n+JqZSc8efVfkyl/N3W2jrxq9k8lIqqyTdT0186Cfxh6GZDR0gMRqCyd36caeXu5ZMc1TVzYJG
qJBgoFSJ62JD8zCL5MPMvJjjthjNkAvOxdcEdl5Hs+jZgt3yEQ+lgprUj6xQLd+bnX3YFbPxLNa/
Ywd8ssnXQ+gSc9pC1c1X3z5CocsHBVVnP2ZONDljFcrRZKzvLkc4eWuoKwYO4zAy401lsh7hDoj9
KHL93Ss0i86t2cA41GnEneRUJj6QFuY3cc6cwVAG3M0F5aIf9UesaSjfrcGg7C2rcBuDcDoRsfBO
cZ9mN+Dv83MGsuUdrNitky1eDdXGLMxynR/rtI4kmdQZxMCWMTbGlvOkryNP4bpcHVFAXJzrlCYU
WR311YoDHHXWNvVN9kTHz+GTT/0PKk0crsa8Hm2CYvt40Low16aTm1vaTpemcVsqcfU4hsra21pW
QdfWPMevbd38bTimMePinLDJJ4ZVnZ/SDL2atBAsiRYgKk6c1RQDeYOL77/V6cBVltwA1Kw3s4rb
aPGJczgzQ/ipgYdVg/CnI8mbzpbvb+OO+SvKIP1D/Jt1wXm7KEFt+FbGa9DOLyUGxbOaY3zFWpwc
6NOYti33kA+IQFHZWysEsLQ7VdPCMcp27q5uXItUlK+tg3VrbTPkk3byDkRHOHjOgjyZK60TlAK2
z/kR0emX+ZKV2XKjADjzuYSaO7MlpJmbCeKn3e0HbcWNODVi6zB4CY1q/CIE8ydeUObSjBNurQeV
Lj+M0tL2re/yNgEJCUgKoEuoWLm7HMfmhnoJSDx2+jmbDoa8V80gv7EesZSDADFsamPy1Xgi2nKY
pVq3TYEzClOKv2OmDQDekE9+9gjH9Dfp1hd9bW/Tgziy6Elk4w5hi+iCR78Y61Y7RNCN/+GR5u6Y
Ok/VqPUBHIhfXMzw0HAIF5TOGxyUqS9p/qJhhMrXXiBzJZxbZfIndvkhvNLd1qntM6bsSESwhL8b
un/sR/tZd1orgHb3N005+aG51/9UWP1xltUydFe88NKav406jymKKJ4BZI9Yx+Pp3e0opepNSYtW
XioRjEBqXSP9aJFTptZ+1gi/WdWx0fKTDkRN+KX/V5rNFm1koxWriXXSNYOVkKxwrY5rfTte3d4g
V6WL6mh1sLM95+ylMAX9fCCwOSwvy2r0EQiEX3bnAM/U679Gp7ZNqcc7khEEUMkbpNrk7SbkaNhH
gKnmllKZsU2P8ByGy6KqaW8NTLizIalPACg/BJDqPyYq5xSvbwba9mviwgxmB7WM01Spb67mRlDm
6AQKN3mQL5mxlYBIG86/2EjGzL53tD1S5pdlaRtamlMvTDz1okO8zdvfXIM1Iqaiz25UYbPkdIth
qUu/6M1Wjd0CvF0UpE7HYmBYvbRjWn27tEHSG1LlWN8GqCrmZrESj8jbsoqHID0mM8322bqLLUfj
VjDFONdXUrd/3N63rw1tJ8Ux9hgYRzHOzw9jtBR2dwTN37hKfS+kgCn77vN6PpoqmTZwMynymQdQ
bG1R9/8szoKjdZ0/MUJj19T9d100gxFwyUiPlH09O80acE5KzywZaG26bZ91riYvtaBYDzagvqOF
XuddpbiG2tbqZYL0fVorBr14JBxKT9KYIr54HDDT2Uxv6iI3tkOziLtvcM3DDpqeCJ/l0Pdy9+Bb
cChTXGsBjLenYYVdJezPNnVKFJX1uOq+D/5V7Bbxp7d5lWajQQtbfgacy+8DkvKN6ATxcY3DuDXU
Ytv2RGLcpZY7fwEQE6+av1k71jM/bbHnkwnY6Wr6pGPpqTfG/LC2VYORYEqefY0JFBMuInksQxrl
1G8Q8jmM4ObCril2JicwVtcp362OIoBQH7vCLo9jwU3PSIxgoAGWYbS1RLTz5LvZZM5RVijceR97
oZPLZ0O6aG7pkzHr/m/sX/MX7PD8mq3sf0G+kjJY1ryJXJAr0Nn61QtGSCFP1bDcK4dQb249DiuF
e12gg0Qwf3iLp6acOMuZOytb0wPeiDfuN288pKAmDWyqlv6RmmT7vOR18NZDhweoxqb9F9FL8pM5
pJd1yRtELVcZDVrFYxE73asHduZg6fqfZCLPWI4ecvdk5fvGpimrBPMUzKK95rPzg9t/ZY42WLeO
EY+NUxgNVEeAjle67PDGwi/wnPUT1b3G+lQvPNvFEDacRgJlEiRzB0xwRmE4+6FrwsZV84ZZNgGs
rHnuKAWPVcysyOfSzHJvBdlIQR6gBTuqVpHvNGC+VSAbz7331TTQ+lgNW5dK4Q9U8AJ2dldssa65
v3yIbawxevx3KEqNTbzSfundQjrPZDt/eNmz+rmgw+UXYzcoaxxouSLXFzVnf9cWxmCp/TagYkeW
V2cfepl/Is0PcOrqPx5PN9s6Rg4tWKV7KIEVSc5bpC7ihnt0v0p/x9X/1TdQ/+2HLbDJvD9sfyUe
5nhTGWuEnau+5JaznFDfCcjoqnuxXXIwj1+wF0m6cTqLUjpJokanoWyQqx1MBM28qYzNINFKQDeg
RugUW29V3tY7XAMqFABxojUZD8qlSqupit+jLd4grB3pw8TgDs3SoqyzTLEx4zkrt7Lq/vEe7MOC
L5sjcy63lh8zm5XaXdhNRZVaa1dUq1bku+Js71QK04xtLcHaedOnmnTxYli9/mhOc4OklyI0uSA8
Y3nxOYwUpI08Zhs0VqVnRo3ps1xy6LyMqJ6Ahwxn1TcYokd/L5vGx4pItKik8ge1B1PJq+KgGFYy
Jm9Q+drB67Gx9ND3tjx3lBVZOV5v4vY0rpCcJFtkWiGp9+KUPCCXHGx/s1uaO5lP7O8dw8zAa5E/
/Cbe9TJ7sTzNPVmVs9Xcrji36SgDaNOcZ0v1T7I+1LdHetOVP6bRH8gMsNdXGfn01Lv0oIdDD5zs
7ODeayn7izuy4+bX4LpWBG0V201ChVGiN79rZ3CCAe/5JhlAQtVwW9/6Vm9Ilvj1lYCec4rhv4ct
+WBaM5/pzzGPifI3S/GYYQEiw8TP7JjrZW2f/LID70eNESLNey9r3lZdsH9Z/aWZNfsIsmfat80S
anNfv3ItJLEyma9ar8HMcJp7TfdH5GWMB4BOOhvBbSoYFqZVlNTwrGLQAr+NtkuIkCsSyD6KZrkj
afNvdzAzLGV1Hz+5DZ7YVqt1UpfNR0FDpTYkFf+0HHLwQEiNEKd/MetOUhllQmqzbDlfbMkcF+bd
P/0w/PSUaVM9xh0d5hr/V/PLS2YqJ8lVRoRT1T1d583cpUc/pgqMHOyojDSEjl2R8TZfZVpt6j4/
SSw/GYf4aX1K1ty9suk30WqS/8c0HqbFdJYPhEtG2CeIO5UTK4M14Q1xKFyesqJnHtFpqNwaPXH9
WHI3G5780QXlpJpzNsprIt3skgmAKBU4OihnEtVjmjCpVcJ+GxmW7JNJy2EukBqnTQnpVis6VNHa
8o79jKbscz2as+WjYmSR8IYe+IZu3mQbuPZqlF3d2mRmhQP+MfqzGdLsJxVjV0zz4c9CH/1ezUn/
XPik+mifc5Yob2YUUzPuifw0eJ1Ipc5Us4lPB0HwZChS7VXvblVtw4+yTwjbJLvBxWAI7uwXDy8S
0+sZK2LfuMGU1PXJS4f8KjMD03muaDjU9BwJHEO+LtF+ewOeXVsZd4lJ8zQs7FepM5ehD1qTH1Hp
Xihqu/92jMLe+7n7MT2WuiIuMSeLgYGFy7yxqs3qANmqiwAQJadYQF8Dh7irUwTKwvtQbb/yqVJ2
VjJvPUW7EZZiLQCzBRNkLVn/032Sdn+UKfhGlk0/y13el8/CHYJiPCGwYbxfXi3JK54x7jVcmGbt
L1iMmAoyTp/lxfFK2BrGrxK7WeDJF4047iN6w+GFSAqUtaB310fibDuZqKvS3PWwENyRbgMAyvjD
R/KS/vTO63qc9B5f5SDx/YMTUy6p/JGw+hhW+NJy3qNaFlFr9rsZTBGvP8PgEoJZX4ADrog4Vexj
wEopPByIoVXmofXrTaYZ30CFKUFl0uIxHHwEQDp4CPC3ItrVWBb55GkvycFmXCvHTe1ZB64DyAva
kaY5wfy5QttnQBiXO8Ib62ElsHyDENTzzFRN9tYI4ESDBkMCu5i+QSi9j1yWd3Aq5mvax2Au2mGf
O0yHkJX4DnX9bZ1AGVHicE80jK4GgTvijV56M+ndDFtfWQHeG4AY/aDv3RgtqkBWvBiT+Uk5FMYQ
2jgPvBt2cc6SSt4tzAybPnswlMiIbhu6gDe6Ut+z62g7lsbbWmdmSK3OxL5tv+HyZPHK0pJoOY3w
tLOuG24y/i7tig9oYVjwZVpGpd6u+KD1H6+2l1smWgjdM7Y4HHFLaMNKQ7IW7vtaDbzAJXM9tHQJ
e9ZtWpyWgiu49WFxRWkeiXgQMSb3C/q2jpo1teEgBXP1xcT1mM+RA/8hFgAwXJevw8v+cG8BZtPs
cNH6JB3V0WiFjLziEVvJBhKxKs5NpMq4CCx0sV9w7Q5WZjKZnsIcSmCweq0fliNXx664N9ljXcx/
FulvU6KB0+imLLXZull16yKoUfViDkRKpS+4UJydKU1AJ3RxXoh/bB2Mt35jPgtDM54UtzpuN95z
AV9Hs4uJUktUWaJ6GwgCA/M8jqx4ue/8EtoNol/+YRlg+gD4d96OFDSOG1tl5nVC73lMYRjKD6HA
8dX+tbjWMUKsZm8/0pGw0ZbFPhQ5CFQnRfmf/ax5DIDfmISfVMIQ3zTY1nILMEFaesmZ3skXOlmq
0xA7cuO4HneloeRuBgeKUwzFjlZ5SrjhN3m80XP37s7ZTUA0WLXsn1Ybd7NKdl7n3jNbPMNtpwwW
0W+jjyoLE8N/SUzJuKof3cjIoapk9MmfalvicwKhj5cBasNfYUDmDAxNdO8GGadIN1LL3ziWl7/V
lAbh9kzThG6W2h/8a+Wheq/SuuoM+hCpxVOjkk28QG5vBwQZg13P1/kRJ1jOwCca189pUdYRoYVs
yOLglk133sgbGa6mXN1XStNrekVUegCGrL/N2ZznIfd8xw/5y3mdHbC3z05Z8Kbrbrt1qLV8KryK
WAA39G3tWw8NS2ddGoFO/KQixq5HZmjp1rDpCUxxKaUgSNok4x7CpoHHYNNAQdto9nh1FDgqpRs3
QU/eo3cR0qZGFbAfvxQt4ZR+pqBXEZ88iDTpLilux0hkdI7NKn/HG0dNj9u/Yx/jSmAN6wE6UfK0
EG+sPaYOEKUjzF0/upIhGPIMsre3RBY9ccQw8K26/thGnptrlMm2+q4ynFcyYnedZWjup6ecB26T
EvBpy+aqz+ZNFM3bQ//cKmE0B9szACpNernVLaYD/tAz4wLG/LbMcxeKWbt2oGVxHiExDEzyGKB3
z9jMGGeu0YzcTmot2drJevOKZEM6gtHwuJIsM6xnQ1siZFEiDXr5WtTYFYibvTTwNZgSCz8SmhMH
piWRuLiyd+zhCGaVVNq1VX2601J/0B7YuJTu8uW7ovUzbMUC6dIZko1F3IRLojyPgvMq4WrgSERQ
SLkuzTPnSfckBn1g96m1s1HxdsPGfbxSY7JtSZ1umzpPYMTNL/WDjNLrKM3ePEfEqiSIGFJGo4lS
39IX8CJH2+eVIixVGpC4oYG0YUll+XbJYJGTrz61baPtuqLpz3wjxFCtsvpIAGjCXmu9cw2sOpAt
RBTXmva5Df5Ii4lC6AmMKGjY645pnXfNlPwZGSYEEBKmaJwzuEKjMgOH9Tli/h4pP/5d1QNnujQJ
a2xbe422kC0FzJxcbU5lCDTx2denTwavao+nk+1TEATWrNEPATEl+2l10ebXKbkP6LFhDtuHpA7z
lrix9StmOlLnZkvKiVMLMeDhLaNrO1zTRbsV5PvYTmsZ31fN7iInZ33oMKhvXTEWr5z0yYYjHQdk
sfx7l2bdE6xS8tMtRyFuH/Z30unTydFN8EbtnKwbF2Re5Huxc7DdlqORP5S73BgGRv9VTkDJMU/E
6KZLi0sTQCj+FiDpCyBRz5WULSXL8lQRDvwzVU7L/TmPvVdnNO8cI1cvrPuR2BLNtQxJ9YTZyC8o
w3MfFRjbyrBcSp2S2clhXMEMNNT49OHYOXmwWF39F3RHKj9BZS3gkjEF/zVH6bCoYeUKUn/Bw9dS
L59u0nQ2TspSDeejVl0AR47Ztl8erg/a0hMvyBoruRdmsz7R8YQs45H6AnsyJz5UI5m2KqC2DTet
ZWYcZLK1gmbCEo13tZNRa7Viy/vchbTQ/26dpd9BDse5Xgk8G2Rlymc7zdWesg4gTN4d6tw2FdxX
QMf6T4NrwI3wYv1EgNORkU0/KqQgezKIrHv4QTT0vUfHzym2zNe28ctbSk/JdhmL8/9i70yWI8e1
Lfsr9QHFNAIgCHLqnVyuvg1JE5pCDfu+59fX4r3X3suMKMu0N64aZkSG3OVOAAfn7L326PjVnRhk
f0iy/r2snRsHptwmWXPvc0/WeNpy60gANOu1JENahrTNIoef7NJE7MpFwAuPz0OrJI7BE7cqmebj
UJZ7VZibwqP1boaXiJoWwPxe+dMBHtaFzbcTJ/V76Yc/koYRdhRBvs6dy4Bk9KnP9rakr0dtuMdN
7nb4pq300HM64ggk/e1EPOGwNZOOueTMYJawle/IJIaTH0tvjxNFwcLSvCYK3nVmNLzJlqSW0ob3
s4zmICLYMXADs73PDPA0EO55X0PvoTbHdvPeGmB6sEaC4XlJLHM1FkHy3qUJ9yPIty4GhSDbN8ru
tx3FbYRkpAkuBbl5LxRgd8qrsZWiA/GOBHwMZ4CZnE2SQ1HE4Jh8ueTM72lw35cKDiQNjRvIFF+l
lkyirXM7GS7tpDzwkF5D6962I5S2xrm0yuYhKPRPj1kXNYXDvZFkN+cQecAApsSqnrCTuOiRs+U6
TeIWZ0vaINXNk7Mk1/tqmDi0EdkTZN97U+a9Z41hMKA6RYI56MP3xmry16mjssNq4ijmy4PDJS87
V2OhwR8RR18W4qYfm37EbBHpS3ek9QxXwwvBraxPKZC/53TUyyadiuycjglUslhRD3MmmrG7gV8j
n/IUimEaxYh96j66IIPWYbgggoOyLPlKm/XeZhZ0MhnLgwuC9Zn3GhYmPD3/KcfBCj9izk/kLCfH
SRc+3lG1vESxpO3BzPgLBUVJCPWcPMbIZRlLWNZ5IWs+j0q8D1p+VD7VrxcXyY0Mitc+650rrivz
D1vK4IiEurmbEf+ctahYfrrcEc77Cki4bVfOLep6eSHdJLls+XBv2JWZXeB1p4PNN5k2xXhukjT9
CfQKRTDKDH8SCd8BXT41N/1lQWLudW7NGK7JlMe8meybRvjHsvPtH8lkfiZkCV4MI/1moqNh1fOB
Xyd69nd6cu7yLkzHY1pn6i0soL/i+IseWK+40uGd+7Frn6OOvkzz8bvQ4/mCe/titgf8rnpIZnCL
xP7hs5u+xgIFWAwUmSYTFl7sXzvS6z4tM3T7Nq7KO7+vkPSDcufEEtmdGWZ6i7YnDkGZ+XSs69l9
SEp+8IjoYJvZZbuTJv2BVFO/wbhM513VJru28/pPwwZXbxYEyFylWV40+WlStYuozmIj5XU1UrgK
lfwsQ4tBwuh4J1IZvqDaB92RBlR+IHDCPHADk3vhhsOhTPh0sBO9JQMjxtGKWTaeZ++qfH4qLQgW
Pu0hWF+Q2C2vvKYf5Fwobj5IC1j7c7K8mghBJsNjoKmeLB4A9nAUtJk740B136Le9y/zdczhASp8
Ij/KwVeJaWAZ+FKLFOmJIT+FtzB8la6at4PMn2md0gReClse6OwhxepnlCMq6OIdwcjLYWxtVPd5
lJljV2raL5MCtodaLD+qYdAM1AXTKbOYV+4eTIw7Fw9Zf9HVEp1VFeAOc20dXIi0ds5MZ6XnMRdZ
uh8iOJ9zJwHw2g+H2k8uNDaba1l2Hv2JKt+mozmDumO2lU1bR5MgsCHrwruFJ4yrrjPWGStiYQS1
BI8yo+QoPL87eRGySsqF7EhmIsZ5g+japuB6RwOIElLS6zV01an7xHxZo5fa6ybiFAzFjyFwwzNF
CjUKXLqM7Nt2+EbPhMLIbUCWMbzfhlboQwNw2/us9U++UuW2iKer0kQf8VL1W4aRySXDUB8E+6j2
CWoJ7M4F9x1lGvfoxcOyr5BFbPFFfuhsfIY5/HPqwxSZXN2ft9qfjp3l9Ptp0eJQtvOjK7z5Gej4
DQpsGtLGf+pjWWDotF8Hf+HYojbAxreKh2v/3C2K6yJzHnxftOiZ2mLHCdhuB0xA9NY1fjgVnhVF
YO8BtN9Ljuk7sC3tGfEiwV5EdnJUlgscxUMKBU8iG59kUd2hNsD9RgcR1ew6gZ3pxtrACzZkr14z
QtiP4PYf6389HEWh7xWqjU3czsu+jKjUpKQDBaiV+XjneThH53bc2SDjLJvra9zgNSWCYCOADZ+j
4YyP1NpsO+7iPePEcjjLatp5pVUf6zH2tr4LpQh5Oz4SC1ajbhJ9CX282Hsh9gIUt13PXbJRxQf6
GXOMU+c1zFuuTGV6ZVuxfd33FsEFtRPwucj5LOfsOfg2FotSU9EgC+Fa3vXsN0hwJ1Wnu3DBVtUP
3HHd1iYFR1S3o6zVDUiyVa03M7q3uql/RjY+HpsBSCylF6C1yfpYhmjtDQm15aG+qdqaWmdOIML4
a6214qiAyo+XLmjA6/9v4+vmFaJu5L8+CWyI/2G0/4Whvs/+18N7Nrx/ls2frXzrP/q3lc/yzB+u
L9CGUYgr59+2vH97+Szf/oOsY6U0CwGekDL6v8x8wvnDwdyHvdLlb8imUv9l5hNYALVUhDpykDgS
xvv/gKOuJK9R/TdGXWvtAIJGcsDPBEPjrVbDP2PUDSPcWS0uIXZD8EjIpPtARlH5Lht3OXaaRusB
pAkWHJynXIKbIEErg3rpshF5c9thndq6iAdgqkHLjNcxHCSEwtHzayng2rkIk9d823C6gQ0eIL5q
sS6zaqZdAZLtSTAnfaNQLe5bV9FJBU0u7jRGZWo2kV5UCHkAwIW4wLWc8N9O5C4bmmG7vDTmZ8PQ
Zic1vq5dMQ9wYoKGHnAfdzi849BWP3C4sNY1rdiXImmreZdGrn0VBfDrdvWSW3dJM3d30LP1Z4VD
2tnhRJQQENo6sA99E6PQgXzMdLN3mIfu1zydo8qkzrcBv4fZZTrGV4bca+Ium0u3Ihg8qV8bOueX
kxTpoTbSeYs7xycaxIJJuc24LSQ0+rT/oxpD5x0H43wKstzeEeM1vknmJcypWxzJdY5qmJvDZm69
CvRZtiDqUsydaaY4egWn5Pm+i8LuJpMKYGgzqSvGwRG0nDS1T2MFMX3sTgU5JbvFBbMU6u4xlGDC
Nl2LoWlYlhnF3yTBF9rGy69ExgS5qPJbR2bJJ6FUMF2SxoW8avvlQGGat2G+1VaGE79H6b4zVV++
owJDFS8HPzp2NPBe0Jq9TGldcS8qrGOWcyR1FcJlTF3Njkbla+4AEEbopNG5a+ua3BCIFcMwhN+B
8jSiAMT2CCafUtFct3ZnXzUBUB4qRedtaKK3NBqXbYekAd1wFyINseoIiXjGUVuPlOy1gXUbVycz
tsUBAmt3FXfW1ez212GbrYqE3HG5rk0tH4pJj75HxPoqDJ3vIFu7V2kBNyMkOPRxMYw4dQfKUGMA
jM80Q4SOB8jzfiyLwCSOvAtwOEMYBOIHmUXVsVMdpVNeeIJbjawQ8nTtRHNonQQlEUGRTZY8DFjB
yC7U2zDnj32PcQY2h293pG1qTXKgY2NZX1qw+dNhfm8KbkN2372Mcr7LSqWhRDN1KsTQcxCBPUos
BP1R/+ZO4HsDfutdIdTP2sVi4qwGlo30rYNpzR6Q3Eh3VnvWkQvsDEQvDTeC6zatPgJWSCOho+rf
tQHYUgYFxWNa+1+t4GH3Spnv4XTcVhpdcFmB7ClbnlOLXMYFAmO53C9dD5oXMSM5Q3a25hs4AvBX
GsZvxCrZL40jF8Cq44i+fWaknLoS918m70obUCR3lHLndSLGXWSPN50z5Ycsd5/nBSxEV07qp7TZ
WjeDaNVLMw+QsOghr+5KL8W6WSRrsT27WGiluG16+OewVx2eVbA0sybjcWN55BwqMiFEjUq5cecB
8dA6DG1w7KYBWMykArmgCunfGwp9NMCl2DczTS7Itj5qwpBhAuoYkugZSkLgKVr/GRyAwP1Wgfwr
kOrtJ0jzBF1lAOwcP7doEtWxF9LS9Zgrz3o5I1Zbtbt+NvdORWKuV5mgu6VZXJ/8um4Z/qjgYZrn
0bktfS4ZtYCxH1nxz9RZ0FbbMx6ocZxusyxx6Rl6Otmp0Zlu0xjHAX1p6NxL25YPYeUHj91glqOT
kikEUJHboGPSk2dX7Xr/D+lP+WDs58m6Hxk0gveZ8uUAu49ROxoqWsIz4PhhSSZ825O4ZCxYzSgX
sCnz1wDVxolpfeXqFiPlFJyop6fbmUE91SJsiC/drytsaqt3/B+cGf5UIJfwybu6Rd1a/2jyiTY5
l3v3oaiRL19mGBWG7Z/O4v+khvwlJQTL+y+HG+h5xxjh2ra2MWv89XBzgXRVYeDAY8bJdObX0Wmc
W4Su5bs3DRh2q+ARbNdtVrfMnGV8lmS2c66ZeKqp3vduehYOQQ7sw7v6+ze2ZpP89dDlfWkPGYIv
XW38X/zzDuk+fqdtfYB62AF/K54zMpMRXeM9DyGkqW44/v0rit/PeUWxYRtfS2kLsxYUfz7nZYFf
WFOVH/CNXVeEOmxqt9/bXXrKY3lygawiM0nxqXrhngsn+tO0Lw5p84j25Eda1PHO9Zb29u/f1b9C
fn79IIxwXC1cj2pG/PKuFH1foqJiviArUtvJCn6s95SlxBZWxbU6H8TyKGCpABT7oBXfb+qMO3SI
FzuN3WvwIUgduehuS9gV9Cv8naMxftqd90i3ebXy9N85GmyUDslpXUf/evsrTOK/Y2h+SRL65T//
nwwW0uJPX/NvuUJbRqr5z/j9zwXx+i/+UxC77h8eSnnBs8jYjer2v+AWlif+oLEG3EIhQdfev/7q
P3QLof8g5geVsKSatnkq+Ff/oVtYzh9S+vyV6yEzFMr23P9JSfzbnkG97RhHuUawafj2L48kA48x
A5mWH4izPBQefd/JIJiYrrNB3P/pc/m/7E+/vRQCZZ57YxNhYNad4K9rMmiVQgSq44PBA40ufuNn
+5Brcdl4+79/pbWK/8s6++WV1nfy8X4fk9JGoNP/JtgydpaGVxrU/eg8kJby9z9f/LajuaRvCm7I
fHmez4b71xfw+iTu8mZVyJVJVP+YEYrIQ1eUY7mq6IkR9D1R6gNkh6D+zjFxug8uDYgKeUPWTs9V
Ntau2ZilnNuLKrfY/8qpN4ZioXOG59wvlNqDxw36f9iBftsWXcFTyPbDE+Xb5Ej99X2DvbUqlKzJ
IR6e5vzWxVpTVJd//+H8/uGvzCKhQMX5mgdrpan86cPPJpKThpbX6NGyTvqkac7//SsImx/x1++X
B0m5klBBz8Eg+MtL9KZLJJlK8YG72ieJHHslcDx3sDSD4cmHV5nOWFLgKlrFPzzDv/9yBpo1n56W
nk8S9q+vXJW0iZI+OnRtWURX3DGb+0SYZPo3KOgvW+2fz/LfX4elKNg3aMzxC9q/rJUSiDLkgZQv
quzRB80wKFcEm4qnf1gqvz8RfB6aKTwbgBSe/8svNLayzseRPGZYaR8o60EBKGRU/bKYfyhPflv+
xiYlDbg9IBuu//qXBDP2IaugdrT2IbRSP3f30j8VJKqo4p82ml8/PFfSlLelQ8khKC3s9fH50xMo
3JjLXsAcCyMpSIntoq3d3z+Bv73C2kBgDQvfsQVxNL/8LqE0qjazxbx5ygy6BIziTjdW//DdULH8
+vW4muG7vy6ktaniyF8WrEmHuM18kHZBEGbXGByNjG7ctoDOGO/qvGoYIRht8m1bYYPDJxouMH+0
lVsbq0vGx2wJU/iweWPbh1TbC2k/YdRyJaBZOeNeH93vbq7UDUtanOsi62yKwFb8VBF9V0RYoX2b
APYpdxHNbQ/4clRBJjZgGRKHOfqGMXozbwgG46bQ9dLDJhApWpgRt5ZHt8EnQoHsiWOYLyMgpMUC
1kYTUZP20NOrY9H2LfbqJLaXC+ImbLkroiSE9ZrZ9fSc1DCMoAEyHnxQhJ4zXMTLB8slYfQPgjXr
IpQFeT4hDq7T4a6F7kUGCxkFt1nq9qTkLbBjAMmNj14680Yrz7fzTTQ5vMVpaLL3umcivWm9rBm3
aRC09wi+9BX9kA4Ljskdsx0qIwa01llLBEyY0tCO3Sy46fsc7TnfXoEQQA2i2nXWgHVB29XwqSg4
zYYpvLl2qx4V24CrN8HjGrt3QwWtc7ski50fEPegS42WobwueFPV1ufc/BHUCtE4YRRqLfdswJlx
g9HnEE9N3vJ/uxAiRadBpC8mJq1qwL50CUlQ33qVh6KJWeTCbIUuHG52B8w/Yti6qE5zVvFqI+yX
bg0RqhT0V6zEzGvH6q1W6OjkUcCIgOBvZ+Zbakg4qBcSm7Bv03dIO5MW6EjoExK4zeGez9s0aayQ
ZWYFt+nSIaOMDOKqGK0MU5HkrBmr+j2RM0VqIYBxIvfw5xp+tap8YEO4k/y29NrdWPsd/BGsvEyx
Ew2otnUSH3hKMxDZkCJuXF3TGd4uVDoPhuszoeEK2vI+It5mTaC1nGxX0QBa0QrFjKQkz5unsBrQ
4Ugox8vlMDvgssY+qOKjcafA2+txmLJ9VPAEbuo6RREkSnk25zjjcacJ5jsZMKkKj+8ao2V1i/ph
yGB4Fg7xJdLL9TuMIciBMP5yRY8GpD8jIAsAsorFA2t60UcwMonYA8nL33M3R69tGePhsQVPBDrE
DN88W9C0liIAQ7CUPtMiop9HIsbJlWqJh9GROe9gdhPTohQ37GTK/HzT8zjNOzgw+PH6EX+Wr8uJ
x9uvfIt0c6/1nmqpWV51p3O4SxXOoKOEadLB6bUh+dkEtHtw4Qf/oiILmo6SOzC1nouqWa4UKWA3
iead4mvrsukstJAPnzMLh9oLUtb+aBNM6XsbZf+DrTqATW2E1HyHzkdPzBYQTG5oLXpqi4aaJED6
llkGfzOhexGUjMA21jzQ/UiItH1FGQEFwDKTeSKveXitdFKFu9ByYF9ZpMRu81BlZ4WV9dceCbSa
xZrrS53r9R4E2eIJM9Bw73XFgBKscH0uTUCX2rPaSTqoBNXaBXOM/SWnvgYrQWvoGuKnb+NL8tue
qVM9TQ/R1IMnACAV6og5ifSQoM1x8p1yPqOiRjER7HjegGfU0h/mnRjoBzPE0LPEVRaiHGvioIVc
3ZTY9327x3wc5ASeQbp+II7eupPtAFdroDsn90Np6a/QKhwILakTNUemay7Cz7Bl8DJw4BTY/4BM
wwGIWwe1dS5thJkLMnjmsAQ7FD4XwKlokSOlqgYnEXUTOhKBfl3v+oxoDWyoXtAcQjDgy94rqzw8
g90Zyl2XNOAWW2sAT9JEGCb3DhTsHllaEDDcrojb6HDVzIir/PitWWIS53zHWvLrkGbiQ8aKgjU9
1vNCniEjfwLu6o7NtMzjBoBaJdiVFmTWzLTK9j3se+J7ptzJFGrnqJRHpxYTopkq8r5GaTsstaRt
+h0yd5fgYKbh4EpISAoPQ+wuP/y28gVqSHoZK/6gusyaSoptn3sZr+xlZGwjYQnGq5FkHKIgJwHb
CdENHR2M0+CXek/BeQPRELf86tJ54eYvNWq3Pv6GeBK5e1Y6Kr++E2F67hQw5HdAZtnax6W3MhRG
HpLcGU3mVzXXE6lQ1oK1V8+Tus0i5BXI1uh9bYRnk8yTUHZ8EsaJlYeia2jQw4za27lR6MkNOHi2
1gKfHceeU+iFxWyQk8h5dWnANK8cMkH9mnie3C9fXZN08AOBauNuCkLkzRZ58KhPMmku2FAGHowq
7xz+HHZpTXMzbvwByZmayn2Se4AzIp10/a4KahdyTNnEL2WXsvEEY1h+Bv0SrhaivBKnaKLZgTAk
sc1RGBfKmRwz566kgEdzPwBiWKhUPyHZ9Bd0cGmfYVVfc+xcZUlOgny8GTwmH8yAR/W5VOlSnY1U
0TW8rBkzukAGE22mvI8f68EGtWY1ipAnT7Ujsqd1LpDrwnzNxg8guoxRT+IjSddqA7KJAsJE03xW
1usfj70uf/pm8WiY2GtZ0gJHEVCnxpndy60ACkV5KwRRpSzd41Qg04m2yh0srEBiCZg1CBKLIr8q
3qzSoDlH7CqrLU9c8tI5DTuv7ULoZb7YJG/DhDOclI2FyorfpPoa3Aqg3zLaHdOizAEnWxPc4Ozp
bdnfLp5U8gNHBwdZy6UR25+9wJeACNCjM2vpeFHp98+ZXOKJnjzoGcxtonlIOGjF3kXh8xBMvW/v
A8eZkMYt7HOGe9G7Ewfr4gD7hdPBws/7mdiTjRPLsis3pKmeFdV1Ew+Tt0qby/bAGDt+bybsUdtV
YHLeNwlCKzZWTVKYQ8xB1nUReZU5w3TT+Mv9TOxQxvReuJ9FF40fhA9ICAAppkByQnVwX2ZTwPMd
jFArXD2jWyQXGFpvqrsDouZCHpcA3S2gypi78WXt06Ifaj6QOyLJzDfDBxXtW+XmZMOhS+nP2gGZ
LVyZUbVEAIdY/spROcTT1NSDKArpw6Mlipe9zf3nyQfWix4BJeZL2nfTtEFbAu2xxGKNI8jNZph0
4eLNG6elMQsWBG4Qo4/6I4QF1e0qiyxbxDJKftfRjBx6aiDO7DG6ahhuCdKqnnBuJlFzzn11zKBc
RTWstYuMF77gYR+YzLsJQMJhqXx1GIk/9/c6U8l34FWNe4j6ItiXhBeirHQohpDXUMSQuJ4/u8Bg
xG08J1YaEn44NvU3lilrfuLWr9bscpGDYaKZBybAqumco4zSKZkGHYJ2BgL+eGZJd+nxdU2t+1ov
Q+VeRwFa0quBjI/qWuVhkN4NHeFUxzbq5Mi0AV7VhqneiACKFsaezGjaLV3ZYCKsG091uClZgfiU
a5t6AQIWiScxnts7z2qoHeessG3aMwIdwoq4zHdShdGHCQfva5pgguzCqYzEmVXnqfPcmYKMCTw8
9qvD2w3PC1Es9pXC6i1OtDtQvW9nH/3lNpWt5AlAYFxPl3GQTj58KA5twHesIKQiSU6wmhliy8Hw
KdBsYXD0AhJLyCKdfw5y8gmi7/rlrWtC51nRfqgYoXVI2ESc1tZVgkENhls3Bpgbll6Tz1EKTntU
UR7a0U0ak2sECwaezGVVzWI8t1q2ESyaeJ4eOGEtbtnZkoVYHZY8vGFQh1wXPy57NpW+AbHTa3c5
aNJcxpOJvHqNRivqAqpj3RRnpgowHEZO4GfsrYH/iNZpiV9Ams4vFq42/ywYC7OcJsThH/6cxKS9
JvY4YvUYnBADl26QHesoGvVZsoR2fF7T6gJflC+i3LeYoMQd1/PBXMuCedV+kBZ7id01DilgxDZl
2IcAndwnuc08biD1xYB5y532CwJ6MZ01DdXOqQhASZ7ANWDTLwqO6BuHechq79MSqbM2zfWkof7d
WYIp0c5vcfcQC4ZMSJ971InuK5x8CoVlVK67CShJu6vW7tmIa9Ure9eME+lRCMftlCnECMZdgSpl
6OIWNRECsnDC2yabI6xWPNgjecZ2CrKzz6Z0b6OpRLO5AFnYFz3S2a0r3JkVhcI22wpXNC2f7JQG
3P6qAsBCMqMG7fiowjeEl7jJZVpU7f3iOUtxSTBX7J3sZsnF1s2t0tkxfDcPBX9yP/i9dzv1DJ/P
ctduPgBJLv1JD3iF78pEjT8Qk/rWGZuET16l3+Bfmtu8E1e9DQ18j4sFy5bFyHR8lSMDM5w6shz3
Rb5mQIdOIMQ9lrbiDXVsLM4kTMpvgZCJ0EyYUuuwl+9uZ/h+7ZNJZe4exjUz72YwDQkeQ94Q1s36
xmLPOaunOd8BnOPD6mDVdOieoA7tsAJk05bSJfsWWWyVp7oKIqb4/TJW40WJuQPeWezAS4rsgdMX
OQ3QKBdyVLbBqMXT15VRGO7F6EX6psxiEV60CX5BZJU0i7YQXWMB/KMo18rHDuBDrALlPjiBw/Gc
ZwTjnJjMlYafToAcYIiV9xxYc6zIh3KHJ+QPZngA2kQclJxH66sKuEgf4Oe3H8jwUPZFxbxAHI2t
9EyF/fJQViiStk4ShV+d7TBDd6w8U59ojIbguRmTnLzRiOCpZYmrKwi9MtzqMgVymjYjFxiHrgKu
4m5KznO7iL9J3gOnj+1Aly+ytFW/015oigsIfdarRYmFqrguiwpCUpUPXFHi3r0oepTp3Ab79Mkp
OrQM6SjH5tbxZPSUgXYuTyI1WXpe5B2+5dwevB8Qpuof6IJB1HBzrRFjabsOduhPQHOhNZWYGGxn
Ig9qGKlH0YnU4XHdsvIbTDUcvbKpRrHNm4HLxTzJ6TLL2U/QQ2VaQa5FF7912nQw1P6leIpytgh8
J3H6kNokyINz1G13xQzaLR6mtiviW9tvCnlKlqVrLwkDn2B5KpcUuMvKcsqfGqcHTRZyLF3gNNwk
dmFeoXjrpFmKQynd6C7nGoFry5SzOjjxkugtzTvcsoNumHfX9ejVdIKGmYMGsalEShDN4iIm8S7+
oGxL/eNceyThoNkaOgJHdHELAo2hJ+5yxOrh4vak6fXkhHy0TYgjyZU5sT3d5NXUJFJ8046ZwRIC
9GrOHC8BCAu1iN1lAX3IjsLp27ETKJIIq04R2ZXD5YiuyrrHCxOpoCZXnUoUw4ZLGbMBVUByE6Ic
LOAgIZLbWZbNcpn1kd0wabdyN0IBGlaPc0SY0XEILe5cQHWwD86zttuTCTuwQLOFMWODtA23GkX8
QP5wBc16O8mAjFaTrH6LtdP/hsqV7KMGVBLwBfjUz2OExtTNpHwZh6wOzz1EBw7topkFRpaxhSsk
RGG9rbp0yW5h3zisANX2SJUXhwBN1A0ENpFH4kOAVXO2C+BQ4USnjWGfgzWOVntE7X2UvmL9hnUe
Xkn4yCl+OfJ0kUPAcDsi7Ne3QWOZt2CJCDVNgiC4cCIL50NAE/hsARYCKa5PWXmpSj3SLayKrNCG
K/3Jd+TUnXBbgM/CpoPNcyiWU0RupLWLQNZB5kDc7u4qPms8vah+p/2Et+UxxoZBaVYD66a8bttV
p6wfHAb2D4D8F964mHCsSb8VE/fBcXivnGr6qVALNbuI1iWKmTxGSIUUMtsugkUEKqKsnypj2a8q
4Lvbt1KvWWjDxIk8wE3nbJkHrLuN4gO69JqMLNmpWvOxSSzAjQBvzttZSb3KVkCFPYyQEO6aMMpv
poKm7qbp7BRvobInnu8J9EvTRi2gnygwt5WCE4J80YT3gJ5Ngu3Mmj+LzCWXivB1ZDW9zSXA6IVO
nylc9zrOgk6fDS6mukOb9OjWW5Kj0SO7TXM76oHDfaphjrXLZH1j7OSK5YGzs/Yl0EZJcqaTQR1J
bY++q1f00XlAXqbeg8YtuPZH9A24JYU0bGBXV4Q2MbkaTywfZsn8cHYWHMwGAYSLlUL3LSycFPQV
o+NmrpoNznlDvFnhR1wv6jDxziRlBAQ014+YZ0Xjm8iViFCelOGRHCk32raNdAC4uuatH1xTkmLt
8OV67lh/G5ytKSahpeh2uYTwhaK4C7+SwWk/sLQ01T7vo/ib5O+Z5rUYczz8/vRaR3Z+4yO5qA54
crqbSRYDpiwcfV9Fo6zXoR+Ri6YllEd62K6+I+dZPCFTghluidz0OBPI8uGktnq2B3fUNoqbMUKV
F8zlS0cj1t7FxKWf4pQkd/SpAddxGQTeRz0CrUG5HZPBV9cMJ/248k9Y5xFt1ZQFEB6KhVhBDmyq
j0X1/gsNPBq6nt9mb27rxOuVtiD+SriN56NU7lPoC2FTfgBtJY+EYkywU0wBhr1Y0wHbGNetBd/l
jH7QTEPxMxtL/9x3HOIFSXykf6KyKQv2C0jauzm2wZDhwaB2briAx7shHCmqKXdQUY2CffWEZi1/
kIa2Ro/MBKKwHZlHUnjGx76X+bxp8L3scX3YYjctisuj6gBB0F/Ohs8IswghoGakGizDd0wTtAip
+pIHAT13n6naOblNGB5qtaJDYyz+Ixh5P1BA4N3xh6GkC7j5JslN7nn+a0dj4rtCnHWU0lL9noZz
R1CdDbN7vXKSmnUICbshk9KvxpuSixqqsiG7of0WXHZ6xuOOCxlvDvy+Fg4rBLAlnMyntmM8Isx2
FcDFpGKTWcpkeWy8zr4IkaHB6bURmFhWtnwSq8UionPbvoTL1AMrHvHyTVYyv+N3miPumIYhSezo
5JJbfsZUmsYznghFXA1s7KV9F0zmWLRGTd8IV21+WtJPT9OQghNJbYqJrb3Y/k+nG1h4rLum2k5s
keSkVS1wfgtP/5b8QDLqaV7gxnfq0Tyonrstp1rVX+VWtBAFmVFMbGz81GAbB8+BuU1a9XkGDJ/a
emjyT8+uzTPGM38GsT3nj7HdFk+yo82xE0jHYJXAnJkpvhJYv1PQrhJUp7OZkpBacd3NTQujHMNN
CUS88EH+R4WhaRTQ5lCLqO8VOXgY8/jsNrRB1u6FlRRfi2qmJ6yWzQvip4KV6URftC/Z4gKNQnI3
+E5zmdhL8ZEzbyuw1+agLBzUeNC7h6Teg92Mn5KoxS5plxIJWJhwPYah3GHC75AC7EIiKsVBG2vA
tOSOeHQLb1TVvqpRE9Epo0bY9pXjfM5gfZetqfz8c6ELwlrFFIGBvIJKt3G9iLzHpolw+RniGD6M
406S9zeUVyaD07PB8sQRRSBR2G8WCfTxUAdxlhyslA9nnzh+QYWTcpZbbgLyZ3HlcDvWgqoo7QAa
b7om9+9gUedPi13VeLZsEeAsaKAqE0yREaBB64prm3Tsm1kV+nWNSaUv04re3bSJGPVmRMrRkno4
Roz/wYt4wA+5tdXr6AxBZw0pGuC9Q4tvL0SPO3aEJZgDYhljG+9ZD50EaIzOdxkfIrCuoiet2E9b
qWCKBWAqJndGoRYA9or3cW4H/bFbAoJwPIfryBW7P2yxv5+B/qalNohGEHPRAdc+ojD56xCUoZcW
5HHsK+Ptp/QsSfT5Ut84Ijm1zpMrkjM5d0DSYoLevV3o+9v/Q915LMeNpW36Vjpmjxp4s/hnkQbJ
JDNBI5VEaYOQRAree1z9PGBVdzOR+SeGPTGL6epoRbVUdXgOjvnMawT0nxrpjjqdIyEVVKCUSzVQ
1FF58hpba/ctJc8S5cHEPI5Y9l7/gedNWwNUHnANmVYm9jCqOYO6CJFeAgRNpM0gjJ6t4J57F5lB
vQA9Ox/FUlGHUPipp6xWAgr0vvmM9EGHgQKaUHIh5EccZ90nL4mz3QfngiMNV4wKpk6lkafIp6NY
cYfb3ZAl2Dcgz9xIbrMuTNoTHx9FNjG8MSXQSca8kU7LoSVhxPUWQxEhIwSiu7+WaxFrxusDzdvc
BtNBI1gjh9KAdRjTor7r2NcdZjGujOkfRqSwVWTElEcVRBs7WV0Y6uz7MJTFTgCSSE0JssHpUG0c
UwcTWDlf1oo/BfqgTpzCRL4+ofNRFJEvBMRPtgwVZsPpKIVZt5KFUMh2zAr3GeyD4aiGINjXR5lD
KgzKpmiQcgR1Taa+Ni3ru2ULK0OVpVELt1odj5/FrmyP1KiMPQwFGckMrfsgKuVtPOot8AWZmzI3
QjJqqndE2yG05JLS0RCSwIA4WrhYLs4KlBL/pGoiVDf7Qg1dfwArKsj+WhS2kSxMVn8kLyq1uhvI
AsrCLp/uqfdoIjaeJDEpAHVsDFWfbb4BLwn0RhWUpqbXrVdVEMw6aRzpI6UX4T71kd+5/uHm+50h
rWlfiCaPkaqKsymGAQD6hu7uJssC9yYTErocdaVtFDFNF2Z3PhT7ELQaioOaqav6DAyD0Pqg632j
bQQZWRx14g6XWJcCf4iXPtx804PwxV6Bu1WWFVllj5xuR54wfaiZ7kZwfUqyfmlCicb0p/7g4ZrG
UcE9sh05ANBBT8eJByXzLDdQN/AAlRvNILhEkl5euMi1+cpp+IqZXOQ8FwbtenU2Ha0F2mL5WWKj
Sl0fki/ZU33Qnr0nrBRtd9dvhvVoRw7shP5Q7s1dvh83ud04xffyqUQ74nf0GW5dsr5tt92m3Q6b
P7vNp0O+xlFgRzt3Rdd8H6wRSl1N7QyEPGx4qHb0cn2nSRNC6P3u/msWb6hwZgEg+nSxuukVB5cI
w+C52eabcl/tfHPVExU9yODzvuh2uEWFap/cqU8LQ88P8tvQJkgJoHq6QfhzOnSFvoknqUViy7vR
7r+Bi4+fzWPyxZR20R0Fm/1ormNU6OFV3l4ferpeTyY9XVKATN8Agjz5s5HFUqdXIQIQ1I/e03B0
H+rb4AF956/Xh3nDeZ6PY+kqCF5TpvJ+OkOtwrEqk63AVlbfi1V+UFbiGvHQTba2tuPO+2ztynW6
sPulaXufDUrQBWJXlnk5Z180tQy3SjFys9VdvM8c7aa+ce3xNnT0G2Ev7a9PUZ7ilfloFqAO3Pcs
HjJtNkVBiLRUAXhod2t9p94K95lT7tV1v3qtt53dbtvtuO637kpZY664jRcm+wbUPx8eCBx0Qhn2
4OwhJaA3XJl2pu3v9duCyaJVsdf35qa+aW94HY7Gk/akUfKGhLoa1wK522v4KrwoD6ajO8be2nsb
ayPeGXttYWXOOQZsMkv71482vx+wlRe7sWJlem/rYwAHDLW6qaWdGa8xNMBtCJ0DtDpJq8AsUdsJ
l9ZmuoDO1gY4taQSzgIXnd2DBmX5UJlwjsnKu1FsayPY5q287m7MbeQIz8JzcFffI8XGf9UH9161
5TuEJDbdIfucPZS36g0J5Wphu5z9TBPKE4EJk18MhdD09ET4EvozNaaEW5ptT4NT3ws/60/aXXkP
l2dr3kcPKBndj3/Swk2/iz/NhSWR5k+QZgCSVBSdENxC9GcOzMy5xwXAC8K2tvN9uXdv6cZtIErt
ZTt3kk2+Xrhe51ccUFPIrAqBpDyxVLXZJ/AR+KEcNyCZssZL7AH/koVX6Dw4UdBMgTFJJslYxmz/
50MFRo+fYQMIApVhWTUoJAlyYke+H31v4hTkBlZv4sJ3nK/j9PlUAmX4CbhRw1U5/YxhbEpuN9Av
S9F0s+kXSftCy337+m65NAo0JXDoIpmZpc9WLwhJew2czja+WbZ43aiclq78aNT6thWnQFyxyCwI
/E/novWRj4hBqG5aUh16C2KLJ1nZL2Rk853AKEC2ddmA7QEzQ55t/KCmjNvUubLRS/Q29dGVcLVH
1orOubZJxKB4+PDa8ZyrRCeYo8rG/BXQukLr6MJi1YcilV3is/1koG3/en2U8+0H+WQ6xyhjTNn+
bB+MGUB+uq0KfWVdvg80Q9k1WlF9dhGVehgj0DAwRClUXR91HnmZUF5Av6tgDLnztXmmbjWj5bWx
rxCRSyh3eHSKXXXycm/xiX8b6kOkpv/WZxe4/q8Mj5vA8+v/dd++lnVTvv4D297qH3aTvvyo0QWe
O/hOI//rH4I+9fdPMvGGTv6G7CWoh8fmtRyeXqsmrv/Ja5/+5P/pb/7Nzv8M9ui//sevrEnr6d/m
8WO9pyOR1rxb/+nff8Lqf/gR/2jO/vxf/CVJUSEpiaYKXo37APbIP715JUWCzy9CUDIMja0/Hd6/
2UvmH1O0LHFnIcpFEsdR+Ju8JP9hTcSlqWgElp26wofo/KehLVBoyI4SERC4CdXUlLfQ913628pI
WWSZMRysIEGlODRAR6uAgHpKfCu2Sr3KERVHeDvZvlufh7+e2PfsjNP9OQ1MnmjAAUD3i2nOBxbp
cFmRhMkGkij0dxFkR/dUTm+kXvAWXrTTK/Lvoai9GMgmoI/Agp2k+LQK/aHp0vKQgSlZR3SL7V5D
mvr6hN5ilX+HEm/DEL5quq5poC752qfDBF7lNWJcNAdTpzklQhO2K0xWKQDr7W2NBoqtRbEkb2sU
mbe1HBYkkHjIxGt+6O5HgNjslo6EDvdeLsqdMCKpC3Ajo7smj4Z8nwO4gmiO2PRLbkUO+63Bgqwe
hj+ldqi+Rm3RvbSBL3wzBJx8tbHAEQ8Bx9ZpKdVQSe39AUyLLP+p0gX6VnuSccel8FOrQvGxTFMM
V1qUXsBJikWKu2TSf7fA8mQL19KFb0FoYSg8h28RxnRZvttvslRBuAb8d0A/p7Etkir8Q/pk4Yuf
PiRvn4K6HgcEbDFfYp676KEI+RoK9QEFmS9tAe7Y8YsOn0fdrTbXP/tbXW322YnrZbRMLaI2TuTp
jKoG98bJfuXgEsIUg7iWEZ8uXMWmuhw3v5DrzEFNUWde5xi6DloJqaveVQMqNiBLzZIU8kckhvug
yAA0q1sf9dvEulcqKt0yopjWOgJK7HfKRiPto3zdFAnIWsjdygEn4za4pU0BWsel9+mL39Xga9je
oicDc50a7doHfO1F8jZEjMwMG1uAxRyO0BOxD9W/Vu59mA2PUVSvLfcA1GHVh4+D/upi1zCGd13w
lDW1HUu3bguYUHISY1h3uq1A+ZURnOn0H6ii3iNkfpM2TzQ+Fhb3LTU5W1xNoVlGAGWBkD1d3CZI
qWZWUnXIfABA/K2Ni4Voh1H6GtAQR5VcCg4yEA87sbxs59et/1mKIidIc2zBXLwKE7xE75AC7VaJ
K66kunmWZByi1VewkyVBjDpOGsnlY4jj5oMbZgBZwxF/piBGKkNR1hLgO2Da0kuca/U+MrT2jj6h
cdRBq6FPWmBXXsTpJyXSYSb2uBNpCQhBZIn8hVzprSRzthYW8QM9Mxp98xc9CmURlLlOAaVCMsCA
I2JzFw23Y46dtpoq7W8Lij1GgXGLIWuiPHtVKu9xNRVXXmdh4e3qeP6hQbHRysYlzVPxWBVba51O
PACXiwYpQiSyjCZKtirS3wsfc0Y5/OtUTlzySdmGSuG8KCk0Ps12Q6IOBLhhjRZHsUaIV98B+Zzw
lV26i80huusQEKUX2Hw1oL0sRJgXXh1SDa5pHhzafcZsP3Wp2oqRHDVIMGCg5FoYyeAbo+1MjU7e
9Yvh4lA8q3SsKOVR6z3duqnqF6A3mwY8boljhTpI20SOcMRoWn9pZS+NBSeQMh5BrGjMa/+iVJuV
1mARHudi7STIUm6UMFEeEWro7lgMHDN9CkVGh7WAL4n4Jct43GhIq90YfqHdD02m24BbKqeME3mB
zDqr8EzffeIraxpRMP9Lune6EjgUj11lSsXBK2mFVz5C2vSCfQQ0KnxRsHdDwtkzUc6qlWdgBchh
IEJ6o6VdZ6fSqO/QnBxv6EgDGhpb0fE0hK+vf6vzKIiUm0fboEKiEzlPv//uVVJBnOryoOSIVtTZ
U5KW2daP+vhWHydA6uBH+xA/3IOk1EuVqGkXnBxqlQCI3TjFCyp0WCLA9yMXniihB4zo/RBV5tYY
onzjNab70VcXuii6Typ/SToxyiwCyluMkArwJXeJWPa2ONHu0EP+WCuF70xiOCW61MrV6bqeHS7d
Q8w4HtrxLhmknZKXeGONAFoJZIsNeJS/Et//F1lH/pp+qsvX15q04/+LXINd8j/f5zKzXCNvfvzD
ee3+MT14rz9O0w7+0b/TDs36g8+NkhhVCIOMgU39l4yYpIp/WBQ/p/1O+kt14l9phyD+YRqcUVKM
6djSU5v6Kv+UTZCkPyjT8pFJY8hpqQV8RDbhdOubBvJlE5mZgszbrrFm10LHwyT0tHgOFX1x5J6U
WvidUqe7ebc4FxKNaW//+4S9DQM1myr2RAJGOmV2whIXslHMRXMQsPb7UxHDcaOWNRXYPE2/eoKk
fs1qQd4rcAi+Fr6uL5TRz2dpQdWmY06zD767oZwecAH77UpLNfADMFl2Emrpm6Tvnq7P8dIgSF2o
fDMwLIShp4MgA17HmeT5R9lC21cY0HWO5XKpWHr6ykwradH3n9I1er/8Ov0U725JAfUvF2gqlP2+
61dCSlN7NEdA1SZiZB+fEG29qW5CpEOr73SoqCnY1mXjH8MhbH5ZGTbT4LfIaz4+jAVhX0cmYGq8
zT5O7ZsowDbMqG8TiLddIgIGjeqlB3C6+E63IMdN5vvzdUwdPdHT2QRtlUGxE/2jZ2X5EbT8OHlj
xahDya9dhTZBWel4aDaNaXcw/DZtj15/mejWx/eiQTVCpqpL8q3MpStaxJpcnOz8o18Zza0PCRTB
ayP+fn1RT5Ovt21ikBExUW4SICLT77/bJhTsQDEpMuSoSHzpYNajG5s/4kOO+Jbc6x/fKQa1Y64S
nnCJ2vXpaA1rjmGE7h+DRm12Dcbuq6TCjOX6nC5sfTp/Ig8oW5+TPAsQXJhhYKvL8AgwmL6lhRNU
kQyvneh2C6HI2VGmK0scAMJiivQZ6nQ+SYRzmp6HybFOIxeRcjbPjQsMauHGOPtIwCoosmpUpaa4
TJ3dii4uJpFp5NwYY4JQE3DZF93DG0yHF/qYjbjJXV/A82lJaPERnRoUwIh2ZuMNuBN2wH+xsB1R
YvBDSPCCYi4Vlc5HIQ+ntS1JCmVdc44JKGJKG2aoJsde1qT9GCrtOssjZXt9Lm/4o5PzTLNIZ7+Z
gIYkqkqzPZdpzLA03OSY65Tby14VN6Fc9C+YgmORUnvy/TC2k1Z59Ttvy+zeldt0naFUY1//Qc6n
S3uY0ywjQzPdXrO9EmiYVUk+Giqqrw5bvxFeXLhMH/5yTFCUTQqVvF50UE43ZFzJWVMEHDDLrXF+
TEGtDIZe/F+OMpsKziVuFSuDf6zlyMI6CdFvr8PY5/qCnR1jnpTpcBF3gCsjEzydizX0GOlKWQJu
VFY3nt4N32NfaHCGVMyH/2Soqb1AcD/V4E+HEjNcjDIDk2TQcvonRfFbOJkQub5EIDLU1fXBpuvn
dEPyinEDUu/SKaa+wTDeXbljWXlDBs/1mJQx4oCmvi+A0a5ctBzI8NdQFLE+S7slibjz/cewbzo0
4M7476yYp0RD39bQGI+mhB2DkgTovQ5R9OGPxigGgSCBLGd7HsBN0NRckHC7L7AwzNfw9ZoEGZQK
wWzsbgNv/+G1JEniCFN012RJmX04I1TGqqUtczSA6plbF+oyWnswEe3EHE0o/KP5MgiNfuxzIViS
ZTq/lglGiLlFOjYWEKDZ4F6JzaHSG8Uxq2sp3ZCDGt4qTsvwm+8jTu/HIn5c1+d7diaIfFSyXp41
KphAME43qhyhuVigQH30eqQZYzH2HkYLhVfNlbT760Od7ReGIgAh/1ARNrbmcZAgBqGh51l9JFmV
f6tdIDm5WKH5cX2YCzMivuHK0ikxU5GdBSDw2CfBybg9jo3U3qlIjNtJU3n4aLju8/Whzr4XkQfZ
CSEdZxyk02zxMiuCNko57ViagMhjPtJt10OXQym0vlEpyyxEcBemRuGP7GvStdIBrp5+LC+rc81H
c+MoYLG7R9mh3qR4IyAI2RsLedPZnTJNTVGZF6AR7s3ZUGy9shejpjkSDUk/sDYK14LXJodeMzoH
FfIMS08L7puRoPZzfVUpfswvtGlwdcpBKcvwjs/OgQbDLqbbLd8XrYA/Qw8R9q1EqJmPnpVONQyy
U6pq0I3Hg2fBpLlNyjRDGj6ECJPYkJISZE9AUnTbETNYVB/lMjZxmEvcHHfBCpqVvlHUThT28EhK
iutliBR6onjYI2kNTElBTxGLaQZFjW+i3M3hjUACRIte8mAVQh5HK73pA6nfwOBE7MSyslD7XoZj
giiUm4xf41QOooeoCcjG5CCvYEW6VRDGK6+P8uyTFDTwecW8VVD5bZMm/AF+vqttpcV9/AGFJt+6
j0Kt+q1VJcwX34oF/5BmZq7uZfy/6scm9uDLjZqX1PAi9Fi8gY8iRptQbSBsJKNhbBJKT97BNN0Y
/9NeSeAjVQrySz5u5+0BJk9+EMU+/lLXRokdAKlB8FlH9HMvZVxRP3o4crLjR1Ue3PtV3A/bIB3N
7xXx/FeBplS8Gy2obHald5m3G6PObRBHKCLh0Id9aOx708W7ZjsMmEQ/hp2kFbjAmoZ5P6qt0Nm0
P40fCoVRZHSQQI72WQoPcoOAgzneFEbeQZjFm8TbBGErYwaeWWq9b9UQi58UHqtpu7LQfxLaXkK4
CE2M57LGxQQStIGvcqXmWCnDpVYTcPNu8CP3xQY1H1HDbacmhd4LmH6EG6maVILyPkEUOcHY9Kfb
yfpT3aHnseX8tsFBrNXM3+ZQ4F9bbGoRbRmRcMGknit65/outOJRF3L1KKSt1tnRiAYEP0XFwURb
iYLKfYJrQb3GMKkxfmIvrUJ1iozGC3GU0QoT7P+oBOtMsLKfmApUP/US4yQk+6O4sdUKoYTHqAxk
fBL9RJS/9+RB/utoWJ18IwSame1gYcXVtm/9HB01T/cbe+zVCKlYDXXavQsL2bIr6OfS2rRoYMAx
xMwZSRvRL7Dq1uRK30e1ognKSkPHUl0F6JXAY6oLmKJ1JOLzVI2o1ayhLUb1nR4beFAgn10234dB
Kiq6eMg12UEEoHlL7T3vbrGLL2D6DYrWY+epdToLL2hs9xBVw+CurNI4OuJmUEsvHdLqab4NYafm
R3QqtG6dVdDwMRQsXHkPCVhHSTt0c+GH3iZ4DCMeGIMOlMUs3uGtZyEz7sX6I+Ub3/TXAZm2uNLd
wtP2UO9kbxLMzcrd2Lh1vkefwYKCHpp0d0aQClhu1J0v3qJ3j1qCPnWKoaeKgbvtGjF/QOMWWVkE
3jTjvipLPGLrNpfNZy+OI2jc1HvK9Msotbr7gol86j0PmgTNedXHXp+j7ywmfrPPx0hXKJeYvVL9
yONCwz2V0z4chJxnZRcZqFUdAL3UWMaFfu/mJUZhXfbSDlFR/8SyHBR+aht9AOuJvdihTY/RfCQm
jiC2yrjDrU2Lv5JyR3gEdxyAFi2u0mwS667vK2UXD6zXvtSTgRubIluXfcJYsUDXB2Wb7KFLIGqh
xIKd+KOqlxoME6xXhVuOltXc6rGH4UWJ8Li2RorOzO4zVAHTX/2Yjqg3l6mhbUQBnn2PxW2Qdq8o
xGXAdoMBQSkryrzaCWmxkSkTySi7HDKv/JrIYgKwQMwhd34e0tHFkVKc7JxuCygO5a8468XyQcyS
NNhAAZfDbZU3sXWbDM2kfy6L8RMw9sDY0RdQBnxFmyS5oa8lN8eWsE5DWBKG+e+kSNwGJw2u5xBg
+kAk26zVrlcOrmeovySU36wfLufa2+KbUTR4n4feZANsSl24KqOgVm5CxdDxAAChquWTmIocww4z
Wh0GbK8/t7HQdAcuPCz/TD/0IwDiXuRkVW9hLBsCD8MBtLW+JH4C6xTsffZiWWku0/kVcKG0EpoK
yD7pNCezvoOMSuiQqDco2qFOXsOnx+bITww+myz6AWrLovobx+MSk91Eg/sINTmLt10cBt95BRRc
TCwN2kdOp+0Wzq8hrqJCCYKNPJhxYhddLCLWUOMoiYsWxPGsyQT1s1r7/i8ELKMRr0ouokMhWSk3
p8ndvjE7TFQd5BJwYsJ6HDoX65KJiBhOUnsGYlcvNf7AEgZjE3G09wZqWL3gq/pDijx4eWMFA64N
6DQXETym2LcG9HVGyz+UvS92SIuUktIfQkzGSWCzydYlkUsJd21Y0N1aLBWlWqctltirEfvxeuJE
91a1IUCVvH6F7T13np5o2mNR9jgRelKTPuUWYRmXuRjh/5Xw0m+yQqvUpyY1vfKBdi196jEAUrdB
ogK5OG6CKnOsXEFKqS47y9ioGqprNwGsX3fXAf2Wb43Sb4XHRMnhNSeFmH/nIdEf/HhyREjlrkLk
xUOxA9tXVfquE50mt4jnw+6sZCWsX6DIFwe191qDFqyPfNGO+0UL0XuMohbx8ChAkdEdXS3d9bDM
9XXW+rguR+DnscBqMzzvubObeMVljtSC0leufyOYYenb4Hs6fYNaYIyIWVXUOk51ltqhZCdQxrBL
pP5+D60cBnv+ePDJU6v6S1WCJoHk3U/PD35+OWb1eSS4aDZl8P6iAGXEjaaWifCUQvJCT2YYcmRN
PLeNIUhLsPOxGcII4A43svxFm2KTfdumBlrugY+PAzsh14CUcEy7Hbr4ynCUxN7LbDTsubNcKq1Y
4SYt8ghqGtbJOgkJ01E90fNob9WC/yUwklJdKWCTPqGEE5irIiuwtMUs23pBUQNbZfjTHR+vdikL
l/no/Yh0qUhvBsLA1I7DSK4QNEKrbSG7uJDEEOhTxwIZT7N1DoUccWjEzkdqjh3n0S5URfqeKv74
lz3OfyteO6XOJxn9FAC/G2WWWOhFMEmncKMpifgN49t+K6uBdYP+ivs5DFFuG92w+2iR821MisAa
xHdFmQMMlFTJAR0xZmdGnIFAeC5Cv9wKiBsuFK4upjHw1OgVagBK5/1IRBe8VqmNBgdLzKYyLA5W
lYYCJF9wqUZ2cSiKB/oExFV0cdaUTLusbwdTb45j12bEtaL4LLriiKO6mi58sxmrgMo3C0c7i0YT
bD/StFnKVMmoKniB3B5NAXYsXgdm6Iw4ot0iO+8dUeEC34aJgcZVHliuusJgSX41ECnBPSuSHkti
w6XO9oXdapKcAnqGuknpdfYj5SKaCFRp2uPQZSWbplNvIeq7CzWTS6OAnQd5QLMGnN2s/zQGI9qe
NaOMSAKshKLpUcqV1O31tPBCsj3pwAN0gPo1AZ5Pk9/A7+tmkLXuKHfUgQLqMzuxDIu9IcXFczMJ
9l8f73zrkIAAxxV1emvQpafff1dVwybNr4RaHI8dok7rkA/FiycUqGfI+eb6UOdTY9OolLgmwJrI
L6dDDRVEhDFWxWMolpOeTFXJmKMqNNsQFegMF6BSnyyRec8zfFJoUD4cQx2l5zlKzjMSTOUlzzqq
TW8NR8TCqmAn1Glc7kfFdPNt1SIJ+hBDxc2OMV3BJcrq+SVHC0KeWqMU3KgLTavyboEB/ouF1ATC
UTdL87Yzcul+SARS7EpqE9AhpP6bsIKltlDyOt+ulBborxg0wQ1AKbO6peZrCE7KmXtEU8/E/Aiq
WZnxoF7/puejTK8D7TbJ0mkAz28DUXaHXs9M9+hG9WgPquxjV03sdH2Us006uR/AFsT8y5JhUc12
TtxS+hEtAGlNFotrl6bcmiAOVao0lhfO39mEZkPN3iSxipGoHAYDz/dGOhZiat5TAEs/+r4CCdDY
DkAX6LbRcTjdFKaXJ4WadtYxxx52jxSRt3LJ8hZurPNlo5VBjRVVcHrz8rx03VrYaklx6Tm4ZnZr
WOAyWS6exsh2Yfb45fo3Ol84CC4k+hb9rwkBPtvnRmsAOQOg6AixJ5b3CPFWyZESsmpfH+fsPNGQ
ej/ObF+PyF1avpD4Ti235qpNsf+sXgUjgxnraqNdmV69uz7ipWWkBUVlHl0VQCbTzN+d4KivzWBK
IBxzUONmLUddcqvQTQpuOm3wf10f7MIyIuHOJoRnrCjKZH73frBB7iYBSNF3gsSQHICE6LolUZ//
vj7MhVUEMDOdJehIwNRnz0zl94EpBa2PnrjuOSBC8Y4bpPS+GRMXCB+Ia9SdOmVh219YyQmmQ4iC
SACP6GxUCn1RmQ2N76AEme5LLUXbOeiNTZEJSxHstN1OYkvKuoQndFIwfqAzNftodDAkCWsy37HI
itDXEqPjAGsR3WzkLtalnAUf4rwTFzEgwQGEZhmqJciw0w9neFguaZnsO32iGM+eqUnfIkvNtte/
26XtIdM218FbcszM2e5H7L7JEZTyHQkAfXUjaLnu3lvDKH6McvXXdKYaPHxOasP0pk6n0+rYikR5
HTgFMst7Oa7GLSqk5cePFrkDUTi3oAhsdrZoeY0S/5BVgQOAyLuxwISs9D5M0WNBivj6yl3aEGwH
SEITJoBG0OmE4nKggIdpuaOJ5VONWS1wYpR/KrX5Rq/9+fpglzb61FbQ384WecbpYGGGvr2pDYGT
VrF6L3pd8Qux6xKVXXmpW3JpRxDdkNYgVEHQOLsw0jjF/q6OCcIlBZWbumzd6otgGX77+fqcLg5E
kkELlmuDfsnpnGI1CFIFHWnHdRFcWOmCoX9RxM6q/4MtPgE3eLJIm8w5lQxBIxePxDB0kiwCHz3o
fb3J0MNMPxq6mGDWiFo4RvwCHvB0PmOBvOmIbo5j+FqDeZYk24Nh+p8+umqT+ADkOw0QCl9pNkpV
+wPlkiJyzLJHrRFd60OiR/EC+up8vxHEgUZSdCQ+JMCmp3OhfYOOI8UTp/Li8NuI7J6tNRlgpFiA
RHF9RktjTRH3u+cQNXVTMPUxctpAHh+BI6qbrBJRZ40jb+F6ON9yKCpQeAb5McGH5/yphn6F6/V9
4NSJ4n6JBbiStOSMj6ZAKERMuTPJIw/iWYqQ6LmilkESOm0UYAgp6Z0FzwMgVIty0mgqC1HZxUnx
qaYQECjD/G5AHdUztEbhzus6CtTUr1FmbZaokdPNefr+gRHiQuAcTWAhcbYj5CkK1xquBbcNemqT
oA4KYkytvSlFMzs0Zhce0DwXHJxX+8rupWQRkH1ho0BpAQ+FwgKFpLmdH6SrIlOHInQMFEk7Kog4
Ma2bLMy+Sh7w9M31bTltu7MJWywnuQjPiTgL3FVPzTtfKEMHG4/KpihH6UFH5Q2SR3irh02N9Fsl
35QWdZjrI1/4oOYk0wLqi7oA/zk9EEEbBFac+KGD5GC8sQocK5pOHhZ26aVRpAnAj5oAf81RE5rZ
0w4p6tAJgMt9RQXeTzb8n8ESkfD8nUTfhmrAtIwUIuYbx6Xy7mqo2jsIVI2f9FrNP4WG5651lxgx
p4Nlffw+MbnuOXswvEHNzW5I2FZYzXRC4OQVWM3BFFo7rgTrtka2Y+Eynr7EfI+AmiPzIimCjzkL
N1Jk/otQdQMn8qrG5kygtE4O1srilyw0WuSk26U0/NIhePtgvAH6BEQ83Rwd/UQUl4PQ0VpJtRPi
3ltD6IVVqRjVwm156QRQYxA1vNQAy81Z8mVQU03tuceweo4/6X6BkVItJLddnYqbFuF6bVW6uYUy
q9Furx+Bi7OE3jvtTKrzc8pRT2MPDogbOr2kV99RxA8Bm6Ooj9OJ4tZLNauLW9TE8BC6DYPOmSy+
nxQDViihYzamtHZzJd/Ar40QBZPSO10c1W/XZ3dx27wbb7ZtJvesSKQN4yTod1Mji1+9BgH4pA/D
W1rvyUGK4mShznppRdFIAniGfxiB8azkgVyx31nC1GhD3vjODX2zW7Xo+31z/cn96voEZ6y1KdrX
Kd78e7TZ5UkXhP58KIcOsum5ukHHFqesFoOCsAn7XRqmPqgI+pIDOvXGqjKU9CuMg6XIQlIunM9J
HWcqLyuaMc9KLdcfrS4weIm7jiJSGhvpSxH5tDdqQ6GB2GbQ/depDuyBJnzWPZaa7D40Qe7dJIjt
7vtSHLdIDGv5whV/aQfIKEjxjHFRIVl1eopNs+p0NxRDZ5AajJGzsMMeWoroV1JdbKIdYv0/eezz
hZzy4iZA9QscFCm6OS85UzB03aYBytNolTNmqfIFzyQk5WNdWLg7Lr0uZMpEWRMyG1De6QQL/Bxc
s+buUPoxWbVuGm4wgxbt6/vs0g1FKg7w5C00mcNs66yK0go/NyejnO2Ivl59imnlH2S1S55Go7bu
FPQbbqTC9RZQeRdXUgPGhkIKCfrcvlAtIxF9ail0IivSJjHEYuvJrXJLJbhY2CuXIi/KvIjKIHcA
FX+2lDxgTUAYHjljX74mFlu1rorxtSoU+RuVimGHjO7wLTOz5BXURrUAK7t4hia9R1hHYICR+zv9
krHoFfyOG8FyFK0d1lg1LIgxtPy13Oflpwhzr69GomF3VUD47RPt25C2qp2bjfKpFAXwK77WjQs3
6KUPD4EB/U+Z7gkExNMfKhqGkk4mIZKYKZR6SklCGi0f6x9yhysDCKz0O03u6klAoG5hQS4OTR+F
txetQJRCTofulKi1MpEmlYGJjLH2Q8TXsYcHtrEpE1wkNvhtAF2RRCyPMEC0rGbhaE0DzIMOZFFk
+isKOMN50CEork8yUIWOPEbSfQE47E+oKeFxEoHYVKKv7Swfh5f19aN26Y0E/g3tgYLHdKZPp20V
GOGJWh4iWqnmyBXjvDhhKXzhvqWut1fwGls43JeOGFIXPCasNtHH9CHe5YUePh0RAIvQKRWp8NZd
0mA8HfeChuRzEMdL0c6lZVXhAsNVoTJL5HE6XDu6Iu5eFk+WX5qM0xU/q8gDeWj5gW93XWf99sm0
vvwHywrRjsIOVcwzmi9Ei0YP4Nc5TdsD7xm9GElGGQjQbuLWNbbSSNWf14e8tK5kpkhAkhRJNHhP
J9rXiBeEkAedplfSe+Tb+2GTl17rg15Wo8f/YDAUfID60uYlbTsdLPDMsR7SmuReK+MvGhLw2Dz0
QfyzNCLP314f7LyXTNjBYGjC6JD2zDlpurfSqoA5DFQ1I48RwqhbC3SXtwCE8LWSPMTXVelx0rHG
MkH2N8NoUKzGEDFbCb2/VDK+dHHTKuOFAPdJsWG2o6auQ2MESQQUqIm+uUldO1Hm02si3jEdJeoL
3Dwj7K0UYEBYxlCyXHg6zkk304JwVwEG5qXiDj9d/gLmSYEpK5d3VKlrpKDF/jC2+GiFRTDe40oq
YJvndw+1VKsHITAkjAakBhx71y3lgZfuTXALVK1Jyei7TRfMu+PcehhWK14ZOaHqmzZ9iMxf429U
3DW5OdhN41u/EBWPj3mW6Uv74gwZzTIQjHJzQfgBOjHrE1RlM2ADFcVOmtAzXnFrqc81wh7PQq1h
jomEdbVT2gZ9Sgxs6hwZkKLXaMlDwl241C7dMmRTVDEgD7BRZ3si7JI4isYG+c5mAKAclFTD12pQ
gYgaB+qTdh157m94+/jSXj8cl0aGhixT7Z/0Redl0Jp5pfh9xM7IH0ETJ8cVY9sItfoUNyDlMGXs
snWj1cNSB/TSfQMZdWrQwJ5Gh+P0w6u9lQ1qJ/ByaFl8kHrcMFUxLZ5aOTAW8o5Lc4T+xxYjMGOq
s7RD0EcfbxukTGDHKrbbozwwWTXv6cYLd+jTfwnTVlxY18vT+/eYs/Cs0szJmzJFXIjK2F03eE9A
29I7pEGS/fUvOJ2Q+cNP1ZIOm0HHAd7m6UJif9EUIuA3BwsSYxK6iYZxV+CjhZmenKIx3zX/m7Pz
2o0bacP0FRFgDqfsJMkWZY/DhBNigoc5FDN59fuU/sWum2w00XPkGQhQqYoVvvAGpdmJdm6OCY/N
o4ADzGJ9gYSeAaNlrrNgxJgjw2wad0qfEw7ZBnfkE6Iue8/+rXuCgFIGVy47Zl2jRUSmF5mhZwEK
QVgSFrWZHLB5EE+6ntkfRieJO7/llTwqXrPXKri5f6Tsoax50GWRP//pjooHR40Gnf2jRM1LpYaB
nWKIWNn9ZwWb1eNc7NU5bibKSA38vxFXFzSaqrnmTmkWlDoMAJPQ69jWIjwB82henLYbjotT/l5g
QHfRu2G5JHGv71xJt1I1l24+0T1gLO7m60lTs9VasMJZoBeldUk8tcZPJRx2yo03PytSYoQ5/yNf
Xo+SL7GxiKLNAkwgsrNFbd9vMwT4IxxhPw4ASc7oyru1dOhNHm9mwCD//0OvvqoduyRQoUYzg16W
4nt2Hn8TbgL0V3UkDeL+Kb25nJKwLg8N7c7VF42SdmjMNs8D1P5Dx3eHgciqFuO0V924dfGA2wbU
5dFTddY9Gr2jIK9hZhg0bq1VmFRZU3cmvC0oKDQqrJ7787o5HNG45Ie9a+9df8AaY8IkjVx2qk3H
ASeIXPwKjL/9V7FDvNXuD3ZrEcntZCNNdmrW6rv5lMZKiRNDwK+ujy2Mo8NSTfHOnrw5JZfbjV1P
+2TNr4bb1CLoneRBR09DPZi4GukXrGa6L2PrYAx1f063rlJCQUjUIAvRhFgFIUpLT8/rmzzAXTD7
0pnd/HtjePFvKHqY7qGlhPAfqkwkbMgKaNIVAnbm9SfDf6tEFGHJA6xOHGL8or4MXgc0Podcc6ji
2fwkwnZ+uj/PG6vqQYskmaEAj2CVXIefLtHOCnPXKAm2zAWRYB+13pzmIXBp9GNbfSe/uBXhwol8
T8ZdHv214QE3dmg3OtWfJpce1IPdviRmnj+LGUUxO2r0c4d1wMcUIDRue42Kqg5erb/lWrun/X3j
+6LyS8cIyr4UmVzN225DJecGzQMcp6b6uW9CAO5hoUJdaJLF+NqVTfvH/aW+8V4hVSPL82At2Vby
U/y01E0J5WpYRmI66qx/aVUE665J1BPegMYbQEzkuXuYFzs3wY3DSdlSUhw5mwiTrXK6Nq69qp9U
PjDuVMqxiZ0OKPKou9np/vRu1Z644aC/UuSRCi2r2ApoMPYfZVMEmMyb2UlrPBpwtl7l35auIl2G
lJQ+pQN+zwNmFIQNxTEWEYRcBDtew7wVT3Y5KZ/u/1W3vrPsmlmcYmLMNRByabxQkEEXgVTrPHVi
QBhK0SpxgQqoPgMRr3+/P+CtIAGdKFn8M0mkNxBpPRy7oVi4p4iAwkOHN+RhqfX5mX0xSl6Yesho
APeQ+CBpqKzYV1XJyp1p39prXJWEnvRjeARW7xr9JcAMHseasuryNRHLn66Sz3jUDs6X2krwIgZn
sbPTbmTQKHnLbr3DXJDKut7fU4ap8UjXOXALY/6lj9DK+lBTvm+wo+yyI9o2v8L3UmaAm32E/qqH
B+H3+4t/62sTDlLKBu1LU391h9Yj1DgLV1o6UXOD+zdqeNbRIj384TTl0H3wcPutdl6KW0v9P5lX
ZCoAOK+2fdMYsZ2Zdh60Sj5809NFeS7U1Hx1cG07drmqPMWAdM/3J3pzUMr1lJppPCO9s1rryZqN
pouKwNGH6gQFVbmocwL6P1fFk4YD4+8jjsc7m+odz7vKaShlcookCBMgt7xrfrrBlLwL806xisBI
k+pXir0J/CVn/N4s1XhRDdQO3WQ+wSRbfAXFuaONGNCBlk79rC1dfHKbyrxUNfTj+4tx8+bBdJjC
PiE3JZzVJwgrBVc+A75g6cJoG5TOOwIiGlG1BBNwwJ/YfA0NeI5DMkdHU29pgpazDy47PFRixj1a
jdOdd/XWTiQtIZMmhEDDZPUnzelcj3osioA2s4Op5ABAnNXpJY06UZFLbIa51HYW4tYJlG0HmU3z
77peoeGDGKKkDm9yrrFMa4T+jCNx8gyxRiAIDGbAcxVkMospjHzYx/PeBrm1LS2eU5rzhBOblCxP
RoT+6DoHtok+wXHs6dP5g2HAaoNetVy8ObZe2VwHAUcd+RMK3zb0cZ9LpTk0SiZe0raZ/40nMLD+
1LjVP2EX1Ymvotb/z/1NI/fq9V7m1Mk0Q3YbUX1fvcZoyjRmGgJo62t1xBcLE7dvRt6Yy85J3QZY
4O9lP5ObkSLnugORpRMSHLK31gmqdjP/a/EI1j3+wLkD4frhWcF1BvMttx2DrbadwPYW9pwN9DA3
8c8VcSWWixklYty57G8sH/h1oD3cAgSPa9yGUZeFWSZ0xd0MKL4RonIM5WlPvUw+U6uPpKsaqB66
hgQVmxKRbrTMlvICDfAqAf7l1u4RGEmCLnRixN8LpSzwUG8Bq/gC8/Dhz/vLuT1QvGZ4xMjUhvB4
jd9wiSuAhiVZANLK+eRBpF1OpT6o0W+10tTUIhFP+LtVnISnpeva9jQiOPowhwTRDWqQki4grUTW
QbOI6UgkypgFTjLnpzyzu5EmfFJlnBhtBvEkXA6LyPWdSGZ7hfGgAT6QkE/OyDp0cqIEByiK4UHY
YFx8QEpriU5T6xbzxSoY/hgPZv04wJ9BIS6Y5Fx89jXyActf2MMTX7wx8eekHIij42ANFxN/0Y8k
5slvwhu8nc98Y6ZAdWnQ0WiR+kmrsEFRIrvue4qetjl61HkJ32Hq5eXswUP1Epi5ubpnQnLjXpDx
KJEifiBA/lf3TxrnMa7GlFgWFUGJY18MTvaUC0MYvlso/df7G/nWDGlqSDQlFx4G2Ncvt6AaUIVu
QXJpI7ONHoGq+4s7Kd8wzh4Dqu2dsnNB3JgfHUjk8TADegd3XY9YAaWway/M8XDsVPt56VSBLT3t
l/o7LKzm4ecWaxCE6R3oc5Rb1x3+xUx7NHONMjDypTqqMJ+CoWhgS1PKuph0Kb49vJ4U5dH8RcmK
Rs0aJ4fKVla6bl4GYWrnT0tnGH7h6fOP0m7b6YD/wq6Q4/ZpRU5IUvQkuksnvr5eTyWPtTRZ+jIA
Bq4rx3oK30LodH5hz/kTpiLeBy/XtD143o1rnvIAFzAVCXBC614MtYoY8CzeW1xA+jcF/vZfOGLO
z/dX8+YoKCehHSndBdbofK2JTPz81DKopgpdYqMdDq4y7oWJN84AawfRgPWTcDz585+iVwQ/S2GK
qQKaQT6MmSt4I39MrFQ/L7ob6+dWn7Vs5xhsBwX/CkEd4iyJCcj560GNOGqSvvXKIO4S6xcnXswv
BrIpPzBWt77kVW9bx0fXEj4FGR8gUclaWpMq0lJKmKpGFfS2rZz62uzP4dApO32UW9OSAruQlAyi
jTXasIxMM42xoA76woEor6NcbRVViBhEQ6l40Y3zf5iVhHEAAZEBx+rbpXPodC46J4GNmPZr3EFl
xBl85xnYHjF+vzSGwkIJotJa9LBTFLpsTSaCMS/TlzJc8lMYDQPvbKEDt22T6bcwckNtZ4tsb0o5
LKUTRIIhOq57rXUIVnPC5DpAAmp4s6JUe6E1Pr07q2fK49sDmJE0igINAzBktZAJFjOhHsUiaOzh
774u+sscPc4+RXyQnSdPmgeteL07BEolszeMTZD2ojR8St/it7ml8ne6vytu7EJCaw+VSnCnWwGv
OSzNKKegFeg65JehdqIXHIj/1fO6DCal3oN6b4fjBqaGj9I7wJqN6hpGV8gGZcsYxFX0+yRc56Co
7WfbGtxDl897lKVt7Pt+37/HYNSF1yoMRSdKFXWeKdAqxQavFqr1AQeMLjvxfHsfy6GIPfj1ohCn
sfTGvTb89jBwWUK8pbfHw0pF5/rickug/WUmZk44msGl2/yKy9L3CDzVAU+pN9wnxPnBr8mjBtRR
4lwoMJCYXY/YWwZ0C+Epr3HjoMIymSdFT5CkKV3et0V7NGJ4Hw1Jd2nryvqu3lNNbaEU15rymuS6
+kSC1sEoTrrliQffxg2P+2FnxM05p+BMwPeeCEorvtWKJlOvVrkg40RgYcGLu1KUzsfQ2PmnUePJ
2jkbmzeV0Xi3ZdLE5Iilr1eTJqwBikKyZ4a58s2pVz6b/bwHOLw1J2IDNDI5WBx6uYl/elOnsYkw
jnGSYJyW8Zi5s3bEmkF5UfJyfDRIYEKSFsZ5l9L760slj620RF43DUQ11S8gefLTrI36TgtdfoSr
jJNR0GaU+RyBz4ZQx20fDhZqckFPeeVrBWAU2c8kpZjYFVFY/jWWSabmfqtEWvShN8Kp8p2s0b09
vYlbC0scS7OL5UM8Y7WwsaKGUTaBqafkGFanXhdVe0R1yBpeU8/u/8NmAZ5JPMs9SllR/jU/fUav
Hawe3xey+RKgNVYfVXLsqrLrdl6fW7PiRZAAOiIxWhLX44zNXMzgbADU5E6KYGufuP8krr4ctDBR
zP80GNgRCnCkdmv8dNiFGowOBgMEOlA18FIsfbq5+WUpinlP1nR73LhEsHcEro1HhLpBXKrRVMQR
Bfdhrs1TgrYUIviLt9MD3bxA72vH0w0cUL4JqzRuTCKvs0eFHmghPBhdVoPfHdji9G+ItMmbbhfp
w6eOr8VzR5+MCoi2DryKGgUv6mNFQLdC8oBGaarRYai2J498a2o0WpEFJ2iAc7y6r4a0DGOroXbZ
5N0gkE7TCsVHeK6aj85QJ5EvhKxz3H9yNo8c68kZ43uRqDLN1SmzF7LURBRREFWmEiSqop4VVAJR
r2mKp6Vuf9fRntuJMm9MlF6TLq+xdz+tVYkupUWSJiB/AzOdEqzSavP3yhPjL7wcKZ7Y6LHsTHJ7
6NiR0oaChisI6LVafe1W3jSNNCiyidrH0auc9m9FjeavjTIjVnZ/RbezoxdCBwafY2JacsbrEy4q
1cT9hkJDMSlKddD1Rq2PYz0rAkk4J079xCrEnm3D9jNCtgYRI2He5Flrun/qmbltF10eeIsVviD3
i8hhPpvdLzrho9+lU4ScY59oO2/F9sxjAuNw3mn0ESGtwU/oMOIjNdB28MYFTKqXAs+cnOb88IqC
CAUHSQhI126tWWWXwPEWhw5m5iw/OiNO/s3Lsv/umqUAjEoL/cv98VbbhR4xKZ1BUwkUMAIi6xO/
gIZsFb2aXrlTw4Mm+3cuQn9HaWx1uD/UagHlUOxInfYVsFfp0X69WVTAU2rt2vNriaD3lyapbCqq
S7ITd90ahUaMRtYrS1/rz9QtyBbiIji9qmZLvYT355SaRr6z8deCvnIy8kBTJQabAhl09YZa4Yh9
YWzNr5LPkx0MLRX6qfQaxGgTwVk5ekPrTAdHOPO/UadjegjUxf4YkRwawYiy7O9aVDm/VGonplNb
FobuJ0YeolCYtDnLjxabIs0RzcFvC+Cwz6OK4uWLWaVK99oOnJBDNRYiP9N9NseLPhtVfFbzsLDf
lMmY7aO3qPVzZMZAjkQ4kvr5s+lE0cfUdtr4Navdtjx5+JyOh0htVFbKJHl7UoHdzM+lJ4pvWRY7
ix82tTE9tsff1w4oP1E/FS6O1OoeXnStRjPQVV9FX7bPYV57J63AuxyZbnFqCqE/RgiS41E0B95D
S4Zcf12V0YpMMZVi1F6NUZgHzaitkwQ3+v1ipHv7gj38U0D5v6F0wh1ebQgS65CHzsRgz+GivapZ
1/l9BOphaaO911Mu0HoUQON0G9mCSD6tFtB04hyRp8l4xfVCQSO2mcLz6LTaKdIy5aDP/b9dqtnV
eR6g0D18iFlIGWA50iVy3fY3lHEokimfXoVVFsdSKaPPqp47OztkdcWzjJQ1wVxRuKMZQiny+qrg
IKj2hEzDq2eOX+0ETcfJVX1Rxj8iRDDw9NzLbLa3hqlz8mgRSgAFLdzrAZWyH+2mVLTX1C7rpzYt
v80mjouPrh2DvOszUSSRYd31IF7V9l1qC/016oDw95EWn7kvluP9UbY3OrVxnQouFSaPTtoqauzy
ujMUeuevgCDC6jzUS2v5gKupj6OnvcsmvPGpKKJBikcTDGDuelKO04lwDgfzdYo97fceId1nA1r8
C4iF6FVAzT9P2ZzuvMU35ggelmGhrgCyWosLKZbWzujGmq8kxco/ptuE35YxgeCF5YZ4LApnLwLq
5rThv0qT1Vy32a1x1pImdc1XJI1QHFSs7GjWMewyFGmPIU25nRNmbw4348kGnNRSoC4it+pP2VlW
2GMUUpB5TcNsPE6hVRycqUXSuBp6H6Xj6fP9/bL9gDIifreIoPVI4/F6vKRKIA6ilfFKLOwMhxDb
wO7ZUdyyeda81hEfWng6gPXzIrN2YtXtPYZDM4r4UiMQCPsadtmphHjjolmviZirQzip4V8AoQFL
gZO6TE00/2LCZjxM2rAneXRjkSWqFGguFQBYosb1pFM62tHsIv1GP3U81mnYoW88hz5oU9cvy2nP
PHM7HlUTbmqLRoR8HVY9RwjZooYIS7XLiUofCnl2yZYkPhhJng2+GObh3/tfdXuhMR5KhCTCAGhJ
Ba4nOHtLbOZJp7yy+qbfdSW6IK7Yaz+sIZ4cDoaBQiUnRt9jIzs3LWbmZLbyailWUJrZcmyH+s/R
Uv+1OiPy3aT7ksRue3TU+W3UrCc3xQv1/kxXNZz//QnSQhbuECHUOhIDNw7gk8gm6E27j4/2FNrj
l6zijKFk7Lld6tfoChQX3Ani8EevaYgYOyravjv37vYcAYKkEUPORVpLF/16xRdTF3GWZFHgidDz
56avNfr0bf2nXUPArVOYi2Y8ib0iy3b60iSP5ItKJUnRWvRycLyJRmmRBJU920+QA1rszeuiVv02
1u0ZsWXV/tPQZ8vy68XovpWaMH/c/wLbvUYrg8KqIRtRPNarF8dxGtVJRuBpMVpwr22mpSerFOPO
jt4eIWpJsvSPMw8bbo2xSicnzHLwwkGp6Ko/puMLvSPX9wblBRzBXq3gxpy4EqmkEg+Y5BKrA8tl
1Yk06ooA95Xy98wozZPrpePT/ZV7z0auIzkmBX4SmTcN0cZ13T3GDcFcdKUKktRdbN0XrF7mNw2F
0Uvfa8mPqjTV5eiVY40atoKtw/gSoYgxHt0SbT27VgfnYBeY7HxBlMr7J6JLovmaB/z4kLaqqI6z
5kXGMzeOk+5wN24tEdVmXl/aBrJ1cL3hi7R3qrL3iiDVehu77Vw5OBWC8/eXaPvUA3CS5nsQjsAb
b4qVE7rRsxeWgYPFFVaQrn0cw9zGvNvcizo3E6KoB3pLqguzvTaMzD5c7Lp0wiroNC85jEOsHFx0
y3eaqZt7glE4K+wpciD6f6ubuQrTvtTysebAFhisNwahRDPbih+GSGD7gOGHc2/rD6q3SoEoqWdB
vARdm2muNrRhjLmNkokIOrtbDq3Sw7o1tel0/2vdWELyK/JhLFWpWq5LlnkxJdmMjUswhtpw6Nou
Iu2sk+P9UTZ7grnIW5ZOIO8pasbXOw9/CisRychcUKR/WmY7fc0JbY5UfvaajtuhEEh6jzXh6UJ7
Wy3btCDQPHhLHWD5bF/a3nSOQ2RDW1Tihx8QAiCoJ9AzqN5JBNz1rKjEZAZi8yLotUn/lW+ToYKC
W90pFfOU+GLsQ2RvFv3R+FYOi+UTFoDvSMLVDNUuLfW4bkSQ6gaEum5OT8MYLr+HWVycvSJXHmQr
sRMZENACoTS51qZ4nnRCViJKEahuXj+5oLQvcZZ1pz5zHmz7vQ/FYkrsJx1jqobXSzpZWm/mjcZQ
iVY/qSnCgm1i9qeM2tCHFOHJz/c35nb7o6lCMETljgwPUebr8UynTj0lNEQAPNk+VYVVngtNeRBk
+r9ZUSHkCAD5p4RyPYolejPJB08ECCaqx8jVCj8f7eVs6XO9k4zcnBBlSNpkOJ9CZrseytEye+wW
VwSLpYV/grQaP7XdvOzc8dsrkWX7aZTVZ6LlFYUK0ksBNBHrkNhONx2MVG9w9gHX+o9ijX/39pB+
+w8fC5MUeVfxydaJnXBKS4PY3QRL5EYvozQAMbDkeXwF2e6AWMgj0VhYO/9aZhcqcWM3QY8QKUc5
xRAqTuaHb0QiEgltltJj0A5Xb3GIN4xoXDZ6G6bZwUTsMnBFNL04Wm98ur9sN25EzKdpoEneMU/E
ao8DXIwgri0iiAYv+pI3i/o8a/GHaE6Gnejo5kjUFIDDSuztupSbULazys4RiDGr/dFt3cTX4tQ9
zAn9hfuTurHPpVI99y5oGQnfvt7nhDGdMRRpE3RTpByKWi/PemT88h8GoRIpqwl0X9cRbKHavd3G
ZRNoMrPvimX0u1nbO0ybOPl9JxD6SrYIRcjVfd4M2L7U/cCG46Q+ixrbGTFjwkSwJp6jotwzLL71
lXQJlJFRLNaq8nD/VK9wEqpaXj8zqyScUuLAuVfOpZJ0b/1gVf3Onrj1oUAOgkaTIiIU7K5HM6Ca
hsW8NNC/jfqSRCp+tRbuZfe/1O05/b9R1tiw0IOahsZqE7RJ0hwp85cHkeKuVcXRj/sj3ZoPHQSC
GAIzAwzA9XzgIHYLhckmaJRkeE7HxTxE7RSe/sMoZIh8JLbfBvIc6WWFEKHXBDXSdsdGm//WCkyO
/sMgUiyHbggR+zpSTxoxKtGYtUGox5jRjt14iWfr8SCd4JmXj48DQnCD/UV50PV6t2oDABPuH5ox
WN6zibejfvkPs4EAKzluvOXrpBYzvc5ewqJFKbZZFt/LJtX2m7IU4X+4esACcpOi/UEzRO7Fn85P
51kdhK6EZSvm+Uhq4PhYLD6cz3JnS8gCIHvEsXjzrkfJe2tKBhNpOdz6jFNYt9jfOUAxHl40cjQp
qoMUFTwGfTXKADbaamwE7PJBO6RpohyNun/8hiMYAU8iPS/kv6tRoiG1MfaxYA3gjPRJTxL1b5hw
xudo6bLniUvoz/uzkvHUVZJOWYn50Oej3EVVffW4uuVQOZMLGHtxarV/quJOKF/GeO6X13CcK/Fa
TmFonxMHg+cnGtFd9HCITuWQSjAO96QgQKevl3UsWPLJHOoga1pKtHEUaT/qHK+XA+ww5TcEhvq9
G3D7ipD1MKLUS2bPrAMK00tx+5tNjhkRTH8oS8UszuAYlgvufNCWHb0o9srB2zGl7pUEbVO5IVJa
nQS1hyiaApMLolkd46On5sL+NV+MIfqmmI1i/FlnabRTxJC/8/rbXo8p/6afTl/UjsNEzbcLul7V
P2YUx452XHS/zRkx6P1ttL3q5XXCVU/HXbr5rr6i6y6tqaDxGMDYUo5TA4o6F1G980DeWkS2KtYc
1Mqo+awmlAxaN6it6IPZyL4XZtv7S5p+7Bf9uU+rveD21upJDyp63NCPkfO8Xr2q0paMkm4fYJXZ
viAo9hfI5vniLnhZ31+8zUjy9mJHw0GgrcUTcz2SYlD5q7upC9yqVo4paqEQkozWT5a52Rlq8524
t3iRQUubhDMb7kUxiyqxsQYOwhLVryz1+mPa1XsH7MaEiAIBgAOzkujp1YXcimnQEr0cUD5JhO5H
XfLPlIUFHtkWjtUPLx7VcRvAAmeZHuRqT5iYLIvR1QdASHYFS72Gq4ojn6fVB4H37t7UNvflO6Ie
dBzZiLw/VruCuMlq2sIcA90deQZ6oIblAW1/u3nCHNOibTy32DrSqhu+C1K+ficQ2S4tgahU4+Qd
oti1wY7OeA3widXAzvPkNFBqObRa2F/GxdrTW9hkrlSI2ZgQ9Tjb9F1XwTbgpiUWY2GA8sUmWSPO
Ijtx0zOGaWag543zV26EyaPdTxpm3M28SVL6mdT5+iy40STo5DZO0LtwIy50gCLrgia7hrnWoMx7
ykvb80DVFfll9g7dMnqg18NNYz9kUVe5kJsH9dDFmu2r+u7tuP1oqMARn9BiBf9KmHo9imKgb+YZ
6RLkMdTyY+N27E6na90S71qEw3YOuTxeV/c+wrD0rWjGQSmQZN3r4WotlX47sxFgEGge4wrIkz27
zVm3JhWvN6Ef2j6hn0wR+KkV+t5bsNk3iA6+62fTDOSWWcvb2DEYjqJ3lgCRtyY6u2PDEK3RdvkH
2lyNhTUynroY5+KOcb5/GWxOJ0MDGgGbQu2ZNMq4nrmpxTgEh5WGSrlb1+d0MGLt7NVxrJ84qcN0
5Nm13IMVT/lyqpXWfFBsRyKmQNKx+uCupdHXKmEUNlFUpQ1mkC6YoVqZ537SYmKpeGy1L7hJ7zVZ
Np8a2JkGOcol6qVPuL5pu77wkmWxLThSSvOkK2FmP1uVldOm5I08ZWWCj+woHKARZqdjxGmSKRun
+6u+OUTyj5BWf5Kt5RAaX6+6AkqimPPMosCA8A5XUv6ylJa+01vYHCIoAMhHk69QY9WBZV6PUrT1
4g4u4mhjrFUv4+xkx5q6/7G3ds0hbw4l261A57lkvdUBolNC0qK5YWB5nTmfOyzBikOEE+5yMHv0
YP1H10+aBgEZ5hV756Ffz8wxhFNMQ+cEk1dHvh0htSySpN5J+jbBkxS3I9kDWUoVZSONXesezabM
dYKBOt2b4zb63w5Alud6xDHQK0r1j/uz2i4im4JsGdwlC8mHu55VPijG0vWuF8Szm0FDQQ7hQEM3
/2wju/bojcfrRNFddusll3/tRdLoVo7rdBsGcOlLVNaVuTkqdVOf1Na0cK/GpByopOIW+klTYjtH
/N5cdtb3xnxpPtHxlLLvsnlzPd+0tlz6KWyaCs33p0rr+2NSVO5pcPr58/2lfeeOX93wBtEvNWte
Z9rOYKKvx7KNXLItxuytCTXR+TEO7vUl5cMbb5kq+uZkJ1y4R9x98UxpiBS6s9o0jXmph3lWnrgR
c3IBK2phYozSrjo14nT+hsZL2ZyVNBlDXy87O/vQLEYzgNv0rH+bVliVX1mDNo/QyIth8G1RI0Id
Z57Rf2/mxGQUBNGbY9rnfXec87RCoGnmNJl+FjXQKmF5leHXzDTD8UnNKjfyGy4UxR81u73MFKjD
A7JCpnHJzG5604rOHj+Hnh2Gz2kPXO6jNiqiedUi0TTH1qvR05jKxDSeS92qUkyvza4AQJebxa/w
2+bl3JhNOB3mdJmKr70DOffSRGoUnVK9a5ejapEX+W5uT3+i71KmB9XgQJySokAgsE4h7p7cIppc
f3QXQ3zOWn3AqL6xLeUJVeFwOHDOxujMuqrmacmQ6/ncl7TuWl+b59E7q9ieNr/G+L+7qZ+TjRlI
iAjRmW+NMgqcglVt+JYOjVv8Mel9X3xSkoY6cFRHWfh1Evg5DQe84uPwxTWSsv8UTro6/+IZVTuD
SUm06HkZG632a+Sp6gsAJ4v4l8jT/gxw1q2e7m+67bNOR4Y8xYBWKnUUVpdiaJjtPCjyUrRz/Yj9
T/W1UVGsPZW9gheN2ZaeRSE2HX67P+72daGeDMkAGSrW01iTzdBNSBrMgdI3RaQj1vXzaPqxK+xy
J7Le3o9U45E4Rdad7hZt0eszJarMVHtu+rcx69iYQ6Xn/+aQaL+zY8DeNLlm1af7U9teGQzJjJge
5T4Q3ddDGrGOiaUwsjclWyr9rLcizE8lNNrhI1oKi7vzBbcrSWqAjKIUD5MY19WNnFQUNlwVQYEC
yedTPszaOSwe5YkTAtEbB1kiwzD+w1u90+U0RgsMwTDIDLO71OAJf6n6ZXhS0Yk74TQMBu7+Kt6a
liQcS5UNWT1fxVy6mZopTiphANVMv3gpng84KD1osyanBQURZAM3/Ltc1fW3KijblLadpG/eaJpv
xhLbB0eJnJ1PtN2ENFAomEOOoPtPwnA9CgDvFvPAInsjpzP+GIVYvscGTiZG7RZnRa3LnXTL5fdd
PySUiOgisy9ogCK0ez1eOWkLamdD/VaNufVBIywejiEeAr/S4YlfmKn6yqUw/GgnbdqpTt0aWpbt
2SsS572uemR5VOBrb4q3Egbr8FSXOSK0iHgsmPzMhlNdZoQ+updRg3x2Wegu7SDnt9vm/3q2k2jS
bVkLUw9OQsBUGfVbjMnFqcXEz6/1qN054ttRUA6BfUxtk2NHqnm9wIXVFnXe5+MbhcX+c12YwymN
9b2u+Y1R5CSogwD3A3Ilf/5TpS+P9IWqgT2+mXo5v6B1HfoFhZmdzXlrFMTtZXolB1lDWsOMIr5t
5dPbO7xTFEryY6rrZU8qaXsrUnPgWiRk5DgjV349mRLIGIygYXpLm/JDHCrOIeuiFOscSDX3b453
M9/r7S+h3WTkpC6gg9fVnCUxhdEY6fyG5+RSgsSP4l+EPffdwckXvTwO+ri4n+o2atQT8YclPk2Z
3Wn+CFVl/DMqFOpnYlzKyE+tXnFPVuiMH60xUqx/vBgzmJ3NdGNlJMeImA/aMH/v6gJXnDzSiHrm
NwIgWYnM1adJ6/o31yGaub8024sI/T/iSw4GJ5RGxPVHiAx16BdodW9EtEPjt/CGn8p4HP6paL9+
Veyxac/3R7w1OSIe0jskhHgPV0USI8yaMbPS5W3I+uEFumJxmKkvHt3F0XbW8cZG9sgiJTcfmR0Q
NNeTC5tMicwuK97UWdWeumiJDxBes50l3AZMBEs8FyjfUwkl9boexUlUY1Eg0771Yuif9NSsv8OY
tE4KdUHfQ83ymPf9vNNOuTU1INhSMh25ok3qKhXho8nrGLSGiF8nZXHQqZHuHZwbHwskBhUthFOI
W9ZBWdQMfaqkZfmW1JQTPBoZF7BI5WFUjeyTOS/1Hz1CAIUPaWy8hM34Mqnm+IeZRvlLjk/jB7rn
zSmqgLnZZrGnbrFZA4qVUlxZYkYg472LLP50GyKtPOuz02tvQ1FSJLDc1lcVR3++v1+3o8gSOtBQ
0D3ULNcnhK4cBLMIX/V4BrO7JJl2csHd72zVtVIlR48SOhG35CNJJOpqF6XkvFWmd32Q68Vs+55J
EP4DiYe+/RgtllBfy56U9omW9Awlb3Hc+pIr7uK+iKiM9EPYp2l3wjd6mfzJHgfKJ8tc7Am7bbaD
VFUiJGCXU3QE/Xm91W2NJmHfNH2gK7rw08QAZ4eoj6/omb6z9bbLLmkGlNjA/lMrXtdSQRGQgMHj
DuikNIfBiauLkWbe8dGPK48sI8hBpJjN9YRyxIZxWRZDMJktGBNPjy9UT4tHI1fJMJa4HJDGlAvX
XvOqmbUaWHo1WBRbe6mGrDiq/azsbKHNVf4+CmwQ6oS4U66xzAJOGzj5hlHI1/w+tf7qjeWpEhjP
2GG0Z9i63QoUsdgI9Cdkk25dprPGlOQzNzRq3V6Y+EYGHcRqRUSlOzd+vf+Vbo4le+XSlwpbk9XZ
qMIWCidyl4FSpqiLN7F5qBTeDc+m4Ht/qO22Y1rSUgfVMmCs69wJv7y8R4RBC8Yusg+aGoXHZBF7
XeLNk8GnAvsLgRgFEi7x1au7ZPnY6QuLh6dcdRz7cqY+0ytfOgPqTmNU9Vmzkz0S2M2pUblVZdK7
Tewn241bSodasMxzezZKaoJx1u+V6G6OQkgBhwR8M+/89YnS+i5q48rUgtiwi0PfluKD0Ud7xha3
RwFCgzi5JG2sOo92N82TAM+Jr1VnHcI0Fc+K0u4xrG6OAs+bWwgCxQZdmVkxEp2zy75rHPT7U+5l
0Sl7UJCbmwH+lqS+UB1YgxGLOSvtgcQpwEVqOehF8mar4Vdc0r+mVf06lOFjVp28NGy+/z/euowf
q6mFPw5fKK27P8oIq5Pei+qjVfZ7aPBN10KOBE6AnjdJ7saap0U+uTdnRQuMETPOQXefkqh8cmKE
QAyxfBNL9UfYh5/xe3hQQeJ9jqwmTFhKIXQ15Zf9KTRo88bq0oT9gRBCeNH7YQZj7JVPOenvo/Es
k5TwKsA1pBcUwK+Hyjq2xbKwSeLe0w8YZbt+5RlUI8duL4+5tR+5cAGC84wQkazuQZWCc0u7VsfW
08OV0CuUFxsW9f/h7LyaG0fSdP1XJvoes/BmY3suAJCUJ6XqsjeIMip4bzKBX38eaGfPNkmFeHQu
ZmJ6qlWpBBKZX77fa3Zvb4Gv7bY2KMFKgwOZOKUmpdIcrblr9YcuctwNMTzPEfSI0I3zS03200A1
XhOMIIBt+rpQSmhaHD87xBx9E4318lAZeYJ/qYR7NDd6UNROtRPEWezHJZH346RN20Yboi14Z3NV
DbEABnUuOSmdP15I4tSR6JupxhBpHf82ZWXMlrmYy4O04jmoCg+z7aUy3l3YcBGFg7VydujfnoYA
0fvpYmxG9YeKxxrGw/TNku0le4LzqbAtsh4x3aGBcOaCScs3B2Ay5odYaZStFk/koLmDeWGlnFUc
WJfAxaDdvQrOOZyPH1gUJaOWeInzkLb23exa9xP8QD/Bvov286XFcjYli24LttQoJOEEQck4HsyT
2IlOWW89YKllhqI0ib0pjUuWm6+NgqxypRjS3eEdHY8C8XfKPDlZD1Zntb6tT97WzMdL+uhXRwGA
RrcKHQGGx/EorttBxkEn8IDMPUU0rBgk3MfRh7c/5FdGWb0p1kMSWwAaZsejNNAuzAWR6ENs1EtI
ELy2mQZFhm+PcrZd0JJDC4NN78rXPiuh5ewNvVQyF4esfvjQFnSNUiMffuKLMl74dF4bCm8nBJq8
npWieTwhN8XQueMXeSjHqfLrRZ92jkmTMfWy7r1daGYFoWlNQKUm4vZ7PBQQcIGTVEmnUcmTkPxV
vEdU/Mn7crlEC3vlNRF4tKpC6a+z7E6GSut6KJWepmasEvg6Rtp4r7nD/N5Tf50Q6iH6AVx06NQe
T6hLwPtSI2VCnvk1JRb62hg9bAdc+V70cDVugJlEhBy1JgYHxwNVAz4uaVzGewO3oY3b6D9rTOku
3KgQ4vHXHEF63ARoOnB3A887V2CpFbWUbo/ug+i6uQ4b3Y0PLTl1MhjplZnQnPXa2XOYtkWYzLmI
P6VzLd1Hh4xI/SamayI+F6maV5u5ajFXsykfm4Amo/7QdPkUfdaEaBY/MQYaoLWmTJavZ5NtXDeW
4nY+QQFIVfzB7iWByXgOVzuCT/M+LL15LvzaVWMl1MnIkUFuUxFvo6HobV/TM2FualUKY1t6Ymi3
ntaLcheTjihvxsm1253nROU2xU7MmX1aRVJ/mst6EV8gu9FgtVvp3sR5YrZXmLB6ybXw8vp3wTf4
TAFraNtFZG5851WJmW5Xg/lx8KW5qGkoGvgsT1JStz9GuZkku1loHRiNks7dnS5ci7gDUFliYrWq
kL7RR963uhxZ8BSonorknwQIP62r8oOdQAANZGPquV9jFlzdcZTLbtua2fKkFr3zNddEUfPbFk0S
ykUxv7km4MHGnatF/2BPhjVcpQTi6gHSL0X3cYdoMTd2osbWNzYMhuZXX475I0wRTcMGhNJrWw0W
UbllR4LWPtPwObuZu0aIneyJW9rmGbLwq4jbIQYQGKNNjyLVpq8KKC9cGc5Cqwi8RInMZ+DHWA3s
RRbzb4LaHD3IiCIZgkqWTR8UdhY5TwsllrdtJ7OZgqqclmlnaZWVXQ22I5Hjl/UslHuORPSMZmfG
h5pHlP7wHBHlGxXULNm2bm58SazKNALEfUWz8UReOo9qPheovacoeYqF4hVBY/eNgu2S2rbh5GRC
ZWGMkx4KmSRkiaLdNm/zfMq1m1JEc8pFcfayw4BKeb4yuypffF6GQhu+d1o3KBH4zwHN/iz5vczx
4AZe3JU/o7ivnuyY1DHfotbqgyYW2dM4G1L9q1hG435WZUHyMStN8/Ajs9UsmCtLqUPiVOvlehjU
ciC2AIDk0VrMIguHxFTSvWYWSrbLuFvGO1gidrJZlNrVN3MyjLAy1tfwuW20Xt8CEOhWoGaZaLay
zhp1B0dk1AMtd5LWp+HtyR39oWz2k7RYvmHiZ09r5Affk2+2kVmEKT4z3yaNtKKwhxPR+Ij2pR66
RqtZYUMkvLXphl61nzWtLdUgMTo9h5/h6YfWUFP7oKl1X+c+iqz+S853qwW2lcc67LFCG7Z1b6o/
3z4Zzzd2cCWUeZxXcPQAfo53QqTlEZDzNOxzb3KtsBRCvbWkJ98ZLY1KBbUtSCiibLqKwHLH4+i9
IecGLRFGhMjlmjyZSh8SXPYRrNrcSBgf29geq/jCwX/W2MNfERKzASVtjYs5ZfQXaSKjQVD9tc4U
XTvOj0wTpFTFPSLLvKLBnQy2r3ej8m4dCBw05L70gjHDxe/lZL6xii3P0tj2Q9VocmeusVx423x4
++Wdz46Tn8vPSxlowUQ7fqidsRjl6gr1YLiRsrUV07jN6PeEVuOa2yLXb4sUcxCvF8a7z09qDq4f
OBtyCHGWHg9sjC27lzF4D6Ll+cWwem57Qrcu1DfnpTu0ZqppKmpq97M0OercthW24j10Y5Q9ermT
bTWzUT4PCa1RdOjLx7cf5/m3wFELaxJGCUrSM6x+bOOURoNGw1tUTyQfJx8VXGif3jkIFS0NJQ2w
1aEFe0oPg1YyplO+VPtJhUHS9aQOOLoigrdHOatCbdDVNSEC2T686VPwThOqEIVSd/sYOHc7eE16
ZaWK/qkbsLd+e6izp7YW7sS5QOjjygiWcrwWSOGxEr3vu73VDPZVMokyMCbNuPAhn62FdZS134vn
AdXUaVe5GmgBEwbf7VswgRvUHR3qW278yDC2hAD8eu+cIPCB5/PkuJty+zmeU6t4kVqIbNx7tZjx
5rNrX43VdvP2KOf9lBXpxG8W5e1qfnLK0EVQ6Ywxr2o/K2UlfE2pCNBqmxiheZRp+ujnruEmmz4v
x/KX5s2rj2uuRFDqclH3d1WR13JbtAjH73OnsEafRPfoUhfvfCnxSwKjczKuLJBTjabW8BcnkSf2
rDiVqqXLwoxS2E9GeSk39pWhuODRXaL659mftl3jmN0kkeq4L615CvGlyz/immncNrUyXuhNvjoU
CDOsRTqGSP2P37CStLMnEnPcd2ksnYBDCEjHiuORWlHtWnt74VWv+/3RVQAQZW3OrUExXD7M9ff5
G9g3N8Wg6rMj9gNvsdwj3VSIx1oKC0dIl2i3oB/5sevK6hzdr41JbT+6Jpm9sBubzMH+W0vjKxLR
6ZgILUkvYTFnNxV+PUjbnNEswzVu9vjXc4UyDPDyp72jaGlgiIy6lTbaXap7tJysFnmmVC51GM53
jpfE2dWfnpYi/e/jQRMDl4+Zxuuew3tMfBJvrEPEM7nw7M9f9fots6JWGeP5jXwu8N3My0Xu9ZGW
cGAo9bInhtVLw3FezPjCdvjKaP+tenFWuvEZXDiX6aKBnS17BJLzVZqOkFijNL1DC/Tj7TV1/s5W
pSQw63pbxpRKP358Xk2wbTlHcs9upTzi1Rhb12DmeliVrlFusYNp56DIRZdcOFxeGZhmOygyW9eL
n+3xwIUTQzmBqboHfmhCIHXFTzRFhKPq1XutbYsrsdbzb8/2/ACAUcdBA1i+VlbOyZbsLJhy11M8
76ti9p7SaYlvK8XysOtLp7u+zHGUf3vAV14k4CQXdLYIcl5P3VM1c+y5GVYMyMO/j50MTxM8wT9G
0ZDu3h7q/EOgmAKn5EWC9XunfUq7ijRjccp536tucqtnOS6EZXopKeG1J0i1hl4YN9NzqK02jVjj
djbvzSiZPzlW2oexZhU7dcyicMQh+wKp7ZUHSHwkHmI6XwIr9aRIHBa7x0aiUvda4dlksjYjJzVh
dlknLwXnvPIAGQqbm9VPfWVHHq9IonimOu1bdW/EItpgaW5emUb2bkQUIIevDaiSniF75cmEjLIo
kgrD670lBvM6F958D5Zzyefhlbng8QfeykYMM+i0uyuqvqc93Wn73oEtkReDRFkqy/DtJfeShHZ8
IDED0F0MYNn4aR4ePzLhpLHiOpG6n+gZGmHUGJDnaoAXTARrqf5QpAulfYBg/Th3Settof73cQxq
1Cje1dypeh7okSc/zY6cl++6qApnU6nOaAXEgwp33+mVWgSqDcXwJo+67qcTpfZwU7fp5H6k/m5U
vMVSOpWGlSTZdk4m5Z3x8JSkdC/WmGbYdDzOU+bEgDtbMVWttjfL1HmgnsPXP2/SlZWoaZ/ffqCv
fF2r2JFPmFoYVO9kcciuZBPJVG1f1Cq6bc2CAOyjrTMOAMVdv+mKTLcvXJDOlwpnIo1l0LA1g+60
S+oO2JdJWZEbo+T6TndTeEyL2V9YKutvfrxSQLORUfMYV7mufjKzXNemKsekYe/Z9fSjsPppy8I1
nqoFXGuWnf3ZJNf7WptV8wIt93wHATWASMrlAh8K9pHjNTpGBpShhDWKiUZzV3Sz9mnMIR+LGRDz
7df3yqNkKPrA3MuQP53SGTlwBqWvGSoyCnFvsFRuUn10rt8e5fzkpCLgNoailA0EH7DjCTkDntXE
wBt7gN8urCxhbUtZufdS7+IPeWoXvzyy47dvD3o+NRy5cVWDw4ryE+rv8aA4LRddXenGni6MF9hd
nn5yvcR6d0G9MqF4S1jC00Y/TUibm8yca6Kj9oQ6pnck8/Kpu8K+t1vnEvf3fFlw1YR0yiZJUc3/
Pp5QKR2vUWiC7j01+dEt3nCtjs28FUl/qZ/3yi6JGx2EafpT2BWyYR4PldgAzGZrWHuY+LlCpjEC
v2yTZxg/XWsmeY9haooG9RGhStqNnSxLH7Z2W+9Vr3W7jZ7KZv6cptLDqXQy1w6XNNXsKnam9NDO
eTyHc6e0v8h8jtNHB55IfKVjsVFu7EpNEyRKLoHP2limng9npY2QPxX9fKnUWR/Y8RfOB44OD484
1gAX7ONZ4s9eRcKtjX3Xp7/roTUCxxyvmwgBkJ723+cpuZ7zjkwz5UIJ+8rSXAUGADyUJCsh7Hhg
u+gXAeqt7w2vtu8WU1G+F1anXfgAXnh4J/Oj084hgCcL45xCFBOOLN3idtYeSZQbgP9bD4Vrj2Gc
DcOj5vT9XsXFdzdbYx3IWTQHYgfSsLaHSzlx5yt3jS3mTKeopB2prfvD326BXOLGFBsCd+8QO+GD
0ChBJ9sa9H7JN+/96lfl3/oxcgCublvHQw12HZcRvbS9qbjpxiDcgq4IrZG3R3llQlCKuTMC6xLY
ccq9nZe8aRS3sCiJwMBLK413k76QiJ2wdt4e6vwYctYuPoXrilaf9aMxd8u9semtvRY7SjjH4/DR
1vIpiDsX5ENzExSBUpuzUBpFc0Gacr5OGRtgkI2b1QoUdfwwRaE2qaozdpamXriQIMFlR0/Dt2f4
6sMkzwDhLTAgXtXHozhTQWJNP1n7dGnGXUxo713CRWxLGP2lu8D5F8+EnJUIvkY1wBw7HqrtFEmk
qmrtZyiZeIdyRjx5adl/Tli2YW4Y5a+iy8YvEfhz7Mex7V1yMH1tsmtAL6sGqPXsvDBTM5lYO9a+
QenwQSrJdI/XYvzZLq1LOPIr3z9HLmZ9LFCY2GdZJXVnYlUR6fYeQ5/JuYqWSXH8vLU91JFOljlB
7SXiU92nXUnxKotpp3p92t7bnUbiVAshq7pw43vt+VMwc4pxg6dOPVlQZj47OIB29t6M+xlssShp
u85/NX27MWvb8vtI+9F78Vari3cb/cKVR9IFbUQDhoKZf/zqFyJPxJpQs6d0doMpVSMY6XG3S7th
vDDL197x6rvCGcrjRwVwPFQPWAx0nzj7qZK6D6eJ0JTBxqMkj8ynt7+dc5oW08K4hgVFBQLaczLW
IMhkb2PhsJ6GSQlR+YnnrGhxaSyVcnkUWj/PvrOMxX4WeSpDVLZRvh3qYXzqs9KWOyPXk0tIyTro
8cGzXukpvEARgBBPeVRTFQ99WyfuXqid+VBP5XQvYZP99fbcXxmFOw4GjvihrhFRJ2/UTuMGDcno
7R0xSjgnVV9/myx7vrABv/I2Vx0DQihu2bysE9qRXSfOuCily4lS5tCO5vlJWJrYaoltXpjRWnCc
PDe2wfWRUSNjpHxyTjqZuTjjpLr7wh2mj5OVRLfQ62jfOoXqq2Y0fnr3E8TIBjow8hE6PObJzlsp
dauDabl724kKvxkKRIfucCkQ/bUH+NLAWG02OZdPHuA49Ubsubm3z8tq3ETuOAZa7ZQY8qqX4q1e
WRIvijVIQau12KnnqmXFTuy0hbfvZTuHYmiaAMe7SzYDr42ypi3A4+Op4YV1/H0nXSflCPqztway
TwbM9cIMmOfq3S+HLiB21ytHlj7EyV4ptaSiW5PHB05Fa1fVYvRVI7okbnllLpCpWAWsN/aP09LM
xk8Ymw0soRphFMGYOvl1zg55CRM7q2L4Tl9MfmmVUZydBqS6mdCckkjdg1m64xLObFrLRy3vK3Cx
QSouUVJkn4VozxstaHtdRadsDzC7C+ma/SMu5rp8IjQT8gXAQFcEFOekb682E0rmW2xzX1MV0xW/
JcPWC4l78vjf+VgpV0UEWHXvuqKG0KE6FX2V1LLKjx1GJoeBvSUlcNceVN8bBTZcuCvMxY+axM7u
vnawVPC1OC6eFplaZAUp09BkPt3ZiOSlFoOZ26aL4AQZsZLisECep+fnupX9FDn5ok9pZg31VafX
urUxcTYStxJPK8dXNZDir6JT0wXPKm22bxUz1Zx96hV1e50SpBAhQxE4S1X67NHQXvpl9knDmBpf
waI078IYvqD5QxvI4nl+58JzoBa/AOxseuf+WhMlAG4hs7sfKQBC2yjjcCixkX97lLO9bh0FYQ8K
ubVAOS3FekXRdCRR7t6tx+xgE1fkl1Ns3haGlJtIFP2Xt8c7W+ir5/5qgQmwgt7ndBv3zNar+VNt
n41pvW11LGuTzrTePatVb0iRCe4AtG2fbA0Wog0V4wl938VOF9ZO1mxRpCm3ViOVa0tvL6mOz58i
d8hV3Qw7WuPQXb+7v9+sMlUZ7a439uQvmQfy77zET+Bqf4ojQ4l9dSTQ+e3nuM7g6IwCDoO0vDo0
rETcU3Bq7r2hyY2JEq4rSye0nKZ9NsWcNDu7YvvdtZYirS2hC9K+ALW82P2dDI0sB0YrvOYVWj85
rmATrpl0nrcveznOD430ip+5U+VfOkfk8dbJ9fEbcUN08opcxhKHRw93ldGLxudmKHvl2iuIjvIN
u1C8kDXpwhs06D5/TGy313dcGLslTFPTQUTZyqH5ajhljJHcmM1W0OTdmG5q0J4uHFOrHj54kW3/
jvTJ+Yy41Jj8dMah0FdhIn6felq327cf/Ms5eTJ9iBp0vNBrcB07dULWFG0ebUT0e9wJGr+l37bP
PGGZfjZ71g9jmj9V7hTO+Or/7Oqp/2p2dnNpHz99+SuAR00H3gPRm8rueLl1CYQuTCS8vZLl6U4M
ndbRN9bjPJiHPL8Ag56dGS6VELjdag+/KqFPXnckjKHqu97bezFURsGlyUe9+s2WpelXSrurKv0x
djkE3n7OZxsFN0P01vCmYBYhBFs/ub99UpPRIUQBntrrejlshx6tWRkjGnnvKMAh8B/AQ7nc22dP
snNK1crT7CDSevwilLrwcTPWP709ylnp5TIKmgkNugUzOYV3rXYh1iuvskM/KfnOKTX1rpJLvgXi
unS/OtuJuLgzEFABkAFw2ulO5Im+xGYN4KXwSJOw5VeZx04QIckfxim5sAudTwyV6wpucU7pmC6c
jBYnlazjpokPnZiaAASBTnPRGA9aOb47khD4A342ADmTAlXSj9dDKSUueWRYHDJZ0+Rpu3I7FRjg
vP2mzlcds8BEEXACNJJb4/EoCmBdrVctJ2EXFQF1R3JdZ7G3e3uUVx7bemPiiKKPDVx9Ajy2iVM7
uUhyHltuxGFTe803d0HO62d9lajh26OdHRU0TThpmZGDRzAdjeM5WVEq7FJwuqtWvPhWibOa1yo/
u2a6VbKp3sEoveS7+MoEOQlhnWOxs57AJ0OO7Ej2kg/5AZp7cx1ZA62veVAKvq4hmr6+Pb9X3pm3
dk847lcl4gsP/m87ReLI2FTjBtOouo/vPcyp/8rMst68fxSarzqn/OpIc/oUwUgSZVCc8rBoC+TR
UlE2uHPUF97Va3NZ26/4VvJZgUkfv6skzrQK44LyoI9utEWfYn+PEyv79t654HNjQpNajciBgk9G
UbwmjzMr4ok1JrRoDPH8eGovBWGeHxyMYvFSEIthZ3n6xS6Ouuh1X1WHujCWXYmqa+PN+bLFPGu4
NhVd+i3+4bdDW9qXaDDnS95Y/QjYkLiRrIKO48cYCa2BP52Uh1pzJvGkd6WdPaCN0eWh4ypZ/TXr
zfjDbiIre7fR+0sig4GLCl1DEK71V/vbauybotcy0deHIrGFG9SNRxAdIbvv/8TontMUojTiDWLG
dDxOkc6Rs7hxfYgm/FpQC5SBVWJ+5hW28+5NcbVc4Pzi5MK39bTWNLKyhoE+1IeqWcYt6Ih9qLOh
vlBXnuOkq7MDEimsbqhe4NkczyjtM2NUlKI+TFkuruzczLeJo0Q77mLpRheNHZYlbG3wcTeQBE9t
JleYDxV73oXt+fwMRbXPp05fe+1gnK6eGX9WcEqnPjRE7exEW9l+KZJqYyhdFGo5fbR3f474kPEK
QaORap/i+2VsWrLpsubQdlMdQj58rMi++P+YFHdazuvVEeSsD1vphVm45dgcEPfEwWJ4WVB5EZJS
PWo25aL2V29P6pVPEJUgbHtuKXAcT69E3FyWbu6c5sCXYgScTsYmpbu99QpIju4CsgB7O/7+9qDn
2yf2EZQ/3MQgXwDiHS8htu0Ik8XVnCjSvSDCDNMKdApY98Ibe2WFgGyBYCPiIqHplG6hQaaX1qy2
h3qo1N+pXdVPZW5Xn3oC/jZ6k76bmopSDLUWRymEJjwAT8oSV++EZQi3OUDRNW5WS+1tIaQbqvYl
LPKsNcBIbCvAkexeFKwn1X7XtfA+Y2YGCmNs+rhop4DLDkKrVs/xMUmLUv1ozwi3vSkZrlm19Ze3
3+ErCwcwGb0aVDQ20FNYrx/1dlqWrD+wxdXGhu260zeGJsbyxqu1pr3G2kB5qmrVqi9cBl7ky0dX
u5U6Q4OUs2OtAE8d1JMkzeAEjdahaMnRcDifrAYTVcwPmvgG/882vfYaiFF3CQbn3e/GkYuzU0WZ
9R8qZ0FB5+e1vdi/Nbuv21sS2r15N0i97Vd5klpdv/2gThchghmWAu9o5VesN7TjxT4K6NbTohWH
yan6cFrym1iJDpUZf6Z3/N6L0joYBBygovUyeOazqmv1qDlLVh2SutdIfC0mMljV995eGAXrZjap
lcrEVelkSn3R6ENZDd2B9EI7sCzF27HUPlpeUwcwJYYLR87pYl+Hg7HHNZ6LBT269Qn/7axuTJib
rjv3h7RRnN1gcsQU3qRtEIdNgXBlsetn4W66zo4DfW6TC7vI6W7F8EjzqJGojjjGT01vpqnV8qVv
hkMyRRFwKzKgLlKn7dvL5HwUvuMXpwd2Rbbkk73D7rH/NZZ4POBS49636N7KK1m24lKB/NIW+fvX
oyN1JyCCzIu1pWqflgl2XyiVN47iADpEio5uZNLd9d6i3uA3u1Tbwl2yr6altNpj0mE4sYRINrCP
hRkw4JXkqmPfAmDoSHyLJk7/yiZDXXZI9DIZuJPAYmaecJtBLeplmT/mtrvs4qi0f+SOWv6VRkAT
ftklGUnLbux9mfGCRdqgKh8Nu7ezd9ZETBbUgGsvhK01d/Ckm2LkqBZlW8lD7Snf9MlMdkmd2Re+
8DOJxjqKyy6IhQBD8ZkfL1CjjXW3TJsZYHbStE0nrcH0W0hvc7goFa5PnpSAYoocPNx6YxlXh8Lg
699lVuz2W3KuMwxZOrBEX+Jto4Q0mgzxzpvRmr3ASuazpbELiHJy2WtaV4D5Lc1h8lxq7VJzHpRy
pHH/so7/46f8z/i55hIA2b7q//Vf/PPPuplRPiTDyT/+6z4FM+vr38N/rT/2f/+14x/61755rj4M
3fPzcP+9Of03j36Qv//f44ffh+9H/7CphnSYH8fnbn567sdieBmE33T9N/9f//Afzy9/y19z8/zn
Hz/rka2Lvy1GAPzHv//o+teff6wt0//4+1//7z97+F7yY/5YxN+7lErov/+y//mJ5+/98OcfuvtP
eGi0sg3oNlToKy1YPL/8if5PIu5Q/UJboV+KO9sf/6hqJFZ//mGa/wQap77lEriaS66fal+PL3+k
/ZMWLnogAidcend47fzPb3b0iv73lf2jwo+5Tquh//MPqj1W6P9uCpC96ZitvxzVLbG+/H3HK9gU
fJdjNIlAxHG2n2hzh4SIm0uA8426c9pETmC62KiEMFjt57xwcSsgLKTUwlTts882/saYMjRrDpSZ
Rn0wm2NW4ThValGAefXyRUNlS4HJuqFHlE96H7j831hlSkuvg0GXnXfdFFH7BM/M80IvxfAwjFDd
Z36SaO7jqFj4bmtS5xYadfU8+tTKuJsYXqz9ajVeTlZa8lOWzNHdEC0MO8VkuPhd0zjqtUNO0uzn
0bOu5SmbEpbVXPfaZNuJ6vNUllsuqXvdKPeJNXxRlsiXwr1XrOQuz6TvlX0oJnDAaQysVtnoMT0X
vdwkjbyKqtzXe+2Kfy8N88yYNoW01Gu2tiVQACqGg+RW+AOssvNolvlqot9nLrROgl4aRFqAQVe9
2nxvcdOPkEdUbnbbtN5HNZePs4ukTIHfvWj85OgIX4mbzdoF1KQbIL1PfQqYef2vTUsHpcNmWhWT
b5A6gvsL0ZZK0HRo0UfjS+zU27kqrykcK7kt8WA3IEAM7nIlU3P2i8T6prfS+1qk6bRNh8xskcNL
aYV1bbaBrbjxZ8UQ8RetrWWKmUChPAt9NiNfS2fzfurKnqRLmSm+BA/vfMPoloGAyFTGfkMAukM0
uJp/TPF0f8CnvE79NDbMuzkpONCrxrktcqPw9Twbb0Q+dZOv20n6RDpy8hE8AAZkPgth+1BfssS3
s6nZdtqqWanKJE5DvOPTp5iwowatv5beFizmHf2GfpM7Q/lI+T1v1dlQ4QQrWCt28oOY2sINHTUS
v9XUyzFgm6KrXKtQHhRK5GwIjax+z4kob1n5EsdNNQ1yK/JC16qma5xd+6u2LybM3/vk5zxUpuYr
Vt1iDYUVcozn3yaOmp/wLcQmk9H4u+pmHTiPlOw+KqPe97Rydm8cWcs6AJQH2cO8L618ZxATN6I6
qn8N0h6+JHTlP+udM1ZXokOE7WvC8B6Ngg6xP9Q9L5iuZPer84zuE7bDxWcVXgLZBZNlHeTUmkjD
IPl8qxNYW91cWj/miqF99nUE+BUw5p1lZGpC83fgJCjV1toTfL02cLTK+2mUgo4u0fXex9krSQ+i
h1UsflQk/Y8+XkY3SOZYpJssomm7SVqMLLe4DuBbkDaeuDOxlBIbSf353JuO6AO9kd1dL8yITnU/
MvWJ9h95uY0+JXc1LvjPXCPET8fo1ARwOq27H3mWEz1DGkm1a1WRLbxRyAO7xDWLdut0deReOW2s
mcQY5YMZ8p+ou5X9bHxh8TBHdifdX9rIav1ZoqvxUzuvZOiIqazvCmJd0utcrez+uh6c3L3XqtIK
KmvJtcdi7MgEiPK0rwOdDwATd6cXEoA0J5GAfmGs3S2Zm9o7IemX+VrUJXOQDB6JH0s/1OAgnaog
W49hp4dRnEZDqGd6U/lmvOik6WqT5mHOJGweY4/G31/z2/HdSMBr/dWVPHmIoTESHDDire+Lvjeu
MoNld2NqjfoVprBabLh6pOqmMb2xolXnjlC0cqIydqahSLEdhR1PPjlnhr0t+1hrNompNs1GmFYk
Pyck3u9ppJvappjLWdKeVOwa3+BONa7cJR3rUBODbG9hn3s/tWUgWaEfmzLxzTky9EDScRpCUWgL
LvdIK+rAZHm1d63Xu8N1M0aDFnhFlSXbWnrOFzrK3oL2F1eVEO1H1G9RgU3ata5Wi+rrUYLLrOJV
VuOT0qGU3J+BP24UNarEXRmPCPEja6x28di740EWvfEw13OvBnPTDbjDt2lcX9lYEwgYno6mbLt2
yOTG1aJG3+iTEWk7TLq5FRFRWOibJYmFFlrccZs7CfD9vLS0hn0l77Erduy6tO+cSdfwgXCb7Fqd
WMaBNpUOkQExyvmNMYGYbK1KUrRlXS6GayGt6jtsi+kuasW0+DoYyk0ZF7bhcwRkps8PTtp2nvqi
8hc5TLdNU5tZEHF0ln6vDqkMhq5srWvFU2nM4LHvmD6sszmGuZGb37oqM4mCiCe1CFXMXL2wwOkj
NOih3iIYUGpfKLl9J3oLWws1SqIRd5fIZAFoY56HyyRN6cd6h4YHCK8dAou9tSckVhH8P6VRNWEr
nUFuDVfoTiCSzm1CczGm2u89o/82jw5OFl4TCfhcaeYMgZtFuRNWZqaZmwgXXc2f7DTxYNcmdYlZ
py0L36lbB8lJsdS/yr6d8PKUWGq142izYvvIukth7D5juGlU/LTnzUGKqcgYmgRP9Zr+oUW8s9HK
BM8ivEDUD7lljHhrFEV5NRYQJsLOKOa7JRbis2mWsesThxUuWp/VYZ8J/YfV1Grpx5C1Bfk7WnpD
gFZ/W0x9X0Cgj6piV9Zlmu4AORBI6uWSbqe4jr9azqfYwswtKc3xF87vc/HgTqb8yPFkGKEeF0nq
u3bs/TQjJ8XOZhnmPVklA+zQUeifMvblyC8yB1NhpRhjDM6Nyv7gNP+HvfNoktto4/t38R1vIYfr
AJiwu4yiSJEXFEmRyDnj0/vXq9f2DgYeeHX2haUSS+rpgO4n/IOu/dRKCIlUvIyu9wp5rH7ahd02
flA3pXbKAwM45ygDSTggQi9fgO60i5tPwghRlirLjefRdBBkVkxCb1v7DRBd+xsXd6vzpHrSvlFK
MxK/I2fpvXI2B/2gp9HI1Ue7OvcyuuW/w7GiKadVgzofATylwH+W0pwOldNZ3cE26iI/LGlpfURN
ZFIOzpK2P6e26M0D8EG2r6vNoTskpcwmUfzmNZIdAhVNnePItRWgRlaWfaQUU+fCziWg8Q2ipHYj
awk4TZbTJId6RowKmUigRl5bTLiQNIuiPwyVNtuIu5S0koHWjMe5suzY5YFG8WvUyvpDFMRo+4Sw
fr7xzTp/A/cZbc9YsF05GPiGjW4SRmiAo4w0JEc4tdPHTNaLD12sKd+RFMXkxVkK3i16eZ1CxGIH
s7/wXD6UWUPsMRUwVd0yr6bpEJQJqa+VDzOa4lq74Jsil7WOXsai/rBjO/3R8WfnhoGF7nuWNxAy
HMeI9X+KXv8/rfofFpXF/3tadYyL7Hvx98usSvwH/2RVmvIfUJIQCugBgzmFWvS/syr5P6j+k8/I
ZE/PTmP/O6uy5P+gEk+VDFyMgD0KmdL/ZlWG8x96r9CfgN0hCUyl5VVZ1XVOhUWF0MUlRxMCiRRf
11UBLeEqLIzINycI3gcjs8eHzgyjP51S63ZKEKv8jbGobiOZIyQfWYd1b4I6QpbyiMU+nVf9B9Y8
SHRluSnkBRXuaUPCC3FZrCXmw8rSHeLD5uCwLZ5L0QLqdJ08ynrYJUXIU1mT40G4TqtT49Sapw9B
6TU5Q3d2kD+YI7nUi7Pw30T2ZeK6AnQjCinmTREYkBP9WPiN10NrIDVqqdQiH/Xr2U1AM/mEttIJ
wdnx7TRWFqyrSS8e27BGJSxHQCBMEVZXy9R0e6LbPev6VXfsvz8IDQGBhhGqravSqKQgI6CE6HEk
RTA8ZXoZPSDH0J05kssxWOryd+6ojf1cRvPKOE0xOUydD6D/lR1A0Koq9fxTkJEg14dxinb5um65
BEqTL2UZ+x2ozzdo35uOG0PSvZhy1KOrjfD0e2ls7ego6XX5lWhl+Y1uc2ge+iYEGWcRYjyZEcwe
L3FSe48VtEJo/fP7EJXi0RFocchB13s3AedtZ3NOfCpT8UdMWyZ/yZcZ8qGNAFYRtSdYbM2jljXF
sa2l2KtDnMZ3DpAobLwofIgDJJDJ9A9h8YvL4vpH2FIEbjywEwLjZnpXx8K6ZmmytzFc94uV1ZY3
G6FjHmbU9p5SZKZx8DKL4btlkj/e/y2iAHfzUwCAwB9/lpPlXnpZ5oaZ1juY3KZ+0Sbq301GY3Ui
yDp1YROc7g8lrp47Q63hnRg2BWFtxKmvynU7HGYL6ZRaCoJvBo4p7/tMeZ1R/PNei9XlqhbAqhvv
nFhxEIOo2sRHYFB2W60uHnW90HZuQfG1r6Yl6NxAnehKcLWLi+pFo6AwckCyncyJGqvA61Kt4tIz
kF3LCKQhcH63Ut3a2bVVN+q/U0N8X0fCi5O8tl1OwFRT5ZgS38yz/Njn6fw+QdPAzzOp+6bXCOgZ
1VQc+QAct7cXQNNjyMc0prL1Ps1L9aR0CTUttXeMPwnR2z2E3u2x4gIA7kqnDhk/eOfXi8I9RWrU
l5nfUr8/FXVle1MWjyetpnrz2mMFOllo6NMeAhS9btSUXHRjQ0rDLuMEJ1VxfAj4YZ9C8jxvsazw
VQBLsfQCDU0fVEgwgQgTU3+x3/lULi1aD3Bt9S46FrVpnIJeni5mJTv+/altrSI9ZDqOnCwWcrWK
fdpwi5Zh5tuDY/l6U2XkXVF2nEaEge4P9cwiuD7GgsqOtDkBivBlXD1qqd5ixUI27NPKnQw316UZ
rwXSy4OTBbaL8CDVT7sPAfCVzfzUp3r1JpS6yMNewPld50r/Je51531NovBX1qqVX0pUk3w977Wd
1tztF8cH91ybZjOoSK+eO2sEeywHSEUGlVIeR0QlD0ofZkcbEg1t704+doW6p1u2PSgLhFCzLDiy
19u+pDD9S+o9PqUZTME1uoMf8DCyz420FL+r2YqwctP2aMhbJwApu/81qr16KWpbXWgS9qkfOZ3+
GNvDhyzKzLO04Ld4/wCIeGm9/xT7BUIG8geyhNfzs805VQL+8LUy0XkEHf0NaB57Rxdi4+Ji714M
s1rG0ahiqIsNprtBnT1EtVQfQi2Mz0oo4wwj1A3c2ip7d7Z76UtlBMZyiKcpR0CMdPJBjtL6gzQV
gQfXpsJDarbe31+G20dKXOa0QvniINevMQ74ndnwVsrUHwhuz1o/hX7V2eYffeSUX8ZRDc73x9sI
mBhQOJIJQBpNstVhLqmdmkuhpD42NdaPDkbzr3mwkPwaps4w3bF1xr+6ISreF6Nhf0CFvJ8ukfJc
PnfSpTpEaiB/p/Jjygcz1o099Ymt9YCYDjRUXA3EK9fHYgwdjhqSmL7Rd+Mf8zJK0oGas/SZyzZ9
LMy5fPVzKtrESIYIyDCIllVc34+dZo3WlFNyUpLczRXej1i10i/UCFRUgp2pcZOhcD7c3wdx7lbH
n3b7s6Q40wRmdj3PNMKkdM673E85dAdbmhHrmdQSQ1i7fGco2BIsqpK5OKBNhzK0lJ1jsPGdMzy5
xPO1RpHkeni1hu3cUhLyVbuIPHAJjYeCVepmGn5F92e6NZSqc+YAkyFwvlbxMUri4qwbeZqtUvJa
aAiPSddah7zCtGXnUtm4NCGng81+hu8hz309LasPzLI308x3gmY62IViH9NMN7yFzMFT4mA6gQnY
I/hsTNAQsCPR16TlvB50oGASDFUc+lHTRx/bwMKEZlzmx/8HMqPYltWpMRWYNiCRIHygQXg9v9Q2
QmVUscpFDUa7TIo+0qdQew/doA4vWzvyYsr0FxCDv+9v4tbAqM88xz2qA2lqNXCEXhZXOSLZZjj9
lSlR+1cRYb+kEQQd2r5X/cS20z9F9LuXQm3cCEQKtCYxuADVsda7zHS90cu4Cn1Jd6J3WR3+XtrY
PPZzWFCb20UQbA3HaBQ1uA0I5VdLTJpNjhIokhdmTvQmVGbrS7os1ec6QhhACQJ1Z2U3xxP9aGEs
RF1u/eKaUq2heip51dQhZMljdWh1ostwWCIfGeedXPB2I5+tv5GrExgjwDjXG0mlNhwiQb6gREnJ
T567hy6lSIxrYX9CWeJ9SvW5iIw9jti6+U7kxMDwGUB4q2gcrGWP45yOVI9MjQ8kWQWwRVvqXTpV
0M2tZHI+lNpUFLSRAIkfbFuKSzdtpTl9rCxzulgJIaDbGjKScPIU9gf08Zu/s5IWOcXSxPlsJZrz
rkdmGGK7QZ+fTLaD5B7VhWwcptSQ3+P8jLi7rmSF5NGVlb8pVZCggIINuq9UTrhH3tgIPDAkAA4h
sNdg1NY8m0ZHxRJdqNivO8S/smqqfJpQlZdNU+KlNGzcYekGdMLocwxzovHvJIropZ4dVThpNEby
+TGSFNOXVKnZuZM3Kjj8Ns64gMRDF1wzmtR4xE7ciWK/WiLV7YxF/Yg3ugwCVzHOMjx2RBjAKXWZ
o1PCp9E895PkFsCddspqt5cnvVuQlfCeMJPGcfn6POaaMutRbIRAqcFa4ctYuF25hJd8qPTz/Tts
a0uAqIuUmYATIsDq04ammHX0I0NfWGYLO3CteRi0yvLiFPOhg6N2yZ9GO8nOoa7D4ackRVp3GAFJ
eKaJdZ9Zd7WbLbl8HCzDOiZhTof//k+8fb8o8FJNBV6ig5dZo72HpcqiqgsjP0MrzoWKn3pDFDdP
lVGB5ZXC6JDmzV4ssDmoWBVBbaOKpl1vQdjag6yPQej3E98mJbMqOqeyAx2sWWBSjjYf45Jbezt/
mwCIYvb/GXb1VpuSPKJ1knLJJWNyyWytoSRXzMfXryhWT8R2Ci8midpqcrpaRlXLtROXGsYCS9q4
fToOvh1EhtskhSFa99XONm5U/RDTFarTglrMF7a6ZdUlWjKl1CMfa4bSzQrYkFrYZx4m9ctHZ4jJ
HUVoD3CPuwB4xIGKxp5p9XM5/DpYED+C8jzcOwHVXv0IWpgkLuJHlHGuvdP1KTxbYda8NbOu+8DW
Dl+sZoweDG6aSwc56lJmRvkESx2fKhh2bwxjLtqdlbkNex0eHeoZBNwIia1fV8Ukw4T1wqYjM+zj
QVE8StgwHOMJCjw8me6pS/L81MVAXXvKst7907BRSmd80GnCMIv0Z51e9MoUDlLA+CiatseBBPuY
08l6Eo6o7gIP6BGrCJrgoZIlP1rb1N4USws6YQkijEAk6IT3f9DW9YeQE3EGmFtqeqsrSXG6eqib
JvK7MJ7PytCPxym0P9uhsXe1bK68MLASlUkgcKvTQIaXa9hG8CGkqYFqpa5/HaiknSpnbifReg9c
5AW0s1Io0dtgmNSv92e6EXjQJULJWsUuVdD8rz9ERYsrM8Lpys90qn9zHfwSSlyfpmbsz1YVJRcV
G3d3bJrX8TBE/QyMAuBVUkr8+kh5rgfOsSSzsCdlYLkaYQg72SO+JfrOyRLLt/7Y6MWhCy66dDcA
eLOkXWXjcuL3VSH7sVyM4F2MxnNKK/ykNUW+U9jYurQhlxAQC19h3vLrWUkLELAhZ7wlVucHAxNR
7VAEtZwcANZJfxLbZEc5T7Jm5wPeGhemn5BrF+zD9WpOabIAUJBiXynn+DSo1o9ImuV35hj/xhxL
Odem9vv1B4dXArcqyoWMu7rBI8kKwBm2sd/o2OI4S90Ro84Wgvd0g77gvDnQ5Mqc923e7H40W58n
WihMV9g233D3YssuUstJY99Oitzr81IDKthEZ2GstXMTbB2gl0OtnsMCD598QN7Ql+x8AHPRGO4A
3c4VHIRjCz1s58BubqQQAnxmG9y4bVNkkWJHgc0WZMTBiALab6pA1VxgWJ0bp2hh5XM2nu7v5dZ6
MpS4gcjnKDRen1q9RdEXUCmgBB1Ua9JgpxaiUngkRx93DqpYr/UHybXKnSoIRDcOWmmP/TBhE41B
SmxHNaQzOVdh4t+f0DN17GYYSGyEbVxu1AGuZwSvuAaNlyW+lcfNw6w2wZHONQ00Ka6rc4a30yAn
zVfFsquPuJ8pR6euut9dvfQn3KLqM0Hg6GnAQfwUANNDrQaxpwNJ9OGSVjtX8NaW0wekUw89mTr2
KtCzFrTBO4TAQHuB9JTqAiOextB8NGeQP6vK5aTnpvbHzgqJCH61QkAD4DIBuRGeaasIf56sskib
JvZz1SmeVLX/onXx8nkOJMDDMydc6dFJb5Qode2luwwAbXaaxBvzplUNaAAumYxoxOrpkeBQhl1B
/1yNUZvS5Wnx9KmJz44m6R6akfFJXsppZ7G3UiyKNMh+C/4JJiTiV73o27RaaYRRQ7ZRDUAVo4o2
GI5RkYWVVdHRnQJrDRIof6N03fBWUgrsNZY6To4xrdo97/WN747fIgzyYOmyCKsV6HUVZFUIrq4w
Q/moc3e/A+WmeZo2DzvtKnHg19uNeBQlZkFeu1HbRBgJSCB6rr7SpQCd8qCLvmq5mSt+TY/lVIRR
+ivRrPYUhY6Tu2PRNJf7J25ruykBsnGEeNBVxGK8WPhJr8Ju6svIp/WkPxZ9qV1Gs48vWaj8riVD
OwzRsKfEsnF7UxVj2gTcKoTd1WYrE+lxEqV0a5Q4xfo8HC5S3NsXaDTZucfk6fP9OW5EU0I2TRY6
nKKnv/6UJz2AW1owHvgFP4QScTQ78FyR1/7sK316She52HkxNg4RbwUfEGUxgug1GdJBxSeZClop
PMYz2rGjccqw6joCdUw/3J/ezXKSsMg8+HS4ofLcyKnV9NkWsvjUTyS9FxlaewKQVp8LdHE9KZDr
nandfqwcVR4mKGPUbzWGvD4zCmDZvM5SyYv0vr1QizD8ALu34lDJaf1HnCrzpUNkwg9NwK1oiJWf
osTJ/TrPs53vZ2PqNLLhcQm9CuFqcf1L2tGoB7mjSlXKS+Xqclv4dXYcaVaVyIzcX+abN1LMGp1I
qNGiFGSvvpSk5tYKZcbK5WCQD4qZzyZI4wr75/sDbU4K/NLzQGDxxd+/+CTDLqXQIyMinKSSTXEu
qF2pgO4Bc95B5MbcEyS4fZafuXC0FZEjoK7qrB6dUla6fqZn6+l9U50MgfFtxiZ+AzIu+lW3dHAT
NdEfJ3mavoIb697p0aR/zeXKOIbtoB6twgEnGuI0g4VC8bUurOYpLaXy1zA0/c5hv/mWxW8VjDqY
8BTY1/eVE054F1ex5AXxVDyokhb9WAa5/6qkIfyaymiar8gVV77d5JJ7f19uPmkxNPRmYRaBGc/a
Ns3I62EsIKp7ctfNlyGp1U+t5BjHxkn23sONswbakIiMOjDUZnt1BOBtpOaoS6KTOocPfQaRkip7
/Pn+hLZGoZv13MuzRMZwfdCWYCxB3CSSZwdqeSFZ6B/7qtrrzW+MQpOJBowK7JfTJd7AF8c5UQKt
pMAceOhOaY91XTgHdTD2CjhbozxXrYQxEy/3ai6xA4LGxqLSczCGPBe1lBztoWh28o6NI0BqRX7s
kJ0zndUoUi/11LAQF4zHOL/Ag9SOg2FnXlP1ys4tcDOUYAeyaHQ5DBANa9cQE4hzTk3I8EK8EvxJ
1+IvabQUlOHy8Of9c3DzTcHEoObHNUqqQctsNatRr+Q2C0eGahLlAT/SwG9SIyIgV0y3jdro3RwY
n/KxU737A2/M0YD9LbQzBLLlxsis6+EDAYv0xtSO32UFovV61dt+sqj2TpyzMRTiPI4QYuDLulG1
qEI5tMNWcTxDhimXYPxS0QicrcfeSdLZvz+vjQWlv0fjD+ieUNFYPZCDadahEY1wwyaIpW6d2NNj
E4DhOWCGbH3vi7b6YoRp4vZ6Fu7pbW3NlLIR5Hg0UAhAVruZBrA2ciUNvKazv0HijGCc5DPfOPiU
108TrQ4KezzCSGqIX/Liy15gsIxcUIBB4WD2h7abZo8iXfRRx1gXv9Yp0h/03Cm+wHxLvt4fe2uW
UD8AgVAMJFlZjR0bg5Q4kEO8DLl62OOWBf+mMzxNifbwfDdXC6LxgMnwukG0lirCKnwMAJ5qRQbT
rx0d5TLJy/DQS2a7M6GbV1+0mICdauBb4N6upb3tSQnHHLCHR6BfPJiQrvEU0Iq3oLXUczi15mtf
M8Yj6AdFjJI4Ki6rJwY1MYB5jQp9F8rPwYpAYtItl85OWRk778zW1EDcg5KjS3yLlEvHWI3Q2bQ9
iVrzQ1eiY5DQrMU3CGsJ1dNH6O7n+8fjtp7P9ASBmm3jCeWfr89mX1AcEyBBz+ooBx2GucyXQzZn
il/O4fAxR0vWOCTZLLR0NUyvg1yyHyRnUeAwp7qPZ43mm60c/3n/d20cW36WcDshKRBCU9c/a5Aa
rWX+Ng97VHyTeeIxLAyH+TTb0/L+1WOBARDrTi0Za51VWGeUejBPRejQsSvBHZSa5eVFHkDVzdXj
/aE2Lrxn1B8RIahSJDGup9VEVhDmXWB7TTvkxyhR+gN3uAKTVS5SYVc8fEa2+EPr5OWv+yNvLCgj
82qhp/l8116P3JdqUtkzk1wSiDv1ENTnCtDvwUiHeu9MiQW7ytapweFcCxKA8YgDVrNMEQ8y1NDk
E80BWUKlVS6Nno+ndNSVC3z3/DhrQ3CqdcCYqiWsiR19Tztma76kzQIDwa2Eyub1fJNFiWh6KrY3
z8CehmXUH7JCgbZYDPpf95d2a1OBz1CnI8/DS2k13XDExH2Oa9tD80V6N8Sz7fZ0n48BKqIQ7xKD
3FaFu5qk6asRyqy0MCZGUEx8JmuiTKN2AM2cxvaCvPqVL9Z4CjVGptGy7JS7ttaTWJ4qK0AhoKPi
8n/xhtW6UwtPEJvAA8XrxaTROKTlD1ijzk4EcnsLggIQfpLUxgmF1259I8C8iUaZ7SU5AMIytgrP
GBv9YGd42HTzkO2MdzszxkNgWFw1BDxr1Fpvlik8WMnyurH91QR2dh76+N1U69Pp/jnZGojCCih7
MBzQSlZXbUm+Z3SVYXoKSJizHHKnFiA1vNrae0g2RyL3ev7YZToN15tVzI42QS42AcQoKmbqhnFG
rnwSdTHpX0yKN4uUX7jgoO5+PVSCDuGsZI3pRUNGsgeIH3jjkLtx5/Svfolp85EgcdJ5jyniXA8F
KUvURZEw0oIk8tJWj9xJkhCGilTTf/VWQSogG8OCmyxmnSVVUk3ZeclMz6jpJxz6PlDOlVqU7/rZ
GH/cH2vjvIuiGx19MS0gadfT6uXAaOEImV41WH8BnZ3eDaHSI38zFDS0NWPndr6N0hAgBOvHvETr
0lidjcwqwrpQRtNzrDbwE3lw/MTK4tcWnLj42ap/kFl8WatJOaSwMyVok/IDTcu8DQTmpGkvAbKK
Z2gQ9DLur+JNfXY14GpaUGJa9pFzqKRzhBcKcsAUOeqD1C3623jUYr91impnLcUXe/3Qce3yvMDO
4W2FGnm9dcsUBIivsJZ9kZtvkCKX4A7P2dmeIuQcKKZiQTxZF1hI+iUv5vHz/TlvnRyImtQ9CCUQ
2FrdyaSBfZ3EuulJ0xK4o5Jmbql3+TFnV89gfpXXwqpYY82GryN84SCprNK1sUQKINFmPkC5Mb4m
QSeZB6kejQcbj+W96p44ITdr60AENeFGwOpanaCaBDXVWiY3FRk9nTGcLplVzmdglMlr297Mi28C
eScwvoLger2NhdWPebTUpjfKcQf7SFNFwNB6cmY3H3nAE+Tyyn/xzAn6jXh4hIbwOvDuQmlo7YQv
pJ7b9EyvqPOcKWz5o1HcoUvk19+eZH9USWgoUpZZR7m6zd2sxkwSifrqOJhWDfZRR6teLqMP98/l
beFbLKggTlEApjqzvmMKDU+nJuagmLrkTO6g9JnuNsMSPOCaHL61rFr6c2oIjGRgG+dJaTq/iU39
NJNh7Ex767rj8PBzhBsTQcX13pKvpsEwaEy7mhM6tsaIW0Kk7URHW7ePwTchcI+kLTd6w3UbgZYY
DA/zZhtav5Ye0kgbDnoxD0czMFD/iAtr5+m9jTsFxpHuMK0ags81hkHHARGYv0kuX035SU9UEOrj
ZB6XhJ5NN1ejF6bDcHEidJvub/DWxSMyCezawKJR579e1DnnbWxqzfAMO8rfpQm22GSOMXUbusyo
G5hUGfeUE7c2khSVpi+5mskBux4TQwQpb7XZ8EAchcdZLSXXwvR9h5W1deu8HGV16wQgs3EQXCjx
FXLvo3k0HLrBWdw4HPbAPVtDUZ4HSECggSDk6sUatVpGKUYxKJNrYMHkYHFRZKKbWhmxf3+/bqGD
rBeMZrJO7jeoKeL8vojelynLQruTDa8xo172pilV7UNoBPZfqRYXySVJI/WU94qTuYFONTgwEfGq
Rhtzi/u/ZGsXaYTBtxdCAYQI1z8kLrS+VBRKqIYGZWLoOutNlNvLl/ujbL3LIkSkeQpMmtD0epQm
D4LQkUPTK7tK1Q/ZYAaP0OzG6DB2oxS5eh31P6YC+3E3WYL2YXIqYrv7v0GMsX6/iAsEqR+KPT50
17+BdzGr0iUVgptS4RXdtBxNpLobD+BVdWpVJf5tmIWW/4tPE5zQP5IG4JFXC6wlOIaENuXwaVpk
7twGE6zIqalcDdqEogdSIP9iRKBp4Ipl3k8gINcTLUp1is24Nz0Ua833rSzJh7HkHg/1PvC7GOrn
zoBbZ0jAimGRoclI+ns9oCShcdPEnemR5ibI5YXl29GZgm/392/r83w27qaSAWVsbXhXZ6FuzRrv
JaBGzc300PaHLM9du0ydT/eH2rpOqVg6gNahDBE4X09IU8tcG0YucjMKYOQakgoPF7sp5JPQ6Jny
eedNvAWsch28HFC9HrBUI2WGfWZ4XZ0Oj4pdO57W67lr9nbm1nXtuLozpkdZadFTrdJv9tiYvukE
oWt2fXy6P/utX8P7TCEeJA3VyLWXkdlITeGYJFtLXdTfYlCyjSs1lTS6sWTkv8oR63QfEaMUylWq
5BKnOM6fkK2QKEQUElKC89K1r0a30OAB3UNUL2JQZS3uX7Zar9gTsT36vIuP5tTHvGvMp3kqrZ3b
eeM8X420+oDqRFcDs2EkRVK+VE1anKZF2nMk3TjODEKIItrBTGj12ig4Y8taNpGQNUZ21puZcBOx
P68N472Qa3Mo8I1YccOHIF24Pl0LAkRD38vsZ5F0eJVV+UOV1p8Wbap2wq6ND4cLntYKflrcCOv8
a0ycEuY8FQGr0TsEw1XrKAN7O9t2gcyYkSQ7423c6cBxaHFwz9FaX5vp9IlkV1rOzTNakG7i1tLc
WSnkc5TYdeRmZZr+acnRrlPQ5jRhjtmUWKAcrHE5yoi01FQQThvlYj8Bb5nfU54guUyX4K3eGHu+
gxvPJ+1GWveiomPTI7vewKSeG0S2F1IvjB6osZSLbzQ9Qjx8EYVrI5d6asLZfjPGeutGqJ/s3Aib
y/xifHHAXkQrydB3Ff6iLLOuL2c1lVK/zVT7oWsA9WtgyV1jTvZIBBvRNG1dWBVEJ7Qd1jGDLYdT
oU+Z5SVlW50jy1LdtJTBE9ROdG6DNrtoSlq5SOCqO9//1nSJiYjjuWp4AMTfv5junFRNhp6l5UEO
j068RAEicyi+og7fvF3Svj7jrvZq3BXXG+EJBTP6n2z26gkAwJHySPORJjaFQZKF3OsQHHziIt1T
MNm6DyiRQBjhCGODsNrOfG4yTMOoey4mGnPLYHTujH7PcaCLsLOUW1/Ky6FWt9w8mMqAXi2B38JS
2nWinDMlUA4z2nEHg0DouPN2bc0NoANBPO83VdBVLGKFkdRSuyO9DALpVz2a+oOTNo5v1QHVmGCJ
8sqVm9bq3WQehsdSk+B9pXMcekMyNj5mjs2XNDQMYf62/KGNkvXX/V+48bhwrIQOuyjYwFO8Plw2
VgoZ8guWh115/0Rk/HMM6/pyf5CNVeBZ4Ql/rkJRs78eRJfrvkLdzvKCEX5fYEjJaUqr4VDF1p7z
6q3UAIXSl2OtijXx3E1OH6AuZGK+UbpOs1iKJ5nF/FONnPZXjKGe8g7SAMavYOzTr+bY6qFbhXUq
uWmEGunBor1g+fnU24eukszm/NrFEDpENIOoU/MAri8Sy5HkPgAV45mJ1D2MUjO5WRMrfjTW9k62
eru5ZBe8SFCeqOoQ81+vu9QvqWwnmeENkqG+HRNzuVTYQ+3E27c3I1VmogaR7YtAZRWeSmanRYuU
kKgSpB3tqSovRGPUddJsmqE9VsWndhwRdqTj8FocEekTGRzhF61ZWomrz6vp4KnQyTO8oOMlQNOy
Qpuono4zFsLea7eNoWiWcf2TtZFcXK9lUAeZhqE1IqVOkb1Jo0Q+L0Gfu2Qwn//FSGQUgrKEGcm6
eiLw2BP6K+yaI3WAp3shuNQS1k6KthPp3z4t/P+Jj4gZiFhuiAQyEtSmmgW6ZwVFcg7b+CvPQne0
piQh4k/HQ1ane+yF2zv4akx9tWf1LGVO2jLmaEiDJ9th7AK/r914qqJjnI75zhy3PoIXc1wfz2Vy
upFeDuOhZ+cvllofw0hzdr7qzVnxSotKO3nnWp1uaSzU1QMDaP8wpu7o1Db068E8lOkynSXTDk/3
D8nmeNRq4LYR18Kwuz6O45iZA7JMuhfJCRIBc2sfbRUdozqnghka7V7dYPMjpy1JTYYYEzT29Xh9
l2cxdVJOSmqj6W6gNR9E8/QOjnnkqiqC1ZJkZie10ZKdx2NrpoK+ScxFB+wmMzEbtGbbxNE9I+3C
c5NM5KFSV5ybSW4uyix9vb+wG7UwuKu0zHmyuVFIhq5nigWVWgMxNzw1koILcJvyAf++5ZAkI8pU
RoZ1OJqHB95u6YetFX8pqbxX+tuaMqBVQZgxhfrZ6t7mJZ0bxUIivqus1K+NxAoPsS0ZlxYBisss
pXswn9sHmjljvMW5Fa6M6+yvR1M8oqNteH3Ll4+rWnTozGr2m6D8fn95N6fGYFSDhPzQOkWqs9js
64paBsJilS8PKLMPFkJfPYLGj6WihjunZ6PXwGjk6TaVTawY19GzpjbTWCKjwr0toFlIPB9zzPCo
pfYqQtJxdckk9HCVedTfIXjWnnInkl3NTJ2dB2TrruWlomMMFwqAlrinXoTxKuDQjm6jQURtBaSg
IX90suINtQD41LC6z7B3pG5n2O3zLIq7OESCSV2H11naZ2mo9uxtg0mKtzSt+nE0tOzSUSb5KRzn
/jZmdBYytJbfq1bQn6ZRQo36/r5vnjDQDYIah+LCmolrYiQwLWFF3dFJ+3NeptHXIOv/QLxaOf6L
kUR5Afk0GzbD6qaCoUo1ICAcyTtb+xjMvfPU61J7WShw7Kzt1qQI6sUXSrmRbvn1ltayiae2zFDq
rM/nGDkB1+qT5jjH2d5LvTmUuH0BiRKor3n1YSXp7RhzKyVkYYg9V+pfS5omXmAO8c/7CygO4nVl
GgoD7WpiD4AvSP1ezyrLOrtZDIT/4Uo139U+5n3Roz0q6MZFgKwOaFfgoAKjtFo7BKk7pacn7yWo
oftm31hf7akZniRT/dj14bwzqY31Qw5KIHkhpFGxXQ2n4hY3KJKue9lcQQhLTcvjM7S/S2WPcsv9
BdwcCxIIgF6GvBGEgnA66nkRcyzggcBZVq2HztB/aGh9/3l/pI1XmfeY9I0EXSATV1vV4YbHaSeW
yvpK04+9oYUfTCVMgWj2S6OhUWxj1JA60gPc3nHn9G/dLDrwbFGVZRtp5l4flNZI1Qo/CCIr2UqO
Y6I3b9oYqwjJlrpPWZohqWAlbXIIuZceimSofIjp6Zf7S7C12OKj4BQJk8U1qngqA3TJcUT2Oknv
ZLdW4+ohsSGZgEKo2p27ZevQCq3Vf6p71EmvZ0xjWkU+PifVSR3CLEwDcAYwxu7Y9MOQIpReS/O/
OEwvhxRH4MWzMUXzYHdza3iOjmtsq+ST3ymR/S5Q4j15zM3TBMPPAUBFbrrGZWpTKUcZln/eVBaI
qZJu1acJnpJvpDYOQRS60z+DyWo+S+ao7IRdW2OjZGCLBpF4sFfTpMMxIv7OdYBjgPLkOKilhKqS
u47ZaD61zdHvw/x7HFbZzpZunR8OD08TfVaqa85qfZduGajPYnPSWPgxxVF2GDJNP5XTvPivP6oQ
y6GGPVOSzdUdVGCDkC4m5Wiz7P4urNR4n5tZe4L4YuxMauuc4nklA9mGbU/wfD0pido2CnjCKIXL
1RvaQX8/TA0sxhnb0X6yftyf2FaQBUKGRj88b1q36wLPBHQ4yQRCxq6D6Dv+LhXeConxiAtp8cOh
WPtphqXn4U6EEJY0Gh/ymdZxWsbtTld1o/wD+5brUJT8xeRXN2LsDGpvNsSXNtnCQWqk+Ql3cYuw
R/laVUtFad6MH2u9CS9FAKjTkXOZQ2ZW1DhTFMLCjIYoPhju/RUSF8PqTeWKhI0ACQlw3ZqIFpSG
0Qcjz3cqobYCSMTCZyTUDm1IzDDgQ/KABOWeBPfGQ3416Oq2qjJkDwNqvIKrM7ilpbanAOT5zjOw
ddYEikdTgLeAHxK/4sUFlQcO/upjbHpxpX7urdg4LR04AUNOnpRALj7cX0jxOa4XknqFqIQzIOWd
69FmSR2hyCkmLiylcpDjUD3gbT2+jXGQOYdyNfl4RMkHDYd5dwzy+P394bduC8PgAIAZguuxBgMb
TjJgAsrwWEoJVeC4PfQNdsJGHBWnfzMUMAgg48Qt63xhQemr1QVI939ydl49ciPBlv5FBOjNfaSp
aq+WHUkvxMgMvff89ftl7+5FF5soQhIGehEwUZnMjAxz4py6iucbyNQRuS6b5l2q6EfB+e4nZKqE
ihNioFQKLzfVCLO6gHOUXjZSLh6zDuq7ZkDDB6I+6KPq6girs7uLr+xtDib0jXU3wVDvO7WUn1am
TzxSuDVwJPuobbO7NDrngnaJjuM2+0HcNJk7Cnp+BAnIPXWKfHbTps4jNy+b8dHQkQb68+9GMY1J
PNwQIzNi8a/ug1lQsIt7Sv7MdlteMSSq24Tm6jpp+Mej1NAqvDa1+W5N5yQDSwLpsE6mmyjD4HdN
OR5UkfeuHAUmuu9UkamKbC54141Km3KhfE1yOkEzbw/o/SnOXa5G8tmICQDz2gnvq2St/1UdJHUO
QqDdHyDAkKLOCxPp5jXrwnDpILc30SBD6cNNMwAX2jg6v4tKl5CD4L6b2iidJCnKfcVOjogB9o4r
Ehw0w3hK4eTZvCmVDi8yAZ7wcEO5INNUF5Nrx7b2cV6TNDw4P7urFZNG7DZsFtvLyOhoXhoh1hA/
nF0Lwb13q63JftxDWmUmSQFVoxQ9WLViPq7GfNSr2QvE6BRQ6qZvRUFoc6ZoByolOkSgDZy4SF15
Kr8Ncip9VIywP6kTHzcb695DlrA7cHi7+YSg+6fyRfIE/vzy5sxWN6AgCFLIUYb1J4pQ/YlCfHVj
V6Nz08Ci9mBJVeuKUgfYVEY+qKbUR92MvUdTiBzwpfnm5nYwSJM6BuORgfKpYb1r8hB+TBSuDuVM
9vwSLU84XwWpBeOll2vNU7hCUhk8uiF3/+l5p5ziuk7dOddRmFzlo5n73VW9PCTAI+nVbI9wmduo
5IGO7PQ29daZzpO5Lkell72jKyIAam0MdhMMXi5KijonmwcS3wYhT82T+nZ5bHN4Lk8LZGjoHXYq
MptcdPhWSZGVyB+sfP4LNCPPM3h3mjRQAEHpcfkzIAVG9kSh0hYqa/RV5qVxx2kq76TKyv0qmi2E
Rob6JNvIVelFXt1oKOodYOH3vu/r37B1mnLaJFkHejNZ6DRLa9w+KF2h3mSDkrkygPib66/O3gfG
Q1mMtDGn9GZa2Rxm3bQiSsZ6VU03ldGrNw4iBR+vW9nzhJQaTGjjuSBMRV3u7BRTtaThaPgTahs/
w77RC9cu8jFBhDREzO66tT1XZOuiFs+UDaxGmz1UBqtfEDAkb9DSlilTw1Hv6mTK0UGLNWSYeiVh
rKA0+xQZPwikjyq2u6slboCeFGcAh+HlavV2GnOpayktGJN9qotuuVnBLDHOME8HeYvYuG1Yy7EU
40TEXyDKLk1l02KWK70bfzXkIkLGt3c8S1pKvwfLGSQws6LTijzk9Q3etfrSGVbpr7w5NE0JaVEh
OreZmVe3lZl9qpg6O8uQMtxLE/SBZcRNvW5zb1MpwlEIfgGYbNvflU4y+lIci6t5eGwjef2sjEl/
w8TpoZPduxQioKXsrinU4bYfUGXMLbJgHMvbtDpV0Oo8TkoVHVy9vWMqMjawUIJcdruiMW/1AUJh
w48rFcnAsisnv4V8/rwkpe4zV5jc9XCvARfKp4PJlN3NhAWe6JiHhCL05bHRh0iNDQbf/HmIx9su
zlU3ZDfuojY6oh/ZN8UIAxEQHFtbsilHaYRwIGVguOSKYLH6f7s5HAOIEfqDAGjHEvkkslFw9/MS
b51MO81oSmXgPa0BsT+4YsK7cbKN3NXNQTv/8WmEd53uN5PAFA+3Lgbh1nFGC8T0+wW1415XJEha
7eUxzsgur5vaeREwBcaJI0KfbTuLa+oMRGkpNZKoGqTfKWoPrqaq8fehbSxAtcURQHXnMabdJfwn
nLeEVeLYvspDLGXKEtnEpSiVXUrvpkKSP9UhNGluPnX1dJcmdW6fZrvVmVpcrdxF1nb5en3NOxfw
RRqJSjjoEDKwy99g55FGsEzlZ9DN9PPoDGvQMab5+7qVvQNDYZ/xTgortBQ27327kr3CgUhwo4So
5PVT8rMZ0GwNCUMOcqE9U8wJUXcgV8aHbTY1r5wO8cFZ920nbm80uzGfy4jIxpQP2d12TfEi2LDn
0sXaVrIWmeryzICYb401otdOGN9mA6PcgxUlB8HKzmcSfQoHynguAuipy89kmu3AOCm6QqOWzKc4
QTo8sahqXP9MOxeAYAzXTwdLsP5s0jh9sIGUiNeGFLkPFHWo/7HHqfjpSN0PW036H9fN7eyf4OTA
78OFz6I2n6q1rTysKK3CbNLV79BKgofXQTVcVaajQGVv/6AcEa0sNLNQjr3cPx6f3lBWmktJqyo3
djMOqMZn/0+o9Of8P9Hv6vn/RgOvJRn3rehM5jrEJOSjl1ZClMRrWrhIcS9VeUNIoj7YTM7d/MW2
0fUD4gFkkTTw0krm9KitNfRTIlTWTlIyrmT3o/w4Wum/f26JwRecPM8z5Pib9ZRyW/WwzlB573T9
SS4X9WZeYtTgTTqc103t+EITQj94CWBGJ+namCrKkl5ORyRZKrnialGtISouxTdSbH3VpDxGsLdb
5Zt2mKEXNjri2ev2984i7IIMWOKLRWv6clOJsRi8KonOmQOWz4xwfq70itJlrK3Ll+um9k4JNpBg
ZVCI6uGmQIqmd1YUUAb4etN2gmx+gVqicdT8YEl7W/rajnq5pKxWp4ZBOG7z0g3fLOQtb9fFbphw
TPNTY639eSxqI4ilKnTnqTuS9tjdUZHrgFCm7rx1Jn1am1OPxrW/TmX+oKJj8dGS18U1QuXT9Q3d
s4SEpggjmT15Q1c3rytdk0SlAYfU901Ztc6HuCNLhzTXPNjTnXic9UATQiwpoH/i2756smdntqu8
o9cH40T+yxl0+c7o5ezfCEDDHexmxZMxa+NfXHiaEvRvoSxnIn8TJHfAJPIUOk0f0WjNjXuaImMZ
9jcOSAP/+lYKl7vJcsT7IiorED9yRDfr05S6RfRc95t+JpnJwqE/J1WV38eaFZ7a3qifYYyX/nPk
7Kiss/f48LrRGAJUxejxxnSrqvUoxTG9zUxllLGi4VNaa+byRmhBJ5ftQWC5t1TCPGoZYgiN6eLL
pUqJ2S8mwTmgfdW4HWH2cdU5bP1SizrRW1Tdqi/bIIn7Ibi+yXsOgOFGuiCCpw3+3UvLI/MIzcrV
87HXeM48xwUS4mVz4L33zBDLilodBbc3bF5NoadJUYu+e1bo/1boK5zrXFkOIpO9G0HIIDhZ6U6w
osvFtDGDJFEIH9mqN89VkRnnuiuks1VLJWhto/bSUKoOLsTuyniOOKeQ9byR1uprrVP1hJXRFcz9
SWX6fFydX9e/0t7CeIzge4PjnXrc9itVUuzQSYJVRpVpuVRT70LS2XnE552b5EXtDlUyHPiXnZWJ
x0+gfRm8f0PgC/G1XMmLxPiDMQyja6Vyfd/OyXyAyt43I+DEhPwgCjdrS+II6eicej3aBNLvejHy
z0ptHXXTd63QNQb3jTsBs3B5NOJCoymRMblv1aZ0Y0bSgvD9MOgHJ1D82I3PgsdbqPVRVQNOtlmM
XoyVnA604Qwr1Z9KRfoRwuULbb12l4PIete343d5Rt9BHe2j+szO0wOnI70kQVsPFeFmiUoNKKII
I0G+Fjn3ZdfAKKtn5uy2yqxbB4dj1xh0vGKuizdo21ltYKtu9US0eYrFeZbD3gpUo6BdLA91NQfX
j/+uMXaTr8ekLhHg5ccbuyhawFhaftXUv3GOzUe0RxE7WJOj6aK9Y8I0K+shoAUotLGkd1IJNUJI
P6No2hOcJNPqLmh2HfU0d5jygNBSZBKDujiO7bBFPsnU7ho+ltzCWFkvavww1mUXJIs13uQV83t+
Pq2a35gJGovzGKnPIwT9p4TafOS1U94wDGnC4u1f3+rdAwyWmEIKUi+UFC63WoHxX1oHJnxUntbv
WRsPd6TI9eA28xCe2A/bgZoGLjq30eQs8cysqJuD+Hvvc1NiBGUjKrmMu1/+hiptGHfPWuAWJAKP
jPYPD2lrzqd2Ug9j7R3PCg4f3hRwmdTFtrG2khjhoFHQoGob27dVX0nnxRhaz+TI/QNb4OypUdL9
xXkmRxcgNCL5N1wbcmp2llQAKsw6c/miTijXOko+fC9IaP7inlKPpgJno90GVOpyL1tAzjns0TgF
FXZuN1RD679MzYvyPDStrJ+un5696wNBLwOtQkAHMMKltRHJjDSKOD0x4OzsObdr2Kr1xlr+YkyD
hBMuBgBEHJCtRxigf5HIoJgRW+t3VqvYPxvoff67vhrxa7fOHO4DMd/8Un/erCbqTacNQ3ycTC34
Hip75TlkHNCLE3VAOHxOjrKkvYOvU1cU9QdqNVueK/SbIwfQIOQHTmuetAIYXZr1w2kowyP68V1T
lHAIrGmAUh+4/FK0pkcFJQ0muCVEx7pey27asRmDyo6P0Ex7LoUG9f+a2lxnrdWtqm0cSN005hN6
kz6FOfffetQ0YXSeHXdalTWI9bZ3i9SqD3ole0cSsB5caOABcbibZLrqU0M1aHf5eqcb7zMmTk7F
VPQHUeDedpKLESpRuuQTCjfzOhfLyaGnFGxFtkTtzRIuyK4DUXyATnw6XT+Vu08HQ8ViiO4lpd18
ujSqwMw3EaiiRgmN2zYni/VUeWwdV4KUE9rVJsI/zxHl4ydzjVBOQVqjalxzMZVvIPrns1o206+p
16Xq4Mft7TYz7YABmGsig9p8644hplzRRN1fL+rPSwXGA5DvX4BmEJmnhAbUSeSHmxJuFNehnSlM
zg+tEgaW3v1byY10Eynr37hPMRJJ4AgCifL45XclIp+NSQUaCf8wUhZm0UJwkMsKwqQZNaQDRoDd
U0SpTlEg1iIrE//+6hSpYznXSiZo54wm/u5QJrxJc1n9lIW5eVCa3nv3BN0JlQMICKBWvTQlM1cR
94VAyTBJGqhkvH5pT9Sn1SVyJ2ua7yQzlj5fP7rif7p1qILmCUUQIfa3rUkqSxnrDNJwF9s+fpiN
2nJxrXXpNk4n+3U3HqHidg0SjZA4vUBENhsaIrBgF9UMpx1i6hCAKM6PxmKwZ+y0+J+40o4aRLu7
+sJ8zMkQdi93FYIcyVlkOmwRAoZPudYbnxWpGE7jquVwnjSJ7PWQ3h1Fk7u37pXZjUcwmGzt0WzC
w06y6rVJXtMIq4+G+vY3k7cJuAtNjW3dv9BMSY0FkUNJokHGaSjo1xpwTHuMtiBxRm4I//n1E7N3
IwRbtvKSs+FRLjc0a7NuBOVDyzLWzaduKbQgmnTrMbPt5CDq3NtEsKCMBRAo0ZvdmIpkBEZm2k++
MSRZ7BYyOC4XroTDPG3vkFDXQnSJ+JVhoI2hhW5TqRTMt3djhcpHZfbrKVSmpg5mtURoPXfswBma
/uv1rdx7hi0wsBbgBCRHtpNOA5ieKCO38mNGWc6p3ff/rm0KFiNOtHtDk8yTCW7Cg1O+Ze5Vdw4c
zh7qm64zvo25TOolbzLwKlemFQQOHcYGWjsGbKpnI0aqz0VlXWn9dh2nh16vUUXXhwng5QQ0fnLr
wdahCbGb6qhHvfcdAKHjjkSQh8zc5dmCKZuPm4toq8q1B/Dc0YmUOfOdXi5Td7UaxYcVqDrYh12r
YDf4gwcEZHpplSn7cRp6gspUk0VFsdJ+p9mc3kPguD5VCeU3xiuPqEV3N593RVDdyWKwceOY6ESh
KgWnnh+D+DrB0tZ5XdnGz7C/WF4MdvibA0bvoeSxQwdCNokVwuQfu4N+6/op3LtlYvyIkwDkSt8G
CKoVmyMqO2z6GIdncgUo6mTtKIPct8LoPRzClFO3k07SnAPdHUjjzWlNbzV1yh/M1JAOnJNwq9vn
TBDacIZomIPpuPyUcyppWivyA2fKO6oupnlO52w+T6m63vaDVblVCPW9mdby+fou7rBciRY5Q1Tk
JkD0tmmrNSgw0daZjdVseFZtSfbCvFi+wAc/DYHEtPdwzjJNrd3RsKcHlE0zONzEBy9m41lvlPQI
dru7GXQ8oFOUocbcEhBWYQOtQ2dZxC7h8kObZTUB7GWj0KLWUNve6UoEB06r6Q9Qkh5xDO09TeSB
lEapYtPb31xllIIVLVqF1kFYDOmTVHe5H5eq9C7Ss2b8JseRfrTevXsssgpVpoIj5CIvPz6xVWJ0
E+udwtAxHtXest6r6BXK79W5UZ+zpW+Dzmi0g3RmZ6UA/HFYgG7FgK44+a9CRNzjkjJTBnO6paTv
cpXrq6xF8atrpX9WYywPzO08GqgZkI6ij6EIZuBLc0tWZQ0FKM7ZoJnP+dIiKMRg6XczLLXFW0ZH
v4exRvnklEIjfpWO+KX3lktp5mXQgGO+5elc8jaS1Fy3RSs2rF1phLbAzSigfl/bwREhlb3+Orhb
IiPcXGuybyguBL2Z8eZutcUC4UrbW/7c1fGXrhnVszVl0TPTN+avJBsKdzH7unITQ/qhLVrvQ82v
HrjJndvEbwCMA5kv6O5tt7szU9QV5oWKp1Wu59as4RZgHu0mXK3CNU1G75hGt4pT1hbpgVfbCblI
3+jpMzdDkrVlwBgKwwQojemlSJYPTV/bX5hctW+V1bH/O9hqcVrfbDXYaToaol+zBcgUGiWPGHIT
f3Tq9IkwwPltob06e06sIjEbpopaEQ1k7ZM1RVLtLnIpq6ck4ve5pZx2VZDQVIJQsStiXF2r1kcf
Yv8XchIoHfBwbjvHpjTExZAl0PCG1pIjedMXD1SPtZvrO7FnhnKZQITwH1oFl/esMapCrhLOnBLG
ceUvSQVarsnX/ON1O3v3id0G4QW6gDRzE30YQ5X2jgYvGXCvLPKUIW0+yZ0auj3JCrwu0Yfr9nbX
xWgLDA7IWuMvL9elaFm52DZBdWIv5VfQBvIvyxyOsC67qxLAJ8DGrGnLft3VpS4vFixOxbpOT3qV
0vOAgttvJKt/D13F0RXZ8f1wE+jcS8ocwCY2vr+y6fml6Wz59TRIuSfDuVGeNCPuIy9ehyI6Vwrg
9QAx6Pif6/u5a5k6NfmsJf7aPHRmbRuL05E72FKWflr0MPrEW8HBVGuTd79QqBhW0uJft7r3CtDn
EdQx9AHfFAvHhiBcSgna69HRBoBRa/dYZ2r0jgE+pm6VVJOaU5Jo8e+4TZzYo/W6/EUlBlpqYAeC
hhd822bPzVUpIfqmZq53SkOzSS6jb06ZOYurz83RVM3egaKMBQQIpCwiCptr0jnGQBBHeNXncXZC
bzNzQ3NpHsoo/LGS0B/s795Xhd2LQjOhE92nzStra9Ok0tS1mXHVHtZQa2/KQX5nLGVzdhZA6+3Q
HOE9902S60IHQD6wHVwJc8ksKBCiHQS9GPimqWEavrcXWBpX53tlpsU9CknGAQJ5z6pgBQJSwbZy
Vy/dgZrbyL7FMt0ljfJEIcVSIBlRfxutqfPDRM3EQxfqkNRl72u+sroNlk0ohSEzoyshLZ387MAA
dpoLefm+lHote4Q+k+oOg0odw0zMJ0kd9FMDb6Ov9NNqQswEytGMZe0z29h9jNJqeUJEoH++fsf2
PCXcWkLpCDlA3vzLrdGkJeoqQPB+PEfruXLK8Kkb5vp83cre4w5vt7jMNk/NNjFql1DODHpAPgoI
IJiLUvfkzJR9Yrj+9OemmMagwkh7jbq4+CqvIlVFRqXJ6YlUFWdETFpKdTelAnaGfCo5uD97ewdE
QSAdITR9o5xRmARpZWYD6U3z7IQclXTKVWs8OLx7eycGsF6AmyAIxK94taA5zRDE1kSVrVh+A8iL
btR2/U4t+AhSsmeIdJKoShUSw1uVvVpWhjpvQKtJLY2zMNMmTy/hc8oiov0//kiIFDGNQMuOtGnb
RyvXLM1HAXWsGAq9hxE/C1Rw5x6jiu1BSLuzKmI8whu2kMxly2egq5nODDvg+TVJQnjph+xUUVr/
scIf/xemyMjBxNGEoE2w+VLRCGvAxCAvUY5Vnynsx4GVwGrQpcpRxXevG0P+J+ZwBHYFIpzLU0Ee
FCtZWlt+nsrVWVEbyUuQlwyWMRrckhqzN2dWE3T2uLjhEjFOVyjNOV7n0o3lYbntSiM/QNTs+Dsa
XqiYCgpwmr+b52Sxy7xVS5YvD0nj9+bIBFalEB+rZuIZ03BEObtrDw4QZnRMhqO3wStPNgJpDfCM
eJIk8KOKsQZLO2tfFi3UbsK4VQ+i2L2j5FBj0FEzZ0p7K5AxdBq0hyNRkDTV0+80raLbiUggmAqn
OQD0vHR4NikKRSRdFIUVkQlvNjOb8hDQHk+WpFSj6VU9W/skKW0HCxe99ffIRZv/JWrXDr6EOw3d
lcgathc4qxrmBdN5dBeDhNFHL4XR46mz6g/EwooVxGtbyG5nOOtzPYFx9OpVHT+nTEGU7hrlTLgz
rxO3bk4sH3uFLpVPaS4YR2R56FU3ipAJ+VUps2y4KNoP5ikmqI8YuG1GanpN077P13r4rc5tLrl9
bUJjtiyl3Hhy21eLp8VN9n5aq6E+Q6WnyUFad6rkm23RfkxT1fi5NpX5IS4i50Mbh+3qd9CNHfUU
3kaWooeHEhe6CvS9t9NQ+gD5iKGMwBNstf7aNQuKOYnRnxvDKM+OBS9n7RDd9mmo8BzKn657v7cH
V1jndSIEEkQrmydqQPIorDNxd7swekS3oe9c0lHj0TTGTvemWLV//YVFkEWIgMFezAt86S2yhXOj
WAwt2zjkJxMUiLeYWvWsWHEddHVvH3jCtwEXdVYSFdhjWSlFjUt7lWPE6jLS5uvRd4PDJO5Pmmr3
XoU2ABm0spxS5qYOtvXt9cQoHSIYxhnvBaZxadTJ0qjQ8Hq+2Zn5l35NVGqRo/EUghw+eJOFJ7+8
nZiC/4fCI8VkkJ+XpqJ0kKYlJL+MuYxekUjhuyiVjYOa/d45eW1F/IpXL3+yaHNSmlTP61Wy7vKm
HB6sTMu9eJSN1NXgP/qbz0YPCjgfgzY8m5cGQ1vJpQkPTwbb90GlrrkHsHw+52kL3pMp19sUJco/
jgXYSwHCFOA30SO6NMr0pmYw0kNfqo+7D6aehO4QjsXz1BwOp+ydEKjAmLGAkpRqxCaZq5qh7ySD
az/oJWwl+th4cEmaLuwwR6zGezcApWRBjAKTEk/15arILATxBQCvqEczuRwNx6MpF36Gor1+NNfJ
cE27OBpt3zswL1PlVE3pDmzDqmRttHZV2coE8OB0npWkfT/mthrAFdD0XqOV8BFc9yy76xQsIryK
MHLZ4t9fnVEZPo++swEUNk2i3qIAO/rMKjYPxcLQj4YAxxlegur8N0ZJycWALrXSzfXTezuBAwnY
S5fLFcP7/ffBIe6OJan3pCWbvKxUjha63VumnsVgDKEdk9647c3ZgWSGCcUsWwMqsaXfZRHy5WEZ
e3VRz75aOOtBaW77RL3YI2hlFAD/Sex6ubFh1jnyMiZrMGV9+170nM5pNg3fs3Bp7sAO2uc6jeT3
TlOFnqo0cPxc3+O99bJkXkfBuPPGm1r1QCfDnFmvFX+30nZ+nzBW7pr6dFto8fT7urW91VLkQQ8T
/w2YeLO7NanpGtNcCqJQRetoaeK7tC7l8lR3S/NRlmpm8ZSl/RYOc/7Qz7b6/br93dXSI2a+ltE4
IvjL3Ub6TxrbblwDChQ21BNG5utxnz+ag6K40jIcjWi+oRERnxdCQPjIKOTRlhc/6NW9mZBZHEOd
mcmsL5WbdVqtXyIpO3dDrwT6Uky+VEtqMCyNfK8rWfwxBrN2EBVs3SG/gbtjAQiA5hYY6ubBnOlq
dHzkNdBzZ/EnYBReaqS5lzKjFFzf311TnCTyAxBa1O0vl7tOUaFWNE0CuFGGJz3O5VNfyvXncS6P
5hx3THFduKTkl3Sct2jGtU8Mu+uQ+wDWaH4wtYLUYMrS+yKTDvZv6/vYPyomMFLxloAr2srGjlEq
Ad+I5EDNzdiX5BX+v3mRfkSE9U8pVJOaW+pFdxAV7K3PJEknNOUPz+blVmpUQNUSubHA6mTLC2Gh
cUO6oLdNeqg7uHdKQRRxL0BPMJO4XWHYs0RDkdZgdMS0x2zNC4WB1LwpaHx8W7Qs/7naiwUZr6Ge
lLW2ZchwYGQ88EU7Gy34UMVYLhiZN7MaKH8MdttLctBn0xcp0qU7gxoapKzlcorXkQZNz8zWgdGd
fSZ+FUUkiBCZRxH//uqGroWRq3IeKQHpiXJWokg6xcacfJjJfA/esx3vRzJFHwHIALXf7UhdUVJ5
V8xMCUKlsQObv862Aul0UqhL0Gj18ODYUCQixFH61TBnB4n725UKYg2mBlE0F35gczk1qZplySiV
oEXbxJ+LKP4aOXnrL9G63l73A2/9rJh2JukSqhLULTZuLynatEVDRAkK4EieVeTD3SCr611dO7Wr
tV3/+bq9tzuryAgUgAnHH4gZlcuPaNst04QQpQczc2BuK0/jTWf1P7Whzp4Nparvpc5R7mS+tLvW
Ze5ft76zsYLekmiTWXzK3ZtXTQ3zMKr0cQpghi/vpST+rzCa6NnqMvl03dLOOolOYKOiyoHk15aV
ajGHxV5sXNHcqnNQOWr2AfL95TYySgreS9/dVxHKlpKaVr6eTs5BueJlPuN1QkQDDF8LOQsnFczq
FpMyNHTmu3JcAjNTY+2smWEmu2R8KqTlZhQ/dhQjHA+ZLvWnXSvddBItwdRL5D59n5M6Fe9a1DhT
N1Yjp/Z6I0HPR0ybLPc9sXp9P5hFTw0LsqrkNu/SsHWbxqbSlVlDeM6LqawPPt1bl0Nzgg4xbSzW
Rrfi8uDQHW+UqK+4/aFdnfXWngOllsXmUTfJozrBG4aV+fv6Z9y3yg1UBZ3iG0Gjos3htJaxmhSD
embKbjr3yzA/OUvZ/9fOpO3FWMb/Xje6c0rBGtuC8xMmbQoTl0s1J6l0FtQUAiMPexdBDe3WMso5
mDvbPDimu6YsWmk2tIMylctLU+D7tNbsLTlIulo/1yCgPXyw5MEjWRx8QOG0tieS6JmcBDtgczam
IFouyirO5KAw7czTknQ5m6GduLJkm++c0JECM2nvqd+3wZ9vJ/Ec0R04O9AFm6hqQkVtqcH9BfLM
OKGp8jWV2ELUTTGig2u38z5z23igxRNF/2arwVDj0QHPpEQgDNXcAq/7tqxOeypKeh2ZPDc3fdu3
d7MGKt4t27TxwFv2B+vdcenceLJ3MPHkRVsXm1iRyRhly/GR0bhOh2K4S8Y0/tkCCXuoGshdDh7m
HYOCRUUQ+QIQAiR/eYg0O4pUrWmWYNDn6lNUpVS4o6i8TVCCCyRS0AN7by+lmGykoUTkQq90q7WR
mdTj6LzLgW0m0b1U2gNwNi2EjiE2u1OVz+OnpbPUT9eP0dvzS7AjxPIs4h46l8Ljvwo/9KHX7Lhi
WwcAR54obKFAL5Vf4rIt7xkq+VFWAnhmSAcNwbdXFF9Al4nN5XOSfl7a1TKCuqXlxVSNznmf9RkN
2izJ75Isjw+u6M7GXpjaXNFoHvQ0q/AGjp0WANpgqcwjw34nt9p0WsO69hRt7Q8ikN31ATOSmdYW
hGIbaIhcoYca13xNpdLTryCvi1+WwXsyxYVzcDPemiKfxMkJXjhmmbfR81SbkdF3SxsMxH3eQqHo
cVXjD3ptSX/sV8FHcFxAdnMNYTa8/GgQaCRm165A/8I29wqYOU9VZ+uulUjSh+vn8m2kIaAY+Bru
vKC12LwWdQIlInNrmLLU4baext6VrLY4KXNKMYTz6C4l4nhw5jD8vvy50CpcQ7IOZy2VH2AwTONd
LnUairVC0roL5DVpbvtyNr/Eo6W5FIuUp0rtS48gqbsp83p4zyO6nnoGKf0RuEHuRTMdjwPvsPeR
wbYrIq4VsO6NN7Ihdm5DGNKDol4nCFsK+TPNEbpein0kyvb2vtgK7yYpLU6Bkunm6JooQBfaGpZB
ZGilB5Hlr8msnbt07LugGrX1Q7z0R2j1t25I2CSyFPGriC8vt1vOrbDJCe6CTAojIQOtuqY0Lo9L
lg9+IpQAm2VRT04XHynKvnXz8GBAs8/XZrSNBu6l5RWMY1SUahVUeWwQuSrKbZ3a81ka0EJcCZTe
Xz/Ye7tLeomvJ2QQONdLe3lahlWv6FVgFJMdJLKVeVCBJYG9dvpN2mb/UM08arnvrZGiIsPlghIT
x3tpMyNoJ+STqyCsZtVLrSYGZxRzmeQ59aLKNv/Y+XFzXtnb+InJsDqnSpQqmPU6cdWmth6rpS/P
sl2bB7HJ7tIocqHRwMNJbnC5tErKujrspirQG310If2kiFDW0rsMsgzYiZ0/r+CxNNIfSHkJRBgX
urS3VF0ek6OwlXMW3dhZ9XvMKlSIW6gp28FwDnZy7168oAqQgiBu3nrcTjVbLbOHMoDozPgS0fH3
HCtJ/ArtL79rFOvR6NrMy1KtOHhVxEIuA1uadHD0sxgI3mgtXC5UZ845zxnZCeIw7t4xm748mMWY
HVSZ3gAM8LOvzIAIuTQT1bW2KItRBrT1E9ic+8jX9LZ7sMPofYg08V1sFXEQA5L22oi5rDhlt/Vp
mB7QkesJ62f9YExx70TRHyL0o/cGtf7mC7d2Ta7dWzDMr8sUNGnfBGuHmLncrNPJjvujmuWuPYcQ
gcFoUSrdnOBuMJEyZSgnaFU7+1XIo/W1VtVJ9salKzI3Tqrx53UXtG+RpIUXXBQWNy7ITLueNJ1P
Ozed7rbU9oIhCZuToi8RUHT7aJx95+2CZMgQZTVoQ0hzL79xv+jgf029DJTCVn1EkG3PXp3ytq6b
/uA87XlXUSblMaFZxLzVpSl7qGaISGw+nh07j/q0TH5TVtbHsCumB+i/8HnLAPjt+obuWIV3i7YU
zKqCzGmzoSPFSGsetSqAJbe7reZRuilG4LIVAb83VKbipXSrDoyKC7i5oILHAp7Clw7VlukxBZ2b
rk7eBL1ijVQ09PAxK/VfxqgNPjIq011sqNGLUM19Nyn5wS3ZWTJEThSceE3I6Ldslh1sROukQWWm
TOHglQ1zA5MTQYiujtkny2wVL9HVI6HHN4NevNKwEFEE0gSH7ZuNLksqa6ZW2z5A4doM6KSs0AI3
o/GD2Fi/jXotXIIC6bh3xQxu+H5J+/CrU0VJ7c+mJB28Pds9EL9GeEfopYAAIuR2edgWnXZnkam2
0JhcbtNuGIK1bdLA6NuOfhospmFVHI1lbf0yRom9UUSlcgMkYEsfAhusZMRZHvpWHJdf2O3yn6U9
nAzfHq4XKwCQQOxSQn0D0lNChxrYWIQQ4BTagypJ+rfCcTo/1KLhdm7H/NRpteH2SVLdl6N94KC2
DkNYp6IpasS64B0QG/8qKdWGwUAaXnf8aKjXh7jU7rRIHu/qiWL19Zu7Z4mIiLoNQAQxEHNpaW4r
bYKUAuw3Wc/kGiUlKZdxzOabXK7lAZxj1xhYHDE8/TLktDHWOMa0rirwdmPNOk8Pzdab6Iymnqau
y6frK9s7J2L89v8b27zfnbMOizSAKG/7ugbybLdnC5jM+S+siGyQ5ghh0balUJqLpoSjQNwyWXNS
k864ie3e+nDdyu7GAQihQ807wfm/3DhrqtFXBTfvQ3NYvA+n6DN4uOG0oMh7sJ43pS5x9AQ5Jtge
EtA3rSiYLiw1rTUGWEGpUhDV8u+NXjoej8hwX7ex4jUhrNnQ0HZnrR3tZwKlP0Wvv/yGFzwH2CZq
ppuIYKqbIrE78PnwRSZ3s5oprqw05i3E1ouvRNJ6J/X6dPByboMCjBJ9MfABgB2Xvh2g7s1Uj+Uk
xZmZ9eAXcttNXlriScP/w9mX9cipq13/IiRGg2+BmnpMpzPfoHQGGzAYYxsDv/5d7E+flK6UupSj
I+1zsbPjAuzHz7CGKhwPHkraKx/10oJIobfhIhqnUGl4/VFBa6nqFqpPmEBX4DspUEvxusMyW4l3
EzRXPUcvbCKsBhgVhECRap3LM0xMDI2NKUSDTSCP6dBNNzxeyD5F1n7lXV5cCjcUuj8ILXDefP1o
fTUJ2rssK6vQ9WUQDX6u0I7eqxgsv38+GuiHboLdG88MUM3XS+mZoAoQE56qUe7EB/YygAzwFGgU
Qm+vdOFKALEZSjdQk4IVynmSYxpvCuD9AgWBUZCnZQrHz5gH1yCzJf0HlLHktq9WVvjMVeh5O3Zl
+UvvFBbPuI8AaQSa+ywGVOOiANsGUrVDZ20f6FEdXNbqclzml7cf9ELkRDMNLVj0naBhfw4S4fAm
SucZMY124Der2KNfw5YOVy6DS9sfUDScOVB6N3TR6w83kJ4kIyRZSjO67tmMHT/VrJmKWNvsGGB0
V7z9VJc+H1Cg25QCvGqod7xez8JgNF0TDF6FnuxhGZj3s1uIePKDPm7g4MP1gUxZf18Rqz73qWbX
bFf+KvW2CLPpY258VxzAv1rNtaMEjV5agoLvs71LxqqolBUvgJb7H0c+9PsmYE6XZiDxDEMbbXYw
O6TPGOd2cP+hdfqppmz6HzZWitIaxgFbPfSXUEKFAZ/pVwrN1zXagz+z5FkE5SGFieCVw3ohYdxE
vcCs23S//wI7xczPGqhS0HJV0B5ApBvo08JtFuQJS+zD0OhoZ1VybUNffPOAOwHnvI3+geh4/e0R
Z6NMg3RdCsnrj40K+RGiVcOj4owcUBlJl0dzuHmlDz7LmZ/0H2sDt3ag/qcV7V3fyhc/6aprGJoL
7wMHDU1N4INw+5x3NwSLhbWVomU2BjI3eG/HVWNBvqDROQRG1vkIV9f92yfhQiRBbIbDyNbg3Lo4
r99GMqiWtZjml2BVrqgWIrNzSTLBSHhey7eXunDo0DwBuoPAJwb7f/spfySyLgFaPehwx7naG3ew
2QbugegB5OrWFAZlwomI/mOsOrHrVmhZvr36hUCGbQYaJeIYCtPzCZZk2jSEcloCsBgdR3i4o1Z0
/EpgufQ6YeIJsY9NXQZ1wetnjCeyRlWLexXU+e990rOPDHvwFjap14hQF0ImAFcbTHDTwEWi9nol
VSs29x3e4QTkWiEVFGwk1FWLdNWbl7dqjm+/v0vrgSiPCxylJuioZ3erX6tu9CNNgVUxHbjq7QcN
t/uDp2RfDEJcGyX/N+H7s6LHBoHd6zYBhEw/Gk9nz6cn1uIjjbS0Pe/3Na8nSDKnulBhONws2luP
XGVTPsJOMt9sfvMaorn3IsK2pU6To03ITwjshcVM0ESH95678kIufWqEjxRnB18Ac5nXHyC0wKZS
KiholXWE7czI09jFIgdwsdq9/e6vLXX2LgRuTd31WMoJvzs1QdphaBfV7xJIUVw5pBeOCXJ9pLyg
DWLeex6FOOO2cVD+KFXcskO89hj5rp68ckwubCbUSFCOhPwA1LrOFTUYIL9mgEEoVF49fNd+zVie
Mh3shtiBt2Qy8vvtN3jeOt7CDfAP/zXcfEAhzgpATF7XihBoVlVw2v0YZOhHpZW494Z6+bKg/fcA
sQWT92strjzphU+HLA1tvv8QOqAVne0SSbqQugRPujkYZNA6yCmG6Q8xU92VLtTFZ9z0lrDgZhC4
vfQ/4itfFrROQ1aVE0R3foGAAbU17vm9goq0ar4sCQsf0tGrTqMy4/7t93vxMWEovFHjgDI5J7ts
5jZRCo0QJPlN+EktwBktWVKJnMrpGpHo0lqIexv4AtrHwPK+fk7ZpNFCZoLIkHVhDifU7KZp25ts
Bb3p358KjZetEsRMGana65VgzDCj1hwqyKDVytuh3QNoop06aQveTvVy5Yq6VG8D9LD5hEDxZ1Nw
er2en9QwIs54VbpJol1Ju8R8JWFj4fiV+bm3tqD0VOTTapSAGUsXF32vhysb9kIAwG/YIBegqG+N
+Ne/gVcsBhGsxzPDM+czlJ/VR4X64sqjXkh20N3HeBjNu/+4fa9XwcXpSSJTNO6mzm92WcclmHVg
2CgblDHEhZK9F+jgX31REQbQNMEeRUsDGee56qIfyratY78q12BMvia+Ix8axz788655tcjZV6QN
79chwCJzpCtQTnDYQsnZvlPO/X57qUvJLNbaOLZQbofw4Vl4aXVXtWlkK4iQL91Ny2Y65jY14mMY
tuv3wCP1zeLN7UG5qPnEwmYuALEb+I3ORtnlxgcYfpoWeW0TbY94dnkjUUD3BI1gYMLPhxye45GN
16AqLQ+aA1q48x4meZvxUqVyoa5JqlzaTZvCGGrUbVJ/XrVkSzAlsBjAciHjVZuPoBzZHG2ydTph
Ypa9myd0qx4AodDX8pQLwQgAPiTuOC/o3Pw1Te7jmYKp4ZVZFQOYBOn751oJBdOsdon/PeP4b04O
CfENd3Le+fO8VDgXGbi1i0AWulU+2sG12rmgq09vb6xLH3Abyf//pc6iQAByfSa18yCt1UWlmKnd
Q5502lPPmqJHkXZlvUuvMYHCGXAmEMcA/vB1PAioqpxKFg9yOAqT8iqIf4b1/LkLLPn09pNdPDJb
Kx2iurj2/8KYTylnJgjxxRYql+9rBH3QPPLH71ZBmngOSfi8le3Q9BU8h3BGeoLmSZwrH+hYjU4S
+pCxKt/+TZfe9gZ4RS8uAk313Dw8qownUs/3Sp1SULjAPJweFdzZ8h76DifQdu2/erNvgTDdMD2o
NlHvnwM9FjEoz1+kh4Z4a5BJp/olttOwgxvWw0qT7n8Iieh2QIUITVx0k84+b20rDBSCBu8867tj
01n4yWTgv9Sb//Xb7/LSTkrB8sGZBIr4r6EnUvK2dQ0iIkjj1UfRyC8AsNB9kLL/Zc8CgwlyBKZw
yLfOYm9Am7WryeyV6xymX5aJP43x6Mq6Dq+Rl7e/6TycAl0BMD1QQcCebs/8R2a3pLwdFor90c6h
Loc21nnlzdfe3KVdiFYwqEl4cdlf+vEoMVd0eXAGY7KMh0w79xnwwCr3hGn3rAVh+u0vdfGp0BMG
BQOg4fS8Ivf81C5uk2q0rfTLOW3Uk10aANLfXubvDYFCBmgCQJpA5vqrr+KvUCvsIWm0SziRn8UI
AHEx9It8avk66CvZ04XFkDWBCIXLCP93vidmE86w3ZRstwbdWkSG0oOfVGkxpaG7ku5vyefrTQGJ
MrgvAJyx6a2fg0UGyA2AgRHjTLkofQF7jR36wfk6h2+kPXHgeI+BSmySr0lM57yKFnflVP/9AfEL
NvIMOCz/sdpeb0tYnoTcKeqVwezE7Wy64KbpIZr/9vf7e1tuq2wU243b/hevPZrMoptRMGBvGASo
vLr7CllR0ey4GrwPXtDXYfn2ihc/IvJSyB9vmJDzRlW1DLBlag1DG2qkp2atK2hBqHjHMeP45ysd
D/fHUtvD/3Gy7cKcpPHIdqNsRWmS3twNFcqmkJHq/dtPdfFrEUjWY9OEyCPOmgiwGAizhlu203MG
4+lA62ef0e5/eCBMlrZYvzVFznlNVsW0JxxSr7Ie6YEnww/WsWlfpzCEfvt5Ln0lNJAxZt1y379A
F2MVrVE0Vwx8zZqdSFD57/uh7mTu12jh/vtaQPpvlFzcmrjDXn+mIKsbfzaeVyri25IDVHfUi553
BMi+fx6XQVllKzrxjSAHcC4HGXfRwBfP8K0V0h1XFrHjGCjYTSXzNdDMpR2BCxmg3v8aFOcGMD5x
LJA25DtQUs3O6DnY1OzU/t/f3SZvsPX5AZg+p6HGrE/jqlZ858Y2Be2fmJzA0+AUKXYt+l4IFRuM
FC1m9Jg3pujrzzTNlDtM+Osdxv3szsBVZx95Lt2prhMHoJLIu7cf7cILBBEEnSwMAcHFOAfqAoDe
BkQlHCCX2D3CRoc9wMs5uhIA/65uNm4SLC1ApduAXGeNxtjzmIpGWu9kUEWFHaOpIAANg3DfeO/C
htW7Gunzldvlwqt8tehZtGBtp9jE03pHRikBLuind+3cjrdpt7qXbJjNFT7khVcJfWXwLnCdYRx9
7t1hXajDkCGqd1pHBb4kPUHc8Zrl0YUOy6a6t1l3QJUO2/5shzRyk52ABvdu9VdvV9FMF3M6VjuJ
aFKQxgtPU9+zgwE79AYfHK7ZYet2b++aC4EL5G/UHil0Vzd/09e7lP4/ezzW7pZk4KVY5XTIjFdh
4tjTL/++FKprxGLcz4AznH1FoTF+Az+g2VV+N56G2avzNRjWQo9ZdmWXZvjVZ+nIZtmFXidYppgc
bv/+j5sMpL6wk1zAOGPKlhtsk/EJRiTtweA2fVT+1nqYpKiR53VQT3j7MS9sVqwNcBD+B+Oj868K
8dw0YEnX7jzmkV20zjKHrHxQRAqXeDi4a6Kgl77gn+ttJ/aPZ1Ws6pYkxnogDOsia5wsMhaPt6GN
xJXC+MLhR3dng6EA2oh0Lny9VOY644uINrtw5f73ucOQf45F86TqOO1zgU7gN1R33eHtF3rxAVEg
YiyIoPMXidbizCcNpDd2KgF2En9OHAEYCW6osvzKA15aCuFz0yzCxBll1OsH9PVWjCiKb+dqV1as
qT+FHvAMI+SXryx16V0i9wHrGs1x4LS2GPTHZ5NjJ0aNaeMORg89mLJK7pkPSxS+TPHj6lp5ICAr
XEm7Lu3NPxfdnv+PRVOTRB4cQXAuUn+4IYYFxVALeSOtrW+yyVwTwdnuHvyV50cRU1bQ1zfBT3RZ
Xy+pJ6dZW80QMobTwBTliEQBnF4GeMvkmgcdpFsqv+JFFc2LLtBjoKq0TMm49OYmLBmcMeY8MutM
ctV46jlAd6KComOkZO6ci08dsHSq6MFSGfIUuN7fo0fA+uyXmL0sKRDHRUpn2uVaUgXjXwrF8nyI
UwNTMvhbuWKpF9VDwIXXWKfmszsC2tgP2G0m+jaJVnWneaoyV4bGRqawA/4kFmqhOMc74JZyNw7t
0U/aThfdwMIvNUQ8x9IYvjyAYcqag2XW+5YsCT32hLU6D+a6zg4MT70LbQ38vJGzDQvkplzvYmo4
vCDgv1UOXqNBldBjgAEiXuHJ15J1OXjPkEhyFAzqXEND5F7XPP7dQINtLEwDIWdA8adBnXrYfPM8
U57X5KL219up5l4Ezn3T+CcPkzVMfybE/3yRKGQO1ZKJ54kF0ESqGUsPbWzg/qWzgf6MQ0//wMi1
3UoDI25sY9L4dlBZzXMXkskVVexNp3aIVPCQLcS/a4nvols+r+wTYkP4NK21+953tfgKAcvxOwZr
w5R7OvMpei9Re0clOly7SicY4FaJR74HKUJMMaaZY3t/RLTRgb88AmU1Dge11PWTr8FHKtpqUscY
qhSQqjQ1EcUUTp0qJwXdytwHQZLnazd6P5TXNxa2wUMVYuLv1pMaIjHmFETHofCgQPDORJg0Hte1
Eq4wwkbpbo7SHv0A2GtB3DieAQLQUBLIcvDqzaeA6+ohWFpTl+MQmy8N9+YNCdOmrMjmSdwrRK1f
YUPDJa8HYAaPE8AeL751vC2UnKPoPrSsgREHE5DxSrK2t2VQy+4z/LQqWSx0nW5GzcxQgqEoT1PU
kzj3/Aq0nWG1/UcxMchsaFXNpqiMwpdgQsG3BGOU+BfyXIEJIphFY04smz8T+LJXNx0W+wFUbdQV
UIvG2BE3Z5XkmMMtLw5iD7dtr8hPiG0ACNPSah12XQfNoV0LDYV2F6VWvtM08tJc+3T0c0YM32sU
vWneVIn9HaIG+sl96m5cUrXi4Htr+MGkHQwYPNkTjXdS+cUgYawCxxMY5uK1snop0kFQBiVcr9Z7
xqd5LF3XBfV+8adeQoAwbLsCgidyeVrrZiU74RjpIP4hyd0onM1yZKX+d+b8Ht12gG1OLgpbmYdD
2/6YFBy78qXrPNg3T+wFvO/lOTEhMqy4mZegECj077TGQKAAn6eOf/hpTdN3SwstoAEV+VTGqTIg
9sXDrIq1WqOmhz2zHPh+aaCTiK+BC7jo2YSBmLUEzpEYm9Gv8eAF8VMVzhFEwbUBZiA3qXPiNIXB
ADUfTytucmBXk++dhYnDfkiJkL8xQATQZwTt1d8NMqSPNmis3xex4FVc4EdU8oZBBrLN69Rw98Da
YJ1yzMjcXTq2XgzBRQnAgfPGsfmSeDHGLXPQ9w5HyUtPYNmPU24DX+siFVWlP0xzHC0HOTLb5s5b
k19w/2L30OchPILUY7C8Yy0kEgrltMfybHAzU3kquvY7BcR8zKEuaZtHA1nsbMylSnnwvs2QGBQr
aeqPgw08mqdxPbXw+wkmzEGgMwB1g8FzgEvo2ciSMxFFebbwpT7QaLKfk4RVJE9bloXHefWozFvl
Ur7vlnoO9usKru1+gfpteLeA1d/9mtaAVc/RyHv9XlYyfl4BVoPMM42NfEiaMKzvTQblrJ/Cq4L+
FnRHyh9SfxbhF8jbhNl9Ng1tUCLf9t4PAx8EAgKLCWAeGlp7EZnDqIiXtqkP2iftLypSe5e41pmj
ChBu9ukARbkjTaXqDqq2XEG4Qsm16ElD8BFrT0PnmjhziHjlmn3SDuCjdlVqf/Gg9qN7R7ru9wwr
5xWAW2IUglpvw/umW8XHwZtNdUMYmE/lQOrsfWr9oNuhs9aN+yW28jexaU8wjuXLR8/YSRSWOa++
46aeyZ7i90TlaincaOIlGNiNT6opy2ehvPoovBjiuzYDfx8CDFrfRnGdsO+LmWRTjn2yrmUsxDDk
vtFt+F6ruufvsAFVWxATCU8VnY/t9pC2E4EEbZ0CeCoWEdIDGVqi8maMIwMWE0vT95hyeL4qiLZd
tZem9uZygi4cJEl0Oy56L/Aw6n7QDPgYv7at6QqwWl2U16Mltyiepu5IpzWl+9rvYIsrvNkip67g
txPvMqZq87OOVvbVREmjC9arLN1Jm0QfReq78a5hYQbbTAo7h2cAvkhT9jGBcDxEDW0ENGMWcrvO
EC+gekV2knHcpvdTOnQegIdw4KQM0jx8pr+DSHD/UYjAnz4Hlcf4rhErGFozmo9JtCd9t2b7URMn
NqgKGXcQagNlVhsIRaV71wWL+uIzyH15Ocdgst172psg8NHHMJ89mKZphzwG+q75BVcDKKHhfkaN
q2Cvow5oTTvzgXj+uBR6UBxREQJiQenSXgIzx9cWd160WIojH8ho32Q2VRjcj+OQS0xnXZ6u6eB/
o3XWyHxTr4igNToPFFUDSGcFolfvcsgxzkMxQx0Z5SjcJ9LCD1tEAOPDoQP+ZNQsdwDFgrC/TBV/
tBPplh231cLvw3mQt6MnRFPWoxJ3AW297thB6dMvAifYy9TgG0L0JWsFkHYYjxZNrcJ6Z4SxNAcc
JFlKbjs635gYQS5fQ+bWYhaz/rKA4Pw49QsFfmpM56qwfW39vAKq+TQz5mJI8tUGwW0KzWc7cWoh
Lk5YlDezWR77ySTeAcydkBULQuon6ka4NUBlXzxCAxUht8O0lJcBQkGbJzYO63fQpvF9xH1YPuct
MzWF1XpgE4UYZsK4GONw7fZG+7Itjef6cL9UwsIdGYoiooyiZXnUcz9GRYDkus4lJ3MM6VMjpgIV
KAmxGdeJPTAAZ/lP3TVmFoWcqhYINuTofZGIDAlx0EBpK8eByJq9kHOy3MGKQccnHfMoPIoevujH
RAdmODCvMvjtGDR1C4S0x46SD2pYiGqRAlldUUDWVMryuEl6eq9iKcz90PDY4rcNILvkYboucZYv
ceqpL0hX1fA5VYOsHquOMsRAH3m8Y7mXtHa4nVy4orANZ2OOQUW6B4ZBDitT1XJziqtMs7HEP7wa
vtmsS1AH93oqJwhM9TviwY8pb5oM2RmCQxfnbAzQTgdFWNf5Qjvo+syTzeQxQs/WK6HEG7n3MFSM
Pwb429bDikkNy2cvHMddh3Mw7EN/yb5Lsg5VDn9OmR6VZlAsNtEME+WIVtV062KqP6Qrip5dnLoU
mNqeQQe5SbQZHwcjPD+fSfofds9AmT5FgOB5IxKNSORBw/N+RvoMgSJcLVMZjFX9I5nTbMF5aZJv
oasSVbiUsieNnCQsMZOJjx7xoU2yCIo2HMobbqBBHlQhTE9ifYf9V3mHqAGnJadoVzzqiMr50Gv8
uz7jcVu2QFD9hlI6HK0GdE7f17GbvxrXNQ9KRCga6xZMurt2EDHyD1WxJJfUWXXkvmaAlkrwVMKK
V1NJgjbiO2iUxGJHhyn4mLQ8HXMTL5hvgzLWP0K4G6wST8QjLQBnDN+pGXjHHLhrag4owdTPdTXd
LbVZNhznTrgv0Ayi981CIa9vJyDakD0E+C/IRBd9rNt0r9vIe+zj3iIE8yg7WbiT/Wzh79Y/Zc6G
j9iY0YjCgXnPmH6kHCmeaG8wAKk+xp3X6bxFNfG+aivml3E9yg94rJjfprxnWKbO/MfZW2hQ9F5g
7imZ/RAJr16rWyLn+LP2kcXiUarFHJuFyKjUUQLqLqq39TP0s3HiI2qX+KBHmEudVKZEms8dvk+Z
yWp8bBY1pnlrGwYOpZzwtn3cdbe+C/0ffcxa3LNQZ3qBQ0f405MMElGLoc39bBRutsxOfp2LCeFn
h6MQf2lgm97vFKhy8MQ1SSKKGhVPki91A8R/nJk1D1gdnLIxZLIIXcYgfxIJXdDZn8Iiio1Nd200
BXeyxh6FCGdSdXmjxdoV45RW/ZG6OO7BPISO5i4JG+8G9YTH9kSO5Ae3HqZ+6zR2NerpVbS4YQbc
IWvUU/2ATAyu0qzXSbDXuAHAuENL4pdZ5AzfoQmyCIc2aasXs9oGtYJtomQH9B4huQwxuIxQ5zLg
fnm4lVMeWZ4jnQXIN0G9vR1Cjb8bM3BfQAmx70nRros4rLZyc97XXdS8t1Pg/4BFE7EFU2nb77tk
xvkfUUo3OL+QNcG9QIIfbUoFK2USIMlvK9IHKOgTzFZkL+lcGCJCUTbw12zzAFB6l/O5n+JCSKCO
8lRPLWyInQNczetjgHKVJt8nbsd5h2ubaVzMQgV5QH0VHyScm9tdP6tm2tkkBRu6loYWXj9VCz4w
1FeOvCGyyYNxtFlBYsbHh7kSw0MHtQyTgzlPs/sKxe5xEl30GSPayubSaamhr06j54YD67RLvHot
udjuhsiGcDXz/RFpfdgAiVzMNrXvSaxDnlvC4+amV2g35qCCxR/g0aSXox4a+hm0mwge9Sz45mvR
i7u1hhYJ7tRVDYXrRfQU9nBPfdf0ZPjexJ7o9yuy2l/zisu4EPiJvyXgtYgkcKK/dx36TzmyRFMf
l1BavM/Iq2UOiFNowOWVNc11thEXwzpGxtKv5NvQzxO7EbqHqRNxWTwVQN0naJ3FSZdC5WHW2Kaw
AMUVRrSgD7Z3S4p2DtotjxBza20O4KF+CllXrXvnz/JX184wsc6SmSKbmqsEPaEg5i9bRYLLDRHb
7VHuTj9xEQQ15I/6GoIzwuKFkGyu94ma4S+KfsBadkx69DY2PHwEFCp47gfq88KfFntCf5OjakrT
5qmPk2XKhxCiJjmBimScZ4nQH4Mqrl/CaIx/mdlQdKqrQR5mA0WSAiUbSvEY1W+CI0jVTZutk85N
n0Ffq5aDqBDPg+UXYn8mYT1o3bdI+p7Au7cMLWDTZo/dpjSFwSrvfsjYGXeAZ4lWJd4p9NEJI+H7
apUhzLTnNepyT0IF9hAJ5AI53vH4ffCb3ubNROycY0gjP6SZNHcJ4IMy77ETHkfZiM81hFl+1Typ
jshkPQe9uq5B7qHJqXWr+uImwEbzQVE0CfpIdVXO4IuGPm5qvA4JYxvcmFrU9SHqQobe2rhWuP27
YIaoBmUIc40bXX0i8DIdCqW3qZo0PioBv5Phg+nSBfL/3E4jHjwOjngZPYOYfxQPO/wd0zO8bRLc
sF2k2pItTmLXUz7OSAPM8IKGS+ojF2Hz+wbJew+TAWgV5I0j/s8EjW6W86ERGfDLQr90wIeTfBhH
1KzzOGcP4zhKKMt1TfAceX7wjQrugmI2Y/jDCCqfGmz4tUhUON3AuXxIC88gAzkRC31C9CYTeQPH
GpoVXmPiPV9Q18ICzk9d3gbZTHbpUDkPCZrrFgSnof4CPr/4rGjQftGNj9aD9heW7E01uBc9cfme
NjCDzjUlOiyTISFfKz7DLFmh2bSizRz5L3XcRncOQ3FX+NyDacaaTuxn5iTyQYvaCXEgTPyvJOID
WlpsYkidnNJ3BGIuHgr1dr2DJ+PKi4mumNKGVJIPgW7iU9hO7Zc+gUTHjuuE/EK6teA0eoo8a7iM
DyX3l/YzRhnNSyCSxQIbLqfvATgvIdoKK3IgAndaDnimxcwXvqbyZQmA18qNofMnwDk6U4CpTbBL
4SoQ7tggA2RPVYfabdDzdOgqOOtBwyeJjyqtmZ+LVi7oiWTW42VbjVvEhrPeoxLBzNArS7IfM1f6
1wScuM77LIMKfGTGGiB56Ba8B6UlFcWilfrha0TdHbZV8mtBWP4E0Jj8VCc6RPehTpBBVJ5EABVC
DWOR1q3ndmsUwEtCpg1+dTtqP0MTArBRqAvRyStnStR2FWbDaZgcQoGzUf1IPQZlK5IaV7YTdKSK
Ka5xCTkURL8CgyQKHI8+OXW2gwsgypz4k2kwxntIWhSGBS5sk+J4mA56qoaLGVJu0Ks6+XU9h+/6
OMUeWifYTxXcueRRmxXKFJHldXYc0e1FdSdJzG8iNBnFzvBG3AzRPE37zvcMzYPOT+bCkmkIigwq
2e1umGMy5aEm6XeMYkZ8lqWyIVo2PURxArSYD7QJXFSwap1Bq295eytgl+LdRw2q/HKKqDfkmYnQ
t6EsiTH7aKMAWfmUSfTEdaOe3eS3dWllPJvcdNTyR/Tu2TcTQrsTeNrWvDNdEmCwvvbksesHwU4C
t/x7KfkE7CJH8r8D0U3aXAPTrsFtm5Gu9oGMxwJiwsHBaNuInVqm7nk0KUpVO6dI5itkHSPmdoTe
S+hhQl3MGPcAeD/6RBTsozUPLcG9logkVUieI9gcd9qpIQ/QbXwOe+fxI9VN8xX5EOpArxpSyItS
NGXA9+g0AhKGwk+sj+TXOourj3aZHdm6yJCJNZhLZIVrUNEUq9bJTdq3w1R0TFnk1NDPlPmMBK07
zF2SzSeJTt1XuCbET8xL27pQuO1pDhZfIkrfBYGFu2Rl71k0p9DCQPMlyMFARoetzxLv64zy4pGv
ifmgpqV9J9sByVWfyewDjhU+0pBV7a10Fap74KWz8L1PPa8+wRkvAlrHDP1WV5AJf8abbjXDvGUJ
BIib2sSoCWMUEc2ELG5JUFWWVTZhfg/PwKEpqGiSQ8ymEJYPfRtLXJFEPiF69O9kL+YGtwLg1OVY
JcEuSlQfoY81BfdI3yYcJcCrk+xuHNAjvRtRs0EhCAIfx8TN01PiguWb7a2pb6jRCIPM6vCoO8LT
wm1C6IWskuyXp5LgkSHU4AgPzLQ7kc70I2j3AfqwdZ9+XSoFyIGjJsMGq2z63Oqxb6BJTYDX77tx
SPOagr2eZ+2Q8kPtQhvs/Qz9ANxuigF+0YuuQj8vYW0ejanVWxqbHYRE+66cGxV8sHEsPibMxg8w
p1vgszH66PxKNi9wL0djMIeNQjNAG8yj0NmgnH8Zja30EegYBo18Kn4sNSCSuVpTFERAFvrdPhsr
4e9IT5PH3lgcDj43GOIQFs9obCLX9MuJ8OEpxVjsdxyqqYEeIRIhRHb0WfOMdZYW/8fcmSzHjWXZ
9lfSYo4o9E1ZZQ4cDm9IZ09RlCYwUiLRX1z0zde/BUVmleikyVM5emYxCaNIOOAXtzln77XzObKe
c7NNn4m1qSKAxWm3i0h0yg6l6Dhp6iwBHF1sZzyj9AZ3s46cJrkRxiJ3t0Rd/r7kZHGd419wKEZh
FHnb22t1rSziitApjD7iwOmxvK+MIjmh/viwU4oKA1GmgxnkWNVuxuSCZGGcB9A+L4piQBjUxVs0
XPY2BHTsl557Soz00SXRuODJXXQnSELf3livT6pdeUMSTCCLlpqXp6+r1grXwJzZs5ToGLZJ7f6+
YZO0V40GDQ8Vi9axdIC2ZaTQMKIeJpou6GuS4RXPaQ9tZ33//Z46JBcTicsS/OocyXiUlNZCGqpJ
AHvb2qWk4frJaHQ0Z5Rm+x9cCoALGiikme9ALnoXckJlexjkrOFXFp2pvaVa027qjVP+4fe6HUSo
sGkQdi0gBPvoa+t4PVk/nTSAaiGu4eeUB7OlufvrG3rfROepGVgDIHKYi2n77eAAUt+H3UJhpDq1
hijebWyXtzMq1Wc6k8aJqy1qvrf9c1ynxDGjY2QjQhjw26s12iy8RIJzckRMf2HO3Q2EgCur40Tr
xP2wa7w2p/fXhlvDHE+5wN6/CLzgOHmIGltIrceWnrgbik4bwUtmIY3C3OunMwLtyzvTo9IZ2hWn
s9Krb379gN9LBgi209HNAzkiPufYbetmqWMK12sCdJS9n2VNQ+U2U1jv8SP89qUgyqGk5HpAwo5T
esbQi3vF64sAsmrXc1SNyCSOGkHTSbed9ASW6r0syVsMSCoqc3pmiD6OvsultW/XGSF9oVGdDbAr
1pypKPg4NFwLV9wWoWHscbufuMuPrsuLt0SLQ9LkAP72uqIGCMuROw+MtHAuejVPrwZ7ttd0iu7i
Qm+3IiXvWp8Yyr//eF0si7pHUg+OsKMLJ2o9L8m9eRDV9bDX+mze607XQbVwc2rrv77Yh3fpos52
SMpEU7y8ST+JW6j1VnbXjHnQsAZjeeq0hspPoW6ybrqihVjdC49OLc2qUwCNDwYsxvBFoI3KnoXq
6Hs1x17Hw6Ow+bZURGVFb2wrttcoMNTixBD68FLQ3aDLMX/xihzdZGoxiybN8kRdAzsdAEpLqaMr
s5LixGv40fOEUEA9i7Uds/LxzFOlbAeVMg8yF+AqLNJmK5W+BDGsaw+9IfXtpFvdGq5cf2K8vp9h
PTYVi/mKi/OeHMmwQrWqK8DhjNfOpKTjxepGqo1GhGVs3adRM3769cj5QInJBU1iItwF5gnh7O1T
bfIWtAFhH8R1iunSCJvRzxqOZFFDdleoZbTpKFbui7wZ1rHSe5uuSE8hnD9A6PEhUGAusvgF73a0
erGJbqEIxAUa8rA+n9l73nVem31PZum0AfR2KlRxBIt71c8x51pcZVW0tsD8ncFtofP764fywUjD
vw2JcvGQwJU+fiaT2aCEmItAjUDJoVMa2PLb1nkk5vjEFuH9us2ijcvfZF2l7nX8fcfIoao88kTg
5b236mI5nKNrUE+8Oh+sZYsrFT4B6yjRi8uo+2l+KIt2Ntyx4Iaaml1/4eQv5VzV91Zo40SdybWr
lWq8+/2niKTB0hD5LlkEy1P+6aJ0oAe2PG4RzHE1+KU7GjvTK8NNE5fihKLww1H8YwbyeJAMoKMb
VAhEm1HQi8CMowfZIeU1+r7x0e6IA0Ec4U4HmLgBetk8lMZc+3mul6eIoh99lT9/hqNBHOlKZAyt
x/2OwIMooOTiECu5/vtz05LFDq0ZaSEQlaMZQnWIRJ7ofgRci0ZEo6bPdIYJnZ178xn5BQWANOvj
LyyHpxDKH01OPOCF4EfwMyDat98opsiZmSIVgcjN7pA4FRrKKa7REULzaxUkY78eQR9eDwyPjW4a
vIq+TNM/jaBE4s1X8hoKrZpPAb35wbeUzN70FvKbbsHy/vp6H3hSOc7BpFmyUR0mxeUr/umCODQj
dbJyEYRFLuN9NnElv9St8DANdnpZj0Z72zQIcgTZNuQ2D+jEjEyZ7ZVu9m4QlYV1VnSZ/vnXn+vD
kQXdDKwnMHL7GIPXCctIQjiTAQHL2Velw1KugHo+sYn48GkTso16mzWPKvzbm4+7saXmq7MhnKn6
J55SXmXagBaNuu5FTR3hxCz7waRE0gsTLZAnWsLHovjYriqrpwgYEIrq7fWuazcImSz6ZGzX1LC1
bmanLvvfvUv2oNhfGMIWHGX9GFU6V5lmUqcSQSNk+OJYafaAKWq6lNo47ycTQ+6J23w/N/24Ip5q
0pDY0x+7RuMCGEAyxWXgWG0KiNcy783co1nmzo6foPH2Rc7wnqaWRp3mIJosUMD+egS929AsnwFi
qs3BlyPNseS6rXszTSeFga06Niir2T3LzMXp1tNhF3mkb1xVun5a5d3vIuW4Mg4NHjmcBz7A0ahC
OGO0YdrAJid1e9e1VRQgPW1WchrIhurNU4jwd6N4uR6GLWLpmafe7WdYQadomouS7Bs9fXJjW+Zr
h8Lp8wxvtfL1uT6VqvFuHHPFxXq8RKSg4D6GLIyFh+yHAg02lp48OsdurvoYOWpCDM85YkbnEsWk
c2JKeLdFWS6KDN6By8QR+TiPO+l64QKDK4NOumLleTPeSLRKbPHzU1uUj+5vWb65yqJQfA9dV3QT
XYQIEkfNq5WlFFWxAxumuStjVtstpcLsq+Dhbn89Zn+8GG/O/9wjSGGqX7yoYIOOhk7ZIx1FACwD
BcvYbUvhmi6YRyJ4ng4GkDR4tQ9099KgkpH7mVKCQF/Sh9EhRn2NCAEpdxBzGr2LYy10V7mOxOk/
mE2wSi17REo878y/lPyMPrbDMnBlKXYK7bOAkoHcuh7dnnie+qtfP5OPRjcdVMpkbOeWZfjtHB15
VVuY1PUDOVSTb015vBmV2DyHWZfBvkpP+WJ/DN7j74DVcDG8qUCXjyl90i7QPhWtDMLBpNGshvM1
m4toPA8JsLpyJntug3qKjS+tojuXqSqKa1vv63BV1LN5IxvqVb//yCFtMn2zUlEyPF4M+1ZWfSNC
GZCCWwReU8odnZY4AMylbRz0jSfm7w/eNA38BiEVBALhajrab9GfMESkDjzy1Eh2Xd0+W5MdBS7E
nM2vv9x3yzzbOXzxHIAAu1HFO7rSbIaxGenoI1I2y83KVhPjBVLeKcDh+7VgGT9QuPhKl8rE0ekm
GshtIfurCjIh1Q2aXuDShqGcuXMOctFCkVmFjrHnxHCKTvX+nLdUeDlXM5NgDwP7+Xb4koDulc5g
VIGB9oiDbYYK03HidQvPqg9kZ9r7thy6QI/Z55itJ6/iqmseOSGdCt19/60SjmhQi9IsjTfpmLGd
DVTvVRSYAALccKeMw/jqUWy/Hlqr6k6M2A+vxb6S4zUtfgiPb+8alZFL6YJruZXarvLRALqrpfNq
nKYs+PUQ+uhSmCo9wsQ1TEfHfDXRWbKcXasK1Kkx1wyxfK+HxadMq9ITs/P7wbq8hVgvYQkDrDye
iRBHGDhbPL7KMZubFX1gTCBxE8noxNN7VwVmzMCU13h8pIGxHrx9erjFqsHsUpKk6umhae17hcLl
eu7TJrBs8qdng4aTs6gNK6XKTrySHz1PbpGixMLgYcF9e/GmVI0pnrnLQcm9TY0mY4/8ONll9SxP
XOr9MvsjFZDkct5/9hJH90nBUJPoYevASa12k0vVvp7YOQWqE0qUtJyRLMQ1Xn2ixfThO+mglPnX
dY8qeLpdxWpGxCqaceaEoeqjfVG42kYXstkI0ijXgA7rfZF6HitMW9/NZu0+CTKrT83sHzxsDnrU
btgTUgw5Ln7PZgRwOBM1ESCd7eNBU8+cAmtuVXunulwfjF6GLMMXbrPNV3v0sAvCEWLO53UwIaNa
0+Rrz0sa2l9/+21c6AuLcZQLUXd5O3pgkGqsj1UdkNkltrKf4oDkOn01Cm08sUq93xhgLuZEw+mN
5g9T7NtLlZDzIrfSeUuqvA7cnIzOqDHEy8hLtXJHCDknXssPL0gEtMo90KA5psbE7qihAHVqdCXg
HAfc1Os8s76jH8RvaGX5ibfjo7HB5AlVDHwMRqajtZE05pgMmLKBkRAZfiIsdQXWUPUnHuqJN+Kj
sWER40qTkNUBBvDbR4lByhlzj7SMmqd9ow0kgK09O6Uf8+vR8dF12FVzboDaYsMSe3sd8uFknGUR
CN7WdQMvbC+xfp7KTfvouf1IyeS1cugNHl2k40CrROFQB0PsgYtFHrCJnG5eW4L3/Nf388EERpTX
klnB1oIbO5pIGs1q+3qUpMGZxhL7C2ovTBpUrX0yXsCet/0u6X8bDcmwpyVAfXGpwDrHyWVEbcWy
T4cm0ApO7l491DuMqddyarQTC94HT5J5QHWXKGX2T8e4AI2GoBg80QRuSuzHkBFxl2Ib9gcXmc2v
n+QHI4PHCBnIWdgE9ALfjoxmsXyzf2qCnDCXa3Qnzspsrf7EOP/gDWZZ09iYgO/0rONsT1sA/Rpn
k3GeZ1OQxmW8E1KvyVpA6EMp+T/YBtHLpRwMVZbJ8Lh5rIeNoeVT1wZljOO7IyJ2VQm2gWkRj38V
Hf7r2/jf0Ut5/dcBpfnH//D/30o50feJ26P//cdF8q0um/K1/Z/l1/73n739pX9cyRdx19YvL+3F
kzz+l29+kb//z+uvn9qnN/8TiDZpp5vupZ5uXxoKjz8uwidd/uW/+8O/vfz4K/eTfPn7H9/KTrTL
X6PBIP7454/23//+B42an8bS8vf/+cPLp4Lfu0y+PdVPUff07ndenpr2738orv4nFTf0JBzkGcWc
av742/Dy14+cP23OsiYbOiroFm/xH38TZd3GXNX6E1oRFRX6B8tWaGkwNmX340fqn/D7cQjBGDLZ
qUFp+tfdv/me/u97+5voiusyEW3z9z/evmSs/EyEHKUZ/VyfNvMyx/xcgM3pp5p51WxqMS8WX8u6
c8x5wa2i9Pnpwfzz0j9f6u109eNSNCeWSZ7dFgLSo+mqtMkKShMSgwen3OMyu0llto1d/d6sQzRv
yu53L8cj1yg8smR6yAqWO//pzjKpuihqrHpjd8Y9LqEA4whOMAiPKzHlF3OaR7+1ZC43yBWXqEwK
xggpjjvQfd1Y9dRxxdjEdTGgoxj7Kghz4Z2YrvRlPvq/IsFfV9LZQNKPoFbDTvTtvXHmIIWVOMcN
RI5mZ9RZFiQagvFVL6PprNQQWlpO095bUyo3QvT7eBru+Etfe1M+EviwFSXy4JUzePNqsusrFUFg
YOvhXlhVdmt1RXWiKHlUk+UTU67TVdb4ZYzxhJZDx0/fRqpT0cN5nW9Spb2wy+owFc21E3nToYC5
0Mcqhi22BphANBHMQ3OKPXOEVf/nB6D8zMsGpeXdfm2E762XuZuRLlGnmS/GEsmiGZImOrbrxFkI
C1609zTFRyxM99c56KF3NkbWk6oOBNqPCq7E+RsJ26cYW8utv/kyl/3jwtdidwzr5Hhjh+grjS2n
KDYgdyzCw0K7JH7BsJp92wnVt0tYtcCxKPEMuoX3sJCmcf3rdwW75dGHYCICHcmcQtkPjNQxEiud
ndJMUDNuiqGLXpV0sr7O02TFCNsdCA76nJcrwt6ya5HkxRclrO9DUqygiotIrIBn9gFhSDw33bVu
+TV5plqzuqG1ZW4Mp79HgIqLso8ggfOGrD1Z3pdzuV+UkY9juNF7w703m5BsgsgezCQYC70ftrmC
VzRIpzSRQekpc3fQy0ozg9Ds1Wdbtk5/iwpVeyY1Mr0kURX6rDYR1FJj0f2Mz775THaS+jzN5SAv
m7meHYDWDl7CkRgZnCoJGG3phdNmMbhs+67GXRrZTbPWSlWcW0UhLp1hKupVXDb9SzIjlV4NNlkV
vkPe5lOjtOFDnYlpzzSUITTGQbEVbT5tYBsoWzVxyvFz002QgKdQnewzC8fadiSHeu/YxE6vHPJf
Lt2G2nmfKfKl4GL3hpVjd0KKnh/iClWJzNT2VZ9Qiy6GgPAyJ7bx8xQ19UFmnKNXppwq1FJTxfuc
9HNfbvOuzA/ITdtXiuLTzlZK77PAlog3aVSKR0CF4SVJJ8OF5rSW32u5vs/bBImXIs1+LaSRWj6+
kTbzawqUZzE7gWLVm+VEznGo6Zsm6XtlZRUdavAcABexRrY3bGMdH+W2wZijY5JGrwz+0j54c4P/
Ns315lniabyKKJhMJBQJyQ4o4hAXuA1yiaAebVwSoYFfacOzHMp1Yappe1ZUar33iO7jJgFX9Pa6
G9pq2le1pWW4pbx6HSZtbPkYsZxNbFmZ31f4lVnKssK90pNkwqEw6VCpe+LGz+fOXuzytY3j1zTa
T2ZkpSqBds34pJsV3A4tlT02m5pOKNmf7RRdzFhL07Wa4j4csyy9CTMTG3M3FQp58C5dQbDy41pU
QiO3JeuV5Nma3TYhfyG3503hSL3chLVj3eAhDOM9QTPDZdkk+WvtTOaL2y5GV+Kb0JiHTrKb1Uxc
VJbbXvDg0te6B05rTe51OA2jb+TRJ3oGF1lcON8Jz7yTSEw+OaLIzimXdLvEcDNsyjVcgcKtzatQ
jgXdJkGLawadPvRGvC670L6ZvD7ea/OkBxZ+87WJw3c3S3X0p9xMz2NHJ5ygM62ta/T1Gt9uuUp1
dPJUZspPTRWVT2EqPit4oX3cZAsjyU78YiItqeudZzXCU6jjFl7nWDD9eQH6NnWr3EQYFMdV6g5y
NcYJz3oyb8p+PHMN6ZwPZqXtlDju1nlS1/sUK4JfWnhkSoOsbVr9gaJ3V5PWHTS9lGfoZDdRWoz7
lDoOiod23lFZvEMB7+JIaMpVrxQbhOTKlVpCBrA07PNj02r7oXMKip6uvMjHRGyMAUPZSve6R+Ay
Gglk+rU+pK+ppup7vCL52goV6x5jjwSI6SXnY5o9V5jqL1RhzK9jqiWfCubNxxre9r5O4Gz3rbjB
EGyvDIhfmL1rD3rnwgZqeCZr9DX1mVGk9hZYb71toh7LfmLyiom+m2/GcKrBsHBQTiCT5J+XZMSN
HSVX+hjLdSNLz1thjXeTlQoEaFPrUC1qqd0OCXwnpG6Dd687lbkWgzgTmdbGhApFkJXBoF3mtRLf
ZviygGR8MTPdZGtUinM0Gw5B5ulsfaZXm12GaZedJ3bRB4T9VWd93GLUSchvUPBN7aGpHuQQjRsB
1OwSzM7NkBDHjgODHSTsRmzSbiOHy56Tx2usIBwb26TZqhhNV206ys9w/LwQO9qcgm7Q8nUd5XuQ
A3gpvNbZRLL5npq4pFy9rq60rJZibeJo21Zl3L22Ec8aaWiqYDQnzXrnDGwrVnKsUQ2YD6OIo0Cl
+HIwiUm4EYU3nWl2i9fNw9bokJ/wEDNZbKOo1LdKLfWD1o6O71TiW4ai8Wqg4rEty3m+NJv5Fi8O
NhZ46jXhrR3eN/xx/uyZyQEzAj5yTpJfi1lOj7nRijPs8d6zXbfj1zx35wARUlrQkSyNQ9sK4Jxx
wrriynzC4mxY16THeNjSk/a+nLJ5o+FSvXLzvPUrx0iDvqq0IDKjaU8VwfIBK5ejr4dlv4s4XW7a
kfYuBW2iRY34C+5EY5s13eytTPAWlyzJ5rcR0y+Om7o6qCjJAjeh7YzFkb8fx/M2oePtm0b13Iv5
rC/nJwwM1kqEae5LbqFcueFzw/REPoG49Rpj3sJiu8Y66udxXAORGdJtVOmqn0KA2Uswrlqf1Ndz
bF/JeLgTzaifV1L/FtHSWPf6DGpMpNZaDbNxE2kaXulJ8aseA4UFcN0vlOp5yof6qg5Hbx+q+Xr2
+jMzcb4lwO23IusGwuRYt3N7ED6P82sxxfH1PMGakbJVXhC13kbCWkXe3PoESeSB1FjblKFJXuxK
ans8XfEmobdz09X5uDITd+z8vCOvKCpbE1N8mdUrFVzQKjdtkO9Th+PD054nveqeEMA12MCsZryc
M+lt4pGxvsIgZD6y27AvZ94uzHA6r8xuxE70KVHA0609t7+XA2bV2m2M+z53u8p3ve46bO1OBnFm
1iRx2d5VHSXzCnpUfpeXSf/Vq5XkSkDd6fAflUlyvpgzD8MUe1/mbMYNil00xxKn6OoDb0Kyz2Oj
roGUiOolI/KXOOzYah/nSYtvNGUYt4kEfLAuC8GkKLtMC32Gbyj8BF+OstLmtnXX0+hW7CXAmszr
ROLPWekxxZI1J9Ss9vWM0BaUR7V+ZcVWea3MIzgMHDDlQ2gro7qW1qhXu3n0BKbeKknuS+BJ/Upr
hhRev7TTB6MQwLtjt25em64bJRb+JbtowSCVZBk18j6vZvZ6cZ1/LSv4VBbe8XPYPdoB06Z5mVRz
aZ5lRuSEZ2WRjuTUFbV14QKo/W7nLpTkyIuNfQMs5lDUsbuTkdneelPh8hayPn9OmQP8xmzF3diV
gVGY47mMTRN7v4pd3qXR+mXKRnNbFOFw3qT5sBtkJC+SqTWfs3jZYa4stNpfJzm4r3lRLfSEcb4Z
nCjcichItTXCeWOrjzZucd57bdOH/QRoJIPhsyT9JBY2/pk+5pRN1ymc4/428UARrSGWFCyBtrWO
nNbgzzYEAGLK9qRvw6cIZnY50u90JpmyTbND5rjpuFWxQz9qQ+FdqFVnEe8Vtq1qrOoUkfUqNhDw
w0LIx28AR/oX2bnTnZb1pFi1uaz3rkYK7RovXCbXeq1iCW1G5nC2SeVdhWsivqajzGRQgi2wfOYN
VuGp9Pguw6m8rXIGxBaeg3LZVuMk/KpACZ2SchlAgWseFbxtj5D46BFTvyjWNhySG40zwllSxu2t
SGZlC7unPTi4Sj+TyMFmyWnmKoV70I8PcprcmU1VF4Jtw3Jk+ZXqleXeNMrIZN85w9MqwrG3H/LE
YiNWz9aFrhoqoAOSzlDXNzB7+GpTKE4g6i77Mp5C/AtWLV+Y4WsACIlBCPnWkIha7nGzx/kDyJZ0
D8qeHQEEPyWna2i1D1laRNcktxW49uwxu6XeP6grk0Dp3bB4wwqVHHroDRMftKdHRtB0thoTPd72
usIaWMsET1fuLUpWuFzE1vTV3awNzZe0bYtxjdrLedW9bNhlU7er1IlTyKg2n0Ziu1aOl86f20Qm
O33Ii86383be6q6I133klXt7aEIcmKO+i5W5XrF5iC/AG/WsCZ6DsbSuNmEZzr6Hde87PckWIFYf
CV6ZTr2fY6e7+XGG/K0S4H1Z8N9xVe9NNfDfqxJuX8qlvtYc/6n/DwuES7H4v/5VgXtXH/Sfiufy
e/KmPLj8xl/VQco3f9poDHWO3dTfFsXuX7VBdpd/LoJo3WSPxSloEUb+qzRo/rkYAAiIW4rjQIP/
tzLo/QlFdNFTIt5cuKkoNf71uf6NyuBRyYYgpkVxapK2srib6DhxoZ9LNnArCiS+Y7cTltWcjyjV
1p5DrwsvcbGhXF9fYg3HUMKLtclsiE9AHeOHnx7WBzXDYznM8iEoXHM7aETp2hx39LBHJ60CVmmX
A48cjIm3XCnwulLTnhw8ZEmu3iLP6Z91MXPwntpB3RU9jSu/bgVb88zKTxTfwCa/qZVgyILSbBFy
AP4afZ1pHRUyPSsakTjw0pbSYSVWONBABJAjOnlU9cXjSAnluiMrOoFyU+Z+1sWuxgks9AYYtnot
95M3DhVHb90ZNpmiNIk/Yes2nwZU9q+WxieAzVFALRVt5Mgt1QIl9s12nB/zqewOkFu6b4NMmHeg
crWIsAxDuLs2cpPbUS/1fEdqZlNdkMg49j6xj94jwYHuIXfqF9PQ41cUolBmloFk3ZjFAEs+QSUR
r2cIV2Mwua5ic3ooOQUupst0l+BqvlQheM7oDjSt4CDsjtE5Oa02G2Zr7MVGEXNHAdmF6rzSZ0Vy
hkb/9d0B+pitUPB63BK70yTQzbBoAizqRrX2OhmBTwkVTdmAviaxzbXaXENkjUPWb6ds+A5o0l2V
vVN9iYyyG1Z6jh9uo8XFDHu0IEp91bJVOhRhUT6CtOvDtdd4WupbzZx8bfmjkHWyMqlAp0LIZJ6O
+Tw4bqnEaB1b8ZVZqHKvV7RmVuAfoQU4lTs+KVbBUTot2TQF7pALg3sYzR6QDBk1q2g0BVZN3ukR
SmlXP88NlVUQ0+wzdwDMRnlIWWJk0EjoH+xvanNfmd1cXVNhd0lLDmuIajrwpisn7KaXMDFacztO
o/pZ0HtBHwT0wYTWEKpsXZWyYP8XmV8GLE71CjBAfWDnkq05VMJM6GkXPwiKZ8h5QyW9mcPe+Fab
hXk5KXmarxNjKD6ZMe57vwGlqfmL6Dpjy+col4mnkqY2pqFOo9ecrWojiFoiwwAWmN+Oun2um60a
okEsi/y8DwtW45IvGiyQLSXIuLbAJ1+P2vzckfLl+pDtaGYB+lrKW4besRl1hnvZ2rwMngqEihoY
ISt6TxDserAbwbieU3HPbAYLwAvjcqR77ugZoFq9j9IAhk5r3s84+/VDMokl9DLPDJrt9VJbaPqG
RHZXCuqi5ZBOEfvipVKaVmN22UGgZDMWze2dtIHmYTnHdu/HwM5eO7OeDzPkwHw9ufBDAlWU7DFs
WqrOegYLZ2xUpQRg6Y2d1aN0mepDS7mSKo6OHWBljoVIfE1OoChddrKf3RiH/KTGD7LIN046vDCJ
/+CzxoB9ZPuElecu5QCVUk6lGf4sJ6vfs91WL4YSUkgY+nZ91oWmfkGPf4ghjgngru6naBpfHRv+
od6oVDDY9W5qD/RqKdZTOEwJu1I4+BkGO6/4rsrxonIW+7lcTVZyNrcoSmrnQmqTD14tX9vFeOO0
/SF12rMk1O5LAMXTggIwVZ/PwQndzDZGBFuiTDq/xgsVy2QdJ/eq19x2WQoUqQ3GOCsOxOSelXKA
/0Bbs12ZAKjYzpTaawuw59FVq3OdkhYRovEOxEnZNXxxJCJGmhIM+OtbZ+TvpAfPHs5qJzXXhqBZ
CRnPvP9BayWKaUP2kF94Awwm4VglJA2esgqcSsB29yGl+FlVn2tYDNdWHd9grrxVy7pbKTiV2tm7
KV261CJhR9QXbMTTcfxaF9pLkrryRisBFcST9bkpsotKza+cAm5SNbQZ7vwu88dGou8V2XwuTPNK
6I/WkF/Hibaby2lT4xf6Pkevla5B+DMhoeele1ZBX5WUwtOlftY1F13O4EP2ljxonvwUSuvSa/KN
AtOVlPayW3cmUVQrDqzZWrcp/8h4DCB3DHvLgBNfc+KkwFPdNGzkw9q44fBxFjn1Uz+2Z5Gaylfw
OXDYw2T+EqogDGwz0YO40IwV1sp51ahVvjWswgvqyLiF+orS0IYJ1U93lDM5eYbuvTLCESyksY0S
bLYQ4VZ6uVQ6h2CCDpxtEr31VUO+Rl2UrZHs35pS23icknypEWE/iapaVdLo9t4If1AZQZs4xbrz
vBuZzJ+HtIcEQjWIaeVAz+FBs4u7kBl7ZTCQKdIYfC+R5ZNyDkVpTi5tmV7pplCA4Hxz6+/EzG+q
pr5AJQhfSk5bsILlwQ2Nks13CiSrgWL0qAzaOQZzyeMzd54Mrxq9c9hzJ3P/PE0JBKU6MXy7UT8p
RbxtenHZkX72ddSkGiD5Mg6im2sMEX39EBY9pIwLrYUOluMnKjVr5kRiwkzJ82HjCVVZKYr2uY+q
L94YHRz3BnmYA9rOPkgjOuS5s66a3PTjGQaNWp9luraSjvnFUMdDk5lzMIuUwt0sRmiT8Sb1BKgd
kLZUPZVPVZYfOExekaKbns2m96iNCLwTDhwC/hNJMmrWyA0UuupGTeivt9LUBcjOVhzSsNxYWpjj
j4YbVTqfaCTFF9idD7pBeLajyk+xkc5+axTgfPh3FBzMrUz6hKqavnbzdLytzEFEfHIFrnfU3AsJ
cErwvRqYMcP8XuGwI9PoEUTunrCZL4Ue7/ve7WiX9EDgSq1idbcKJEJWqvi23ek3nGOu3b7IlNUC
izF2TKzGtqPqZdQPqHt8TUs0IKFZHNRav610UazqxNuyoqxgZO5V9CyrIXyA8D3tu4oup+1N573S
fPJKF1gIUe3NSHFOUOLMgRhd105o+TSlzhV+bCUh74Bkbwr7M1up9ngBgoCWX1H00arSrXvNSfNN
Q0xkVJumH6VO8n1yonPcIQUq+2GrAr5eD6YbrXUmOiczEx9TQbHVIW0AGAYJ3qGK0i/0iRzPlTWU
vV+DTw3oyCYbs4Eixw1e2XVRbGm8L+Ql65MgSJWti/taKXW5mqinqX5kjGdZSQjGnCXbzBbnk1TP
tLTRzkebdskwOp/1bHrRh/p8ORJvRa9cUM9xr8eyG3fVMB+YfsV1Ysnqm+emNbzdkEqiJVd9LTbo
Eny3qR8aRd/MMVDQKfK8gxoxN7APhQHa7Vi8IN1QZdSdsNk0k9uA73htmnw9Oo+q2R80G5yLk8vS
h/Paj9HaoFYWd/I+EfisU3tlZoKFRZ+ecPBm11ZUXEMdhqdfy4GxZtG3TNXvkzYEZvQNjPfBScnE
KbozgIEPguUL5mC/m1LxfbKKadtq5nbwjIiXfj5rCu1K1l78SBAtyxG7GUeK5lyVukK/oV01RRw9
dSYRuLBC92prTedVO1tnTeaeT2oUKCar+VBkn5zYte6mpkEdr5eNfMjHqqUKXY0klQq9Sl+UpjTA
CCt5mG7aIklvBlT2sGkLhcCAIkpb1ujMMLZm07GVzQFG1b7VO7iH/h9557Elt5Fu61e5LwAteDMF
0ldllmeZCVYVWQQi4F3APP35IPXpbrJ1pMPhvXegCSUqVyKBwG/2/nZaa82jWxX+q/Qm8epUGfk+
s975N20/at9lM5vqoHc88WYg+j4crAF9EfUOsKmyk850LKgYKXty4df7DCY49VbW5XnoVt3y4pd1
8eK7E20AmT6vCdyunS6r/MMlIOMT7vr0BNtL0oAMeceKOF+urdEqVOTNrX3Wa2tNzKlFzRx7kuCH
LFWaKdcS7vCGibv9npBt2fDpKw4Wp751zHrNWTdGXUCJmQUz2EhrrI8rfYEZoZZaaZT3oyQgDy3L
Fjk5u5TSY820AZ0NlylugSqEA/OwB5wMbrsDsQBeBHx8825Pi/5V6nwCr1dPPBuJ7Y+R669orqoo
9CPZPtkNgcqwZYIWOP1g5Ll2KQJG57t+1dhDdOynhxpK9ZPqp6SPBBaryEyszLya/SabGC0WeOeU
pfGFnCXlck4wZY9UsAKvddIDlYf4DRQ8zxLd2/qD39DR6H5/G2RzTZWsmWDku0zz7whwnCih4mps
QyhtCM80febMoEQqN47DShrYruRe7i1Yn3YVj/Vejw3t0yjrFmddmQ53s5yMDBhdzW/veqWQm8Us
EjjdDG+AYUuNLHuRTtpDm1sfcWoV1zpbHvac9nHyC3Jdak8bbnOnSb/xpA9DxBAU8mKhs4aK9NaX
H0PBucgUzoXqPCfF5+L7i426YxqGCz0JuEtRMNfcisUBbREYY2Zu7MzQ5AFUKNEMgqwfAKZdJmvy
MPDmEayrCC8AoEh/mrW2sS0ohj8YGg4dLLNZajeYM/IvpRmDvzQaxWK8LDAMbd2+kwmlxgDGze+Z
Xx5iw41fixHG19JhqQxZjiZJmNmU2NEolqEFft4IZqysKFYeKvZWeFAWMKzRpmmoYt95GQFTetvV
zOBsM3NQ5y4nrgice+rq4QpH03ZdbPgC6MQwLC+OnjkP4NWUvgFFRj/SEGkAkTv1i/6gqWZq2C4L
85E5d/rQSDf/KKbReU1ro00jsAOFOoInBNs6tkPz2Qhf6BuNxOE3IqjgJM9G0n7PwXunkSMq9YaP
v3Y36DvyV04o2QO6UWYQZblO9hvWKKoT5fjNV5VX8WeSw8yI2P5z7sFzAnPYFLZRblqtxZSuzCYV
GyINkzZMUtG8J0yLH4O+nfVQyIZoERQTTnnrJpImeJm6LNSGRdzhFu3HiFZLrKPUrlPR3LvNF0e6
7bjzPZm9Jy2b3qhpVHDl4JOaIj1XI7gzEHCvfP7C9HfsKWD/en7zk7CSEQkmLYfxDW5MXBI/C5UM
bHMkPE3dQV9ycZLBRM8k5uHXhL1/fAp2AYt4YBtNyU8itmYByNs0XXeYW2nsCAV5TYLs7wKP/+Sr
oGGCg04wom9gwPhxHJZQTw0SGuRBTiUlPiOXZ7+T2a+l4K1fhcaQcth3EQsiMvjxU8iia2bPartD
7Np0RwB8b+A/jCsuMvsbgdx/zNb4LBgIPqKj3+VRP38j4aGRK5u0OyB3acewERUdpBxnI/QR1zxo
thbboYmX8ymdLSq8iZ71m4UcB6ohdQnhAaTdGH9zx/xkllovAIwoNL+I6CjpjJ9+S0bogHg90R14
ND4QC21zQmKQdH/FA/aJxaAM2RYybv3nSPbPpox/+qE+9w5j1VWF9dOHmkNh1M7gtQfSNFAtAS4+
28WkTiZM69MkO/Ou7Xzs57B5t1lKvEZQ5wv7I3CvlpV7J9+mVMCeP15yr2KyZxaWvh7F467xrV+0
HK1XCLqNj+3AwFX9h5Tr36R0FuEG5H8M3cHJUewhq+SNy/fa877/O3/+n9zzyEmQ6xmo5YHA/HRd
RtH7qOZc7nn+E/AfaII8E6TOX1/+//wUbMOEdTHoxfqDQPDHe15C8zZxL9aHpLW0HYXptPF83tp/
/Snr/+VfMjuPy+Ywrl299shxIc38pAfVrMypW1+rD+vEGT4qpHymHM5wu9jCfhK05I+YTqe/8Y/+
yXcDZcV3s1bTqmX+dGrkFOBFH6jysLiMSvR2RQEKlGd/cwf/2ce4FkF36Gvxvlg/ySurmcXylOnl
AQOv2HpmKc/Is35Nwfv7JVwxBSsni+BRxKc//lBati6Fldkd2FaPu5Vw9OjGhjrOMqD/ilMj1LX4
109EcGBQN2B08fBxJvz4oQFpZRSrgN5NzeM1STuK6w0K/TLa/favb5H/PAY4CAHAr4JoXDbuT9/P
kTZkbX2dL+Ra9elmCFFC2yY8J+zsQLtT7pDSHJZpt5vNwp82f/3pP0owf7+6DhrZlbvGeQba7ccv
OuXMqpyOTweQC0c/TsqbYmwhUePnr89Yc6EB/vUnrv/HHx8JEiF/h+UFv6vTf7prHCod0xGTOpR9
ae7LpiIu3NHrw8x//ccr+pe2g/+71d//dQaBVVn+z7fNfywAr8Xn17T/ZL37KX40Fqx/7481YMAS
EB7OCibCRmoRn/rfe8DgN96FiCxwQrOKwxLAg/+PPaDt/cYbEgs8cmZeBhhD/7kI5F/p60bRd41V
78zR/SuLwN8tPf92mwBAIVCPCMbA53Nsyrkfb8xBB7mstw07Lo7pzeDOHZQF+6bKZLYZ437YJWSV
XVgDDszCmgmDKkJbq5yzja4P7qOXWf2mKRmtLVVn77MFaWiffGi2ePELcuRMhxVE4To3gZuBPWay
KPvsGu5UqImsfc7cERVF7ptkvnnggmVN35+3ctzWK1qFsiVuujApqu+pk9eIxRRJkUUeR4LKmKlf
VYowM70jCO+C/stBXJv45Q6BrX2DahY+nCq6jdTTW01jd+Xr9MhgWFRoWcQw9WWZ7gKjTPdxI717
uxnsPx77X3oy/n/cmxsOx83//Nycq7b6+rX6wVaz/o1/2GqM3+CrYAdcD0vQDDjL//uR0QzvN9bn
FBN4PoAf+va/nhnLYUX+e4dgu+DP1n37P1w1Jq4a4IEAY9B8mGx2f8lVQ0/ww9HKS4TMWbbEqHYo
Jwn5/OloheiTaOWcvLcDKI8rUqTM4lLbckbsVg5Nc0xEKW0RJtAl6k0/WbjtkDG6AbOHcCHlJRf7
XJglfO7BSsphvh0hytfxNZpvtwlo+y1mNjaqzu/FNC8MPQbu6v4RTgdu7bCuLLwNZIOTkoQC1Sq9
wQ7dhgCB54S4utxit2g4Kel3JCJNSNRkpbFEIMOF8eiAFF8DtwQBDhpeX54DezJ7tRsWJx8e2pSM
hds5GQbnha19bhIdN1nVLQu+mOcL62XwLgpw+CfeV95MLz9AsQ8K5tL0C4SZ7ERBPtUpMQlMCSfV
69hkZrv9jvi/a/ekIan2wbHaoL4PhlHvb2q3yF81xEbeEbVn1x70QunVpvTd5F3iVmgY+po1qyO3
lAx2En/CqbrEbcaft8w5eq3pNmxPmp2v5QRCOINfql1pmn5146lKR1evauntAnLXtANpU1Z+V0mr
bCNfNYO7SdveqffCaZxDB3IniDjj+ho63kBBl+UZZPnJd6Dx+9nMxt3QmVz27fS9duNu+GonQ1Ze
6njSjStDdMkjCW0umyvfir8CFOjkntigenxaaY5BHBJEMneYeXR/Ee+Fnlo2WmEOv88G7pd8CSZ7
aW+8OgmYgSr+T9uhQ5a1BfKurFMxN/adGvPax3jRTh+FWSAf68s4I/0Qm9m9VjleurUNZZuhlvfm
OhEqvSyqk3RCxo6ueIpEAxA8hEXhvJF3UT4sBf7fTTsl6rHnUct2hVQ+JyS451vPjBkpU9t30JRI
l7Y2/CtO2YTAvO/K9HvA97pSD4I1BHsPDxNxlKU6Ok9v9DMA/EM59nLrZTkef/LMcroohqzIGtIG
geyegsjfGbrIg1NvNjOrb12wqO66Jl/OZGBomKGp9I1wnjTD2SLeCrKLHIw622FrmJ/qQa/PDO1j
eSqcelpYl/hwgb1OEB/FS0CQpFG7xtsqzXTDRTeW77qqfWtP+g8PjN5olnvOUUzY4PT1/L6o0Y8d
x1FznL3KTX5pnWlZsmf3xhQrF0hcRVrl98yGvCVUMYDlMBHs73f4uhf4E67HWmLu1zxanbidnOVt
37YoKBafWFmHQd9+qKGsH4a4Nl5Fq9dI4PIqsBfektDIj4hyWbHh+Vb8bGbAZGUzwDiNt/qoNESg
Mgc+zo/SiONYOWm7Y809PjW2Cc9Xk2Z2l6YVKVf+MjUNoPh6WldeLvK21HNJzEBWN8LxKXLtOjet
ZEZQ3rCsggPpsbAp15grcqA6P5qmGr1EU3nGI8dt8kD0Ejau2B9af2vGoGses7zSx70YWJxehKYP
6SaJs2IJlzFmC24W5ELiBUud9EWpSRl8gTpjkb1oJEktU2G8c5XHkS2Ha98xE9AZ646mpj0EDQhQ
vri2HcrSfzeIP6yP9ljYLhe8IN5D+nYG5qst63KbCHNiZ0EwjQcesBQoOmojW/pwXOPSDmKiWNgJ
rzfynYlkl4TA2tR1c7MUvlm/EZRVXoGqwG5FlnZX7TpjBnROFgFbrAadw/vSOs5dodDThwg/B29f
LfWIpEQmzXevs82D4pSvn9FLG6w8DdH4e9EgKLrOqCv60EJLk+yHwUSfE8fVo510XC364Xq6hvy6
LGQnK+VF0GMY+reTg618KUB2oN0lHUCGgTvM6WVU7ALPMtfWFBTUtuaXofa8d9/usuG506CgYecs
mnoTs7nPHoj3DRCKajp0nZFMD+eIWn5SO8QNWnXBGKc/ZJ5FTeWU0pWnFAGIvhO07h8qtchCQ67o
IT/HdGjdIHwe+e20usOGYGVFurFnTzM5lpbF3OhDPxMfyEze/mzm1EYGTyohGhakT1kCQNpJmOvP
oZ5mzXybSqgjXoQ6iAg6NhEiHng+l9kjHcQUcQXHoSVeSp383EvSKztbhOgjNBy9RxxNobUfDJYJ
OFnVNS0iojlvyZ5AyJPU38x+Qs7DUqayv7pZpT+hOp0lOzhHyXiKAo3kkG6rPLPx0GOT1XUgJLiY
d17W9PpmlLZKifYiCmbDm4+1glQM/W+Z6nrznvEv78eN3SoSvMKcBCYsC+RiqRlzTGbes90ZUKXD
Lsy2RB0axoZAG2e5SCKpp6Mt0biHs2cPCax53mcRswTzzvYF8/swQ/zMLjTRFmPvGKlJGOUsu3Wf
7qfDfkkSP3vJKrWYMpQkiJPfReQMSxL2cyk2jCjA601jkmhzddVlOlrDbYUpiHAmko/9/t1fCATw
Q9ZbfUkgobBhm3UsrMovDLIny9wQMUkmFDtbK6uPuQQngrYeL1I8bYM1dvpcTrEXb500LdQVu7HO
PyHuH909XEOEguy5WzbokVdMw7S1ect1MUaG2Le3Fnz1GDaqbiBK3yBEGhjRe5YxOSTyDSU74dnU
JhQ92ZDry5FbN+FsMufAS89EXWnuW8O6rzsrQ6+Hm7FsR2JACZGK2+faxGp83WPtZj87EOl1RZpe
n93iaUM2EzQgkFiutdWibnHgafNjE7e6eu2rTCfHgxB2XATURbM4zmbSeLzQBMGW9w6ouZqYGC+x
vletLeMrGL0g/mynzePXOHCqZlswIXk0TCM4c+G8ZbOw+/qoPTyDdrQ0k1Rvo9PlQVgy3pyvArJL
7RPZelb2CNczVe+Z6ouPpqTjP+SVytX1RDJXhidCkhBQBq493mZFrfDt0U66hwwDT3o1J5ZdnGLN
H8sDsWZL/1Jwp3MX6uR0P0+FdB7aYihfgb4b5pNb4IGOVvswIoBFR1/MSoEcrJGgJCI8XTPXN7gv
2+Fo+KPQHvM8r8b7kd1LofH8NqI9MO8k/UP1hMrixm/G+1Tn0N/+Xu//UmP0/+bIgDnkX7U+4dBm
onz/P7v37of+5/e/9kf/Y/5mAy6DJcZOBQcYA6t/tj/Obw5jcD1gagC2dnWk/3NksFIFQFwHQENo
j/hL/xoZMGiAFEYHpCPJ0jFq/9LIADjuKoL9t6EBxA4PXzr/MPUElP4zbCXHomgMjRl5IwpYo1fN
crFY+X2yfUWymHcUHgsaSmJK3H2hMvO1TOSu4ZjFUaNTH0xraz8b2zTuMVNJiDdaSoKbj+QDbJN3
tcTpTBRBtm3NGSPbHIgDM3k2Ewglw57necMmEtKn/dS2/QmsRx3lZkoyhO81h4F4rKuqk0RjL/tx
6hTvxiS+EdWE/CVwd3pLEuAcJ+daM6GIGTXmLGUP+CE0HDOayEt+w/6+rbxkU8/x3TzPz3GpyHX2
or7xdgXpyzsSBZLnQOC0MbzyGjuOuymyhbfJ4povxdSlPH1FHZmNLTZLZ00RGQeo95H/F0o6N2PP
zjq39ALrQfG9yL1gGzdjd6u7cvlOxM+b6c854hQsdB2jmKMpLEgwfCiL88G+Kv0xu6MJNo4F/qCI
9EX1JDAkjiErbePkEHW5YPBznHs7KTBjoWysxbhhk/kWqNz4Nsk1X7CTUzGSl1TrdzPHQ4LAyY6v
fdpKg0+1lzNqC+uMUL2stmMi3V1SxMhb0rUaTy0QiU7voZAM6iJ5rfwOcYA1mR0536b3nDcxCfeD
WOZbnNvFBYyBQCtbUBA4CTy8zvFHBLNkzpxF630nekLYYcwlVFuzH2fM44GHZrZ0EUF2ZOOIvZt4
Ca980AigbzolZGSVo0vClSTSZ0yK4MUktnH66Ih+ZqHb6DcIgDs76inmjcdGT3QsG95d6Wo2sEvK
NTwXOc2TRgRj2IMA4No1BOAIJGNri0jgdD4Vp8nM3RtFcuyGKGcwib1YbuK2vtgm5VFIgs90yVlK
IEws5tOSeF88Enyzk0Dstie86aCqmtidBR96UppvRY5Hl3kc8ttFPAsgnJulWs2C7Hlq3SGWw7E2
MQMtP4iXm7l109OMcypZlVXJXb3q1TjrL9Tg13amX8vMC5UgbqKfX7xGnhNA1ujEr4j99lmzuNsE
z+RQZCoSycRwWzuks7FJJYo6nyDPFO0y2+vm7HnZjaW8fY6yxAdANRXdoydxbepmvmf/uuqSp8uE
w7+HKWjdK5xETruHwRUl5tcMfCj0Pa6n/qKTmo2WdLiJFQMAUr84joZdi05aj82rHI2JPsfnxCo3
U4VXD9tZWEuTPhZHarD4ByFkfMh1srHahl+V3EVf1OWRn2qn8ukqr6eIV6+5V5ljRMM0G9GIqEUS
RnlStrPcOimfm0pmJlqxhjQhbXrgsbk2JGMNkwHgGy/kp1QvI2tx9jNy7WYIjha9S7CUx7lHpUjW
Yk2TMbfLFe0B+tjvNqeKNxnpsbPE9DS26BeMog8L2eztCgWOF7fbOPWevDwW8P4Lh3Oue4uhYlyn
kpfvlJGPmee3uaTCWKSHklpvXupm/KbFQbxteBqPpj1cTRMKyym/lE33vuYlGtq0HHoLp2KZTcmZ
fHBrM4oOyY4sYwYZGcb3TIPtEOpLFY1Bs/cQsFgh/c2FtMmokpVIjl25tGR417G2kSpLr5BV0UoU
hIolT0mgrNDTcFuTxU6oyAYFDPm++UOSpZ90dh/lzKVC1ZbdoX8j+pVoilgt29K1tVB6g3Zvz3H3
zVrae13T4/u2iAVtsaldZKoqQmtJeiFbDHfB2YmZGZu11uK9qzw39Ib8mCS18SUwzJWi3yHxr0rG
xxBjEIYvwX0pJTHOmYGDte2Cs22JXRIjW/V6c9m2dccqu3JJT3XsM6uXhzRukQQJ/yXXfKpMStzj
GCjseUq/boUUp9Sqg5Of+ENkm7K+jonrCtM82EpYzV1dPBr5eJs3apP26ITapc+vm7iUN3HZc/an
T97Mk1Hp/XNTVGAM3kVlRU6aPHhihrZS6Z++cA+JG5+wFRyUyPZGj8y6stzpKgFbsNWyBtmgefaz
4WtBnHQUdzbDoiq7aw3jK6pBbKgJKbeDIQ7FBKtkhI9Ru9k2aOeCvj8zwmUh8xLFx7RFJYgBJS1t
snJLjK2WW3AUmshEYuwMOJe/MqzKdjm+wkkP5DcmR/7eqcpvQVuB20L8zbguQpEdkUJNMjGqXRkX
l7kQN02jk6bZzl6kynSbMeaLaS9rotBK+4tBVOPy2jlWtOZHEC740hL1vt50nVc9B2q8zskqYVUg
tz0SRkd7FVq5txgOhq65PHt+tpfaq4sGAkvB2bOnx0RDfoWhrdxwl4QLQaQMsvaDXt61udrZ1XRc
EpfHwXQj21O3SV/foLTEPQoemmXrBxI1yD9+dzYX/Th07XEsmeiU+Tlo7Ke4SV9iWzspNZCumt1V
acVYVl6VLt5C2hDkVvobfo2LWzBomPEeeufFG0g81U6mZkHHtNGxttrFC8rPRT00K67eIFw9xKED
kWe2v7sxoeTS2cfmu02v40vNCHXYCfHkPABaw5zznYSIA3Los4s7MWhLTmJdXqrcONRxC+zeF7dQ
1kJzSG/ZDtoRbmE/dGadx9wMFagf9hnpObWuRguCZZF/bXRxTGoHel+9kTX20ZnY7N5Gxjy9Cd+H
JNFDvJkcazubxjmIUeAWmnb09e4IJCfUiIaV9KXomdi2PqeYfaz5eR7TPSub3TTNkbYa7yVTm5Nu
YhgXibpXTXBQy3SnUlVilC+3Qxx846HdpJ21j3NyVEFrzkensfRIjNo3HCTHFIwDFyzi1oA9kSLS
Y+i0+Hs4ZcDKtY3uPpI5896mZNJKDeWcdkl00fAAtpdYH0K97O/NFpm3RUujNVg4wRsUAVnfzcZo
EI3SX0amzM5+B3Z3gV2TdZ9+7l6msnsxjXk3NPPBzpydU9OspQhW87La6PmeweQx8ZS/yXF3R3ba
Bnv0efy8ursJMvzJTspRZV9DPLqeiQALdSO5G7zhqWIEj4LrdSmGTeHmBMurwruaOk3yRQES9MU3
fkoCFLkmFTGAQ3Hm0QqnTm5UZp/cLgY7qrJL26BBL0fvzlUFkaJY7rfW4Jxrr4F9ILxtl5r3CYNl
fonuvqHQUL261VJeixNSjXQ8tiswFKHyxhy7PW31xh0HLHTdA329s6l6hOXCL4BKlM2wsQkWOiyd
/RIgVnhUBGhvLacLrgKN289VBChVExyM2RIvRvUYLNOlr62Hqpo2jjJ3g9bfpX5zxbL5muxSxmsm
FacdMBTpTj2CIjdp7uzWvPcFFnlTvI26f9sPxU4Lrs1R26SLvmfEwxKj2qx59cXIDgJV8A7c+bf1
QN8VRPBxgqp97oDTaPunpjSPa7e+1qY7NoMBQAz/KUjjbesTport2FP9zpufbZkigbfzXSkc+DT+
Ka/wV4GUVUOaAnsVxnZ20Lvqtb9hjLRlaPs1aT/KdBZ7SvWUW8m2toU5fCmt4tWY/Tczn+KT4xEH
G5gcAQbnhSmfrRJge+AesVPyu2W8MzgXFIlqEcIU3hwiw+7uxe9wBaNB5RerKkKqkwhFaGThiIut
kRx7l2D4c2HFFzu5xOKtxJPj2zd51u1VqR2drnntFGG5uAwakpC1Wn+zgGplSND7GL18smwzvUKQ
74f1Umoh9JwdyuQN0kwCSr38vXGtvZwAOwh+EEd79MblWIo6AuCyp/88TNawScyAm2esI0Jm92Wp
xXtR8daQ9rbJHXebVV6875FGNHZ87zVvsvBnxgmlt1vse8svrK3TaH4IsHEH1jpskjlSwjEAtfiI
kr1rGjymT0z/M8Z8fp59aRQErtljHBtcnJnoUy3/CIwuso33zrNvZ9v7MJKvOSL+vQsTKWzkaTCe
rcp8J/aWe8Z6FG1GtCXpDqzRMX9pc0lh2TUEtjfWWxob8aufNLxI19hsZhjmvF9aGklhVlXYtO1D
O3nxl7SCfMKfJfO5m2ooGwLwVuv2FRyuhBfm75wYm/rKSpyFY8K9suzsQ3Osl5HzmfRMkqsY1HFL
umrbJeLWnC2EpR4pXaJ5MCZvV1XjcgrG7hmV5/3o2O0zSR/fWD2HpCJeayRhm8a4b9FzOuwbtmYt
LvGgf+sa7dSSCRW5pYsy3NvIuP2GYSOauYWCyT+zIr3ktr3t2EZFANo9bCvVnjf/ViXadcKr9FYG
tHumoWVnhjzyUgdtcJg7x6Q6zdtAbFUuh8CASAInhk4XO2YZWMdhREjLoqjbBfjOX3oXSnissZmH
Z4Dd3ja7azenrO9rbXnTkr4hX1VpWzI5/LPCK3JAyFZVkWHWqgu7eHR3fb5o16gf83FjaYNuYBkS
RbUxisX+rjCb4RmS5XjJpDXcJE6rZSi4fQwdZYVDE8LukDR4yFpEsgbIFALChFkb1xV17tgACtGG
KjjIakJSHfdZ4nwp9MJlk+eopN1r9Yx3ApjOnjuNoV4JomISkrpjoQS/rQkpL3A1jV6UDrG4BALj
JJVvf+xbtGIK81DJwi81TrBpliTq8yRtQphoomfhapOeTMPBvkZ55F8rxh+MOCgsngfOUWx6mUkr
aueae2C5RlTSDCUWgNaChjSMg3JKQ7Tw87xJIZDsRoZ8x5EdyYYitT+4ENDsi9fUOSxj6Yrj0mkp
UKUEuNXceu1VMOQBIgPeBCwFGUlmXrUUEQpx7uissCWMNhawl7jvtEi4Ab6jnH95GKh+8Ymk5XlI
Fr78QJLtHSOkfPa3Y6eN8sY3NMfF8cY8/9GBELf6Rh0obX7AmnkODHGE0DXHG7Si85emrFJoRTbP
UotHkrKTFZIr9bq7ShZ0FVvPA0aQREHgacZXn9cy9lavkvWymvvazDrIJdMbK3SMxqjPGqrtxMDl
yoU6xmVQ5tdynHQmzy1LhJVYZCj6a2/yYBsR5jIe8wVMAzZLJzc+aeBSD01OwPED48k+EU7vTi+F
WEaQPPZyQPcCVSGepjGaWh/KwlK5BkaoAXE9J4FxFeO252QSSHLBusk83ju934pwtHMGFQ2nCedZ
Xfpn6fp+Hbq9CdpOAdIYw4o/oiQIkiIJpe3yW7iL7M5up/J1gQKwIVJZ5nxUMA+TqOyDfjjFU+mU
O32Z42PrWGkcWc2knH2BY8tnaehII6wG3bupWTfXG6Sz2r3b5dZnWQfDh2myNJiNqfuseiqUPMic
DYKBdD+Vc3eqdVW91oaBFGbKHHM5jvqsm9EAG0LwMgEDxvKxJJsRVM99KmR9Yi2S3Mk4jtON3yzu
Cg9KQGky0j9Cz+wi3AjiReSyu1JTDqm109utrY+rHYZjQIGDiukfssT47AHpHB2VBQ917/j3qOmr
s0nK7B2MA4ferRyNU9vVQ7t1Cyd4xlji3DXlaK5tt8zGKHe6FuNE080MNmZJKGjBAJxfn4DssIYA
ckv/5ESTJuWxM5KC1G9YhjjRMs/eTSAUnicn7b/rrc+9Psb6HAkrLR9K1iw3JcvZXZPN5lVhJ/QL
xrXQU6ZeQMRAURp1cXSXmZNuanULkxce5IeM4/IFnGN9kkaVPMT9iveyxy5glKWYtq3czUshWOl1
w8zbuxDYFrDqTsl7yYJ7rwp6Y9l1xtfMy+087JVRfJHZ7DBmTDQrlHVaXRbLaD8NBIDcR3lo9bUE
yegb3KjjSvgz+45XDNfZ3bm+uOg54U1bIIx0ujKph3tJhjU2yw7LuFV1MXthVMT+dV/77rMx1VQz
ZDWHc22xd0X6TPu22CaahmpAfhk2zrQw8+vT8YmZ60jU86irgxG0rGIqmyLZvrHcjOMKGckeC2Xs
hdYw5LthQoHPGM46ApZxbltohTRrVoXL+S1t78c2ITubTMtrJp+z500PaBbEqeEpPFmQ29c9bOWE
Q1JRPmuG+GRRS4kzGfF8MvM2uWXZZT+M6MqoiAhAMFnfP056SuPLCLrbJQhezzn2FdrW+n7JsLEY
TgPsqLf8K5xawMLIs74jqV2n7CDjbJwerYwJgcmI4QDI0AztvtIiAAFEgbQrTFLW+nRFJD3zF79V
u9yScdRgrQrBUOmRcmImqv1lGNOznvM6deSex4rQ9TZ7aWZ2LjqVcLXXpuBqKpJvpZ3vsYeGGqWN
1wE9C+bDENjA57AeQ4cgggvC5ejjSAOfRNKbXZncnCWaN4+Bs4Eb/WyTxH6y29mh+cmsb27Ra88y
sdJip1ej+yXLOZ0sAxvJbdz04sXt5OqJaj/g0afnYp6s7yOFA14PW1croSt7yat5/kTjkL8aGO1P
8Yw6YErbbYtsZOQpIuX7oHB4Bcc+1zpJTZiV0577E9ydIkbohTgT+c3qnfQmyxbrq724gHwaT0OG
nBFujtTWeHVJsb5Ynb66+mSnYUZpvGHjadMxTbPh0ViMEh0e4bg3LNwWoEp9zNhd790PUB/ZySSr
AbeLsUdNoB/0yXa/QY7zrlMqJGM7ooZ4b3ub8cTYNzc4fYqD3zj6HjGBR8/lAeXUwHRY5d00MR8a
4qt5tpcw74EBqHRKX2Z84fsRcBKIgv9i7zy25NaxbftDjzUIGpDshjfprVIdDqUMPQl68/V3Uqfu
vZmheJnjnGq+N6pXRxICNCCw91pztfkyK64DPoErX0VyKT3cSn4QeXvdNzc1i2mpT8GCD/mcjTS/
kkPUbMKpvOz6rKb2XNJO7YIjZa146ZqBXFspxLMuoMY7tZ586iec77m5w8IY/mjAxC2soj42Q5Ss
/bZtdgXOj1Uy2dZq0JwLx6NiH9jefTZTQoqm7nY1eG72CiEf9m7tkCKFG9F/xLgCUM+S8UUhMn0x
qEauZTFON05dvAxR9TPuhlWcoZTE7cghK88PLaX4pdENxSoRwYHG45OWamsTnck3Z2wpLIUEj8qW
bUHZbpHL+Hs1G0wpqT8KyYNfdb5z3eYxlRYNLMGMyoA2zpbOBVdAgbe6lsq+7/pA4cCdVMG66r8C
MDrSjFj1NjQjvdBeSoQ5uwL/o5XxGHsKdYBGd6hpTax53Y/Y7jlceMYO32eGq6m79QOJ9C3nunQp
4IbW7Z4BWVW8x/YVRZv4ie1ngqam69Ys71uQ+DCZghrmrzveudjv6QttgjQsNl2HdsoSkE0Ls8M+
ip5271Hs3Y151b2MRpqxta4oVpiBhgHvi+0W27qtDgGlXXKVOdyYcrwViddsQFUc29EMds00mNPC
TZD76FXjYCBNglWS4qpFD3JtVpIyMcZnkfAuFS5eN+IwZjiG2393px5GniQiaBrUzJTtFiN1w95J
xF0aNutGJ7vPCLphrYlyTTfm6+gWI1U2xY6pbZ6tZNYseXCfeoNemmX3N5oLQDNlH7ZsNJksdR8k
RY/qoJ6JOha1xziMqtu+54lJ0uGKlkLDWifjDcCpFJBaou49X0d8Xot9q2UPKGAujGD4MQzOoVTl
0Z2ci1jFT97vUl/f3LOD1xcZVstbJZzhR0DhzojD6qruXO1rHCXOtdQTXI9D1e5Yd9u1TXv5CGYw
ZvPBZPq2mG6lkbw2LTwNnzctpLu4QgeqL9wapWJbB1cA3h4tivjYYDPq97AcVbt3dOiMdXJLi3CX
uc4uDOlydy7Qe7bxS2lmu6Su1ti2r3MYFmqIvzTd5NyOJYbKasxvY9As34qhc+9QFafkyrHSsVvS
06PXBGwrBsN6GDgJEGXa1eseg2UlC/ihJnXMjC7LtmtAmvWOeTAo4i07vb+qUQA+eV4SXvtavbGN
JrrDaUfJrXGHZasGtHPdOCGzdL+VJW3FZVmMxmXfC6o6defv9cKiICZgtulfxwk8ag61wo089DBt
v+3NQGyK1nxoWUpWQzDAD8GE+TrEqBxlkygeivzOjFCp5dMFFos7rRavyLq2KUsiYchL7ujBbOD1
ePdJTtcmwMzZ9MZ+9DVCca29kbM/94qvRAfide+OGGsbNuIVYhdVJGRfU05UKqW0zsLupQPWWaV/
x2C8UimziePyB+EEd6oCtW1G12lYrWA5DwtK/OBPER3sZKiHm85In0aKj11omI9t5h1aCnl50qeL
NvtdFuRFGEKjfhrQviBn0NZJSdfFDRG4VP1oYKmf7KNTlS/xrAsqYpoFdLinJdy/duMMJCDyXSZi
Qe+/OLUD86O45zibIg4HNlDbGLYUsj40pIlFxXgIcMHGwYVpH/pQHWMKSDd9q0cbWHjXcfQDbE8c
LeKaukw5dhsnz5cDB8IX1DfDa4VK67qL+uZHFOBaXdexOayGAYLGMotKz19qvILWotAoki4IEPFu
s9xv2Aa7g/cUcATRjnTItWtzdPOXIrDBj881t5RfKflD8/vkKr3SluzbKpg9nlGuVKal2crIx4Yt
TJ7WLd0U5EJGT9XZr7trg+MJ6NFQv8TzkkwrNIQWJ1Fo5k7IFoN6TPaTzWhAHxHyYONAWMIOLoLg
GMCVok3m/9TR4dTsg6Km6LcGG7Nl2Mj4BSf72F/6ljlS3KxjYDL8eQEOpRn/v3+EBIvfARO4Mz7Q
wV+0w08Qcm0VvJPCz3/pLymI/Jdt4MfSdcPGP2ciFP9vKYhN8gT2W/QeHnJ4Phz8l3+bR2z9X4Tt
epbj4XjgIZkts/9WwltIQSySXdAPUaHFluL+HfOIaZ/YmnT09rMFGIcL2DJX6CemqlHRADPZli+M
GgO8SckT+BeIK4/C0/dSgdIeVE++ZZwJsNS+4mipmetYj7NVKIAVd8TTkgPPnieqcP8jOHGfWKBf
AXw1W1iKFJIU5TkvaNCdy2+KSh7irBc0pMuwNJ2Na0e/SL540KnsLGQ476RD1YArMRUo2QvY4d7B
GYM7R3N/WHwS+U6rcj9MpQNTJnRW0h3k0jBSjW0Lregy9F/LwetfGlGNywG8wD2a2RENNaWWCZ7A
ZSN8cyHlmK+IMYScTukYkVQBVEjVMzWnnjZuIPRVWGTWte7rHl7ffrggSqfm8EEboG7yrWOOj+y4
vgZZ1wCSQbjrA/+mgaK5S8/uym1sjwkLpcehLHLkMmvFVwh6t0YIG7TLS17tIT2gmYgpXJKRKfyj
i96fnazpgm7OXu2oN7dR49XA0INyEyMmpmwPsFyfTBCyBcGjYPXq5VQEdCgzW2dK7re+kfSb+oh2
pwybA93o4Fg37ldVV8GSOozxWuhIRlYz73yHBLA6hjFnNXA6tHx75zHHdb7ItWy8pGCjIYrU42Vs
QvsSGgxbUrb3matd0MAWm7Ssyqu+QIzQuOgMonHsV56R34XWYC/qiS2kyiUV08i4pEQQ80PhLYH5
5QA7sFPE7Plkjoaz8Et6uJyGOGN55SP25RSeDjVLvbWf4F8/6J3vUiAcplUadk/ghJtNIsZLu68R
DqihvYJxQJmvGd0lV1otUvQRgJ3HXeRzMgBmxxZFdNQtCndlGeV9LUp/MdbdZWO1DRVolDF6RRpY
pAhgzM2NPf+C2E2/+cqnaC8u7LIBpCYyPv9leDV1PoIe33hlyUXeX8ZcPVVslKW/tJKdZWKgQGKn
vGIlOKYNBfAgGBtYPeK16ug3Upm91oL8EfnhJinAwxmDRkXDRm6j+ZuGEthmBEawbvBxLgvI2cvK
yA0CJtrqoVf6zjVDZ1H5Fls3QkyKvH+WNQ3HGAb3PoQSu0hdggC9qn2pzOABaJV/b2tlt4uC2Fyb
IQ1C4qNWo0VnpHZ3mN1yvh9K7gv2aQO/PBKbqIC466Wwd2s11Hs9Fx67muql5oC+6DHyLqhp+sRK
jbCTm+6gd7SJu8aECeS6O280twpp8hYXQ/asN9Vrw5ZyJQh6WxXzTQhCOikQ08ZN1Llf9Tb47nbl
Y2fCxR1kMMI7Qq9Q85sWmTfNFMBCQk7gd6Z0ZZQ3hFRDuNBF7RyTlqDszlDTxRAG6lBTH4MlLr1V
bBfIbQa+4YWIvrImhMsQORYdVUNfCZk8V26F0wXIxsqp+3vTjl+iqF83E11G1+jMrWZW6coP2WJ2
YiQzsm4oxVO5B3nvwmzNSiIXpZAuppXmyq4m/BUGQiXYGQuAMObOjtpoQz2YMjYbX65aYt2NTm0/
sB1xV0hl01U7pZSgJ1b/lRDjMTObPVSeildNRmuMAtPCSGqatF10qxvm0cipoMdaJJb5N4tD6l0J
mN03lUE7xiFlIWMv7k06QnqjufKC8bXy+2SrNZN0l7bv/wgDOvzgwDDkOY+eF0PRKuHYGYHfYPSY
HtvceUWhf5F2NLnKIpAUSUtz4/vlc9p7CcR64rAII1hTUH6dAu5y6shyWaeQLvyYtxMwOfumdjzG
jmav+r7zeH34PQIKzM6PnJ9J1eoLPU2A2Zjd5WAMP4pRI28gooSGfH9vBrRNHR8Q/e8P8t8Sqv6/
6OCbs+3+7wa+xc80mn6+3bTMf/7f9j3X+Rd2VpyuyIl/C1H/Z9Oiud6/DLYyM+MWE507e/T+m3zr
8pcsNibCmLc5BJT+z6YFZavL5of0nBmLS9zT39mzMMIb6ar9e8fk6mQFYTgn2fE0N601ogA/ul5v
G424jhA6T86Zv5w2by7HzV9a2I/ysOaNGacunZBnsgL/AIpwoGPfNo31ttW0I1X7TTq++uYPVpWb
1Eo+C2CaDYd//YZ5k/nvSdk6I5Hww8buxMRLJR6NmzHVW7dyrgKBQjIq+y/QTNEWZAgmKmRDnHap
rPDFrdzwBvXFV+FnFMqjSzWF+6G6s2SYbPygfiVw64FW0tPHF0S899//+ze6uP3h/CJFd2ZT5fdv
d1EekFwm/o9AvGIMHmx3H1DMYhT20lRIRBWdmhX2lvtQlA+lMHZ2oN2RflMuZs4s6szhxoq9C3Qo
e9x4RObgSlyFZQETbPgsMvqP6K3f22ngy7NXGxCCzcb57W8MLbuYsaH1Fq4WRO1yXAgQRl0cxos2
Ng6aVXzBIMQhjT7XFA+XAf6ZhVmiVKUCgX/FXupa+xJW5dc+x10X5DsCJ+CroX1cf3w5z91xb+ZB
67xpbP9nhfabq6nZADdSh6sZGFZG6sRYryP2LGzB50K+5+wsKWqMfDkfiV5ffTz4fKtOHzeE2pYu
HQux5Wnel966yNJ8VW/TKtrm0uc90l4+HuL0NbV1XXDo4XmWJlLz35jmN/PjUBthQ4jrbaa7xxZA
BKS/rSjkJ7F1Jxxs/v15HDx+JiF9SNndk6dSNoK2E9CHbeVVPwOI1CTzRBAeTYBnNpqKbcL+FAFD
ilA3Au8BGe7u45nK92eov36C4PjE8kfgH/97fyvtLHcQImvVNrE8AgAizO/opLtXtx9HaHVQXA8B
kuhnYPEawTe+eMHSYS3qtHUvdDtR4RITbfSzU2miUNMXfLEzE9XcKPudsPmnNtLW6q9D5V/6pXel
Sie7tHOHzVHS7ad4UmQAiYUeVRg/OyXYM8nrVmnt1gwCBO2Bc90lxWaIJ/+xKKgAN5RPZprB7Cy5
0PSqW+OttTe+GIIH7GQQh904XPZWy17cL65dZThrK4ox7iZxvOwrB2S0Hl70iZau57TABiIF+475
DEIBM2wS7VnrtWRDgxWTnzW8Whk+ZyEBiPk6+oNuZxq9sTa7xruwvfCTF2v2lr97uOcnwiZVELCC
ECBXTszdRda6KdCAaouEPVxT30yWbdxDAyumO4dVK++juyb0wGsO7kAxTOHVcnIY0BxI9Z9tZD+1
rdlf963psX80KcaQN7elLIUKKXA1MnaDy7ojzqQKWJCZsvY8VPxHxUltUZUi+BrEc6ZT3O74iJAb
YZYcA3T318eP3bkXzHaw1nOCp7xgnp7cAx2bWp1WLCC19pgGUYN6vH4o2/TnxwOdrvu/ryefblOH
kaNb5smaiqkWyWnboBZn97bLywm2pjuk2rhoiVVfp23frLs6JTQBDNrHQ5+bI+VJS/Bimw6v9/s3
Szc5NapGEcQE8fZnWbuXoRzEiz/RKv94pHkSb1dEJongH68OxRqqnqcj+VMN2lz31RbL9Y3dApVR
qXUfsM2wJusm8tWPj8c7c1FnmoztwABxhWfMM3+zPAqt8/M+0autDpF5XZvOQeCAjmzZ0NgSlxxN
ULBkn0zyzOVkUGxEjsDpz918P6iGp4ZUrb5CtWCCl6QbZfX4dAxryD8Z6dyyLA2DGwdYD0PdTEZ5
Oz+7ZydZQoDeGo76CSbvm4mWbevZxObQql7ZaEb6tvlV6jWnvSz5/vHVPTtR02JB9shZoLz2fnRZ
up0Do6DaVma9yGz7knLIpi6HT2Z55qGhcQd0iV2yxWN6MklkPRI0eI5FfDK6jTHlTxHnxmKkVi1T
8aAE8sKPJybmf/LkOQW9BsFCEv3tyN80mLfPjSgrujNaicrAs59lkC4NVe9DDJoLOaZ34ziEK3zx
ai/7gKQ/o4pfcJquqQxBIZbICUM8RFef/Kj5NfzjR1Gm1KVtzGXJk+dKtppysZ9zs5GVNE6L/9od
vynvezXMrlGg86hP2hs6NyBQG7fefDz+2duAaw7emi4wxRjv77ZDLqFdzeYJu4/vGsIO/Yw+GOGN
tKtf43T8e9y13997gFczA4pDDYekk+mOUgv4AtnlNp28g1EWzyWF+b8/JZNVgeeXLr043aAFEoyH
P3HkD6rQ2lgNkm1DIxy6F+OXQAeErH0yoDjdj7IAyjcjOidLbeCFgK/zkREL5WMl0DrQvipeZXn3
rbaVQZQCUgIEia69cnrwdmzlWpm8dDXqRgm3DVTu1nfqb1RUL4NSy/jz5rCLnejnx5fm3LttCQBg
tiT1hBTm93d7rEWuE8ZXbhMtfiJD6bI3yys7Dm//s2FOHqqkbUMpW0q5si7hi8LWC2ihrXydqsnH
I53ZPsq3Ezp5nH4rPInsAic+Td8js1vDi71OW/lEBtFnd/ncm/r7Owf1hkj138v2m+Wjd3QjtNKa
UpJZkF9iXSSIHkjBEle1a1/qbrrXknSnR1axdezg7uOJnlu7ZjidjuwB5Zx9MtF+oMimE4i6zWhd
4kByu9c6G9SX/2yUk0W5aFDBhezM8IbNrjn040H6Dw4dTASukcXKb4tTflAuSd6ZlKO2PnL+rZYP
5ICNdzk7zP3gsA75mBt1WYtdnKfm3hfWw8dzFGf2uBRfWGV03MTsAU+OHGjEfSpoGZdSCRLZ0mcN
A/4SQtcSjd3jUCYvlop+NUaar5uERBh6/quPf4J35j3k2AqOEdIlp+1THF8RcacTkmLRclQ+iu30
ZzSJuy6npV/ZQJy7kDI+OvzbEr/dIcsS8McdIQiR5awHjowr6hrJbU3o6laUpCfUUOcLFJibgdw/
U8lhVRLouk/hE1Q56BmAAFf0VoJN02n3dRXWc8ANnWlSQPLBxnrnJdumwc9SijihQ4OTT5gwhqF8
79Myn760EfZPwmoRnWk1oFLumNSmcSU1gdeCPsLCUdgORzO578OUNI7CulGVs4/DIjwQ9Niv6AiL
ZdhjCQlUc2EhlSBMJ1q3TfAwQAPAdWgehmq4wMFJ5iOUHNxJLqKsCRZRpiX6yuKYby3yqSZKL8IQ
qZX3EvPZhpAPufcn8zocIE3VpMWTQNjnL2JCTaAX/rHMqn5bT6iaate96Ao73Yy6hv5JtXDS4ZQs
LNJTCcZ1tblm8CuzHVLjkiv0ePtIA8we1MSSIFKzj60Q2p6stk8+wmc2tEg9eBI8XgkKGifr5eD5
pU/EntpW7XDZFT0hDNOdqOMbJ/Tv9TIjBoRr/8nSeebL7yJEdYVjCKzx+sm7Tsyt6WX6qLbYZegx
9bMgJQhv9Tq6Cbz4jr/1DwbkwIW5n83GfFZ4//GhxYuSNSzVNm9RLqvURfIS6mtfJAd36iLYUvkn
1/WPkhYfZpBnhklRlb2V/bv68GbJtqowHZNaFmwyS2NV0lhEwW/H9wDam0UHqxQ6UrGVSHjXyoN3
k2U/VdFc8NPyywAP1MJXYboXHsh/aJLjtQ3c5tXSDHPTCjJH6HWhK/l4bTi3PLlQDvhKY2FnfTh5
GEY3S0bPC9QWV+aF6yjEbFpzQOV4TZhwvaxcR1vQNYihfYCi0tx7q+rbTxaoM+sTrAR2CA5HEJ2c
tPe3yiIC0EGmVPC1od+YNmRMEToaTs6/Gwzk4gU/i5u/9rlvK8XzQ3ay+3Xp3rMIk4FGxeFk52TW
SrV9MSD8TbKvMrY3HDg+2WGf2ZyhbrM5bLiWgKh3cj2pVqC2rtAWJ73xVPdVvQzz/Cktwh11GdwL
7H5kYN7SYao/uZXnXms5f+d02zaR/54UU/IkTj1zwK+CkxcDpv0zVf6DXWc3Y5jf2IWNtyjuLj9+
fOaX6I8LavMQz8cJakYndy5xKxdnmWC2CeEXoz/hVc/WDmEHG8vvPxns3KWlkUA9eO52/FHdaMfU
LwbXU1jX5I1GuPLSarMlhPujcoojCRX3Zinv41D/+vEkz11Yuhd/wUHZEJ08NQiGwkKzhNp2+O9E
vVYGpk4iZtuVIl3YRt7Itix5/njQ3yfSk0tLkRLkMRhFSmSnFNukq7Pa5mu67SYv2VtafSEExzWr
tl9NHOoYRUe5cIfsNZLNjvLSKk+SoxglOXU1NgmQ4kB0nDTbBD1e26CCrrxokL2sNeKrgir+blmK
WqBWr3EFI16Q5hwhVN07uCm8pHlx1GSu1CQezaRFTS68q8lJtG09YxHdIvymTJKsqRoH1BrdI3Wa
btFaSbiKkemtqxr1roOMYZMlnrbq8G19fHmM+T364/JQSuMQSewL5tD3a4aNuYcWs09OT422BTkH
upj5AKZqHStRYR+ssXU2ytcP47wlCeGPfEW/uSEPZLrXQ2vVtGG9dopsb09FvBaz1aHXgAvFkfUi
XUQzMVrlDY3/zyplZ76EHidfF1IFhkdaVu9/eRPYUUgcN18JrCAEZCGRbPMJ11NNFhIUL4lM2HU/
eXfOHBoFfRZ6Qh7sfTgiJ2exlBhWtHV2sa3APWMxIK4b+2WI9oPaqYTWvImmLEMSg7hBpTSvLcHJ
Io5zrK+++Qgk93Xom6e289Hi69NtrAAukWVZrgnZ0D75kp75Ks2bBBOcHM0VSKMnr5yqmwBhO1gP
3ZslI/GDibhvERVFtYQuQmivV/IzSSwSKU43sy2zXW/04pPv0p8LjgB7SgdzJgQJ2j/v79QQk3jt
w4LaamNyTEf9StfDZQKjEV7TKh899DXsm936s2PmnyU5k52E7lgUOVGO8ay8H9iuhsj2u6jYpi1q
dw0mvQrxQyJ3BZSIXiC85yldAPi6TJtP5vzHt/hk6JM5l3VEJKSezt6YcZf4w34s6B+o7pM7/Mkw
pyVxF6lqiAGblwBcRZ62FFfrrVF8Vm/644M/zwa6v8M6yjrxmy77ZkeGbEy20IeLbT9Y1R4uUHFM
hZWtP16Mzt8vw4XmjTSMHeD8mXwzjDG5LVr5uKBPkQBAtO5DaV3JKHztPO+mDfCU09Q6osPaGa37
jwbng284jmDfOcsW3w6uUvBhSR8wuNIOeWvetn78YyTYAGPSt7IBkRuHKUadh3ws9p9M/I/D7Xx9
34x9MvFY06IwDBg7iNqN7aXYfOdOLSfNUa7yrnsorfjL4GoPQ60uIHB9suX5Yymdh7cwgpscsVES
nHwEgpzwxD7x8m3nvoYo/CtUdH15baTxDkXwJ4PNc3n3xTkZ7KQmMmkByv/eybcZSNsONKDsWtwX
ONM+jcb9bKj5sX7zPPk6zUPOo/m21nMiQrLlrP0R3Z1BUf7jO3h+JFuAMpPwZeXJSmNarSolIYXb
lgQrCCgSJoo+AiNwpvHKkHb3Ty7iXJfljUQse1oSzOhI2vS0CftG+UYwIvDaqkvVxq8yAx6PmX7y
hJ6d35vxTp4Qp0+61si4aVGgbhzRX9ZVuS9d8hiNZvcPLiXrDKARdsR/9FHikeowGqt8K5D4L5Rr
kVNJenJKoHOVfNZM/2NPOj+M9BUoXuscck/vW60ZuY/7l3mNFi47mWHRkVet16zrctrHBJglmvn4
8QRRCP35ClBKm5Mr2LqI37qht89l3UysMwmbLmloX6MICJEVZ3LDJ2yZooCrez28HdVA7qU5fh8V
CU4I6O1VAlKNEhE4VK385RZITSK0e1sHExRIAKpQaanuE92QG2eqdqNRH8vCvIwHjLg5bqc4ksO+
E2G36SNbW4RdCXuNeHcizTxt6RvqkSpOfTEWgbcFGTZsgiq3jn5G5vNsqKRnP+Mql63PjaG764HB
MskIrLvM/VV0erCr0tC+KDpIFrl207VmdkwYCXjY5C29nhTB1oSl25lHhHo4lIg8uYEJsUY4l+y6
SsB2cJg9UN4fqkmsq9K3vgRUgVYDTcrSxu7pZE23dS0N1WyaXtRCfLVT/NUNxzlQeAECQlNNO4zB
9gLXsrOTCrSGYaflHhpxu9K0hnjwEmPUNOwKRaCdlwGGwF9Q3kKTcLdIAv1ry8J8h6wL94VEFABS
fBVI0SDjxB1MttuLqtuHXvNnb4FBXLLYJ0KN2K1Hw95gHAZPQofuJWTcZWRDJMgcBMw4tsbLESoA
TLbJRz0NdYPotepAd9ddlpWuHSCTglOYS2w9WNyfJLOWB2mM6gr630jJDRVvG1RrL27stYTwceHa
xJ3rmbWv9NBeW7LRAQkFF0IzaVZkab+PLNGtybG9NyG/+xk+y7i/j4TZHyLhoARXVbFs3OQ7TlB1
1U3VK+dCFL3oSU2KWwswz82WPKF43esFCCxQqxYKJhZtzPSzMmVHwBZ20VjsoFQvEf172BNHcx3E
kKfpc5o7TebXlMW4d73fhXAOGgfXYQFiSBEjgbUFsx5qEoTgAMg3oAUmWLZG0a+xVB36KqofBaqM
Bdo0ko+dzNiKLCDabLKKg9XWw464xRBafFmt46D4AtEv3QRmnCx7t+9v3abzOc4QCKvV/qWSo/7c
a4EN6j1IiIdRprYuIPwuag9PyQhHULpzyLVl9aDGKwxgXPgaF2zez8xmqZe7DsbVpbTKpKLIWtlI
932wAuSsGxCAN5051bctILutA3WM1QSHW9rZw5Kq55wzpxSiV+KWQduvbewp27goJH+9eHL0Ziey
vvhmt7LY+7F9x8EveaIZpyNvR7K3LztJZrOpsnVsUOld4KLvf0K5NaxFavVdecB407srbdTiZRK3
D9Eodg4n7IWRhcsGOq7S+mUGP2CDc0+CCLRfUOSLY6kLhGIqRUaLMfUaFVu1hGG3aSvuyQSpcC3K
uq2gW3DEWBTjnOo6eWBvRKmxpGh9j/8u+NbovVz7DR+EDG2xuTKqYLomEjY0MWqO6OHYp185GVZi
ZVZtslBirAMwM5OBvp/MV9sNqgn5fY2mJghKHHQzYGipAKHoaycu1LWm5d2lk3ndoRa8MxsRtzl4
Sa2+B3wl9lZa4FwGux19Hwr/mgxIrAJdLddFR1Jqh63hVuvoB2KAZiUbgfNf+MSYdX19ZYZBDy8s
/2G3cJBJVY2CtSo9kAhaZFNE81Mfik5tB/W2SKr+ys7tu8TMlnXDkc+jbHBMkrBfZMq3VqVGkF1i
XSdtfIO27rYX1ib01bOq4h/VqLSF42lHLIZXbqDvnKg/WBN4SSeSxQooWLhsK/GsTRN1BB3NQOvG
lD7T9DCiC9lOdXF0ZXo76SOlA4Di66nW0hUb5i800OsVNBasArp4xsOLa5IvNUwP88YFnkeuQSu2
Q9jcUGT6AUwc0GGNfwEv7F6EkFv45DwZxHctvMb5xUC4CtFeAU44Yjp+zAkZ6c3nrpmQDlbtcy2z
55Bsa1YCSGmarqDxNvdQgy+1LCceuyEXGWkzkfGodMq7rrFeLbBCi172a38a6aLC+OXKiNG71ZrZ
aP7ktVW90CQhyHgYXbe9zGVwQARvL4TXz/ZUUBZjSeVPVuGFn5Os22RYiLmAHqAcb1kq7zHPow3F
2X1hhb/8ONjiLr7EV3sM7XY9uO1PPc0fO4LZQYT3hykx5uoe2045Y8XMe0doR3gSS8EpaoxsAmn1
KzN4EUOT8pqHz52Sl2biQKnoY7gySX5jmNOOjJgKr2Oa30H8J81zyp7IZFz0o7sVdnFNc3Mpu4bs
4kH7DueRhAYZXFkiW1mReNGs+tZKhmLPOrNoXfcr79TXBEIlcMt1M4j8lVxnchezo15V7jbw7qQv
N5oY3G9ZkVw2mbysYMVD/+Zx7CttN6bWofFtsTP5PwbTL25wIKYrrLdEmOnVMrHxILMhwTTQxKDR
ZbMkq3ZrlfUdLvqfPTaRQ0mzuTlAkg7gG4Wyi+ovYzggyicWJ6+KW79whnCNqA+4apTAD9LtXx9v
kOaT1skJARmApTsGZ3aa3icnMUsPS0SOHAN7W+5diHdBQlYPGvuPhzmzp521lB5ZRugpzdNSThhH
OhZx9uxd3R4CD7JJqCHrqjY66IWPhzp3sp13mHwUsblhRj8pB1iF7OPGYSyIt3wYfADB34z8yarV
BBO2prpNBMpIjUzhNvl47PmfPr2ab4Y+1XkVWeXnUcPVHNPxGEQUQr10/iTA8wGsN00slG3ogCJ1
//6Z4e2cT88oBLBrVdaHxdb0vQfMoRs7V+Dt8iuDyPiP53juieEshHpdsK1GXfz+oDeQIzuonPMz
GTfzhueWrStu9vaT8Lwz52TbFmTxIO/iPp7WkgOjEGBzmFELuU56zzhvqZ2bu5CIlAQ4wseT+rN6
h8IX3YAUs6bMIB/o/awsNoV648+HvBbUAvR5fFjha1NmaxGovWZlF2VYAvpKmXPj3Kdd9UkT5uxl
ffMDTs7PraWsXh+oC5SAJ6JU7iyUTKnb33080TPVJY6WdHqQtiAy+t0PfHNMTyFpsfByCGNHHx6o
4YPUArL/yeN47h2c/R3wxl2iI+3fhPA3w/gEA7TaSMEY09GFQyJzTpBX4b4YPZQP/RpR+lNg9WQJ
RuuP53d2ZJT5s7GEOijTfH8jCWp1DJU2LGjgOqTeHbKi03aVm7xOIJEWdPSBpY7mY1CGBwkW8uPh
z9xFBqWX6lr4URzXeD96EqYJwXoF7+GUUaNuxmQTO5L48lZYnyypZw62uGHmCpJBkxrXxfuhRgXk
eqhKWG8dDnhlZ9Mmy4yOcngf7RIbWdFUgxtxp0Z+0sg48wy9GfkPV6/SchZ5h0k6tbuf+1lEOmw/
vo5nvhdzVYLbCN2Bzv/JXQwmScwPuZxbYHjQWHeueWVyXrAhGH480JllBo0NAhNy9gwL8/v7q5hJ
r4LXzsfCTaovRnlXjcmPQnPXZR0cnVp+8l6cezxwRlDXxbdAl+ykozFp7lABxuHKFTPIErja7I0d
Prt6Z27QfAA0UDVbFk3A+We8efuqKJ1Gg7SfLU3yr9UslrOt24+v29khKFJTPsYvxNr5fghSREiP
0BliiMZLqFzlwmjch/9sjPkheTONwBhyGXp8aeLMXtIIWzTJZ2XwMzcEZi5fMpv2OpuTk/cVHUYP
+o+NdePpT24R/eiUtQshRvz9dYF/f3aocRJFxXpyubrBzQYdOB9ll+mpy+JX8HbhAh3z+uNLdn4+
/zvOySVzrKAj2YmvCOIRbTEloO9d96GkxvzxOOdv//+OM79Wb26N1o8mUjTmg+nsluDWWy0jfOof
jGFjeJkdPp59KmJvR1lJz583GoTMtL6xK+HZ/JMh6JVRISRr8/Srr9wR3lXBNKJGO8QQAbrO2n08
xJmVjFoiMgOMbTZzOWkL6h3oQpYCaP9T+svy28sxC1/LOruYvM8azGdvCpQ26LiuSYj2/N/f3BSy
21LJ7c+3AxvNRTgxpe5vqycQaaDXIDqWm0/u0+kYXpEAKJb5FmXMlacV0NtdMNwlhJXY/WRLdG4+
8y4ekxfZ0M4ccvp2PrJvAP4WOmM1+u1U3wX/xd6Z7daNZGv6VQp9T4PzAPRp4JB71DxZln1DSLaS
8xyc4un7ozPrpPeWSvu4+qYbaKAuymlLwSEYsWKtf31/eGqFee9zMWlYcEw6SqmZHr2cSmsrO7IG
Xs5cXCzHxgoWa+EkJ9QY7w2DKMJDkaFrvJ2jYXIkDW4UsskYzkL8mshBIqfEmePjqfZTdHR0/EB2
ix2sahH+IFw7fGBNObGUlYzTdW3gxe4uh7OQKfdVPl55oX1j1ApuQgyNLReH41ctsc5ot78VGp4q
3bOaKytxShSsL3HIm4vCXeZnkQH78qOlQpKBd0NIV1tS39fVTA4z3ugagI26WTmgdmE3rigLQKy0
YBzbxNv6duy+ZnAnSxvaQlMG2fdCLoGN9M2mWLrat1lVrzhtnZWjeV9Wcq042a41sIcxrgbLOrFr
vxMjEIX8fQdHwUgX40bSeUa5zYVBTvtFmPo2VSFZmnAv9Xb78Vt8dzQLxRd9h0ya4xN55IEbcrCm
2iZtslIBOsC+VIDNTtUfiXeqlvbezCT8+a/BjvaLYqLLDV8C1nHYGWxSeIfho2l/+XduCfbDEq0i
Njyal2Wcic6deIATrG2+4gB04zZCHl5zcsSe7+PR3r+nv0c7WjawFIxSTFDLraycDSyVraU8xvqJ
GPj9QZA76IuIjG7gw08tHBxsa2rUHq4yY0dxq3qQ9NrmxK28t3lwjPivUZa58suKng9S7Rxb51Sa
QjzzziUYBJcEs2b+H97O0RSvEc8Os8FAg1Gt3OJ7rn+1MHD6+MW8O7MR9OBBR5KEIPjwbtiAsVvu
tSU46bbK+IdhN1usXVck2QKl8U4c6d99dn+PdtxyQok/6buR0SKzW0+Rt5K0TULSYIr/tkaTTRGY
kqOhpuBYfTwZ7EatDRXoz5ZergB18gYG3Yln9+58+2WIo5kA+9pVB2ViJjj6ily2C/EkNv6t+UZf
KxExOy76+8M3RBUJy6qeaTACwYmBH0KzhgsTd6d6Bd99Oey6LvshCITjJBKwa6e0cY7aCgp9k2Ov
Z00EQi99s3j4eNK9HYlGcY0j+SJf098kOEu99lSsX4m8YVkbRrPvMMzIm/4a2O6Jr/XtTsdQdFWh
qMZ9nKXu8OnBiom1ns6wbQh71G3mR1QC21iLr5Qs3hbGBUXiMhUnBn07MRiUDC4QMPSsSEoOB82k
l9tFKQlhMrlWnS/Qm66Kbjwx/d5+uowCa4zDK8EsJ6XDUTytR9pc8L7GVK5p96DsWOA28AXuHakO
+8Q7e/eeOMuT9qdx9o3Au6H3yooaviehLHAf1LMKVcpxWn88Nd4dBjbZIllbxA9Hi95oVgpc4Z4V
IsQBUQfhVZSBQq/6x8Msv+YwANKIx2waF0nT0OJ89OyyTMfFacixucGcaPE/Uhbza3mH546vDhh+
Nb9/2qT3ygSiwePzECUejUhRFwu+dC4Ia4H1VcoFr9Rv+vLECrv8mqMb0+gR5zOmVwkV2fJ8f9md
VInCF7usYht1amZDGVTFg4tt7CmV+DvvCcN4dGoOYnsbtf3hOFE55MDK4FgUlXlvwj/XRuuGjprf
Pm4s8nqDXgiyJuhTjhY/TWa5kTtGgYI0W2wD0EgminVio33nQ7I0F4ANslb04McySXBmQz0JWWx1
b15benVRqN7FMDdrHQYLzisvH8+9U8Md3ROJjDGkDF5sm3GG89ZeY4uKzSDEziZZtVX39d8YDuII
/B5qPGhuDt9UGVeqPuBZs23qNoCwsw0tiReF4eeJ66eUWj8e7p0Fl1Q2S7tNZwTZlaOJMXtdPGIn
VeDVAqNVi54t2ayR9wWOdQUzbtdjLKJEp45Z7+woB6MeLfO9XWdyrspii7gjqBOJym3CFC3ZZoX9
5wr1/+lSD3P9+h//43vVl6Kd716jpCp/pUUtGct/TZfatK/l9/gf92Ah4te2/Mdz+eMf/1mK5/a7
SL7/44I/dse/7E/0lON8YqmilkRmnpwS7vD/xGUa3qefCdlFkklWE3bmf5GnFE37tLSLkOemcmIi
O+SF/8XLVABmeqDYbP4jhSPrd8hTh58qil8CY9SMZKIWdeqbRp80mSdRySgODCvuHjIDz0UhNft5
UE3UOsaARERk6p8T7F93FxkHazijwpEzgVOwCzIsmarDL1aZujCfTHDlOb5WTQ82/yJ3XlrvQqYI
5cpgaG87/a4RcI6r1o+8fKWlD015b+IGMoxfgbJj36Hui/al1ZvNoNEgOOz0cA98aF/Ew97ub8tu
2AwhaBfcLpL0QvfgOLnrEjK3ki6GGHJtdlMwsw8PsQbwqcFxj15/DxpteyJYOqJMvb3d5SX8smUZ
1EtoC+J2nXv3Mrlq/N4nobBSNqger+u1cZs/tkgQAt339r9M0Zs/t8Vf+7gOo4C3Ix8HG5PEAHFi
5NDue/CBIzahT5GWrpsy+aOfMGLv/vh4xJ9tun/vz2+HPFr8K8ueCmRISHv23XrTrDdi1fi4iG9w
o9tVexiIm9/a3d6MeJzsnDE5sjn5pUG8x233WgbmZjyReX7zmSwTlkMDaTvSFqS5Dt+g1g9SEzrK
q8n5Likf2tZNRCtsVT0W6Ynd7Khh56/b+WWso9mSW63TDCljRVfY/9Q/3G3zud1N5xQXn8qr6DU6
069x18Rw95Z8Bnqdhyn1xy8nXuOyix29Rm9JgpI+htZMkerwjmmo79s0zQFsA+jXVu4jxjeSDugZ
7TMNqT5Eebx1Px70cI/7eecHYx7NVvjStir0jDGNbD0kPR44EvuAibIV54zNx4O9M1HpPaUqRgsi
K9+bdoDOxf5KybUycGhawzI2n24jzw032YxvclkZBjs5p7ZS1sWl6dXdiq5193lu4MjTFNyc10XX
XxOA69dK4mavM8bqvzfrWB5Js9CoyNxDJ0NP8OE70CxFY/0DsGVauOy1+mIEiL3zuaHMOD2ESoKH
NPnLj5/LYXzNIRJnFhMFhIGGFaGhtsTFvyxWqlZ4uaYX+BnHdF6SQsYIQ8Ws6ONRllXgl+mFKpp7
Ao5iLj1LC1DtcJR8HgfOxx08dnfWskCvbNC1qV1aD62q1tdTNTvneGRQEsvaxaxAlXZ49/ElaEe7
ELSG5eRM2mFJxPNlH61UWo3PrI6jxk53a3dtaTligXas6T9NIM+YRbWWVDJjG6UJIPX2nP72epMl
2hx4aNrOBlAhJw4DR8uMpVJ0osLB6ZBElU514PCpyMoTkAmjeiPwp/GVRDbnad00e7N1X43EGXci
dtMTm/HPxuVfXsUyKPuwjXYB3cRSLzgctDKqVCi0/m3EPBX3ddHT4dZ72WcHt6xdbBhIF/R4liuT
HKqNYSFFOB/nb1jUtIfTi91rWXniORzpKehxXrJ1zEWTFlaSwceZmkGnyDs2stnEYBGDpKCtLHSG
xd+1DTdq6P6A1X/mIe2CDTEPK+E19u2J2UF89esMJT3NssAxlqo5Ld+2dfRYLBlikNA208ZmiqAS
H0uNWYFvb+Vj9xTflXaqjxsX9Mi8RZ2hPoUgFp859VTo/Et8HEHzNuHLiataZsDBy+K7RC9EYQB2
GFW342U5wiRtaCAzKXjFTRtpe/IOIEeyK2lgvnMsATlaNSHm4Rk4T99FkVgYipKPxqe3bdMbl176
BWznKNXaaaT8nOhAalcnrvJoIV+2SRshjG7TmIfewDo6kdEiKBwagJAT6VZ4MeVt8aSNGfkHtN2B
MszaBo+jDpehCABfCruhmRdnPVd4ULd1rJBD0w2ksG744rLtFOFVduIKj9/ucoVohFBdEUTrJOoO
J302G53TQ/nclfgNwQSk6LPooGWgtTUGKNo0nlVQ1XdV0tKQ4LaosiMXUIYZuiDR5/HEZnT8WpfL
YdZTeFkOlGCnDi+nbgwh6ki1d6npQCDGXmkNy5LuDZRj/se3/s5QCzyAxX3JbGjO0fFVFVafFCJy
dp6MXtVWCoS/rbMuUPufGOl4gWUaQFQ1F9w/PZqUbY/3r65ppsbKQhwD0++zl6RbUWiY2BpIiJO8
NB8ceq+fe6NDMSlQ2WZp2wLjT91gnDLO02NTnfiqj8gT7s9LQnWK9NShYxXg0uGDxsEkdB18+Xah
EOmPCUOxW6/HiCfKFbDwtFmyyNP6GAtvUyqt/lmbEQKSfhQbmPvFCr/y/hwrNCjnzuCKdQsc4yyT
XbEVVZoCsG6ttUafxf5335nG6XCRC5C2XsCIh1eds325epeEu35w5EWSeLiN9o26yzGXO/XtHgV+
yxNymRxovFgAnTeJQyuLPJuuWo/+GbN/cNs0Sjex49W7rGjoS6RzKvpmuUX3ij+AsaE1JNth+lSX
m7ZMLTf4+MaPg+GfV8PiiXgXoAFQwSVa+SUaGS04Bs6ghzvRt809XmTZrTlZ3S0YeHB/eWgCRE8s
TKACYQ3Kj5JPK/FrZI1r6apY4AiZis+VVVsunQDKAolq4okudwO/ws0gBuOiH9r0ubDgq+8cTAfq
bdFqHAHhhMnf3dWWR0s1Hi9SULEgBI+CHhGXzRCRmGXyxc6mIFEUhGMo4M432BIVebkpaiddd460
16KVtCXpTr/9+Im+/fy5Buw7FlYV4pDjDwB/NgedBh+ANznDJqlzuSVNbJ8XemaceHnL5/3rXsXt
Et0tzenLQkuC7vDdpepgu7hwKrs4D61VbyxZZxnBCZondzUhAvczei58UTn1iZGX5fLNyCjsGJiE
NA14hyPnbjnOadYouxLzi52iJs9Vjdca0FJWeeq/K7oYVLDv2LZXtEidWPfeecRL9AYxaBFJogg9
HD1pgd66Mo32NXY6F2E/qzclc29pTz/1fRwHjMsj/nWoo+VsEjEo4iyK9nyy7q6hS2zfqzYgJaK6
FXaBGBRoeXZiiXj3/qh0uxqNBGA+jqZxAeQ2cvoswr7JHdaiU75A0bOuVGesT4z07u0tGiniQIpN
x8JW7JnQ91Uat8epZGWZlKOxz/5K81V4ZhSheW+p8rdUM8sGwdK3lFQ5Ay2Ko6Od2ExH4Io80n2W
e/XGyb120+HosBnVwjtxBnr7fSxD/Uwko2jkyHU4TxRjbEcDcDEmCdiK+SrmXtiLSnxQRsso126L
z2XhSk4lSnziLt8+WJ2DBoU1lgGoeccwo0nmKY4PPFgjdsu94mJYkOvDdNU6S+SY1OFKxcDxVND1
dmvhg7A08py8zkXAeXjDKVwmfCHcaF/F9eLroev4rMpWYqjZyLHYO0VEYsOto3bY08GkneWzpzTk
/sroazXFpzIAxtsgkKQr+hDi/KVwdaz3ZYmeSpl53q5xac8azQ5ToJbwE89vvMBZQYKubK0VTjzW
3uswgs3w5NjYERjq0EHDPgx5eFtkmRrAuVj6J2kzadJxfiqcFOO3Uu3WBVi4cwxZawj7LpZxsGf2
eUnfeM6pC8p0VNxoU2hcitnIz1QDc8l06fWbZpfeUlc4JwKJt++d5RAdxHKksjy+3cM3MJpJ1Uoa
EXZTH69a/UoibhTWU9lcUVM9sQy+M9YSrBDUcg6gIeZo+Z/SymmLtoz2SeLEl5gcPjlapJ5rtT36
Xp0/dDI/xcl+c25czhtYSS1tBhBR2GgP7y/JdSEj4UWgHMIftYY7oi3iyV8Wqmup9t2ud0LPz3HI
W7nCcC5C+h1PPOK3Zx8ugZWfg5qGfPQ46K2Shh5XXWEBcavBB7D1rPRNtLJnqa/tMUtPbHVvF2OD
jYbsFf2V3PXxl1xShDfqKMI2opz7Myz9mks56cMFJuniRHPM2111qRZAW+bOUNQdV0RnMffzGJcY
M7j2WVTh8ps6hbMyzQ6bWZ4m8XsY3ts0itKPNqYnjkhHzTLLyrykpVi2Fv45z/fo3dpEiQoW7wnb
Kjj5ck7cfRMZ8bry0DQy3yU+pYXyAm5RW7tVKK/LSvmS2INzSiL8dmKTCl7U2/DY8fFyl7//JSZ1
89QqJmDr+1JvyQg0E2byivza56Nx2caGOgSYu5/4mJYP8zCiWcY0OSB6yN/faGTCNh07SSJsbxt5
ApsvjS8JWccTc/ftZMIBW0NXpFpomFisD++s99xewU42octctda53ug7o5UGql5VnMhtvjOZlidI
foUkI/KOo5XIa43RHJ083ecAMs+G0HrIVRvXxjBUdxrHqMAcKtzXazrmq9KcT1Ce3n6k3Cixoc5R
kHznsQK/1qo+C9063ZfdlK+nsKk2TWgtckdjLwenO/Hl6O9NGaLRpeMDuT9Vu8MHawox9vNUpftU
NeLVaDvTejDnCEvXOAKo6ipXYZ90Zyq4sQ27Fe5kroh3sRADCoq23AgVJmYK7fNF7duZloTK2WHQ
Hq4IacN1OFrpOQb1ZtDXac8/pjVWCcvpMqT3IwjJvz5bg7g17E58/vg08c6Cy4NknaVOuSSmjssE
UabFXV926Z6yJ23mLnwNV2/wZA9L2nOd9ryJO/VsnESPyTN/SePGKeOPdx8uCiH2NU6K+PgcRfud
MvaaOyfZfgpxqZ3Ibq9qfcLGpeq0R3ow0musuXi58VSZO8tRxIVeWu6ThhXqVh3ceKdXzdd+LOS6
i9H/drY9Bgi0rZ2rGN6FYuLO6RBfn5WQNXyk7hQgFcUsCVTGZ4PfC/6BzjZbqieULu9NGmwRifFZ
bQi3l/Dll3WmKeokjeMp3Y+amW4E6PW1bOZ4reQR/fdd2MDnKOfnj9/oe0sAlEJWNdpmaZ5d/v6X
QU0tVQaL3Mi+saHZqTAgSfOO+OG2VnVi63rnI1yEeCw3i2MLEvLDoZKo67VUtMwdpUJyjUDkvI/U
fKMb07TNCMRPjPfOGqqzJTNZQfzy2R+tbh4mjdRZmKsagIGVYWLwGFtNu/r4Ab6N6uk2RkDNek2t
nxXm8K4U6dRCiWS6D0dcQUiJ0IqbII3rcs7bQi29K0UfqxXfTXgivn73/sjf01jAQkMj5OHIIkqH
OtXddN9ptNeDxK0ex8prbz6+v/feGrUownjmJWvZUVg3R31MckNhKZs8bV1Fang5zzQ74iGb3dph
V5/Y+d4fD5kApxVSF9bRbmtpNoSYnuc5JOkaSXy10e0+CiiMmb4LuObju3vv7RFkUPAkpKL6dbRQ
Z4ZhRBj5pnun04rzeOyzlbBKkDOZDFpMGu1meooUBKofD/vuTVIF4ytHjwGq6/DVedR7aOK20n1c
6zFSMKfZRGAKkK3PyqWTqNbtvzEeTgvLcHRNHpffRFOaXjHE2d7C1h7gc77AMnh1o0cqEy3xKY+H
d3Z7EJRkgiih81UcbxNGmVdu0nD2Ic+pBKPWp7upI2wUEBihpZjV2ps1/HxGL96NqhKfCDbeWdSI
x2H3UoywSbwdvVVYUzbbr53ta+7ND3truprS9tvUQwT9+MG+PxJTB6NblaD86OuIqVx7WbPAiYc0
XAPGbHdtQq3ccYrsxOf+3t6rU7vEEoQ0Poiro5VmTodJ68g772NVxC+ZIZv9PDfOppFps0/svt5H
U+lejpUMA4Kh7skaupMnrmWQo8AUaCDUx58ZWrSmhzO3BvFchtqc7lXFChdAPHuqoYRrA6tL8saD
ts6dQtsx96H4INULItuImQYh9gqFMmw/fvy0m765HtoiqOsaHHRJTh0njE3FoL0fP59dkjYavlAY
Tv9RCFO7dionlnQOhrO5E3Vm/sjbPMQKAfzuxdSM1tdO1BPJZVu7t8EVXYqpxSld6yf9S6o4w5k1
DsbjbGJwAy5Q5DfSnTA/VbMYVos+RGQsMI4Q5R1JjR6rKtnjpKkbxWuYlGiI9Xqyvk6R0bksI+mK
g+NiCizv9F7Lr0qRd+uQoOKugDV7oxhxmvrlWIjZBwKHyWdjEpiumtDOUIdGo5b5hizFarABTF2Y
ceROqxEmFDn4n16vYUerQ582NTGPlRVYaKWdy6DYAX2vDOk+FkXCjltM/fgCRzW/dNU8/mIq0o6D
uogpOtsY4/l971Caj/sK4lxUNvaFinPR5dTokEUMPHefdOxnnto2muwtxUaubZ4i0D+zCTBWc0Pv
uZmr7rEA7OGsNKvAXyrphHIvuOzY77IIo3mZFNpXJN7RfT+B3/cVYWeO3+AgdK9YVa1sKba5E0Sp
qPJzLbUuRrd+HZP0MXIUx1rTEaw9NSIpp50+U3O9IsE+vjSYPqATD4EBkRxOtVWUOsZued7OdTEl
HfSWOOrPXfI6JT7GxGBBQk9StzbaZP7iZkP24sT6INa4ZURfzcoZo1Uh7PmrpwnbOaPgbWJ2OiTO
VS3n+NnKktDbt4qj7fEUNko/LYb+Soqqgx5UjGWBg1aCnwBeCu73pComXl9eIfBR7D689Ca7vQ+z
kdpKi+xBW09KKF0MTEuHrU5JMUdUEk/eAz6iZNqHlQuKQjiDDHAPLj8XRj3R4md5YmfGVXU3tpm9
lzE4mDy11UswCfWd47YkucO+oeDgDMNwW5eySYO2A1/s57LXHtSQ1QS8W59eSLVVb7ApLkwfqmlW
+raiLBYCNsy6bZ1AgevtxpgDDGl6d6V19iUIy+l7ibckdrGmAwEnGqFpripdxe0pswr1RyzDDMWS
lKq70vuofqIBeniJuiz1kN45Tep3rVp/NaykevXMXNwbluyfpZpokx92k7EyxVxzJdGYXqcimq2g
my3rxQLRpQbhRCdMoKPnGZmGMdK/yWrv+yZzySWGqBCDsrfs566L5yKAcVw9Z2k2pmtFc7wnPXNS
TErGwoB3ltQAJJPl9+Rp3ge42ZbmXh0r7cUiWZptw3FybyguRbpfZpUJh4sjzcoTsfmYwAg8K5s5
HQOYwH0Y4Ig8QJPTzfKbN5JbBQWdWD353TlK1oaeG2cx20dFhbeZDSZIBnDaZFd+cmjVjf3Yq/mS
zIQSVdCrcRttwI7N8zqPkx7E1SxxtU5SO78pgMvcVGlEozrN0RFGSV37veqm4otipOa+qDw99dUY
TadfhkO398bJeJRZOfwYSQGj40qiIQq0JAu7oMtoywtkqCgIyuIcw+VR9bLAQO2B/5tRtr4+SrfZ
QAAOv49pLx7HObfnQCcZavqRAV4q4Lqxio4Rm5okks252Xt9Kh67Mi6u8rEJC99tFvJYVAjrLsX6
m0N37S3n3LKdbiBV1Q9JV4+80J6pC6Ws0F9jeMw/1JDDjy/raL5p0zZW0BHQO73q2sFiquNDeMMC
Hg2BtAw5MNcA4o2k22TA1IM/Wg0iuxjSbMISuIxfnFkbsaEY0Jj4Yat6w8qgqeUO5ppnrLqKAtI5
pyPjIe+dxRh0jMiQj3anamu+vCnmDUBVp1if3xZqI75bdXouZPJFlZbZb+oMFQ8HGjzo95nT1uoK
NluzwhtEjqsQlduI8/NUtyvmQhXf1LGpbgqtcXDm1OUQnXVK7DgrKlbKbS8NO10nqWzvuqSP7zx3
8F5GHuZDVAAetLwvHB3pZbV7NptAsLgjhS37C1pC5LxOmcBf636Ajcya5T2peaRIzrb6bAZFWYRy
7WaYz6577CUf0hwYVqY18SO/vnVQQHkLIS6bwzMZDZ5DXwIfi09Kp/qjMkM6VzShFJ8L9JCf+y5v
sA0f8sn2tXlS6pUHzi3yw5JYxKeVdYYwKQ3rzp17YM1TrV/kTWYytyfFKvyyF0q7dkds1PwGa2cm
U5zlCXNCeKnvURwZQfdm67kta+FbDvGVLLrB8acmFjDVEC1VfuaNUczlTd4eyxTt6zDAcxujcXCB
0deFFlTw28+ZzAbFe6N2hlXZj3WNJ4pYyJpGJa5E7yEQnku7+lo0TXddEyD2AdCLafDtmIQzjlVZ
ofpjDUhzrTeD9qTElnvp1pJOzJ+hzG+p8K/r1/JetK+v4vK5/p/Lj36v6rlNolj8r8M/dn/+GXeH
1bN4PvgDaKBEzLf966J57/qcH/1Tqb38y//uX/7j9edvOaGg51jzrwX0/5m/PGPd8atInn//p0Ze
1z6RueEosnQQcbBcmszH105gwos5MxkbTkaU7j0U6hyN/nJnNvVP9GCgLVmSeAACUML/UyK/KOuJ
i6m2QySgmfj3RPKHQT1aCEpV7F4EkySZSBYeBdpN39APLsIoCNN4uM0I1xrkHylwybw+aTNI195B
CMtwaASWhgG6gXgUaAEPQ2qMIVITe0HyBm1lPklPkPVzAEH5aHKrSwiWvdiMbpm0PpHZ+NIZiDT9
PNKHqzmdbWNXlPisEUBY6fUU4hS1jsjReSuP5OCt2ZNrWgGITNg4MZo570zcXFkMalCJvVoidfSs
TMO3XnWfMjgYoW/OoTX5g62j+ItCrUp9lIHFoxXj4uprbWrcZnZb3XhjgfeVsRD8oixxhsAUuTms
FNNNnkBxUpJJSC77ltV7XtBRZ5V+mNQ1Oaa21JHdZ6H+zTMU5E/z7MSPHXUALVARZeb+VBaTy08q
ihpIRRjFCgCb4gRuVg9XUZtXX7opLM6rsU7vQF236S41ZhYX9u+698XYsB+rg6krPqWY5mYYHD1a
a2LWhtfUyRrEFpoU36LKs67jMJbGZp5a68ntgEn5Q5vrIDxzfUS5JsvmUUUcluyUrhhwMc6i+dbJ
RFlAuddrUmW10nwltxB+Sbwpr1aq5QLetKgEjgB12cACQx3Hb6aadOinY839os/DZBA4i+KlKOZk
3FTmLBK/bzrwmR2L7RDQRqzdwjUtjJ0prA6vOqn1t+lo2IrfjH0Be7YnauGsYw4qAHek/pCvWvec
WVurvtvO3gNdqnHNfHHBGURlDXfZVhz7W0y2FECi0M1npYCVHOQyNaK1jQa63ZTt3NzMoxheUjIw
CD09CSsdOw8YmoXZDTh3U0T4jL4XsmcmJ3czNI2MtwIjDTWoxnH+LGo8p7l/MwWfa9rD9RDG2DhA
FG6bIIwra2UpnrNhwdWmrSHM9jWp1aoEcCBGaMgUCC7cNiYdobeu/SNCFa9BiJ/VhxKHWEAFcdvK
9VwPHUUDWK7rWMuH/skcrcz29Tkm9DFYHPV1njnjtyieJnb7yTY6v61aVQR4J3CGM3vAvn5ojl6x
X8ys8r2NqDMOmCbKC62FDpI1RenEMutCrKxEEvNm4zAVq8ydO4MmsBz6ch9jfWW0wIhBaE5xudGM
yczXembqUxA6ZTT6XTNOWCh7ZhY0TSagpOI1gdSdKKjyGyXpCEnqOcuICjO6nxGvj38QPtXsf1Sd
ricu48Gii6PZwczvnLWOhsFAHjDjtzyqFMtxVs+FttG9sX/oRAu+lKWrrda4jmSXDgcqA9z15F4V
U6nE61hazQ9pDD2yxxCHZUIzr5rXrZOI55oMMd5PalQ569gd82/jLETl630dtquQkm60NmVkvI6G
VYjLtJ6dbkNI00ExjRfCh6fI6CHOAR2tISpRwrAS4qQ8lhAp+6FQl5J3l9FCMQ0u4VAb4xFudFK2
vmnn9jdpK63glNnq1xy55kcn6dQHCP7lHa6OWReobT7cwNG3NHLiVBxWFr1Lf/nB/dYWfJl8pyOx
+kMc7rc/99C/N+P/1zbqZaMl5c7O8q/36/PnHthH9ut+/feP/dXa5n5C14kxPb3ZKOhRIv1z23bc
T2AFVROpKbUhNEJkBP/atg39E/s1NWvYq/pi28F2+ldnm6F9ohduaUbjB2nR99zf6W1jqz/YSRVd
Q2jiQNBfdthfihihkzpjhQ3fNsoB2dtAbdECDkE85C/ZkOMubW/ZDvxm6ANm8j7BLK+3i7Mqu28U
Ax4ry200K3462O0aj4HnhQu5c3I9WZVulqW+BeBBgo7Xx0I/Z53XA/7PmgTMU2brG8+7FQNLTOxe
OBoO6o3yIM3+s5ZJ029IHAlMe7XFjpxmu3HhWcY4ebt4AhrunW7FPyY7ZM10cKQ2u89ZWn5vCmPP
HpCupjgFvGvpV7grXYgUc/TCbZtVWtDS1sbkjA3nPIVx7EtsvfDlsVNYLgzmzW6A/d/aE8tRO+pe
lba+83JcZYVLGWv5DOvkfBzFlwGqczjbuyb+4XhJoJSqvkZzdS+JKESKxv2PngyxLN2nMbb0gMPR
l0S7bgyrXpv98GyFgk27+tya+g8rHaeAAvqtprJGi5I4vksfMtjEl62VqWdgWa7nqFXWXZRXgVfS
SuDO4puWDOo+ERUml/r4WNQWdkrwzPEOrjkbz1MwFemAkLhtv9FCEgz6NK8y0SJhhr5KCpt+nzII
I9tM/cnVcX1t463uNCaIYdm5N3LUmisyGPxDrXvAwbE7M1NzkzRjAzW+ql5nopLPhaInn+1Kpjut
Ui/yMXc4QM7DeqD94PfD/P/eGvNQFfzveBk6OBT833EKWAq0/3pZuZyfy+K5/XVZWX7gzwWFBebT
4oJLwE4Sl4Z1vug/zwGe/gnhGIhHzSQy1n9yXP5aUHT3k0V6hTrpgmyFLkrS/a8FhUZZFNMwwyjH
ocgEmvM7C4qOPO5gRVk6BgCq4eHkkPRGhXEsn4X/6y1cNZ2mBIj1F50udblR9GGmpVO2xbXXc4bZ
9Lk+22cUIkW0zhVlalduLMfzUU9UM3CicBR+Zdb63Rw77RdTbco5SMPB+q6OZvs0zWOdf5buDLWj
bD2SVnFZd6wnA7qNjUMDB6ng2syTlRx6+jocM2at0LWOQ6qW1C3MK+IZcowZZJBVY8fRU1w5DUNK
HixZoqESflyYGmSDYdzMzQxXvbVEVPtTmOnlLo8KqXL2ruBj2TVN1H6W5eEFbGjvuYiNpPBZPoYl
wpuVV654VAJ9zJv7XJQj8ZswCSTS2t3PcS5CCHSqRgsIBa4NqffoWRP5tHHplis2k7CEgQUoSbsV
Kxag/ioGL+qTSlZHDEGcIl1VnFi+10PsfW0wdaEdzBwB2Ocq/A+/1yPrup1qyFiSTQC1JHppIAp1
HX2NI8O1/FhXyP+ZyCqo66eJVuEkUA5f6oTieVDqsU27GblSP3fNYvF+iNrPnap3j/qcNX/ENK4k
eKQZnEmMfCorv1I5m61iU5N3cTjYNQYP9SAp7kxWuarUenpRemema84IDc2v2DXzFQF6dV3hUK/7
6MoL2zcHraUftmgVDLBtLTvHcnY5cVmZMgdxrRY/GsMk85K0xPnkM7r6yc608sGqGlJ/2eQ2sNTc
NL2U9pxE14PT9igvcLfufZjz1o+5XaRZc+r0L13bqE9o2gnj/zdH59EcK3OF4V9EFTlsgcnKWdpQ
V58kQhMamti/3s9444XtKt2Zge5z3rhpQR9ZK9cCJlr1Ewlo6/SHTtCzyBdeIp3WaitP9eAqcn6m
zPdOW+YY66/XW0VLv2to/61zZZ1qouzlUVHhYiSjFyDsGBZ7+9VAgagjgF3d2Bu5ws7NPPiXzJl1
l0i/ajnP10g3Rz6mWcUEwAN7lkRUylhmFWtmUfom/NWo/lNUrNI2b2VmGTdZVET7sSA/J+ncmTXC
yOVsJG6xhgDNjXDu+9zqKxA2c3ryw6n6QFFgN2eilat3H84v3FEQxpTsNSrkwpJXbkUWTZUB9Qr+
LhrduqaRUUzcEzlDzoOgeFTFHttkncAmTvKWFJq1O3q5Oe9bt5/9uBxDPOiilCuQYc/wD0MnZMJD
3T4Sg+zzskV18F9QoTYGMcRRvJ9MI+RT1ib9ZEs3hwM/5VCZiazQYcSDogmVv9lF7Q5qZS1T1tzl
25nr7bNfG670xkLsnTTbEPLK2+bVllIuZUC7hG3+dI5d3AahWv9tNfFqqU/rohtbRiDntJtyHzHX
sNVrDF6iJQYxezTuDF9Nd6BaxZjglZgl2dNd7YNyuhwbkmyUmZbfNiNz0dk+8wFHJvUzQTYkrmEq
wIhoQZrlN91Xprrl1Cl6VOINsvliahm+C9QrtHET1jvGy+BZN7nhumdpOONL1LgjdchtVgLOur1R
pUbrGa/jIhYZ93l1LfuDwsljIkvmOwC9omZ+sNWPWiMpT6gQbQnGYOqPjGGM129ryzaN1sV47WmL
yQ5Rgb54n4NYFLhmucb3nJzreBx4ItfUL+v5nT/Ld2pUmkg/wwyLAxCo3PbgQGWddPZEFHcYLsNj
znFjvM5FN6m46/FmUmyhWkROjAT3+NzAl4eu14SFN024JEWQTY9e22x94sIN2VCFOCTSJisbWh+J
ucvioPU4bzdzblXikRvdppT9UsgSCa98JWAryLFFyPE7KrASsg4afsV5q9yAIHJJT9KqPHlbFIH8
Nl3Bcz36NSr8okHonzQ9WnXQ6sgmY2BUXDOE0lnss0XFIQ2l5X1pkWXWbqT347YJVt5BpID0lCwS
DLovSY4/2dKXc4KLRf8Xzqp7aLcmkDujcIz6WtI0+0QwTOQ+h4708z1NzIW/rwa6euMm7wp1EhrQ
HK4mqjsWXpuVkx2cHkSfMeoIYLW+u9od4D9ZGj6DFgVNWlWOR4WuybMQO9nKwa1CkPR4YBxgfJ15
MuKim7s25TttnlCZSRg5jl1y1VRF67sk04CNf/WKL7FG6qOkcaZFle0jz3JYMe9z1NxZAido/9Pl
tWeuDr3RP0Qjcsu4Atb7g00me2cJVw9z5Tg1JyQ+sDQlgfrRpeW3i9IOvr3ZeTX1k2PnAEVEdj7q
mH5NZOvrULvBHs1FC3rdgboFNLXIWJPtoeNwCt0rKaFce59pXwaJb8isS7LOGYNUGdpdYl01NUQg
2/OOHNTISTzZefq80GqaJXqyzafOEAAwfpdzybWrKW5WycmZymmd4IizjbgLl2Mfq+fY+o8O1E8L
0rY0n3ngjv+6trfnS7sgu0Kq3ofsPgYl4ju55hxrxiLHhJfHLBHPdtWbuWUmca4ts0lsrWje712n
WLZzR27jtREzKzIqjzLjG43BWFCWkzVhUi9KbjufEgn8TME4ANjb4bfmgBY7jcf43mMyMk8OVSEm
8n+auHaBPdEk7qoq+/P90iECw9PL0RVDxO9HbxNkPOxDUkdqtpPeQCbCs0Fry3kB1itJW1xYtRyd
dxuw2DIOgAj2RN7jutXcMoxyrBd2OF/60Qq/Z7SV3MtRPdD96zTnrHWDc03H1WVzjcpIrKWqBh5a
vf0SN769EjvbUtspv/3RvRQGogBlEyY5k71HiW8XDp9tIw2UA9ayQ+GxK9VwLtyGgB7qi3GQmFRv
lQBpWKb30Mj0o7TrIYyG6BjKGoG4O55pSulhLSbN/4o70vz1fHIV0KUHccEkYscuIGwQiw68G+dk
Lv60R6XEVPc9nXoL1nlNgGrdZp7YTVrPdTxf29Vix5i8G0tqr8bT0HEp+5VpGphqdQAWKv1Xh5ii
ZooexLwyT2VWsJtMRAZO39wbMjAxVpNYh1jjoTE9ZfAvZASif3WiI9cPi3wvB6dPwmI00D8i44l9
mFXCV1aai4D3M+ZH239ytSXeZECbFMPKYCeWv9C/MwxrzEBPUdRs6N1aLTzDYQPlF5XWdxYKL6mk
XJ2dzrAdbtaUZzRu+Z9h03KoG7usgSWMbdn2cddtex6uPvb83roaS909TVKBFy+B1afOSuFOHtnv
DSj0XrWiRIGgzexjsatytwbBacrMmY6pq+72KrVwfyO9Nne9m5dHywAnToLh/z8t923arGt2S08e
GVMTbUDq2r0VZ4ZDc0lBt1Ec0VD7z8/z6GvcxnMfGA4AAhfqQGZYn81dHBZRdueRS0ul13iomw77
XwWEgnxETMcpC42DKLohjRaDL6kc9T5Qsn3UYjSOXV7u1VA/GI3+otmlf+6nXFymGZmGAxIBjNE/
4VJ1BiZBMX+qLRAkbQXVfhjqPkWN2x/7QPK3JC2+752redEEHH3fKkxHqrHfFFZgm5loGm8pSDBu
TdGLFzi7m15Omv9j0JynK4DPGdrtrKl/y5b6hAiiedSsYBH2T4qtNrMyDtIVNLrlOp06Y0idkcak
2SNsUem70W15oPS1k3Xm4KVOS6KP8jpC8Ly/ajLneJjG7WlR1hcD/FVfY9nbkd1kpk+ZPpolb/nq
WzDv1NOzmTJuT6+r2dSPMgKFYQaL9vSYYhc1OATg1uWfN9LL5g52vu/MbE7VMnX90WwYIdYh4zTt
w2E3dzNW0bzJd47RvpgcweKK2BZVzHqwHLuGdKCw+R5axfmSG0GcS+cA14saZ2AYNRWTe6XL8dC3
HA9VYUWx7flpVej7cCqxm4rAvZih94Qe7NGqQuSLo+PGymmtOx/TwmHOrAMH97sTITPOhx9V1jsN
+BoTQC8p9PHdA3T3nqpmqqKK7UXwWq2DoS5WUPNu+tuucapPmudP6Hv+EenyvaHMIKlAGJJZg5fS
6S2WgtAv0kgGDCq99+csS5jgxVx3jbepZOQJvN0M/nLoLsvezkjcqLfr8hEAdWXSWoGAQk0EcrDA
B+kiSGqu9Cimea9FJu3aJ0kc6X6p0RbZC/Za+jaa+kos+UUT1/ggk1474MvDeGup2YnbXHeQD67D
JuDk7qGcfTJZDf3tbst76RTomwMx3HMkfaEke/Eni6DovKiUSreydaY487L8NmrFivzDmyjd8NlN
65paLO1quq4XQqPE8ySDh7G0HhEY8F2xpqjd1DfZXRn4Dz0ioP0InwV+jwA5JqnvV3sbNu6RuuND
ELVf1ItfAlPxXQter6g03x21rbvVzjT4l1tfDGsZoXSsnzKIhgNlzF3Nym7+Y3S44d3JsPPln6TN
HPNofuh85Ey5Gm9adj7lkURdd/NlsD3UFQtwdowc4z1wJ/3sBvlHlAu2p54ggtCuln1pGRF++f9z
A2U12bCQc32qVcDS3Fg2n0H4AZ+rHd8bFd2YBPzESDH27ix+NZcJkGMx0CPWGadJuudZ230SNeED
A1+eQpwltG1PdFNBQDVWcODNVOnguLf+VSiUle4JnsM4e6b1S1h0FZeC/8pr6PQaqrDbDVP3oYmj
Q7vW1eYS4z+1Pm2rCF4BfM/90p1Wh9DVGoCS2YE56SK6ddxr8tZTx8nqHWU4YpfPGctXWycqyPzD
OPCTe1FxWAr/Axk1HYH9pZX+pYuaz2xd55s88P8bDePcm8sPcbnbpZcjgYPLTHPDEkUXw6AsiFKf
236jEcaf1j37wn5wQ6A9mvNoVg1uGtxEd3buHAbqZPEioosBvQ3vmbcV2z2jbTUaH3bLh/KXGqVC
qem3NuunLchdriLhfjgMZwx79TGDnYI6eSSt7zwMBt9k19vImAYq07G6pJZd/eV6uaFTMj/Y1P9s
XGWySL1lYx3P12O51RAi5cCy57vr0XKaKYUvJfHHlkgVndpJaUF/3+hlx7lCBAMlfdkgkZrV6tjw
nHqiQylGx8nyZQeuTJQ/mTSYse943TSfCrroMyLWcl3St9mEaaT76L6pzfamKZbmo8JOBlc2b2lj
K/HJ0zR9TCroY2MtH8LWSfB7NGwWDUX31HrPLpZRV+WIbjQQ2JWD/jAqs5n3G9rUR8HugjAw7M1H
9Go/VuOhgzF13AmH+ISMId9firR38jvHGb+l9qfDQgWjbMcR1o3KR1l4j9PiiDce4Js67IyXiOa4
G+lTzN6hqPkou1r/2trhkUBm74ImPLqFEUdq42hqgx5sGZqu2FerY/6KyXdPCw6x1R7vHXzoDu6G
tJis8FObIjhi7NNxUUWK8x+hU6nHD4jc1WOL8PtzF8lPz6K2ZfQrqlfnm7keb4XOn8eq4uNnzdcy
yQWt3HBQefOdDe3DOuubSkzvbmt1D1jlvA9/dYt0Mpt3q+5fHHNd2HZ1kZJb99cvfkkEMkhZZhP+
4dt13JQTSQvmeDbAWywY2syXZwwhH8IYDzM5lQfP2YBJOgXdTWBToEjL2pQtd2id4Bem0HiNNGnA
TUNYKhBT3LB87fvF5meZx5AUn6ZznqjUYjUmaYWby2jOs0dap+WwZxS2QM5VZp/M3CIei/LRWcjx
t6fi3bSmmrGW3JBhFLd9uJ2HcDoalqzpm1QymTPM/UU14m1avpre+HXdbopNNRhxuDCutVlRpkZD
md7mI6cprbn9zou+3/uTuK2LLTUio2V3lqANxtKOO7cuhhcVLtgnRurW0pJNKp6z8E8sXaKj9lo+
SRDn2Quagldz2aizVPRnDVa03yLZ37CH/uPaDOJJGV/cd21C9j8yQXty7RuTvx1DQwS7zjLvR5eM
6Kydifgs6tJBeAaog6b1ro16wt0nfdFRY7GlR9dmJ/MYtV23zwoCVWOqMYvLQiw9iim18wjUZ8B6
EUFZR+mSB3N+IVBEP+W1c5pFUcxkeUC1wOv+Bn6/7I2Qj4ZV4C4bOqoR3PFke+uLlY0ZIb6DvEpp
50Q03fGqvNppYjyeQPfIMWw9nQYkksRl0T8s9uQY8TxERTzQmXIMDDfYtVWNQo/dUqSVK+x90LEw
yZGmyggj6a7onF2T2246W/jxJFq7a6OklbhRSQWaVDoNy9xEvbHp7taU5U3vzc/i2jKJYaezENk5
/vZLITfG6RH4Iq4G4LccqJvC8dW8fij++R74MunbDqw8TcXwbR4T1gLSlS7A68CB2KPLdJ676mvr
rbbdDY3mulp5zqpl6I/G5LMg2eTRubYiPtL0avDJxjz7Tn6WecBaXug/s91OFtHH3eRSoT2+K2C6
W8JNjFe96KO1DG+zO//XmTgPMk7S69rIqbQ1wHq2RVZiyG9C/Wb2MnjhE5RDKPa4y1aAvTlHMhAt
Q1zI6Wum+zSODAEGsRYE8095dIHgZ1UaaVxijwsAa6spO4AauXvTyK7hPnNa2v6/iCreS9cuf52Q
+7bD8E1Jx3bChNmldT3+tpZUybqIF8K1D/Paveuo+F5nSyOGk8eMlfHfZjNONdX13rbE4xRQwYcW
QJ+J43lt+uo0XD3rEgPnIlsy4pWVLgKwkmIHZCF52b4sVPMmNfMgiSkg8+KDwwG8Lrc++CW3HVbU
+4YLmLg2QdtkTse6JMgCpMsFAqgO9qgu6wRw0FeVVPFIkk+S1/jhw07PLGatvtCd65zF1DAAtMNf
Fo2UKtmm/UFt6PXQy+fhppxdwNCt/GJLM3fzhliWHN2bZlEfOURKGs1FRj5BEeK1l8tty60yLAsq
cYCZaGN54NMXe4STvHqLf6+BDZ67YbtMXmDdqSws0qq2pvtMNs9OTz982HddUlpFnE/c5W20PZmc
qVRSPgAT3peqYEssCb0ndd97w+j/N1UtRi7SQjfzfqNxhLZi+dajb4Z9hF7wpundkeRP5lHzHoRz
cBrmLo85Qk0oCiKFBkXBciQ+NrRQ8cjGFC1FuZvz8ZRTYB07Ube8BjNqfQRynDQU3ZB5quj67F9o
JLPZsjEaG5YhnqI+Uy8sEn3aSm1hlN3Ufuidx352w0s4Lf19IK3z1Ff1a+O53Y8anAaaukGESR/G
voz6jt1QeECk/j+u5zZtq5BZxqSKZt/JQCW9qu7daRn3XW866ehxCjayg72tsRGhvWy8/t6AXtV7
W0Q/GAdmtlTjSE5PfreYA0mRONR2BLb1SVOXFXWtmrI4m+CVHtcP+3KOYmPsxnNQrf0BcPItoLd6
t+hep0TjlWkULj9bt0Y3/ooEGEiTcNq1Hr8a2cslIUKl2Q/jNB+EyuYDMIGMIfrPQVD/On791m7L
MYqGb/xaYMm+Um/9YgYiMUK2mJ0n7Zk0RRX2GjW0Y+6Knnprg6kjS3ggBU0ko9jeWSEQd/kN31if
M2t6FF3qBINb2CSlX8gUJJJdjyv9ezNNp46rbnteu0UnCxr752UaNYoaz3MvACxAc1Et2w/XZ+fO
pNn/p/0lf61sk9kQ6NzcbQ7j38JqFUdaL6eBZZenaJP7zDA1KqASBVE8ZsvyxP03JRKJ/6G0mmdU
ytHVU/NvE9R/p2awjhT9uCsxLBFUUUmdu6JcWLS3a9dHKGslN/NQkKarzbzkOWv1jcutmW6KYXPw
hvrP1uFHZVmUrWf4Z/Wkf8a55LVancShAzNBvdO82DNLYGOq8lhUgbXLtRrPLpVp6Rxs40+jK+8w
FMB8CEfGp1ySMKbbdrlbXcNF6BZS1Ts2Yo6DLMevkrfvLVuIssrvKA+HdDDVIbcwFsoN2dVq+Hde
NVjHfuKhpZK2PVkNNVNWqFnRttaC8Me14u1nv8uepVDupzXUv8VS/tva/FFMVrQbS4qHW0V7PVG4
SQNFenHByC5rUP7pxp0I9Vr+87Pu27R5Xs08fHa00aUyWBFZqyz/yqziBXrw3surR4wB/qvQ25TW
Qo87r+rfIAn5IQ19IjP0fl5rzoG5D2VCedh71zrvAG8qBd/8T+uMKV2rAyZCt6ZjKPxXVPnEYwqE
CZAIcbaiz5hX8lBWr7oCa764tRZYP6vQoDj99IU1qd85lv3dCIu+Yym9PplcYn/axfoXlpng5e0Y
JsqN//siDz7FEEsRFTd56IizaqrynTSsI4kzTwMsYDoULWaG3DYOmqmB8dc1E5xkKL18govKZPSN
uxYnTE1txmXL3D3VWXsxgYQ25t6dxMO0jc5DsE6AiaUW+2B1zqY/4ak3lzP1KvwpvqMTg9+Jru77
vhlEMg4Gpdt9V65vyziVSF2W6NBG3kgik90lbdiD0W6unwik8xzuebD3Mpzkju/HTuX8rVXxZFg2
ZEDv7qvSZWrLwyc2eS8OZwY2R/nFfuU5uVidcVgj59QF06UXiFkTI3PlOVLlUKEan18mUQO+juUp
Lyb8Fk2tIexX97Fsigt2sWMlq/4YlleqRjvrecUnsoPXCXZiEuBcGVxehGToqV9DNEQzksevGkL6
zi2RHEFoxV4+UCK5iu+GkRp2YXkT8Cl7syudn4UcE6KoA0UIziTDMyJf56Si9qHwiLCOjOpc+Z39
seJ7SjM6m1Nhhuj7yUSo2nhAYH9EDjHsReAXn04ui1tgxOWplQPbX8aMBphr296BIvnhiX/r9IOG
xjoXQ+/tnSKwSZQNVfsdjqURxpZzHWR8uMJ2l9slFDtanIg1RTKW9MECN5Bt/Yz4UmdB2mMS+jXJ
/VzYI687fGmATxb4heJahizeJGMceEPX87bRDGLYsNXcxsByynUZilyVBGULmKiVcv88yekF6PDP
ZndLS4Rmd1ooI08llbsvYy9NWtUzyzmINQ8eVxqduUd85X5j13Jz6L+g+S9S3XyEZgPBaXgBW9en
9LjDa9qHOdqd1r2R7mpccIr9N2ovWRS13eXU+aweHjNnWDb9s7ardxoBIeHroNhRRYcdA9oP0J2B
lcD/5wkHB+Mrcct1xfKfVa18zcH2Pw1lNB+Du37qxUV57TT426LJ9s5toxniCnfl7J+rDQmBX3nF
7aBlJ5m7kB3E1HOPMFM15fV7uw4yko7U/KY245pnEA0ffbPOI2+LLKFdjLyH8nDdJ6OzAWlsiOkg
jYp5xjYrq/ArEGUDkVtL/cK3wnGzzqDpiHkZay2ypZakwzT42fcusCHx6D57arElvtsN/wXXw2fS
66GsPDtWNOt9mb27Exq+0C7y7qjXHOTR5flJ2TUopjfrqPwpTKLHONb8AHX4euehmt6NdCwnjaPk
2RaZ+w7nRK2a2t7bQTX3Os+5P9RSciI6Dp6cvDYTowv5lag6i2369z5QTAuSFJWCcVn1i8zXYt/j
MkrHwoP5zrjJPqNSqMesmvKHyR/eMiqE2PQggY1d74vy1u30aKK+XbyjaRXTQTgND2aPwt23Z+u2
zaKcINRNrQMgq1mcTA59JvlOH1Z/IWN5M5hgFj2kNnvYbb/ofT1co6mRNJ5oSXa/K2SuKYOOuDHG
oAeAFdkLMhL3qUA9rU+V3/e3FuKUsy9gf5QbHXFz0TVUeOXRRgt41RlOr0EtLfh3inM9brdd5xvf
1WQdcV79VTn5bY6RPxazOQDorROUUBHO6eYZ8mtYJ0Z1rHdgEyRQEKg55c+h4g1iQqlRy9vms7Ci
bKH5ZabZzui2uG7VBQeafWfzhv4S8ZZ/MOuHRFLZreIbKJqDqWzjRrXzfMgXEncY+FDeHjJ/6V59
mIi0pVboZLfGCZTKIKCQ7M5gDCN49gYOHtfV3aBRFtkQZt7Y3BgGtJjLWbzsQuR1v844GQkU+nzs
+xr7QA066fTedGE9n5P/q/3bDK6b2Ka9ssX2KqwaQJGDFdXxWm+p1GjkB9st7sMgXP6rbGgsr4AZ
GqLsurBnWZwbcvru3TGLdeEs7yi4nT+jJ+0/s7viI8ek9A4qX/1MtulNN1Uf6EQV1vqCOsY7V0Ih
0yBvoHjLOM+Oa1AJ3r41PEw8IK9h6WqctIMyEvQ7gs8emX3CP6CPkiUrBWoE4IKHSbQGyKqAma5Y
F8EcjBRa/osFedg44jbzacVRiC6h/GuFy+/VBoW/qxxkliQuW4mzmkDd5SqSyXDqv1Za0795q4uj
YNaL0ak5d9Vikeu/oV5yxxejGYPbwBbjbgaNSIOyYqYItUOSG6fPBqG+0QWP/bbaaQsLRsx/GncT
6oSXCOXOq+ESKpoY24pk3mtX7gJN9vh95o5367Ti6JOMM29FVlZIsGxTuZBWtrg3rBJPKavcdGG4
0Saj3Qr9WeL0BLnpcIanS2EsZxNJ/qevoytdNdTEhopCnNdMl0lZcHwkhqrRc83FHBkxSVnwg8Ku
i8vYjPIZTTkrF7YuIrFzswpcmOPRSKnR1umY/1/YuZbAo7Zui73Hnu77Rn9Gm4DFxVEO06uvvjHq
LPcFLoPXLeOVaMecZBeSr3d+hW5KOEv4n0Vv6YXOVgSzy1RDsS7NGhcurhSJXpiTA6zYzt9NhPC3
QwYakU/hAxqKaOIMp307HgyizHGMty6fR0e73FzljVAM4FcxBtRD1fVJ5dsd6pF1Odldrk52oz5Y
2QZSMDHEbG7J1T34ZzlhZI/BIs/VsGFKEU9VKfqzDTKEZAyBa9i494iI0m0QObCU4bupQMuz8Rx1
T6YJemf7ArNC6a89M4YOl6PRdxv3jwrDGOzPibOZdcoCy02Gdop2uMNxbIJxJEZRfynMLMi1bOQt
rGxvUBDqkJk6/MvCiJYdt0OcF4fIgzuecJH/IykDGtsJa/dGhcVL5Y74TSMYlYQc48674j1etqsz
0O5ti+BHZuldoFmb4wRkVqHrCNa0LMgeZ/ZkBkRmEoPrlk3i9V32vkYr8xXWVcG6jALtxcAWfK6a
AenAeFUKYTt6IImzOAzb1PzDxlC++35vvFsoJNyElOzoE763uqP4q7yeFWb0BobLOmQP810x5haY
Ba6pIrHICijAyNB1lNninFVYW+/FahdPXtu5seGaeFMt8MMfIM7hklvCv6/X6AeLz2tZIn6wCutX
tKiNFlRwaT+3dTyagx9XlnoLKA0lz8FOfVRlcm/BaCH7cMT3Ao3ZQzaB+TpP7KOXESf2hujjTXUt
pssIm4lgI91SElB+cjd6lsDmmCAjBrCyuFsCoKQg/xmcbP6aJvXjWGP0UJJogI5wxv5qot2DJGt3
c1Ht3KzaDlM7fjCcBU967o2vqLAmLr4mnYf2SJHgdmPQtb0Pq+xFtqLfuXaWH1uFgt1zVLjDU1px
oCkeUmeKSMQXbiDiyqu+RWbWZ8qtP3Xj/DVcXCexmDJGXHUd+V42J5rupai6i1y8c0iYQJzhm18U
qeREkRcIZYtrQMdd2W79e7B5F2zMKZajM/prQIzNaWICJBDJoQXOEl9LuOQBMpI90MZVyjK6Ockg
NhAToGSAgNW9ZjcQO40kXh09Yk/2kRQ3W0XU07o2T9taPLeFXtOxiw5mPZI3jzGdFzlzy8VJGBPa
f6u76AdRTnehKe6509sfoazsk4MF/Ywy1+ppATI9VbmUj54U/IvtxiJSknr3NsGyyxlkOSNAkiDF
/wFFR9UcwNTtyyBqrh1wNWPRZ9FmJisIb0WMp6F9mzwn1/FQG8Ur00J9zrrhT3VesfezxiCL3qyd
Ku5I3y7iPrC3+zLoVNqBX30g2mnv/bWw3NhchiHcTcCfOp5KmxrgzGDp5SU3vduRWoOdfe1QXsjk
funtUjEe+R7nb9M3yIT71SGprJIjiILRXzAdpSX6VKP7cGSIZcmTxq5Y2UwkO0Sl5QOGr7u2yDHl
TImSE5JA6azbrTQb75wveKFvETevXdpH1rAk9toVABELBvN9Hl7vs8LIthEAoCpLMGT6fA4cqtBX
eZ3N/5XGysIVdrVTfkvwec3tMUtOeF3DO/5Joy6bU8l2wU43axODUBGMxIpnjnzto359rDg8vS9H
Nt1ztJTj67jKUqX5fPX8NcLmd5i3IAx3oTUP/W7p6vZRze5kpJbM2vYnGpuivh65fnnBpeCWJ1uU
5nwqBTqIvYmLMCNQTtrmDhsVWwU72LwhyVq38UYP3WzFQ7UGEYY1OTapj7az3Rulbzv7nEjK7rZV
rjWkasREcprXZhiTQs9te+usLSBYPY9glutgFeEbwjD/B6zf4Krv3Y6fpB+2FySDUBrFqP2GImah
xt+Gm4n7kh4RDziMsBK6aamyAeT07Wbvb50dpkM5e+HFa5aqiI05DOYvrbi+b6Wo6+fRDqfnUgzQ
/OHANctdA8mfumzd1sWvy4we2nWwnZdiwM9B6YARavgsQZL/lsMYHee8sqJHIIqRnQKUnuCtYkQ6
F3Y5r4WBZpyA1dDqvH1rt7I8liEJ2T+lY3hvSDFrLsH2qpEUmWV2SUDX+JoOYIBmbGVio11uddla
nJweSXySU/TpI+0pbwX+DwQ3g9v8OEvR3wbKKkzEroa77IkSAXifCqbCukIXiaoiFA+dCTjKa4rf
/iiWseSR05ujEcKSkX2OBsoTQAwESopNbh4br5hYNjcPmdh+I/EhP5amzEdslf9j70x642ayLPpf
as8PZDAYJBe9yTmllFKzZG8IyZY5z8Hx1/eha2hb5bZRvW6gUKiCYTOTSUa8eO/eczmfH/Kocaed
RzOpWY9Watbnsc6tZ8csYqbEY+K1+7IkhG+PlCUz9jKrpgxbXIzbnZWi9faZqXN3Tf2GqNSOLRAC
+TCJ1tgQtI3cwe/yDkVSrEK1qYZZx98qnJBEW2sb2VYetYN6SMqkpk1q2fEpqzpMrA6PgTi2mACd
FZOmGT24DQ8Ddf+cd5fxLNNqU3FyU+eCAYJxzuJ5ag++yOZqOzAvxT+KBp04okGmzgHBK/SVdR3Z
bXIYgD4FLA0oiGn2wZZfJXXtP2u7d+vr0FN2iRk1rNmZUR/KbVngDSBPRQ31igOVouym4H2ZmHXT
oUssF3Ugcy1BRyBL5d6O40Yf/VQ54V66OG1XM7B366ufE7lGrFXeJPIqaZuweYb9kEyfdGX2sBF1
E56CNBwhdbK+jvcUACXVeBJ4Xb7RcZ9TubnowTehzJWzb1G6jTuDPVPsCVHtkmtlJx0PrwH25dgH
SlenEhzNWzV0lrXTiJ3kZogbaAdpiSTuGclrHl6pkhEP2ytCtDXVKRaQKpmabEObOvwU+SiZEUAy
FX/kMRtugyCrsk1fEe+3FhG63uskSeR0UhxQB5bTFNq+y9l2VZU+cSe2Lt1vvWeN8hmoi1tRZNVZ
eRvVUVocU7Mxl542ksxzhA2D05sizuoKzSxqPsaCoW1NK8LqUPmWiazlPRJFbeyd1gXoUtTwi7dO
aU4EsJUalkKPEyfcMs/Lo3MWsTbQJC6d7rnKCrvFBBqK8aLJVDbdVTZKPnZYpo8UhyPqXVo7jCFe
JjX1wWOF9G04JGPfZldATlCrONPoxLsOFabDb4D+dT/mSoBsrMlgWlte2H4FOtWPm9asmZAbQ9Sn
kFW8FidcU8lhQ7t6uEUcPTZbIhv86z6U7XhNk7oLUQwLH21egdLqvR/Ij7q0jKR9QMrN8Ix7SQFj
mMqkQggh99wO/Txme3d2UFsqh1Jk3ccRrjHaSem01WaEfXyya45SSPD169h5HBEctYhQ44qdYt+h
n/IumjBAVObX2nmqKJLCw2hCM6JR7pr+NmobV257HBv9wakqtjHVWmzSAg3/sA6ysuMBYctVa4iI
06cIjWu9niMztZE+Jr3eI0Yeu51TNpG8SMYmlKTb6YzqA+wWBBY8B7Q4GBa/cz5FBVV0o67W2q+s
fGub4fxFIdyN2KdHhtBSj96jb/jdVSkspJRZVmOKA+djiyPPcRrvAGioV+nkdra1kgzr84Rmoj9U
HKW/cJvGmvlo6r2Vkx1/kXgtkQtLw7lB9iN5l7nWfPbjFvyGP9jDNnPiODvHWZtPW1rfXXeFyAlL
3RiMnEFQSwr7joqcVfVv/2Ms4x+bwrL4Mf1ucYv9ACdzPRMUtOUSqQKaw4U4/gFOFjlAlBAdkPLi
oTXczBaS51XKXMHtVt8v9f9W4b8JC3/u/27nu0ee9v4B6/H9r/zD0Kf+wi0HtRkcHsAYXML/NPRZ
9l8QO6TnC1uSA4a+5F8OYakWGzD5PJL/Aon4A9hDOn+B1wQc7PIf0BiYh/+JM/nHA4EH8u94k189
IDxEPz8igOJM4ZmS6y9hyWD0+PMfrMJodhEddk68LsFcPXU0YL+ggyYkOcEcz9TT5hSwbmsmkzug
y/UdyIF52DujhaHOt8Y+XNHfcNEidBHAXkwFDMTaqDk3kYtINeoK9dYiWo0YH87GNYPqfjqYWRCK
DRqZWux555jQTlbchBAz8JvldhhdMC6C9SXsvaz8VuyZ3caPoactgtFlSWtsyNEErpw+9u5ciKb3
oko4BfQNXDHQEXRkgbupmKxFxrtXczGC0IqRUNMvqkupV21mNwH+I0bsm9RmaNSFrZEhR7Rb6xBh
P8bb5MfWNdN+V20E/dV14FGRXIjIQb3CHlyzLHnilZ6Jh9geXQnNo8IvzWNtyXjx39ZMKvpwNNDJ
Mxs80Y1rTrby8lM6Iuml47L0nWNRLJAgMeAIG2fEdrsRSbNg0sbius6QPIEvrgFs7MaG4yqtNKI+
HaH68MBoCYIPqMPxRcyyvrMLfspV3ZkmrLIp7V+Czpb5tkVt/5KHjvyEts55csNx+JxyFjgHim7s
BmfDQIuhsSNjB1Y8op4Zk2uG+WuYUbT+IbgH/nzAbbnSFcKMtS69Jz9sL0u0wbbBYbSw4p3Paayu
jLMbvOTjTYMkNKgQajHViHx54FMAz6MUiAl6aOKtL1Gvil2cja9eVNzijixBafTe/DxHqQJGPOvr
OWEQHlKPOpjsRO5uTTt/mw3x6BHlvXZypsBWfXbwhtZTd2U5eq/y+Tx2HSQ3/yIyrKesfU+q4aYO
nzIVv8tar5PQfIEqd8rhkmHnO3d6ucXA6OIAWiVoFeQ3+yBqX+oUJ1+RXJPevG9kfWtBx1ADU1fb
L/Z1Pq1Rmm4H96IcEd6HHX5NTO95IyIOB9A/0uo0e3mzF6iM6EIgnQ58PKOhFg8wXex7lc3lF2ai
R3vkmaMVNm4iVMwcZW3rIejdbFNIa9sztr/HEoUVqdK8cysDj++2tybjBQo1MLm6+ybS5gon5A3y
0uqSALRk3Q/t8ECrc9246a4Luoso7JtrVLIrGaLa7uuj9k8NPv52aO4kB7V42Rak/+xbr+Z0jUBj
nfobC9HkYELWMrdWMD1Tgm7zhh8SX4EIbiZUeXNm0uzy520s9L3K27XR5ZjrqlVCQ0zPn5Xsb4MZ
jp2LnitRayIteEJs1G6QGpPrTDk7z69RKIfndqF2OHIDbWuX6noXe+rSi0xYqMBtjeQSRf5qLoxd
DfzQa5MN8dPYX4uDY6cdbRmyy6rmUOryvjMeo+yL6JhduIzAphehMMf5NS5EBB6cWINsB1N97SMx
tcIvEQObKoy2zOwZxMVt/wnnCratAI3w/eBbDzWO130k/TcD0TGP2mWfI1XFobtyapFvoP0CMsFE
1NQPbp31a5MzwqrNbaxj1W0+ursASwjD7YGFqnhRWp96jG/epHy4ecmO1q44aoWYopj30tCoD+Ng
m7TOuYuNvQqGd6ebopKFVYjbmAEW9g5sdWWY3sQSU+eQnbI+uppNOyDwO81wZ6U5ik0nhcjQjXcj
//RQ959IuuO0mfRXdHyu7Tl9FpT6ZW+jc2bq3abdEUvGfT6jZG1RvfscLuazGccXfjbvSkSXpeTp
pXK9NjM0CpG3aq2ZchwzSbyy6wy+DWu6z3hKXaQYDHcMSLdm+2L31mdmdwe3yJP7Yqj3cqLyyu3b
yo3PZn5yYvMUpt6+6rOHsXSv3aLBB5pOCIFQfDf3VH13whiOkpgxq70xsE+s4/AOqPQJWuAFydR9
X7AHkdN6n7nzFcccvLHh02Q3d2K4QKC26xsXAk8KSY5+ToDfWe/RkzEqqobxMpxPLiynxkDsTLvl
DKiN+GVgB850kMATyqHdTfUtTkpcnsbJAY/uZ9eZOOR2cxoiz12nZU6TBryl7JmxugnwmkSjnnQX
iyvTDh8Rct+IHSBSdLYVmQhFBqyIhueuE8G3dnSOiZce4sENLovCb15zR6UbiOwHt0LI1CuOysac
rtO+f8TF5tPQ8zguzE6Ybkustut22IPx3c+cy2BN7R3aE+yrsz7H2jm1wZcmM08o/dZeUe50T6Re
ylqfjAjV0fFEYj+nzIli52RO6sYiaFrY806SqugwjxHO2yyO/lyc3fHsGSHnmRtcI5vBvJQe4iAO
QFYVHWDTBdTyhoxeUU0sYqKhKddd2p6XYTj6srU7mcNrXLUnWCUvMwYSOXcveWxddnjgV7acN5NC
F6PjXa01a+vY7Nz8WA/FtgvVwyAz8UxnjH6+S0uWUJi0OufdstiWdv7YNc4npDCgTNQXHEebxNRv
c9Pt6MyWb42cNq371EOc2jvM3T2B4yCgvdVO6DgyFEFMNl+wtQ2bNjZvpplmwjTf+NYR2dIyAOYl
KzdGCYiMJBvPzQ92PrMKxq+xal5FgCrJbM+zJ66EHg81i7lllcxklKyBHJxC39h04eAfQtfcGr2/
dkxIYIbL75WeQgTAt1gfNsb0ZJpMR0hW9kF9NPjvzNqBzql3TuOv2UBHqneHNxWkQT9nh8l+QZTj
XTbzeMRNdjW6zTfqfPT0M7Yj+slaon9BBkbZL0oaO5l3tppnmSOq6bonUubILiF+25vAtAQ3yAOe
xyQ9gi/d5cgMRwBNFlMYtJiXcEW3iUOvNIz2tR1fJH74kEBRQw+1eKOTXSd1TE4uuuGpGDBBmM9o
a780eIrjBGNT0153mr42OXRTqY/pMoKbbdQXfvc1BMG/Rl131XrdxVClN3S1FQ3umDzGyXrAz8a7
GQzTESoWjeTWOYV2QOOA/SCn7d0cKLei64TvpsyNTv19Z/XmTUjPMLE70pm3c/K1pF3GZq02oSpp
Q+asueNrjooGCwxYt/ssCXc1+oA6/Wxj4Nh4xaeFbdqjiPQUzIPpM85dHHMIQ+b+NkbFmEhmM+kn
B37YImlIRqxtHu2C6JQBSsQauja9AyqTr2h0D/Tjj2lvnbKSgjYPuSckoDsOPgZv7bY2RCioUDmJ
bBXTEWO8IYhxq1HI2pCENVGzsyyflkysJP40V8/YfhgANHF+jg2LPYqUTiV34cTsgaFQlk0tq0V5
PeSd62FK0IKfTF1wnKU2zzmNx6I+IrrbTD1fdLqMPfcFJcP9IMzg2anYjyOwcUwI8KpTkVrrDKdh
BEMz5EAgW8wQRb+rwq8oPhlWdcwcNPoHdCxsrqM97QY+yDiXWyCr+LEUjydC08mcHzFDItLmvO41
twN1920MpG/TxxBPZ+h3Q7VE4NU27Vbx1NfvxE3sp/Lcm5d5pdEmM1THfTWAqMmqN28ctyo6uf3r
WG4n39sELSM+g3m72trFe4BuKM3PbYUEXpeXLbjPl76I9i19lGyqt6mMVvmUByz6YqulvAeut2EU
ekQouLeyoXuHycS6o6tNnelt6SSwzbDnLH7mLVx8WoWcZ1aAbV2OEC82Oi38cjdxwkAVKvRTPJBV
TObLGpYHDRpEZNFkyk1hQeekM3lfQL8g1ZB50mFw9Tof8aTXfL4ycV7ddg8KDqYtzmYClgf3a6sA
pBrmg0MytE/AJJKxSLOLY+8SLs2NruDgNLvtW2z561HYX1GFDrdFDvkEg8KiVZvC4EK679KbPtfN
hT1Rk0PvzvvLxIuuJsvBatM54II74qUvY0O85y4VDKL7sYloFFEKFT5HCHSB6443KAjmg8BXhg5l
WzdIeql3BEmgAKZ2XSR2Q508wJHeZU5+jMa3IRsPWWJfJVGzdyt/32YoGJv30Cy2TmxvVPAliIaz
tgewTcM6yeQ66bI1LY/L0M12qsF0tEDk+rsWbV1+x2cluQpqdB45T4pNh7PqrfBzjmegTUVxleRi
1XnuQYYpYuhvdsyhQkwPDYTmPjRPHovltcy7PUimTTc0N1YCDWVRBnt2ghTfhntrGbeTil6tDrCg
SeiH01gpxJg+1usGoAmAOYCwgYFA0sGa55zgnnwepz4/ANg+jHTIjqkKwbbNxtl3O0ofEzBG8sKQ
EUbBJotwFafgCw2jXqHab17tgqmE690UYbyGj28lzQ35Py5APNemBZyHxUWRAc8JmYFU4C6BxK0t
heU3ab7hKl8ZKCWFvaH9lmB1NK8Dyh/0rANmEht1SVsnV+FsIKbIt0ie2n0fcdCMUbWvEiwpkcd6
LormgI1kA5MCdcErQImFHplhaROqWxn4DlZ28SB40xFUbyesJJvBYvgfxf1FJjgFcro5iYZ3UMdM
LxwyxnynxcfqZPf5lAT1Vhm8wB6HVBqjAM/zJttZy75h+tNXN4U3W4LUu7Do4l/Sl7IRIpfGu+Fj
S40t45Sm9Ze6Dfa2MBx+/nFPRy3a4sCeNnUdXqIYQUImDXw8VcpC49XjyfDqrdtkOEI6RswD4InR
vnRm8yhhGCBvuepk81xM0yFHmTDBpV7NdRSyy8Hx8dtXNPl7twaAMVm1v21m4CjJ2imLZkvCSHpT
2wmkBUG1PmCNO2QV7MtG7SfvpAOJqlfBIqJOlYWpjnF1W7X7LqoUshTUVeVRTd23Gbklv123m72K
fySRMQWMwKvAhDJU41Pk+8Codea1n+K67gdQpoH+FgiYw4dpwKKP/cIExOWTTITHJAW1j0irMhUO
tc6g+pp9/hKJ0sheUmuSZ2DmnKVQjRAimRZWjtcqK/1rs9M+ft7aGq86xlzxMadmfQGPMYaH0MFa
t1elstDA1nV17vOxMsgvzawTZmp2H83biqHfshiBjtbk3pCuzrlAVCE3VNS5/zLMnCz2jXaMft2U
HnqkRM4qXhg/6AFshLpiyxyuTBiieOKmoIPGxzHc1ORrpt3X/+9Q6un49b/+tkTQ/O8NytVrEWav
X9/b6CfkGH/n7x1KwGKAwSQpZASaqgVi+M8Opef9RW+QJqQrTXx/YMn+1aEU6i/FUZB2IjIDm6kx
BLN/IMdAGVsS5S4xzaYlqb7+ow7lhw42CBQqRi4tXUvxSZZe7I/tSdxYLMiGHx9mdCy7dpySfRjZ
6OPmAo6hncrdD/fmFx1RPnf1P3EeLrRE0zYdWCeo5yw6GB+uhw0wbRk5h4cp8Ma1tDBAyT7Kj0yy
k6uJvsRJZFmw+v1FP/Rgv1/UIrXD8paUH2l9CE0RWPq6vpThQdcO4sOMDr1VML1CFZb+4fv9HETz
/fuR8MrskJQdG8H4hySYoifUo1IiPiATSk7+LI1NZPpoks003TUWdtRYU4p8/1+RZw6Pv/+mHy7P
QIIhhHAwXnvWEum14OV+6DY7qZwxeXvNIdV4zIYst3e6nI0bEYEQQGZIn4vgN3mdxF79VtiMiX9/
fevDreYDCJvspoWL6dInkx8mIumAKbtTVn0IuuVHTkfxiJYp/pwCcthEEwphDoWRvKxAqoZZ3dHv
K2jFhqNg4ep1a92zwI97z+qGl4HM0nDz+w/44Xn//vkELw6obeoQy/zw+eLS0bHOTGgVXtRRARQQ
G5xRHTyA+ew/hXHz++tZSzjcDw/8ckGPkpQgY5/0OOl8eOChzHq61+zaBj09iMZWxymZb6a8LaAL
xLxlndzhY0R8HwVb4JUs42mHPmosU9SWv/80C/jwp0/jSBsr4bLiWLZFyOaHT8PZpWyMLkA2IVqU
5FUT+uWqd0V7UQvLpRRpouTUw7qgk1t9Rcqm94z6Ca7LJlo2AByiO3sOzM+yFIwSbOaEkIKIYXgK
NXFAzUT2OewK1wIqrS0EPAMn61PJ+oIFvjbAt8C1WgtcdzuAJdBOrNz8Q/KwvfyCP97w5Ssy77H4
lZf38OMbWGmmGHGB8M+pBlBmILVbfGYo1R6zRqVrwsDHp9KvE2J2cO/QdKtwYVEKnhqOYXs0jfpI
z6V96xGwwlIds/vM6czPow+1dOqT7D7BWf/JK52ADK8uQQmX4QKFbfKKgJeeB7iiARCFIM1Hti1D
4LaY2yvg5f2W2XN2//tfdHmh/+3bArNElIl5D+0Qf/7DC2/0JNZ7CCoPeKmwuneQn4kuMda/v8rH
t4Z7apm8LGhDvkfbLcvOD1fxnNTtRj7XAVxGSCQBT06g22PfzM67lzIR+f3lPi4i3y8H13dZyJjb
ieWd+uFy7tjWEXqmjH5QGV6lZXzBB0OUAlryD8vBL94HNoZli+WRUa5YPskPV8pHUYQ2QWGHAdft
VeYX4yOpNtn9jJ77AosbNbYVxXe//3ofF+nl61EJUAtYPkuQ+HA34Xv66ACL/KClDt90MtAycxka
lQgcS8tG4a3sp8kfq08pRSq6X8D0f/hBf3WHF6UNqljpK3aKn7+3MSxDfzOlh4SHZRM7Zslz0xXg
FoSTB38IQ/3lxZRi/MmiY/5b+JzIFYKzyAO1FIdUzAabbuBmxaUfyvrh97f2V7+nwuYNpZUkRiau
P3+vAlUDKgdRsdM3wZUlWuuqa0ecYqL2LqSdFpeR3as/ZLL96vd0mUkzS3bY8uWHi9Zems3OoKpD
XJv93pZBfBcRulPTcsyCq2TmCLSKBzGCL2wiTYwJ0T3/h+fYZeNddAgOioQPy8CMp6DvPYx3MjLV
IRRKHQcdmFvUmrd5aFgc7UT2p73tV78r2inyKkxfma77YTPxbA7RdctDFCYSmoCB6RFyZJ1HzIKD
P8UzLzfxw0Jn+T5JP2yjyqVa/fmXxdIBuGvwykPNnnUd581j3/5xt/7FRcRSoFpIO+gSfswnzkl6
duY84vEJxyDB0WQgmDOQ6/7nCxzeD8sCIA6ez/9457IWMBmRPdVhVLV8SlGytKuqwpHRp7Qs/vBs
LL/9hztHggwVCJGBnCc+lmRNOaTwE3RzoFIR+5xgabHxTXb2mXE51LnauAm6sgfGbyjSVf51Err5
+0V+FMj86n5KG8HX8mWJSfmw0hkJS6GGzn/IUmVsml6+GUC7t7+/yC82JzYKDwq8rwC+f3wyejsh
xzgNmwNiguweOQWFHDOfPbADujaZ1l9+f73vGZ0fbijpf7zwVFLsih/THkvHTOLaB5BhEkcxr2Xv
Yi2NYF3Q9NZln69nI51vLDcsNpGRBOEmKL34hGKcUV4fxV5yXETVOMTi9q1TTffGgtXLVTQE9m6I
mYXhiqk+/f5D/+JdJYOBUygpN6ZynWXh/GGjwzdYg142isO4MOwIFCZVdWgRLjmB8YdY4V8shzbZ
OI7iYktQ5Ye1qIymOpunqjwEmjT3Hbym5JTbs7ftZd3eMrCYjsLWOoRrUC55e0ga//PvytVB//u8
ygCzf/6unTm7g+FqfAYS93Ou+YbWVPnMfWnK/P5Sv3i3bMVLTG6s7S5F9c+X4nyMRD+COiwpGS9G
ZIsXdGspjT2Sx55wr7mgVsq5xar8x23nF3udrRyaUC7qp3/fwxGF1O5oMjWrDYfld6ZomMOxvQj1
AMsvrQdGK374p+LlF28be5wvGbJY7OcfD1AzYORoyoL8YOhCPhXpZNwgV6wfPMxOB5SBf9rZvuf9
fnzbOMnavuTxXQKafr7FoaMsbNOqpGtq5+pAOzioGdkY0Tc2gQX95eLpIvNneJwrL7jxi4G5cBSX
aDJCrOHfKmll90MiOAU0xeTujUrb+JqG6M2RMbV/6mhsGLy3y1AIPNfWjur+AFOrfWBlqZ5//8D8
4j2UJquVsxQo9G8+vBy2MlsYhWbJ8Arb5KrKlI3CPjCe0az3f0iF/8W1loKAJ1PwW3H2/PnOucKr
vEmkFLcKs7OmA7ybYfrt/aUX8R9/Lce3eQWIwuKSH9+Dyaw1sukpO3zveLSmO65NeJMbGTD1+v2l
ltbXh/0M4YygzUCloyBbf7iFeUzMmjkGbCpjyIlaK3ugX6CqPWQG83OhxexsJELi+ayziaKrg0r4
1STv7Z4k9wKVL8/ZzeTBzdJulT/KebT6LT8JjdOSqfbvP61YiqCfH19iwpZKm3Ydm/1H/V8tp9aZ
IhoiOT4cTEl29Yov2zhV7RgxdyMe8a1D8/egnZoAn9QKEIQ0Yr4N3ag+J/hy1pFl6tum1Ok6dzmL
lFnXbyImahcozLxbgrrGvRkPoBYClV8OCjnP778CB66fl7lFJilcgZTb4WSN2FJ92MeTFvwyhklg
CyXoUDE03adACOQ8ZlWQaYllG+wN/IX8baAO5panmCOh2NRDDyqxR1oBwIDoR6+y63ibVKMcgQOg
dVlHxI09RfBAcd9JUfrrslRuvo9du9qW08zKCcpiHA9+ldnBTsvE8HZJQBzlVk1p8xpJWvzb1Kxm
BiXKhIUi5YyD0ysvU8z9tzhSigtUHWjUJXRVxFp1xFQ8FOckZNkGZObWWBAJux2wHejyzYmyhDY8
6r2Ndv2BESs+aty67kXgp+6jJTUjiA4kBMNjf2vU44FZbrvFbBtonE9ldh+TgfjVqwKbRzPJ+ne3
ne9AoXwzrVJs4KaCwRqZ2U+pj8iOqESO0pCWTCy8Rwda60qniHUyAbi2nPrqwZmbr37gxgyofPNA
Q4HcJkn38TGyHeCvdhapI1OVHj6aMXf7zJq9Y4Be8hxGdXYQ4JoIliwC4wF3ZvwyiRqxHV4UdYic
0fjmiLbaer5msGKmMTYiB4jYQ1zbwbnI2oznFdrkVngNvJFKM8XWVevMW2PGmYBSAeFS4Pb6qsyo
Kuk+BP2rD/HG3PW9w9i6Gj635ei88SCU00o7+fSpGb/LFGuj23JUS/ddYEeI9BoI8sXQJnds25mm
KdN/Yu3Mv1j4fY/02OxTBukTZWQPfpyB7ZXC/AnIXKTg8Lwhes1lcN+6/ROQwpxpsZx9uUO0DoAh
Mazx3A45GEO06cwXsT0i1/NbgjizOCt3kWnCwZridCNmIUFLmeWNAbf2BKOpeY7JKtswDYovGLCU
R8MuzF2B7elq8nNI3EWpvU9KGs1xJu12nRqww6Khx3OLukjlRoTzxPmaNL2zC/RoH3IsHxt2h3sS
l19drfNDwU5wr/u0eXAS1z60sGwWqhOhbWWT99d5Z6JqC02Gcq2lEHI2tXijZmpvIxt55ITm7YJW
njiGtUoeLShO25lS82QGTPHy5GEOcFJ28QAQSUncgsoYmJAnUAiVNQ/b0vcUWOnFmYrvp+YmKT+O
dk2XTAuPTK1SD5wscZm0s5FY9l231diOQaK4GSUcCgTgEp7fZms2sT2Bnd7bWMcIftHQ7dDnEdw2
BtCGi8haV8g2N9Dbw1M3wyNw3agHNA+WcTWDzEdEgjJonhl1raba9C5tAvUIwJDkgGIg+9wPCYt1
4XWgqbquXfOMIyRqkgrFbm8bT94UXWlihJ6bcar24xgDEa2j4lsQOuEjdozyba5vA8NF2UQ6Yb+3
/C7cBZVMziPW8hPIcMbHaa4XDIZyS9j5Nf/fHWLImXm19+KhusYDYL5VTYxkKApH0OmGeUeeW/i5
s1A89NlQHKdqnC9krwhOaBy2wQEHx12te/Guutxc4wYP8JyANMHZ9dyaNl1yA/kuEb2kEQCUjMzp
EprvANMyZPSZlmXVrVVVu4/BYHTPkhzdi7BQTr91MIflO46N/WHUYvriuSMcmXmkmsESWwOIr3oF
4BGCBakHk32eHI8l28nleIv5Z37GrmkdMOMza3W7vrqJ7QKNVVePxpuVTDEeMRFtE2xMT1UUeZcA
4ZEvNzxrG4mjZVPYAbAdxF92u+6LVO8j0sK3wWjEB0kxc+EwZX0wnMhBmuo4COsw0VU3ToEWGmJI
b2GLzxFRhEBZ0ei0s0soFYLKeEc95J/G3Adj083dJg4r+8GpkKqs+J3TIz+eqHcleJ19mOb5V8Uh
/b4H8vvWFt/QHzJigJP6Tm/SJrLJvUyHk2aB3PiJdG5bm8V3dAMX6yOj3Azq2H1t5f6l1p23ckMF
c8EZsL6sI1hur5CT/LOukuKCSI36QlfSIGHBMbsXdN3jlZVrtXb66NJpQrIHRuI2CstOd3ZDWMLk
w72z6oYM+J48FNcQ3XaekR7Tueo2Y9YbOwsC67Ge9LKDUEN8HpQyie6jPXcftx1EN/QYCQAeoQ8W
CkVs0R1ZfbWe3iF0dFfGmEk4GRPQUIWTlYlGcisqBzio51b3mXCGbe4a0ddJFvNTNSQZKoVir4XI
YPlJiNwEr5jGMGxmRNLmKiLqitWrDCzYNinQ11VAW+mTzKQE2e2EF7ndqfUcplh6RtIPj85kQ6yt
6OGSNT7b+rKSTfxQ5AXu5qY1UqTgcjjX4ErLiw7UmwBFZmLHDEesqmAvw9tZErFlN53a5kbJzuZ8
T5M2nPiBbEZzF4T2+ACl0kM3TgiF5zBEckV1bcgeBLZbhXS6UbR597Nb4hqlqRkYq0xV3kPkjvlt
qYOqXlfCiOL9oC2qU4xo75FJ2jXRC61JqGYd32LZjTYZsfQWuS1w9QJQnkcHyO2Gu5+dpGkcJsYN
b9hM/OOY9wkdPOn0i4TYbzZR32Snfprbr1FQY8NAcwWZPJM1wvIRjXm+Cd1YbEd/7tZ5mBXfMqOz
riuYYo+9XwDC0VYfwnlFUIJuVmQspiV++rZTiBrKQnW3cAfFYSY0AZgDfm1i7MUl2izk5oxur6vJ
Xh5teKFNztc02pLj0VgppJgK7EMg7deWc8DaM7BQTEaLBJGQgnQzqAx7ae3kdyALxFY6CHGhNNbz
JQvWe4QUHzrl5F62RVgfyqQvXvsx5IEnArwqjf6ote/DpSCjKowZOsDNys61JrWRRg3M17EkMkfa
b0k/NM8mpCb8Lp0FYdkzDjpwn6zKmslXRU5J99QkLwo3zjEGw7CayjxdI9dNDmouI3DNg4ZO5Rjo
eBE4A5SwTwElgoDSimwaxsw6ZPUDBs2+bzC5WU8s+/eM0fJ9EjYIuDX8CP64L5BQ9/Y5TSP7zk6H
+dqopoH1y9d0Ilz/rqmC9r5hHqfXKQJMwkxNRqjm5B159svnyG6gpQ5N8DQm9DGMoYSLGZduucuX
W9QSQnBwRNJtXNSrB7zTSNrSF3a/RcAiQutBEtBH2T8h+6FLzsHECov4KmzVEXZneGG2M34NsAJ2
q70dZGQiR4uyXwdDDUPMaMwGoVb/TRkk4vRz0Vz2UfPcBWPzyW38txb583pyWQMt1t8BY8Mmb6zP
gemUNzbrwrYgdOsOp8uTMQTBLhFGfBt1MwoTADLTPkRJTrpVAVawU8MG8g+MGsHBusGTfmWq1t9K
pettAGDtv6k7s+W4ke2K/orjvsMBIAEkEOH7UjOLrOI8iC8IihIxT4kZX+8F9rUtlmTS/eiIDkV3
S2IWUEAO5+y99jmyJnsTFqm3IWlsmWE6OUO0Gx04hGxHFljQBmI0Nlk1BY8KafPZCC7XEtkdoafI
8YlR32M4QM5o+fmFB356fgeaVeVb39somfd2g7P2TH5hs7kGXBd9i3LHgSxG8pChHH8HUxKL/xTi
s4xrDfMOfirgEh6TwVCvIQXNG02Flq9Vi1w1D57eQXwRINwhcJYj1H8fE6gRgd4xnGhOPfNxF1ua
cx+PZBItSq3CrC4NkHlDgfqvTgJvnbeac4hT8sBBTnbbLtNmqJ0oWQAyeYjdIbscYrt8LfPc2cp8
uG0L30ZKBuYibKPsse0RPvUcfdZm0d9V3mDS5CnthzSKkoMKgn5dJ31yCDTPW+lIvax83Kd6qZ+Z
aa8fyS3otmFRtDujCtxFk7nRqtLKeg9MXLxCONA3AEfqOXKWzVnrDvcWhgBOWVq5lKUV7mnytus8
FM9RancrMN/TOm1gXfWGrygJFDuVETYU25iAUyMlgr7RovzowYJdJ8pu12ZfWZduIeSZgQ3EqKPm
ofEra8eM3u19BRrSiI1kbbV28L0f7ZjkgzykDwpZG0B4+6I0p7j2Iid6Mjsde40NzDZzxTnJLvUK
pYhCEu91e60zcm8HnSPdFdZQwjIQNd8dAIYFBOv8DY9dtBIjNNh42oYt7ZVI3+mmCo+eE5KKFLDo
gsHV1lrYVns1vtsnfCCiBC2u+MpAw5SkRsxGuoXXu1vBPQV4a7hINDDbVeSAaRFsMKiQSL9cQtXg
JaIiT9Um65MY4o9X3gxJGuwApgWrPkvUuqQ7vvTgoS0dzjDQYLPiAJRr4GDqNnCaogSdJSqvjYbA
YKMplNZohlvix3rCNA5wWKMr6XTOOTUatSFie+I5dfZY/F3kuaIvLrGdGJc5O8DdHLl15iZEMANG
9Dd1FQQ3KWemBQP0q8Z11YK2vcIrNbi7VKvpQuklOtq6AsnrT4ilSfsedeeYVlZ3jcj82OVs8LFX
/8DEhYA6Sw4ACT1Qt6b5hhsnXLbgPq4naacbUw+dJxGN2nlaFOizx9nZiBy5vfc7M7+oqP2uQjs/
Nl33TC+sBIWqP+ZJ0l1qLc59RKzawixJ6K31oN+lBo46y2yS67IrWLdp/iyAXLxAKxA94nSr3Rud
GXEwr/wtItmQt31I1qHlew89mPt1Gkevid1PF1VNvXJZxGTPSDJnMYw0MLTBjf3o2FttGlQNZwYe
xqs+LoqVaTLnSp3NyoL0ElxqVVZZz2QYAFCElrD2DTO71+raP3drx90kvkMw+Wg4VPcJ9DCh1F0i
GfnuBuW4aqcIaAZmzO8JMW1Lzk3Gzgst6661OfIiSC5XqJO9RdJkiJ0jJ5UsH/H0LFu+LaOEAhRY
UXBfeN6FkbTDzsXsvO3roTmm7pTfZ3mTs6AQwgSHJNn39MKR9I06+X6mc+d0Plruvj7zrNDZFphh
Xpo2aNa6Go5FWpF1ATR8AY2rvHaCjPjHtHowrT6/AFtfLiNSyCHDDTiRMqJPYllLGE+R2W8Gktsu
FMj32zFp+mWbcX5cIjd2oa0MUXIu/DFZBkH4RvSivWgzjbTz1CE7HanuXoe5HwHGJyGtEaiW9WyY
VuiAd4WRd+vSpY5lagRHB21tLdO4TXambU1vED6tCw1WD6he/6BFAnObk4QbWqvIYpDDrWpDFj8E
aUVLUWk1uwPePEpIdraQNAavYuQBKHqYHR+Jq5gdKeW+TcLqSFy4eQ6U7dlL1M8wikGUKKPY9bYa
N/rk6She+2w/dAU2mbR0up8a8irspkHR3cfeGD6mbqx+2NVbrCRnTQAGO9PP4fblWISkORF/VVQR
7jGn3auut/ZJNXRXkzmyhPQOWHnTB7bsAxQKF04TOFs9M6zlMJ/lS7CHG+p2/k0ARQRXK/6TqMnj
W1ZXMkfK3CdkNwmWPmAQwFTSKjYpVrx0lWjTmGBkqdkwgvd+BnE87Nqq8alEJeEa6mnIbTXGvZAe
Ph3T2Kve87cJqU4PVKbl5ZgPHjRi/Fi28IILUDQxlEa9IGcnqhKdEzqx6JuQE4axYBuNLjsnLgwU
HHSabu3AzNLXtjVa6dIIlB7wgaoSm485VuyOaT0DCoI3pjiC3BX9kG8KKtVnMklgj0qxLgK24OE0
I8nHJF0isa1Alk7JGZohwEPQbR+mrAASx2aWtD4OeIlYmmlAgF6jEuAIRgtogmQ4Y91G0Q01KzoC
hEA15ch2kECNkm00dCzhYMlHEJ9uGKY/+uALt3jR2uPgw4Q0w8lap2BQDJRYS6dKDrKNXrALgu0A
sLrLqZhtDA/e44RzhrhIyhOV1573wvN3aW9dqR5TV6EU28/QLO/1DvcK5mgcfj4ew3XR+5AApwHt
uc1JutCd6g17XP6CcDi+jjXYPR67r2URleHWcAJxgJllPuWOBPMXsNMWiywz45/kZRhb6VuA4soM
0DdE3Rbl6JmhJ+mZ1IzzoLAf89rNz2RWYw2q2vvCIPcztUS38zLSbOzKmtaZ5zbfOqd13O3o9w1O
b4v5F2y8vcUhZ9+SQpGsUtFWW1Gm7QHnW7Iv/WjcEDoQPguKrgRLqtBdVXVXHkhoq9cS0u2b6UbR
UesAt3DS6lYOO759y1N6zs6g2AH99na1hfZbYdzaZ0S/sodtxD0lBe9FugWQqtCpD3Y3SCTOAQ0b
VNIb9Mzsw1vSiTb4z+WG45QJxWhoric/cq4IFsTqBLT4GgBuO+/F7PN66PCfyES0L0lHRNyi8QbL
XQzcw1u9EZAZ9DFwfkSoGaIF+xd1lZtkfEg1cpph37D3cakfWKwJMHN9SaIb4bT4rzUJQy7JYLwQ
hbmQFfWdyq79p0kSSBbLTj+DNWQ8GNSYNsmUdB47iZBkiwlq2Blyw/5Z+SgMY5JrN4buDetINsQB
aXVvLWb42qPuCnVrKAuSTQt2F/hrPxFRyUyGpH3S0HIT04M5JojhJATFyM9WTofhaXSD4eDQBcMR
kQ6vZGFAN6zCdJuMhkFptpj6y0nT1HVB7u556uflXWwEEMbYXnEW7JJyXYVOd544GOSXQdy0CSF3
niQ4LTGMH32Uqos46LPveuZQmg+dIb7qxhDEqQ4XzbnImpxNALj7GChfg8olqVpo+HKIzEcr6qq3
uk0wjI0Eb5ybscvCPMTS1RZk3/lXeR+1LL2cuC/0FnXgQcmc+BGjtx3Ynbr8MUYoaCfmxbdgLDDk
sQ9zdoawWFcHzSAesAXCoi9tGGjnpZPbVIpqrbrDTGc9AMppXvW8LKkWQkOD+9LQI+2Zqp7bWu9w
SXR83DbWoougRe8FXk48pB6hvODz9Ge+ZBxIJmla656E30UbEhi3okMZ4D1y4P8vaqHRp0dcSO4b
Rzrq94m580Nh3pYptrwxxFDPyhiNoPbNwjqEwH8qTpNNzX7JokgOumGWBXvBcI9ZHsFkVWTodK33
zwVlzwZvFuvxhg1m9Y08KBvvUtLxa4kP5KYnnpGio/QuBf3tg92GivKIF/q7cZDDfeGbqb7ts9GD
7zhN+PyJPKkOQS4hriKIiupbzPsIhQAoBluJSecNil9Y34JiS4yNlWEHy2ICFSHRi/RW6HkAwxX3
PWaFzlVipSdKRcspy8kq8D2LygboYF6gWMAXq2kKsSCEiCYzkEsLz/Wzc9nX6W3lxs22bLMBI55s
uSH1WHNLDTRZAdt/aKEbntLY2NAwY2eR1bRuk5qO16IMqG6QmTMRYWmJ4IkyPCdoTyutTWv0+nNR
y3pP/ZxAgCxOH0DmdaCzbfpMqVY0Wz8fm9e6b5ujMQ7j3rHjNjr3aPceKcjy45MapcA0dyxdPBu8
9UHlQ7XnwYQVZCHE89ryG0mR/sGL4+Ag0eZu/KqLd67v0MbN5Rh8N7QgvsAphJanQxPcrZVD4WkZ
A8Lr1glFS0gDutcUOJDH4lZm5RAvozoZZ1RUy9MY+DZ9ytrlX8EsRhctpfEHKgKQ6lRUKiaLlPzd
wrOru5i0mte4801JiU5oLxqRME92Iao7qprYy8RYOKvITQSR1XnX3ytdqMfKo2BB0LP7wJnBOUoR
DNMiTbxDoRz2B1VaY72zc80h44f5irYp+3HfnNVCaRm0mziMkdTVtrnUB419ZcNEeuQ9aDJInj6N
VQwraBhBQAX1CtQ2zYNWuCLYtrLXnwBtwWEFf5iSZBDxZKkuth5cKvT5wq8EXwQAApoSSk/5MpO4
PO/w3R3FqGr/BpEH6y7FYMyZqFuhXmKw83AXXnlNDnbA8Kmr4s7hpSetsqAAmpGghoJhxKkoLftB
VCQi+rVTfsOl4/zACxtfhHhRKUOOPdOD3qB6bIiwIUeOkzng8BEbJT0GnZcnLWZ9VlxOsPxtwsTu
QjhvNGMJbiLboeJLyFs6R5vaapF7dLEtSH8wXfQfnWdkO2pU/b3mRvFOR+BwKWgY3NIebUkz5cFl
WfAPoXTS29GW1V3iuWG9jyBm/eCw02eromt4N6IGCTIbgklDpKoV7Mwa9Dxb9tFBvCkwLpFPRB3x
KR0nk31WUZr1GY6U8IalqCKXSSV+PHuj4p1yZaAuAt6PbNnT4ngOUx7thO7VMU94O8k7SUjqSJl1
kzF4ojvF7ZQgVfLLvnZHNh1hMMEf8Gd78ty4blHAvJV6gNmo8Dume6cUPMJVPL/fTclB5+jOMm8w
8clmFrPYHLLz3FwbSc98zyD8UG/sH1PhURYmW1jdNmIkf4U+b7OJ55k5ZwHYeNMwXOgk8i29vChv
yGQmLWcymmHNpp4VKHH4bSrO+taM8/Hg6K7iHqD7vSLprbCfk1SlEUfIEM7vQF19rlDxJQ1Z2myL
POQwpMiwIrHQJEoYvtnQbaumKs50rSzOvELT980U8l2wyJUOsAPM1kqq2Wc88OsqhCnPgV6P/MvU
dpgjo0kwz9l+wSSiA/F/4Eipb9O4rFZ2oIU3iuf7shoS/9BjT1k3od3tSC+hWTawp15mxcRNGs0o
a85lV+AQlnlOpTUn5lvbj5meEj9FAufK7GxhLbsx7ramSc919r+y2dapkm5D2jUXNExnrD8xtNEy
ly6SRlT4yJubtrobSoN3EYOdd9mVXbfiPjg7v4IZAs9cEQGrCsLk7dreF/QTAqAkyIpMo7TvLJ5u
QlLAO7AvK+wXghjnXbIxVbsy6HGLqrq7oBXKktU4iIxzC9Urm4d45w2x2LXxYG/iwOZRAbU3LEvQ
p8seMguJ0eHY31t647BvVCxStisQWIkxvWWjBceFbQ8PbxN79CjD0iV1sJcpCya7Q5PojaS9JEmA
lKEytAAs1zUy/ngwrqhRXbYGUAE3J6TXyVkbyOhGAl0O2r5t+3pPaYKrsUOBPZDSuLYb0ootYCY7
5ngtr4ky9RvbCv4SaP4tttddkfHPf8x/55XoERUFYfMOmvqf/zpEOPvr4q359E9tfxbHl+xnffqH
PvxkGFb/+nSrl+blw3+scwww43X7U403P+s2/etTBD+L+U/+X3/z336+/5S7sfz5z3+8Fhxb5p8W
REX+q0fORcr132rS+cf/66/Nn/+f/7gLf/7b9iX7HqE5/evHzV68+e/85avTAHwhaLUQhoHYErO5
7r+MdZoB4It+Gf8fpyZiCIGgJS9UE/7zH/wtl8Y/zgIXVay0HMwF/3LW8Vu6xE/HBlfOxhHb/lvs
L/Oj+pVzrGRCR/TjSZxutuPO0qBfNJcofNhspOm1iZUVFOlI4EGeKfsanD51dyAUbMgvLSNqvDvZ
eWQm4nvw7nRl9z8mSoo1DVM33qNqo7NRp276KEbdHVYaLC4yOQvx2AFr0reiwgPvhdF0U1ATYa4B
XxjuK0gY2kUlMx165thG922jV8/K6N1uO5nAf8Bf+HV1QEin65w2iSdaEkVGBFOud9ewvVvawlXl
PnuRCyOhi4K+WkaypFvvohbG4dxN1D+Q20IncjImbIjtPfn1Sehba0QEebN0labEcoQ7Or+0XuqT
bUI5fsOPnAi6r9hXImcgo4JTv/9aT+B4Fz15mdDjYwvIb0CmIRUQgTHdG10DzvhgsaF2xgrIcu00
fkrJpJ8TXpK6gytOzxAmYdfF+VpLhu6u1Bvr2LQSZwxKXVsuirazvCU8prDBVaE4Q2ZGRXmX2qkW
nwkrhDarE0yyEA1RWyyHQMP7zKoeAWikYmkAKY7WzjDkbOVUPEMw6NjlKyE6IOjSVWSj0gcF7uKX
4Hn13teH3Qjg31yiN7Q5YrEQDzuwJLDJ/M4jMo1u+g/bCC2WNwt24iqIFGWPShQwKjr4OfpyLPs5
5S9NSGyES0veWwUaNl25ZEbdNWM86sYDyatECIKPRcTYTXZCu5iiD/UXp4tZUmULy6iPER2QhUU5
qdURvlH5qIabLtLp66JUTFepTl+WIjsw93VdNEyrSUywxaItehLD31/lvzXl/d/ms8vyZ37bqJ8/
m8NL+f9gUnOQK/7vk9o6GMvm1/ls/uN/zWeCOcsz6Y5Sf7OFIPLvv6Yz0/p3h6MKuEKBxhKdO0LO
f81mwvh3hx0TK6CrY0BBhfzfsxk+YWZHZh5pQB3EuCX/zmz2UQEoTYuf4aDAtVB4CtOWsyjzl7nM
1caCR8oJlv38us5CpiLdlyD5gS8trLTeVNHdLzfma+/AXyOi90XnhV9KzPP0ryOWeAXBsvG4JxIt
kF7MuNTl50MYJ17BeQwXpyr3DekLHoUT+faYkiWqKBAsffUa1pcpzMPQKakm4GIMUK/qx4yddTa+
/d1x3dmQodsgKyVezFNfRNRCHiPnPFjmjQA9XWw1BQyRGocj1kDZiawvr01wHq7zhTvyRDvLwmdh
FcSYg9mNW3pqPWtcrYBoY2KDtAqf8B6VU1Uu18TR3RVC9CtJMOcXN/m3J4ch8eygG+XBZuk9+R5n
+HcWUECjnjF+r0lUJpmPVSZstatOl/cKGf8NuWFfWWz+MOysVQWKYNvW7LT5+PiQR1BJgpyQtU3B
PAcaJtEBbY0+KTnrk34lvL3VS+3182/245LPa0ISPW1KS2D0ldSDToSyleFqFSeamKqDVZNkbDTp
45i62bD5fBy2Nr+qit/HwR/pmLg+0faIk9fRCVKHeLUc3iYl3KowNgNd94IItR4Fz+dDnajI3/dK
hrAxeLGHYV46uSQn6IQEyAc3R4J4no4DEGKsw58P8vt9Y4lBy81ODcuG451cTzmlhLprwGfo3m1w
yBNj2g/d+vNB/nglGEPYLOIMsU9vWjaQZAr+M14i8vA3WodXeZjKFxHr4ervj4QphNnckiBo3yXs
v8yWAUcTk3ecxwBNIXMn9oJ0ycv3xQX96a5Z6LE5382u+3ny/3WKZHuAlL2E7xGY4Z201S2RR18M
MfNzT540m3qkx7tLGVpH4v9xDK032pJ6D+jL2qB85AvzKgXyuiOX7XbSUTfht0hAuSBKF5qX7JQ3
qqWZt/qNqTrDxAeOOWrwx+KLD/aHL9OkIYVzVyLfdvST9zvjeBBQO4yXEx1oEwjXDJi1lPriwTRO
3Ezz48/q47L2Yct18Mp+vP6G5jk1W5qWYui/K08Om6CJ73QvtSmC2hrpFsVPD/XZNzuDpxoWToSQ
oWrnGo6eXMCkn9WQkAgrmJ+tbMVb0woFmYEokklv9R+fP3i/z+9QDYSLmxnusMfr+vHTOsTFp54F
nnOCvjb8kP4Ru/31KO4/H+Z9YfzF1fB+V0wLJ4CFVdLhffo4juFNnZeQloP2xdmjxOw3PQqio1v4
MYo8Tv4cJujXouTlqIFKfVC7NkH/qCBIohFKCmdNM/qLSfH3KZ99ExLceUfkYlg4+aqykojlsSVF
tNBQJqsxuBq87oXNcGufNRnaibwy/qaR+v1GCBycvBtswDDXfbwRqLFypnsD0Sbx10VPhzyMcpJU
mv3nd/wPryFrCrOJy6Vx1j15DQcAj5OuVyjMp1wCdMv8fpMVrn/z94bB48EazRTJykkv6nRDFCNj
NtqM54fIRBhbVEJAeUGH+HyU09XrdJT5Yn+ZHqeE9NcM5jSEz8pchSKQy7SYnHOYCRXHEviSn493
Olecjjf//i/jAWCJgq7jqmx1sIzzqXowvrpxfxxC8M5Jmx03VvePQzi0ClTjMYSXEq0wLZBnLQrU
1p9fyClNZPbg0H/CY/4OMGF9+TiMmZALGpNdOHtY+guK78429cvhW4eW/qjrqn6hVK1vIqrWA6jo
2mBynIp2qr/4IKfzzPvnQKUo59dN/Ha5BOUR7OXOKpA6nIPhFdqilulPp7Fj6t069oovnpn3J/zX
KeevIQWbdPAIJhbtj5fu2r0g3oSUBgsWBdzyzL/OWir1vsOBe4q6+NavPXs1Egi5qtDEOkIzN0MS
XiVGUC71+EizbifkNXWj6q6p/C+coH94ACwLkgR8IaYfTz95xuwJB2hkEWNu+X39qpGGuym8mqXQ
p/n7xd3/aqz5/frleaZqjYGYei5Fymg56uKHAx94iIovLul06Xu/479c0skd152sD/uJnXsfeO5F
kJf7JPJpGliElEc3oxkiXi7aF6kQpHz+nJ/Odu8jv59e2auxdz8ZeUIFamsCd4HtaO1igNtyrkz3
qzn197eJ1Qs7tMFhaL5MeXIfWYP1JojIok2ycFhEWbYbOfYtUPgs7dLZqBhhVh/saG7tuzbcpl74
xcT02wGUrTvv9HvNkaojLLCP32SgZWqYXIsQnyD4IalWpbRbdfxZ9I5DsLLNnU4drqa4Yyr/7POb
/NtTdDL2yROL4xUjaN3R9kA/2lG0Ii8cl94Xz+o7QezDe3syzMlNNsq+qHqO8ktw72s5Uxu16KWh
zLFwzHJPwX2ddONZlbZzao2FcIx+hFF3288vdn5ifvsU0jVcmyUbIsHJE5XIqtajmq+6SeKrKuz2
ETmumhHfCqqSfgHp8++PN88D7ozGoHJycnNdiUSO9o9CNEEf2pIYkvKVwzMFmR2p2Rej/fEmS5Ou
Mo/zXNc+wVqRndPVNe5GbrK3C8toTzPpuvaifT7z9WPvUDqKNNRJXpTEwi3KEWHriCvj84s+3YDN
T7O0AGiYVNAt83QDlkSyb5HSzsEyudXeNTXiX2AItbzUkspSD7loe3wpliiqDf6X0r75fPzfpg0O
wi71LgponMNpDH58m/KakmjTsPfEA3TBXUbW6oTPn4/xhweJFhk1OEjCMOxOyxlFHGWFOeiKLl36
zQbeHJThFaKBG0cvnhqicj4f7o+X9Mtw5sdL6jErTGFA4x6pCgoFMjqHrr39fIz5DTx5Nz5c0slt
G1wCNFxjIlhJtnMSg1r1OYxUn7eROeGLCzJYqk/H42AsbJP5ljrUDAP8eE2+rbkhfhvMBbPFbqhH
01jZOOjUWzs5I74IYjm0Ve1oib/2MF3eFhw9bbqIrS0WJWY9QJ5pHdvO0nXj8tIlxjh8DAPXTo9R
bORyjxcijhEojPZ0a05yOKa9oT2NuS7PxQQ8/rmuKz9cOZCvL/uCQwvOG7/AcUc0FsNDzN4lqlJX
xFRmlKfdyLxEHK6Se8+ACsu00U4X/eDdyDimVC41eQ9PJrvuzbB3LyKz7l0Am572zSCjqNjWfV1c
K72gf2DUjj+zrocHvTc7tiRQwi8tor/PBkfYa70CW098MiHCaYDErjBI65I2vaOkAe2TJG+2XU/W
WZ0MWJPLDn3DEhtzUK2GwoGiriw9WY8p6o7taHISxYwG+AjxCzqQUXnJS5q4ahN5hrnPqY32azLj
AbP6ddg96aVnEtyCI8M3HQwGpJZPat81kbhKmniDbCI8723f31dG0m2IrCC9pFLOow7rRO3s0dAv
UM1a196QidUYT7dOUjTHijbQWT+FtblKFFKpNkQ2E+cEgtSefM9LXvd9HjY7rfCL/nttp0SONC0C
hw72+SoTkbxUXWNeNX5StuuMxKhNyze6Iqdjam8DPzfv7Waoe0pSUWmvBpcAzrPOzadzIymJEiZJ
ghuXrZtCa8kvUBWMu1oPr9BG7XsrJi2A6LPK1attBt/2yUFj86ZQC67HTiF2CUzMExMIx7G6AtCa
kRJCmWFIhzfXydjhhwk4aD3M8cpV2ba0x72p9xoQasv5UWZjiKiWAJokhkqtRb2zlpMkr920AnGs
MjMBEqPp13xfzeUQRbpx8Krpu61P04KgRYHsI0i5z1buIK1jR40p600gg2M3614Vc12p0GAnxmG2
6AvLJGFNtx6TevouReR8i1ORXxh1X67JluQDQvY/Q+RckmApkcU6gXZmluZbKYAlLBN0dossidZE
oS9wQ5GcmNzHQ5AuHNQPbgc9MmytGz/8SVSsi20wIChlsIvLEe0zcpnEWIC8upsE6QQ99Jc9HaYO
1bym7TI59ns1L/gaCqtzBGYL2ycw8DLy6pHTSTEupzaEbD7oxiaGggGnzVyicjd2uLYlcuLzdKjW
4BPvUlFBluetAx4TzGUvIB+VGKLnHMbkorazdjn41avQoWdXUVoePPQIe7ZOCRm6jvjRD8BhlsIh
48xXz1Man1OYM/olKqLAe5LDuOj97DJtpvvMfir9dY+27J5IQj2/Nt0QJjog0XyTp1G7C2vPJFY1
yZPbXqNpstCNyrxt9Tc6eiTXY1N2Qm/lpuG3iZzBQOMxGwxdLaSG75CvvrlLOOuf13Gd3tdEwa6M
KnbW1MjDZN8wtWGEDRetVm1wHZmvdaQ5Gwzz3lkWMCusgwH2QmIciKpbB5g/xhAHVODZP2UXnQMC
3+NPBhlfrqem5gUiYCZ0HSjVXWpDKtbNqVsKo8iWblOgUkrLFRA+rC50Po0+BgydEVLnpS5/vyc8
heQpEunX+eSdhRk4aN17tltzAyp9hUloSYzyprOg9Mft4yBJ2IgjhotX2IiaHy1W9YJDyq42HJjw
Je3Tdle2u1gQo2djvdFpbhOmyEKw6Iqib3Zd6YjHqjdwGOf1E/PYynNSvduj3t1z2CVVT5/eHLeh
91yWEFTkQ1MO3THGAouHHONRNSUD4cfU8r4b2JPZBJiXGs/F3kINcyDyziEFJxY9SpCJg1OHE+G1
jqtXN7CvJz1NdyS6B9kCB2F1WeL5WHdabKi1k7u3IuCbrm3S4XFcaiSA9hNsduVXWIKwb69cpNOL
YjT1K9NIZ3W7lXyfJumfdaP/w62NeAH92nlATwmxUYSEFfoXTag95Lb1FGP2K92YuCvXvXLIm1rL
WuwC4AlXdtJVN5Um0VJ6RG2NxE1GOL2GiucpQAZ7ZleGynA7DdZ1Nuc6GfBRwkXoVSR/SNaHKfUf
m7wAUO+22ICR2/YDRAs/33pdsMWzPS78SWvfrKxs9TXm7zG8w3oyXmEVJSJXy7SLwEl9ZzvVmTxv
8iQE3+1OLgLGzDqklrnnlQsu0C6C+SJprAQIgByZdn7jkoVhGK91Ozzq3eCUexoK1roFXPnqyXGo
Fv6gT9vJtq9SkZWc2DPMqUl5jEQxbtnWrjQCnDgvEHY87l0ibFJVrps8hwKezbIn/EkoLXaRNLGR
esrHqqaQUy4d9h6P5IYV1l5Pyb65qQMhfiqjYotT9vjZJDE6yjkIHY9o0W5r9OyAo/A3o0c8Rt2R
MPtdW+IvjVOE3mlqqXrZz+wQGAnVjRpVu09D1dsLXcDBQFgRP7mEjqX7OhxGY2EBdFmEeMIXCpYj
fISOV9T2K1OdKYJpAqEevCGx0SfOmlw9N6ulm+epdz4E9rSsqFAseJjRZTc1dp98pJJDOdZZhOG0
C/tgunO7tuACy6q5nxQZk4tMMdqydp187QVy2vlBK1dsfV4DMAOvdTF19bIwyidmqhdq3SVVxMaq
Vx5o02v0uz2c+qw6ploXy1WNdIHwHX8UR03gZ8OsOoyKKSYBH6HGxETK7RYlwXJ+wrFRK8hJGfVV
YYv4Xktgzi0wSpNP4LVyWVBISBaDbqtoZ1YSdoMKvOAYT6hLKlUSsuPZoA90mOjByqzdHi6OQagD
IRZehazLLh69fFjGsfNUw9VYiVSTs9pkuGhMoClldTsQ8PscSWLKUgsrSelohuTu9f0a+X1/zJxs
vApzxJ2R7j2KuKkOpUTdlRd9uBpCO9tK0jFQsYzBpTEUkIAkM7Um0JoZnZ9NpFJN5UbPs/vajul2
VD15uSN62kOTRVA7gyB4QuXNBsWPZvVIhgSuyWH3m/b0zRrHI9lxLn7mQJDgVy41EUS4sDmgXDW9
2xAhO8Sv2SjylZ5jSaRkNFz7lr9F9Xdu2E11U5AjusL0Va9gNye7jESYi9ztzxpU5galRuKwcSGp
uD3riTMI11VynfnuXV7m9SXsmMdMi0B45GIz2WVNZXCwaXhTnNSspMueAhyU3nlad8mWrCjiUzBg
HWsU8Ttr6i69LLx1E7tYZSM5GfwhzJslzqcbYXQEvSW8SwsYojijvNS6iSsCwzQHraQ1FjiFzbBG
kzrcBKlxLXDDaKPAbAI5ZEegygKF4toWOTz7Mg+cFzzZolv7Cs7XItGN+Aqw8Oy5O1OT1RE2X9QQ
7m3Nx03n5uo7cLnqsfFddYM4Wr9EVNos+3oq79qpPMfdkCk8SOVNFHndymyarUgauQKnkbyRewp4
Rg1PZSmzdCEjirVVCofIjoeVrZsv+IB+4lQZLkAiBOXai2wfN2Z7iGKz3xqYTxCMmth6k+hBCByF
KmmzVT9oOJ87bPVtn54HdmFfBmlsbkEJYCjq2I7XY3QMdP2iUebamwwWNln3t/iYq1UcDSTlaaVc
xUX04qhw6XSlfFPYQjnIlAGZTC7ApwQDnbPhcLp06GVD+Ne2gMPkOkUxdNEbIt912AA3/8ndmTQ3
jqRb9q+09R5lmIdFbziKIkUNIYUUsYEpJjhmB+AYf/07UL6ylii12FG7brO0LMuqrAABOHz4vnvP
Jb4Bg5xB1orAELoKNC+JFj3TAOKxaf4el6Vwb8YB3khqkl5Nxi4do5RIIAcN9TYg6BdwCRozcLCQ
jPeW05HSNNTh1iWLD3+w+jMkJQVffawxfJWDnm9TS43R0uNQ8rONvHDRO725tCsx21/YCTmArtzZ
Vt+GUcTGubkjkfx7UY1i3ZEfmx+quibwYdRHxQcg0l3dGu1VJdlkgXccroO6iHDtyqHcJIFLYlCr
d+kqTvGeQS5KmfpDgb3QcDeVTbfJjplPvaGu8b9OYfHHhDqyqwcZkDZfJTbLpifUGjYP8s6gpjBV
xXCOUnK/B4ABaxKafhQjDU8Vxo9pQOZO0rOjAi3AJJ4SCr/J6ta+ML0oRTKLuH8BPedrYQcpwU7a
MRrSP6XZ1reJC89oY/UB8bQxy+QMFmXFituefaihKMOs3L4qoxUfTvE84XyqLjk1h9G+m7D/HQbi
vycikSoLXDCm/uAuCGeJBkfMaFi1ht+R2BWqPL0I+rYelpZXFRXoGdZMdQXMxqMbFg6BWgUy5beN
RpC6dzXVGwsj4dQZq3jUgVrgBjcvpbRH/QaEWREuNVE0/UVn576zqBMFxB4C4brNRmt8jJGW2cvI
6fkBiQZsj/4Naj4FkSJVBNosIpfMvEezzLt4q9uCaDpDkKiysFpPPlduWEc4q1OyxmxHzx7GhkjG
dT+M4wP1/dTaVnIMfkdmChKgsz156BJL3HhNpr4EbtR+a00nLNbRBGv8IMFLXPJvGtr3PvIjiA+i
9r+KfMJaN2KhtH7EsQxuOHaUzMoSguA1GxKv/ypas1iHUUwaXxhro/+1w5odXgvZNT4A88GLD0nb
uNGxRHPprJieJFNSLtFBBuogS2FcDHWPDaecduB7HO6l/l0rktOxP8MBlSQtoy5QaAwvSUGpgsey
6Np2Tzl6TjKVFtLp1Am2MfsxdTFMpHJR4CkwR8/hcyzeoctoDAiMVP0VPfjn3kj2BTnhoDAgEy4M
DckteMcu/dnDYH+IjV4cZE3Ie0RnhmmwxQrnlMoeHuLOAmizleG9Fnwh6PwydksO4gmzygSAjAwi
vyfJ6Fp24lgKBF327ziqvtTJxgovEbWaB47mEZaZHkSTzSlW3xr6rZNyLIa/lw1EV1pAKMW0Inor
ArxKikxjrMIZZeE6Lb5dM/YP4Uh0zKYgvbbzralY8aCPWUyUZOysJcgj/Cm2932cUGfWJJ4CkCiP
aCGt7BZ75Ux8wK3QLqGtRs4RpXx5KwuCfqYbLlg+9QjSN32XfE8TtvvRhKvDuJpC4BMrzZVLe9iP
DdglkThU6JK62ojE/kHBQ1v23YhZuagLwBzxQVS6ulKc6lwfBARPye0VsI4Qq5M2qH6Rxvq2Gyb9
d0PXgBA0hyjGpWX59T2mE0SofHjIUzFB7HXQqHfkD1Rfe7N6kHvfcuuDhwee1VLyp9fJMuG8rSn7
AAtVYkYtyRWKcn2dmsaRbLaoYDp3A1Jjw14Ym0xPw+vYdceFGbdixYkdGj+bPaH9mBOiIGYovMXT
UmeSnf2rSSGXI+k7ysBP3RVQe0ZirWIgvzrBf6w9C8/C2StpUe6cYAIWFddurtFWiwMmuCiu4Pq7
4nbUc0vb2HVJMlbuaJfCNL8H0zj89KIsXZWmJmGT9ZZP/HABASL3Cve5SDWKLkVJUaamHl8c/DRW
9QYrscAKzU4G4WuJWAmF8zFKq5CCjhUi+CGMnEdvMBm0lWcjbR32aRuRh+kV8tuQ6juPvDq2cHY7
wC2LGPFHbcQGXLXivkJkJte9Z/9uCJnNveZRVZzCyLVSwqNkJdyVR7vyaBQ41grW5jUWyeKePWl0
R4j5BpQeSfShCJ2daVCCmnrduvbHpqk3mRZVpHsjOR7ubbe0F5S+UEIbfojf2WvWeqTuB7eQ7o8W
H/EBZoRHBSR2lhYr8xIYJfp0nGzMd8VGeJD4dq2jXaVpY2xKUc9cqWNXj3PlLbhsNSmPAN/WRakb
q7H1m3TlqKmT0arVHKybi5J0Jpi2mpMePMua1EpBw6QoWjhXhHq2tBs6+WyEiH2hwaBCIR3UpJ6Q
orijmDAHouGEvwbXxazoxxPnMK/8k2VQD28Lf9K/BCF9oSU0rtmnmGmPZZqIw6B5enGdFvrILk8N
4a71q9ok5s1sK23hhXU7XXZOox8sJFZEp0IOKNgtCEZZBgwp7djgblKqF7OfNS3uRRr0O7w04rEU
VlIcGmGWGjSgrDLXkWum/fUYdlGCTn30xktDRvdsn0ZtHWg9qXf2MNh/dHxzMzCF82GnkQbXUjDd
4YxWP0Pb7e8bFv1fmV6n2rbztfwWabliY9qFBhH1oHEXZoP9g6kmR7hKghflkmwbOGP0M+2Vvg+M
JLoIp44QuTBVpUWiIYKbne/7xhohOu2HTdJ4Q1VsqF3L3LmTyhOgeHjxAesdOnPJafQbVBabk5dm
D43kBAUMmCqVTgYVkrGNCCf+CPq2qaa1sLhDutpCSgoDDii6G/ZQNji/+saCCHiR5pa1H3XCa4ec
g5HRWmRxpmmfQPvNsvukY2RRlzBKYsT0zrc5n+WJszYrTHwuNhZdkhOxSAGLVtozEVfaUtPtMAOg
NPRIyxfMAOPF33UVGH4vwikX/RjyLO+kJWWY9iRE2dfLRtWrmPLXyBzuBvfhcKbrc9p1mi9EU48E
DFMH9mufNBjNoVIBQDpiWIF9L4mJlcvcSB5T4T5yaAVuJjgYOLM3//MbPG3NvFzXQbONyHoONZp/
16suvECUHWkZarcuz7MtULH0mI+lPNNTO+03zVfBO2IQAeWBOj59jJHSlBAZj1HY7tIqwBnk0O8m
z4dC6WJc7/BQfH5fp33hlyvOvUvPo4mGePbtfSnRjVbZ00ss8mtt3AdgOqCVnbnIac9pvgiN0QD3
JV0084Wx/urhsbMsEO7NUkFi0VIYi/o66Ii+YE37/G4+ulBAW5S+qO1YmIXe3o3MTDuHj0pzixpy
pIXbpEjrIzmT1V2MJ/KvL0YChEEP1MAWjB7/7cWSQbNNP1NcrON0yNaDfXZT4uWzrDPP7512gQfo
0Fe2XcT4gP29k9Gne8kYITFn9D0FkIHIc3wIAQSyOIAGy4Z44zs71zg35j94mkxy3CJSJ5T5pzcY
10EU6SHnoqwR0O2bSn8cQrMns5Wo3bBMtDMP9INvDN0lhgMSyubv7OQuBUXaOhsZJkEaYVuc9GbR
QlD8/K19fBGg5hBReJz6yVtzdPYLfcwnBiMqXmCsdVaWsMczb+yDRxe82MvQCrqzcurt2GjpsDa9
xaMr/Ou8uyv6XzYe0Ozr5/dyGk6AqZfu/zwL4ggJ8GucNFd1F4ePTIYKXAqtsiT92sQ9xGlKI252
aSXJDaKejaVnRNq2oCxr/yJN3IPptWSi+g9mwWPWGhsySRnceH3z918jHyK6VNrnHlLDk7lFqLyp
WnYN1J9wRsuCkn03ymJXo9JZWuiMLj5/HPOre93anhvMJoJQj8GKhtk5XYR6zypNyVdCsv02iEbg
3/4xIfrUakdscWozivqHSrOnzy/7XjU822XIRplzKVCzv5OFmpPqwoA2lVwlO8iPGef8P+ElVLfF
9bD4jYVm0bo/68WlXAZnPpn348xGqe1zMrMxs9LvfDvOYEgiE/VqJh2Zb1m1VgPEOqdx70Lln/lw
PryU7WCwYEYIsD28vdRQ4EHv5ioJsd10QgGBwdOrOeKfWQPnr/ztW2QxQpXKIkuACSPn7XUKWm1B
I5nDrSrBgT+uCBujtz2twdGsoKfOu/MzX+s7hTPOUN2yX/RC8OyZhN5e0+9deI8euwosw0AuBvJX
BVhTjl+06fWHxki/NWVzge19WYHpwFz9O7fUXZLQR/18ML27e9hlHjp3xPckGr1bwXBHN2M6K06c
mLu1bkvixWhTLqyaI2JGgseZb/TdNzNfD38sHljqQOxt3t65Q49Nr0vAUmhxb9R+WlQrlIaPavv5
bb3b2HCZeWaftfUBTtyTqaBwKV7ANUZI4wF/x2ICiicc76Sj3bMBhhVvnouSOHdF8+2NBeQd5jgz
66Wb/arhXXUZSCCLBogGZiA/u0LPz+nVqEWHb89yJOTAbE5ZW05GEDKpSkU+q78sAdm54dFq8pXk
fExppiS9fIKfKTUc7PY/A+avzJX/F37y/4ec4uZsu/g/uyq//c5/v3GWv/z7/9gqHftfbPt818WC
xjHBnKfq/nej/tf/tA1M4tiOGOm6z9/mxejfJnH+pX+bws1/4XxhRUUPP1tN/iptFW3n6aBAIods
m50ZUwqGgZMpU6pucGIndRdloAltS8JILW8mgtPjlYwUfHuS5oecxlNUIWk4gFzIna3j5dM10pGM
JHVvTNMFe0+t2ppWUVGFSiby1DMzR0Xl5UX+bURG7wFWisZH1OLeN79MJwpYYVo+wopJAPYhuTEk
zs2SPtqyjUDYf1edVSI7CWvf7jBI1U5RRasgHUf+EEG22AN8MsAgRHYKiKdxUyfanzRr7Xze6woc
hwt9EHGKTkVLoM2NGjIozrqRofnL3pJlevDDpLU2dGnEQemt1l9l/YyBQdYBcdDLOB0uAKf4zY1D
OoG9i0bQ8MRHTzWiGjlWafnsK91nXhCuFYGjo2sj1uhn0gwMR+pgsU6JITC3SZ/34UG0SgEMD3X8
1ADcW+cZBIiv34f0cga47rVFr4kKHsETYp/USZmjTvSr7vs4NEP9UKf9ALC+BmBEMEURAr8PREqd
gaaFsMD+AekcjxMFC3EbTGEA6Qh50C4ciJG5QontAl7vsdMl9cpytBEObMQtJOYSck9oRBjBJ5nb
W1wCVbMKAb1Hm9oyESu19KzIc0RklBDOmX8JRiOx0buFnldOhIubE/q37o9O0doRFPLG1oSJWwBo
fwDsm7vVdiIOi45XhMPC6+AekzqgDllVpvxTWVRh+tPsCDu9cKCam3Q/lLJzgnugc/2pWlszv0R2
VAC29ehBOTi6HkJdqufCc7FPiEwHSFrAA0SglGR7VLuSNCuV1fmVJ3r61EnhOU/sTmuUC8FEt7/o
cyO6oMIzhlgx4ZdMbZDd9uFIMxMO1i1IczR3riiRuzS9S5tQs9ROwRJYV37ePpiyD54UpfcfiZtc
m7X0HvUoQa/gppZ9W1p1/tMEywX51WrtcmHiw3giZCSugfHa2RPeNf1LFXWISToZfJsiM7qKItMr
VtCmkOdWTjAz/FD19DG585I2eleV2X6MM5dS0+io770zyNtM9PZ3066pq5mCniTInzhaGdlkbfze
N4Dl9vky7814T5lM2zSazmGdjW0oAKsXTUUi1EDkPF/zn4ly6ppAAGeFpee+y1Sz9lvTPbiKAklu
m/Vd5Bd3XYP+y8zs4U8pk3o/jjNfpwjtJR8HlN1Eb9MvTd6U5TIYnIT4DrOSwyJMk9xdZ0Wqu3uv
ROC+TKl4pwDrYi/YxxBnLGBA9EA2HXT+9JjpxpCsLVeK/IlxkPS/TCKngmXewC44dl2eVascWo37
LUrYhSwS8GLxkjo2tf5O0FhbFVOWa8dpCJtpqcE18a5ZTj26F6rHHQ7TUfxBcOPCTwldede5XXAz
DHH9wzdoxy5E6noCWrgyFX9SXD4EGlkgW/DUHT+iVh2DiZyNYl3rnaHTElGTXJVk0Zo3Ta8EwasJ
9jzK3rr51BvYmdeGYaGKMXuaWXzlSepthA1v6jlvRFpfpjbY7guaoMg4MxcawiZHXmuVCwSVontE
GeQPpAp07OqsFmHdoZKwKWih1Q2VR3Q+bvbb6wszuQGVLiWEU/CP+sVU1eP0BTO7gvZb0QPf1wUW
rWLVIIQFmtN1lD5frXA3/+wjXkfrney92QqyeKEtx3M8+/xOU/3IpgnIZrGDBc0QpG+dSPduC1e4
1rr2sizOGQs/uByLIG5j8sbgsZ4amz3lW1jQSLUgHid+HCrb2mtZALuxDUogXaO9//z2TvZqlBcg
WM5VNeIR55X7ZHcYTX2iV/DnF14gqL6q6JkUSrlwO+NInACNsi4/c8WTstc/V6SuwfCet9rvCm1x
ZMUdAWGLyixLCmyzUpTnsKz1tDqzw/7w5mwOZ1Br2Bs6J5sAxy6aLktADLLWDBvKuP3GJRPiHoJI
uYkAlD5QkAAi9vkj/egGKZICkcDObVNMebv9rQH+T6CgvAUF7G6ryRhSOrXwTUOjf/v5pU4qKnNx
iGM+9ImAXS5RgCdHCC+imcoUHyKfidp9zDmKWbXpLj6/yumYnK9CKcV3df5j9qe/vaFC0R4ZoG4v
6qwTP9K52A9vrVirMeuu6VaFm//gevO5EAcJx92ZN/S64EuSYzb6CbosfH5wru2a+KLYHp+wlJco
PDz6z59f8KPHyDM0528cW+bpDSI+MVPHo0wzt+AFBvxEL1dS1ucSLT+8DkQKDisMaU5jb2/MQWs5
eVYXLiZwOD+k6McfRi26vx71PDSqMJxgySskQ+ftVcgm7DLMBTN2IrAurDyJN0GZFXcNqPRFJdPm
agxZ+D5/hKcOq5eh6FKKJRwbXfvL9v/1SyOSJ/CZhcMFqQDmUmmDJRc5Pbu17U3JuiV/ZMt0gHKn
rIJqrZcSN6HUbe/r57/j/cdnUMLAKznXEmBwnDziIIPUZjVOiAwrevR1tJJspwEa+WO9+/xK718m
jgsmFwIw4U69cyT77I3i0pi0BWn2AfFhobEhyMM4E/L5/n7MeQKbfeY2VKjTDFS0dPCfyBpZuAFr
HgWaZiX46A+jgqrw1zfkzKZaijHzR3eaWc+cBSYOUcoCYFW590fjlwBIdObb/uB+MBpSLvNA3FBq
Pvm2M7pYCs0yQXVayAEnsulIoy1TN+QnqnOl4A9e0aynnr9svOpAIt5+CUlDlzYKdBjoY/Wk6aif
CdWJz4yDj+6IsybVKcYAWueTO5JOZWkYUmFpMT0J2o6tSveAkSfOTmVTnSuufHRPbEoAvpMAyYbk
ZMF2R5dhj6UcRWDTbkzM0OtQm7L152Ph/crJvEFVJcCxyVn+NK89RnTdgfPxkdsW3QICO1tvU3jp
vQ1n4LImBZRSlVv1+pkx+OF12WdRWcV5bZ06RWFBGvXYpgwPcGD3mRyNJVLd8raoHfUT70v3RSvj
c+yJjx6pj+ffCBj87rs5w46DEbcAMTsqrrscBJxu/TD7qlh9/kw/GigBHUwgOXTJqLO+HY0Z87JB
9yVYgKu1yHSKfrErK7dJMIRnnuKHV+KVUHDhYv6pR7pL9HqsapKbUDc03zhO40m0p8a+cEgDOwcA
mn/26/KbRbnGpBBisDVgNrRObmtwAYMbbsPFwmxrkiC7xIj4s4+sZksJ40yF+v2rohGnM4PA/cHa
duo8TLyyRj9Pakbbg6QmnbRcaU4ZnHl+p0VpFrP5MkQr6yyhcw/l7asSZDRl6Jh9oMtTD5rB7QO5
aEezJftKK4sAObzPM03AATxpnV9Pq0pvaL1bmvDkZuTzIL0zFEh/2wg33JmB9OFDmKcbkIuOB0Li
7a9zOGmGjcVdI9KulggadLJMwuHMQ3j/KcKmgNnL+cdmXL5U2F51jn2UDMInOQayZ6odymksbxC2
pivDb+SX0VPVU0xz7Eyk9PtbmwOl6TyQRMxB4yWk+NVFcfiEbTeleD94rFvhAG1ugkxsP/8STyr9
s15iBkjogAwcvo/T+Hkvk1qqDWCYia2pf9IeT7VFnKVUomIzryoSXk1HO4oqye2D48TIUj6//rtP
xuAXGLTnTABWtP9PXqCH6IdAO8n1ZV4f2miibGHXxoBSHnHwYlJxvv78ivOf+OYj5Xp8orTnWGB1
d6Z7vt6dtUEoY8E0v6g8YRcPdliG04LddGTvJiPBy/z55d69RgO7PZsiZA0e1zXNt5czoVf6ENmc
haF6sNahwsJXDue27e9G6HwVZlQW+BkY5J+cSzLMGL4knhW4dtps0LcbWwfR2JIAWJqcaS5/VaHT
nXl37ze6sJNpxTHncVYEcHVy1WJSYd3ZODdTevTEFgxPsWt8LQLviBj83sm7H4QxY/Ht7oEUnc0I
npf3ty/SnQsRFIc4tGMAP9nfKjWp3hgzByuIU681W5922JZbnNjOcONWlNE80oVuq6btt1pjNhft
0iFQ6tdfvV82pPD/55/BGRdyxGk0dGKUBMdZU75MvAIJp+rVklr4cOYgczKKXq5Ca5eJAO4WTvOT
e83SaCT+IMiXzlCNS9Lm5MqfDZCf38vJZDBDbbFGzxha9m70/07O0HFh9kxEqBJm1lK0KUI3eIZE
RWaKZlr1+ByiyE02jaiIuezbMZueP7/+yac5X5+m1bzlmbUX7xgcjhlJX0xSEe0XaXesHJ25QAk3
mARYtZRo//ZqrG06J2ukCwZL2/zMX02wLiWyiNg3tVQRbYiUR4+qNU3afOF6OKtWn1/tZZ/4arhy
czZNH74W1w9o052qJAZjQtRrENGoWyARmQ/IYuwXMPW8ftvpkFIv2wR0OJlDtTveVwE/aO0WVOa3
bpBp1dGugykhJ4/OiPtco4jxVjbBdtXKm5P+OrfMBdY8cLnpbVr0g03gqYEZy6Rh9H3MzBqPXWrI
YOOGxqSIWqOWUD6FxD8n/7zFv+oF/v8JWuVLf/XS3+Gjv5StEv9jX9a/eWL/mx/98v/6pzPIYvsv
9ioYF2jGUf2w+fP+6QyyjfvXjKDxGZGo0wKdZenfwFX/X+zyLIihFqMUGhH/0393Ci3rXyZT3wsC
ijHM3P83wNVTIQ+dRioW/DowFsGsSjr5/p2UjhthDtFNojW41xwshGRc1sR59dqRyPDyYoignNe+
Ilcs6iW6HakIodVI8XabTKxCgltJtUvr/koKs1rZqSInKQw8sdVQp54rSJ8uQPMP9nWqAt7MNWWH
f7K41lK4XqDq6CY2J+3WinS1pH7V4pQxI+xK+VM12Na9XQQBavHILbdV5GpnirgnSy+/YS6z8MT4
i9d3uoMC1y+U7WXZjZaAKQonz3zOO6Pa2TH++QVGymZFyp14fDWyPqjFGydzJZflBZl0iPk7f80j
6fXsJWLI3ZHZlDeiKWL3WvVeAQ/QNY9gGOItlSbvMCHtvY/TnDaX3pWYrQM5AdsRHv7JTT4U/i0d
E8JZ+zQq8KbCg/38N54sJ/NP5HBOEVFHbkEZ7uTt5KHVjK0sUHTgUTj0dgetK0DfvnCR8FQXeuUZ
u14NztHqBLkWn1/8lE/zcnXqAhAb+daQlZ4smQ3uYMh9TXEj4vqY6FLcQ7NIkLobxpWWVPElDdPC
QYY8hAhdjXrXVFZA7kicXKZMnWem/5cCy6vpnzKnjkYTmQulClRFp9P/xNwuHVXGdHHAzS06afU/
SfcwjnowNDmxZ5HzPPlaQy5fRURFSQbjgnia8RBxyoqu0sLMxartRvWgn39T7z8k9sTsYFiAES2w
Qp2MJocefTy0yr+upF7u3KGcjn5vNt8o28fbwke95reBeWFNttpnSaJdlkaZnnlEJ0cBnhCXp0Ex
I4yo5pzOPrmZM+s4YXMd9ZH8NrLoURadfw7sYvmNBoZz5ss9FbTOV5zvl+kOTRCwayQYr78h5Rl5
m2lOf81kxkeSiqC+zAqZYrVoTEAXhYuHMJ6WsU4juyV5eAVef0Ocx7nt3Qejg5/CR+yjNaOWesqK
InLOjzTpD9cCOsqBLkOwkW2lL7swEuS0o0+4ypIGOgRW9YMixwp2WBy4ZCVhxEyIipimpHvy4+j6
86/o3SdMdZ5zUsC0RoNKP6255rB9JTOcfu25fYwNtasv4cJiqgGn+c0oJXnMyAUWUTnFF59f+f0E
x6VdirBMbngcKKu8fTmG06JkshUBsI30HmQHLqyEJwC+Pwn6n+SxG0cbH9+NVVgAScLMXkxYVAhk
bnpvmQpdwizo+4tBjOWFH3nqXFFgHhxvP2iGjEV7cm4EmcYpMI4qx+y7MO1r3erVQ6sQwKCNab8r
Q9QH4cQK+Qy2zUXBgF+NU+b+OPOA5unz5AfMz8biWMnPYN/w9gHpbpYCLIlZcxD2PDZjjkXIJ3nP
IOx8QzJFvPUqg7TnmkgosnHG6GsXhSSCFgbhQEgQ9DPf7/xCPvs983nt1X4ag07ewXSxr4m0eYpE
fGkEyZ8z9/xu1aNZys6JJ69jTng3KHyjS2qkF+Y1EXoxnONJtRtoh+WuqOf4qiiLcEN52qagq4KB
SzoX0dRVOw/30Y4IpaxdUuFRv8qCTqQRtOcO+x/9vLnKyGTKNE9x4e0jaBJrCjo3sa75SNRD3dfV
lrxKCqkw98igPPMwPhiByBkDygv8hfZ2/jWvHriGzsYs/A42otMxV9Is7762gSX2ft4MP3OHlHG3
8eOUWlyUXrB2dHSgSMhhjn/wYypaCydyqk3kN+jq3aZBSRvV2W7Uo2Y7YTC50Efij8+tyx9M82x/
6QWD8fxgqZnQ2/aO2RjXVSt7bLmtNmcLRtWhHAZ+UoHTOlnI2lJ7j9jMe5onvwLJ5qVtDUjGvYv7
tsTiGeBxXbgQmO87o1EPZx7tvDk4GctsgLFvUCFChndqSJn8yWCXxI/EboA4rbcS41h4ZCrbRtZu
o0wGO0qb4X3WZcZxMtr+vsBRQkBBg+0n/o0/CWjQmd/00YPDG8PC6ABApnz19nVzzcnWKsO8biCX
7JvGUA+D4clVCFzpS8IMvB/DcthlJpnaHoEf3zs1A33m6iHdP+uLBgb6kJRKPTi93/8EsfMfPbaX
UwxVirl+cDL+kbmhKCsyg+1obxwrGOs3RM48Br0c9m3TDMs8kdmF1+TlnlT0O1lLZvLJ9XeGnNQ1
MYpnaqjv9uY4fpij2SPb8/p6ugON3N4PMf4Z14Hsnb1dxPJbF1JoXABJx5rumTV4HR7mmTc1z7yn
o2fm9Dls+OhBne7NAzACWU3i5DXt0OiH2aK9dFps8ywjzVozp/42wT25rwPp3VrmVO5QsvOm/oNf
gdaHsiC1HCpUJ9MD2JQh0obEuCZSHERQY/nNErKTWCcuuTZZW/7Qqyl8hvpjg/rjvy9adU6V8cHG
knMpAqgZuucj5DkZtF5bt541mNM1fUmxJ8G7vDIm3/6ZxrZx9MK+PNBfOE59Fq96So3PtGb87ecP
4mWT8vZ18BuoJ6FDmWt1pw4irzfwShbwOga2FNZ6cHX5LZ8/3KiY580wj1m/KZy6m2KcxNEWlfEF
o0H5uyTTeFpB2pTfwihVFQyEWj2kVtvstM42b71KOntn3phGcVfuano/D3nRlzuilOx+QV8rizeI
gHXKWCqmheh7bGdfjlve1DOnfX6jPNb5nZ7cKrfJGzcYehaNm5M5ouiqNGr7/54jsnJkk+TJeCsm
x7sd8aygEtOcVRlVz0nrZXfFfAqkLu/sW61lyxs59jbWzfFQF6gy0f2tB02rUA7nwxoB3rSKGrv/
XSMVOhJv+lRbnbMXw9TvWiBNNzFxc19ZGLslJD5v+c9JB9KDdV1NvT/iwu4TJu24Ig9K2DafwjDe
jUwZQGaAuLTJRE6eMR+KoBRxMNVKy9kHY5weO7NbV+6k7TuVVJdt41eLAGAvafd98VTlkXdD5bBY
j0ZZ7sqgTm8de4gY+AZjK3XzXwqR2R3rXrnTeFVImmPjMkDiez8Gsv0zKVzAciIHOu8QawrWnW2Q
mdMGumf5lSg27YfMlQ7daj4XWPwze1GzZh6RpdMRll5YYCC86irM0PKxG2OozF652w5aw86nPHBb
BY3Y53Lc1FMaXhL9+4ie9nashb2NCDKcOSxt/LN0E/8wAbRYd5Myjokh/UuLrFtIME28hYuyxO0s
NqmnvEuYjcO6noAtmmE37KfezHYF+5LbpO16sQiq8XfhiRQ+JUe4vAiHVZrDtausqtkNsa09+kX/
u5ggPvTED85hYaHY1aFvLlEbP+dpG1yy29I29PC7hU8s07UftNohDydwBUhRxwu7dG6MLIF7LadD
nM5cDuh15c6ZV5a8srq7PFHMaxSVvnpGVu0zcGQDURge/+XLv2SDyTpIUTtfaiO9DIs2X9de4hYL
u4+jfT0E2T9rlSsHk16qYs5Uk3HUCr5gkVTOLk/c8gZ2AJFk9Dt6Es684VZAv8mBs7AtjLF57/LW
dvZVW/EYXl6ahVxyGVJo+4Gf2b7inOVtAbmOi5aSLKitMaqAaRo48ps9HJySIOruKusMb887xdfr
QCthgXM3Nvi/BaLkhiCrMNo69qjuJZGRSyrkzoFETf+yTklVV5JoaKg3hPlFdp7uX1ajqHJheMmK
2nOhFdZ9ZtvyyhjTdjfZvnYpszJbe71tH2MzhmZnD90PsMblTUEY5y5yiL2OhwKyAaYkIDG9XHld
pLamV8IvRI2tra28Ca6qIrjrOn86FEE1XNS9DcBGG/RNyEhGwBt15VLawvgW0LpFPE+W+qrNJYpX
hUh6adu6eEAcwalhJLVtZbhtuDRlbT8iLx7+eL22Iw433OlkiO4xn4Ybu3Ltpejzr1jPTabS8DkH
23CnBs977lvxFDbIYP3CzrdRkXk3WZW5aN6L/uJlVhR8Zg8sQxuqIfwwLNwgjrKZC2g+T0zOx0pn
Lm2a7rtVC9NdgNPqftZo8nbM/SRjI9oGoiU6ojBVZz33Tt88sO1VD3at82H0OR/uUGUMQjL0ph3e
afGc1sx+WpKOkGySmfHl+VujIilgCmez/VhHhzCs7K3bhdNDlSH2C8gP3Qx5B0Ci1ZsbMD3jZrRV
dK3lKtp1sCOOnVPke82gYkn0I0FWC9+eWHQ9exrXBjq0TVT71aOf6OExlK7gOOYxvcSJA4FPjXeh
CZSn1135TYqKiVANEVOKZFxDR3Spo8FXKXc4IqpvorK455cz0MvTy0bXvZna+lIkU/4zhDFUL3JH
JNs8m8iH80V6pRld9hOplfNkOU3/K48GUGpa7F+7eal9wSo5Xja96WzqobF2OrrQnWFP+KVCZONT
DDCvbD0XIREKtjxM5LJTII/cJFMwacnkK7KJLfMkOIG9TGXjYKoHKYOCzm6cmRcib6g8otrnBDA4
lyw55lcocJccXcp7M9avpoFVdipCNLdSUw4GOLghLX4OSwOtmY9VuU2rMSUAPGU0R5B3l+NoyK+2
1lKhKfC8cp8lnZRW1Qd3CJ5gzsnfUoWU1Dxp5oui6PRvwGpxxJrjFhn9JkxEt/cjK7pw08ze1Nnk
XynLt3Y2neILP+36pdm54Cn8flmSqv5lNHucGbUP8MDI/atc5Deu2yf7rlXOLYIB1q3/ou7MltxW
siz7RUjDDEdbW5sVwJkRZDAkxqAXmCIkYR4cM/D1vUBVt6VCt6Wqx37LvJKJIAi4Hz9n77U7h1/u
1rtqklCrfCpCZ6uz3A55/wkBICqR2V1TlM7fY9eZ7/spK382E5KlOEpixdwqUeL4MT/VNusxdANo
VQYf8VFMPntmL/IZ9Y7DbbZCKNQwRoJpoUNyYW9TohchqjtbsQj0DsPhqA7kTedDqX7OabduRSun
94K6b2WOWQgDbIaQ582iba4KPLCt2bkSg1CgfTPVsXk2y0oJab0s3JxA031XIaa2aBLos64JA6R2
8m0/1SC+A5ne17Gyhog0ekRtQUAZO8MjrVnuuzEctrJXFSIOh+8lsYb36G3FIV1QxIa0tFPmmPEn
HS/BgdB5Fja9DzZMRYPHDBzOUXfa8pwR67vWzEBavFW89TnL/9WOzew81oCJvWjS+i+anTWfb02Q
W7kn7TK+SAbh3+cA6T1hwJiiG9SQjWLbIATNwBNED560gcvx9GSsPXOSztmhjewVZqb5rTtMTxlw
WdIxC8Ckll6fSpbmLceacg+sxPQNlWBJX3Ij952k1FzpRkOMLy/4c9DBwljCfu772w4pk3nfjKbc
V4ZR1PQWdVQ1EJJ4yzGrsJuVs+7HRjWck355l3WKtlCWxmOHhuJSuCp9OIgyZYKqb4UpCiKoEDS/
Eo6ABq+ZcD9NxmAfu6pStpRB2lVV7H2RDuRdlwEO3b6MQXsSYSEuRVguVfEyBBhC2/4CYEnh66eR
uIy6xjvj4pd6rSgrOESQwR6R/gX5yIf0xcqj9jP/ZRgkJ8qljizmvnp1FzWHNxLYzBtgi+4xafiv
c6BSKTtT80KMEk+gu9AcXXs2D0wPogMgbfvd1cf2BDcabRYa2nmftUpzBGkN+0iZG/lmmpKPy4iF
9zJ1Hj63TMo+MzZWzqKMAbEZ89j7+N6LfRlMrL664nTVqjd0rkfr7cl8AEBoK+sJME13SgLG9XGc
jmC14jNJU3L2QQw2JTYtp/9E67j5hnGsf2l1K74rGcCLlS2pJoSKfHl/6/JkaMK+FU2gvOBFJqNc
lUZzMbpKfi9rfQCRAktjn5gV53HdGTovYmgbg0KGQlG0+iYurPkOjdr4yspTt15vW7SqiLO+l7Mg
46Su1C/xUIQGbIxoOI6zfm1EZT7OWfUwJdbVyWz3Ohmj2LOO9p7bDVy8pipUXQVvWSn4vSPV0yk0
1pOdKCuedVA51CuhAn4SJ3UFU2mVB13mGU71aAVquqcjO61lAwE9U2zrFSXXcKelwtxEBrlLhhPY
x7mMDmZigWUmLf5FONFXxjBUblFAF3tyQI/ruhSrcGQml7aTBOnbT14WT72zTkyjfh9FVYyeGdoz
5upCqd8qgLitD1AlOBUkrxQrbGQmRB09ABfH9SX3sK8FVtpyGndObpAUblfWKUSi9qNwK3vYIEOO
nmXumslzNqnLDiBGnK/aaNQvoo8a5Q7eY79kHaJtunMwPX6J4t5ZVVrjhjAqp21G6K0fkFjoAZg7
58I4TEPeHXQxjCecYslGTzJ5nwTqdxk3HIeSJM4uWSHYvNkH0q+siMYEtGtEqmHHLGZrCPL63SRy
JIhD5Tpfm55a3s/shsz1lHTtpyxsjXgVux2MpKZxuwc4RJF0PXoIMt0i11CfULkU/Ht4lq7MjqmA
cC3G28EpCyiMHC56Emh82QcmcwAsRhCFDSzaFtnmp5/1Q2bLBTIHCv5cxUZ3zslJO9HAKfdoj/N1
B9Z1L23OsTo4XziqAUBWX897Xh09L3l1bn8tUbV4WpWyJaAcPxzPS6QxT7zVHjgE4m2Sc0q5/VVY
rs4lmzre936wxco1ic81a31pNBrtQzrzaNRqDnfsNlewaUrleSxf46Qe3lnPB7iBHOXYhvnEYDk1
h3lFUSBK91kt20BdDbZJN7cwsuq1S6esJqg3tn908WCxGi1rGY40vkoRdsnRsEvraNtdusrkyNS6
AKH61C4H3jAH17DOI2t4h6PKWmfCKxSeGztg6bpR8NW7pffXpibLzljZ+F6HvHLbNTVK6qwcMV6A
GjVnxXTaq2EF5sZeHLVuFOg/L6OsGv5BJUR0xippcteGiLDguSL1fmHbisOcz9pGTav4JGeJvJ1e
BX1RTYmWDhrfPAoH04uExDZDHv1uyqMfXS8A+BIjvGc7eBhkrviohYs9SbrBjtXBuYZDTaEQd2xS
fEWPcjfcEW6QHXC5JXdAhOGeiSz81JS5fs87iyvXdXuIt2arPZZt11752bl/VJvpuh5JRm7TOcRL
oOeX3Ayg4uFmVQ9VpGyGzpL3edtkJ1ko/I8w+3rrhGiDxWG8URFNg5JboV4x8AGl4TcMd/P9JKQG
mytUo7ciVrk5TQCZ0OuXm+PACN+rOJYe6AUbxxEc8Cab4pjx1/LDDlZz1UaN1qGT2rucHZ3TSdav
6EFZj2mV724/7ZyokIxNMk+zdWFyth+aNn9zKLw/9YVRruMhf1YWzLLVhyGov0TL16aW2J9zKOd7
zn+6V88qzY90DNcl6oZTEqmhN1MhfFJI5xtYLgOej5BEbIhanBrAnMQct3mCk5SmXpjSznamGCT1
baP4uaMagNJ8yUxtL5eORTQ6455O+XQYh/IaKfEbfBHrnMhFoyOgoqwwQuhAA/XubmgCxyMr17h0
U12/u2YgHhFjpQZLAzfMlK7yHeBXlfkZWFvTC2kPXwYTsHU4Be1asecI+H0SG+g8AdWJsWk9xVUB
A1fkMr9pTpfS11IpE6cuyDZSJDFh1/28MzHh7oWyMDPFmJ7nOoGnqSrxl1uDJswUXpZgqmyI+dKZ
ntic+T0dG+YrbFrjShvr2SRlISYbwUq/KE0qVk1rRIRgR5N1zPCefsvGIHi4Pe4ydINLSW2BonB5
u9MshdDYasalHbPPJDwwAbfLAGyzJm1YmgoNATukWyIHhdWIGILmKu2FbKkYrnL/czlCh+5ZDtHZ
Pu8jJtChjWdwNHN7RZmqu1s1IacHCbW6aQlxoANS1JfYnCjgLWWo8dpmGWOKmWN3vjLaFrlqHZbW
Qv6n2FFT2nwg1ZcnPdDzLxhT4dkxiDnfVjeTOekO6fIngkbFqW8o+Ta3LuHtiESnA8lr7GTaAy4Q
61ov5eTteMd+RLOwHXgLdSbiF0z1GInYJYO7Uk3FZWDGeCVpliWlVvnSRYCtvCXIyY/GESIwc76D
qYz9UTXbigxVwi0A/vKfZnmQpezfrNoO1kYs1QdVraNNmSnpKwrgeh+P5rpGjniiOaY8Fl3D4WXp
9FXGPLy3WpHgWHSV/H6wqvoVSLntazjHffi04+Ots+0GVnsEwc2hZszJabTMfWtDhi6WfadbWlu3
hiRyh/I5M6PxYDchicTDpPh1FYRrpVxaRE1fNo9pkxSnjIn5pV+48erY9aeOOfBWOMvCWjnWV7KB
sqO6bHxRGHWnyIVziXF9+MHoRqUtQnK8Wo/mxoK7Hnt9wGKUDVTQY67mD6rMyl3eThEzCMN9d+aJ
ng0Skb5wurcpVzvsCeVJM2ZQB11L1L2rBlRFmtgojeJcnASrkgdJhOsTU0VyhmlFJyueUSyMDY9I
u+BaGjPlV2rbLF6jw7Zw8kUtXuvUzbpvmpmE5oHkVr5NNybDe2fN1jG99Spu+7wT9uxRzrw0Ahyp
8qzZTsbvsAyASpd4tBLk2bpo4/BSsYRv6R45NC/U6fH2LCECAvvomjQNyr44GJ1bbwt6sPuuqMRO
SKvaS2ADe1cO66oI1DusJdHnPq2+TnA/7yhoKMqsJL1T23mXmr3+1lRme82WCauoHHOvBq6+ces8
utc4HRClM06fU90dPwdkw5xcl8LALgyxtZLWPOR9r29KU5wcDtV3bqno33ie4tcedczx9sT/pSf+
Dx1xlDdCWOh0MS9/7IijABblVLaMG8ExfqZ5/k1g+j40Q5F6mFCKQ12qYjsAsn+MsWP3fc8YVCdM
z4/dIvj+U4gjUWBscRIGD3++ut/lFQyHMDkjPl0isj+OaLoRjGVWpfNZ5XklEs5+SWPFoE9iRnru
95Awj11XgD1TKxm4f/HT/T5PROwn6POAciNS9aNAKq7doe8CRZwrh/oHVjFzAnU5oqkOXbjUZLH8
87f9XZKF4Ao4Faow9PB4ZZZx3b8NrClv+wTuhHKeFPaKjB4ejH5I8N80fVLPE2jYR6Uc+y07gnsf
xdrI4YKL8wbZ1pDIbffpzxd0+/F/HZdwQUzplnEqEkv9g8ZEj0324HZWzrNJT8oBGv5ez/RTVbCv
m7ZpfpBS7m5DQ0x7Zx5nSo/wMrWi+uFi6l/0WWqH96uSq0JRk/XY1MFRLSIqzDgWV5MXbNcNXfyX
edY/3EaB5hOXLsQt9DHwYX65jUFmFfbgSPPch6SNe7M7Vq+3nZTuogpHPJX3aqQ+AeZPOP21lfEA
DSX6nkJgu8+cPN78+S5+JI9RcAiuRsX6KRBCuh+5ACpw3azFUH9uiy5dz01FtpKM6BvBpVjJIfiC
6rR9CIskmDzTzuHtEw505yRBBtaBmW/hzjjP07KLvDDWtIdabevdEDrp8bZfiDwTl79c8u9aFS4Z
tRXGJszHxCz/egtLMy2iiLL/7KROdueojbHpyTnYxigTNzSUrWMLHnwvwsl6HSExbNJweMVWyal4
OejQUxIbSDXRX17Jm2jo1weS62LHgDiGVlD9OLBGa1rZnIXN8xA1yVNZOsAjzbi7Nk6areIs1C/k
baySehw51tvuwWHMIwEktMo9CWH2QSyFkIEWbBUYdvPeIcFc9UFWrP9y/xYtz8fr5OSJ+QLnEMaW
D2PdRTY3hAB3zultwnPrgeEdql5jynzyUZk/+DAN9kadfS3ihHgVfabTuszz/nwlvy9ighu1vLs8
ghAUPgw8qbnYdFQGnreBrhr18zfXkpysjDA/BcvE6M+f97vmhs9Dxe8iP0Lx+5EmOOgSpXGf6WeD
3GmVRuI745hiCzDFfKgH0pWGzK33Q131DGEoCv786f8gihNADpanA08e7tYPXzeWUz9nBa/aGGjt
aWjtJb/AFicANzSx2/7AhAHuUW7G/ji2lZ9aUl6sCEJ+WeTK+1hWn8WQhxfUSH+7M//wS8C1svgR
Ft0edsFfXyl43aWlDo19jjP0cDcFZTwmCFXMoXptjKC5/vle/MMvwZoD5/C2fyHv+PXziMBWzJw5
8dll79xZBie8XovLT3lWMsaBIc5cqTPX0Bfdg4U562/D9t8lQrRNgXlRWgCDYAn89fOVGuexXQnr
nCpWt7fLMdwVIiveJZwhT0uslTYt4kBGvE/9LIp7fRKfG1d2fpIO9i6s+/4vcut/eji4IJqsuHdc
HezGr1eE21atjMq2z/Ts7CuAKXKDXKw0mwpBEY0M2/lhmswTopoXJJiUXSfTlqCEqMi9UbertdZG
8dughsP7OC9yh//2D8Zd4lYjl2TR+LjZVqaRKyFG67OppUvPuzYZYXU5p+VlSJtq6fh+K5Zv69U4
zowm/nwB/yBGYbNH52tpyGxph35Y9duxNN046qyz6JOJcKaJtMmE7PZpSo+l1bbHPMznjWaMwY5s
lGyb2rRt//Lc/EPNgSpdYwXB8g+Z4qNGCi1zac8s6g+u1R0QixbM48Z22wP2f8iUeX4R4yA8WdP2
YRhpjhs9vqR22h0NMnlIOKtTucbN9rULtWI1dkX8LUFvdCZ/qPQkHl1C9xxahH++db8LqRZTCp5m
k9cFDc2HRyuz6FyNVZs8kAJiHelYOZcOg8LRJM2BU8ky9uusv27Tt3/2wzbDUMSm3bzo+FE5/vpE
Rwmn37nRo4eR8+XWtrrqqknG34PC0aspNA6JqBzFJUwjHlf28zT04RKpHgVH+QDOTSNxKMmchnyB
7GkyzU8BL6pXWVFDFEJHI/8mKliCA96DgW4JIxnCG1h4N/AvP8uxo4FvlI7p48TodkEij4OKVm3V
aTmByUNYwHC7zRmmRbqvqjQU5DzNR7oSrcfMtnuMZrd8/dkR+Tl/rpJJW81prO/qMp7OblgM73/+
sf5hZXQpqWzHQkePxe3Dj5X3dlqbIz+WSf7jnUV2+y5CPvASYYv18yztTxFpIhsiE3PPbJriL8rt
f/r4xRSKzwEPPMToX3+00IVQZg5D/NAAlTuohHf+7PPgW6h3RDP3ihdGmdygy3+vUkP/y5nqnz5+
oXtjW0eU/duxprcaoxhqK31QsCV1Hl4MxEGaEe4Z4Wg7LZintwKoHzsEOUDKFJp/+frm7xcAgogF
GFE2UmDjoxd3gsLbk+GdPbD281TeOpoSzAiLsUX/hCuvXm+drnFStVPtRMUPrcb36BUyowdQLhqe
CkHstgyENazaDIGMV3WNdurtmYbjpE80E3DW0uQxm1LulXikQy3VeBt2MX+klTT0fbKvytljHao/
Bco4Pc+0cTpsHJkg185y6b6BJeSilLxg2FxGfDS2AhYdbL3EoN9GBMQMqqNfdAWa0WWaoCAdf0+X
tn4kw/wlUnt5bYERHmx6N8efKkZ7kVqUeoPGLl50u39+tn8/MXNmXTxFAvPvcmj+8HAROopQJsOA
DwT8zkxpbXlRnGsk6WKSyBgKwrchvsMUB4oD4y/V3+81Dq3YxcS5JKhjVdV//XS7zeScYR6i1LPp
eWaRzUQmE+rJaRgmOK2BB+7P3/fmYv5lCaRhhIpVsF8BVYEp+utHQoDUs5wExYsVZ5CBo9A0vCYp
YQCWjH9uZRb2ssoPOq3ldAcIPsP6/FAXnbJ2qvw/NRh67aibtHGXKIuMO+agw7zVpyyc43EIUBGH
8fx0M4FxEFM///lbiI9dGHTLoP15JwFwOywLHxZyRw+cyuqm7hw2cXXn1ro8WqasUVCZnyaaqx5N
qvSO+KZ29sZ8Tt+7VF5rjS4aYiyCkJB4w5aPzYRg+qVBUgZjtGKy9DBMbn5fJsVLktY8wb2Wzl/o
EZbbcZHncXKXn0VkDN9TV5sebo8vM3OG8nY8P44s4t/cLJCbXLUl+rjRGr/kZKcCMXX6fcqg/AgW
eNypouYKhTR2+iSVnZamwUYOvb3KwZpu8t5xz4E2lL5VDvaKCGixZsRcaTyYbr4twadsBCrGrwyL
TKTHU9aaIEXTeHurj4tEHR6Ek5CIMVdPCj6SO45z9bq3uu4TbEbyS6wzyRbJBgGS66HYVL7mFhtw
g5Zsbec0C0Xbat02rdUlc4YZRKW36Y/IVYrrbcYXtpWe3sNcKYGtV+oxCXI8Rqgt30Wka69xHjh7
pPByQ54Zagdp6fFfnuKP7w1H2oUps0C7EQP/1iGw3KGYyDMlMa9A46GMHTuttSw7ppUTwpCMP3fA
/5YF+b+AI/6vuZT/P4IWU7b9v5HF/1GDLI6//rs1mb//05hs2v/CckcxSh/HXlYcXtD/RBYb/6Jk
ZptASY5znT/6v8ZkaMbGjaqzkLIsNluWw/9jTBb/wslMa3Nps6C9Bwn/v/7n+/g/wu/lw8/Vrfnw
//8dPMk5cllZ/20ZVFlvkTRTMTushO5vBsXabtoJKUeyFnURb8KmIpHK1kjfmyOExqZNOrM0yBmO
lzHskIutnttfcOGTcpjeR0pq+6PzlM8JkN/q2ZhsElNDcKXTKq21XQs6tqzkjqKF8FqDUcGIIKhe
qrtUQbebJtU+bRAL5W7gG3Vtr4hZz74YudueMMuAEp4voEaDlV4Y+mEkJFkdw68aNd7aQvlJfY/s
wyoSj2HfWxigejGVsPQVqQPqjPJPUvS7OBHumj36CRFDiHR6GPbSgjka1VrDoGp+bFtrGxJRdB+b
hXi0k7y7DMmc+Kpss/XYN0s8nGSgZ9drxCjluSs/NUF5VU0qWJPIbz0NW17upPOI/ekR55DnDnxl
36YJ+YYB4OOiRkrSqNU5DCprg8HmVEFd2E19WG1m8vreGiJGbFQQaBy7maBZYlW1IqBWUOL9kEyv
kiOBrxmYYOZ8vOt1duVOawjYTt1NFg/tdoTI7HVz2B1rwFZVIK6NqZChlbcec57rOOn1Ljd67aI3
nb12DRRpvQR/OymPTfBaIuX06hHVbJ/EHohGZ6W2076dnedKab4betf7heIiTiM+YCUr9C8OSaFq
u0VO8lLkPVP1aP7CVhRSBmfLPJ9o58LqPukxKAanYAjljWV9xW5eMPjDui6cVn1RkCywA6lXV5wR
UJ6mFslz2rwUlftY2/bBJfxqh4UJnC6TMrY0Np4wqAETI5KaoOgvMz7ciUP71GfCPTWNWmzUufqS
a+3wZlIr7QoluyIMeVRaN5p9K5kfcri36xLIh5cvpQbM3JEMLv1OR6i8Mhyd++hYXsup8Q4aLgpQ
vS/XYaE8aEHyvXA5vE5j6le5fTDKvEHAzc4q6/QUqJmPLGkky6l7S9Snsk6eaoGXSkfg9RYVQ0s8
Ydp6IyWOZ9K9PeuYK4l4ypVNqgzNzhmj/qmfJuNguir9UB7JTZ2mjxWoCl+iKXggODJaJb1j+VJN
Lb9jbvI9RqPmxcF4FWQgrBmSGyfDQBoNWQ3JGyqjlShmfYdsIVqjKJ4ehaVLL1TzEQB4SgZRYIec
1kWcHBEyy/dUd9L7XtPX5hwjhUCu0gd7R07ufdYQe0rf8Tobmu2zfvnst9vICdvLPHbVSzGK0c9Q
nl+dPkXSX2o8nFqChjRjRjVYOaKSMF9ZSvfYI9K9tyCLriZH5hdLn97QMw73wizzQz9imyMyNl4r
Vcup0crarN3UNgoc5udEFqsFjoDYkhN6Gr25wu2M/CHUo4PjWMUz+HD3oVHxmgDqqO3NUFaTlzRW
966Qfb0jarIq/DqxsnsA3/OFFTNZxVobd/5CkbxqSoCxh+DNnpTcQCdqcu705YGxx8eUFGx68TYh
9lABHh3g2hVtQiEJknNpLHjxEEJUDmx2+5FQcXoPurUepIMttIhYqxonML8owNUPyNiAe4Hw40UC
zkSmalHnJMkatfE1Jv7yuXYqQl+0ySzXjWjntbZEbk1JGu10JeWpN8WY7xtEuBhhS9Vda2MTPeUd
X2YWjub1qqrc2cTt2J4RcOvjJLbuEyGHh1Hv5/dmIenE2YgmnmH3G/h4NASwwEmP7Ap3r0FfXzLm
0jezc5BoOvWM2FRhjmADN+TQRMTZfW3kESnEnTt5im73TwWQi7uGYOjOD+cgXdExdTwjn82NVpUa
l0m++sowaqwymFpWPd93r8povBjzaD+OUq2PJvOy79K1a8LRnSFaTzUAK9UtpqsTV8oeP8UIr70t
easENhtfKsW3CaXGTmWEfFcbarDJtSWqVhHuBomvPBaa4qxyluKTbiniJQyibE284bBdpH8knQ5W
iJ4hyUnHzfLgq5ThRNwa1tIvCfKqs66H7U6mWnMJM9D2kdVn24AlztdlCPm9I6uS6LvsCkpCWXf4
Ffe2RRr7XFHIpuyr2xq/TOGTIU6+8pS31vfcTbS7LkqLLy1rDUHfWoy/MbPkFeRc46e9jkwWlRf/
ODzoqJg8lYhmnOtjcx9w8M/IuF3yw+1CF/spt2fSfcBARnrXbK2onbfI90s/dQktHM2YDFxZmvAN
lBDkeDk3d2XKgZh8UPuolk73LKJ4voSWml7iIPzaBrQv0H1zLsgQBBZjWWzGLjFXTaVo67EtnReZ
Rs3bpMTJZ84AE1NvXT8CXeFfNweJ9W8cqk1nM/sGkhPy7pMjsJOqVW2aqgLlEXZiQ1jtcLLkcLXs
uN1xGrT8ygksb7LN/EJJ5KzaZCBJ3EFYUeasdlnVy7sULhIEFOg80TA7O5VozFWdC2UnIkffhGlp
EDla8uyBOtvAnRcbQwmeJZOmH2au5XedTqqkUbsXBYfB1VJshgxNsxmNYa2V7WugsG1XkxvxY2yC
vhj3faDuUWfg1jLWkyEjtOwIUWzxBg98PbvZKg2cVaoVb+XoIHngnIFUemW2+D9MsgmryoHnnidQ
SkI0M/ktTbvWxcYOrW3U4+TuDYZNuB/uuXhfWN1LMxG8ZY7dyu3sEbmZnn3vmzl9LPQgeWpRrXhd
Ezcvge1ww5TinE/2LTPauE+nQd0sEu9nosjdxylB3b9QudclWEEfiR2muTJRD9QQj6ab+ulAvRVb
xtYewaw7eF7GxDnnZrTJa+HPvIyrdIhx10X2JrOVRztfWL/SfIwU83VSlfbFCpPXXBm1OyuTRCFR
aFXdzgh0WiDNBs9Gt89EsKoMMfvFNGSbNp/I/IqqfS/DH4rMUWqwIUu8v57ahSjwo6Bd5QhobTPZ
mW2fbxob9GdpSiwQIO/XIpefVVWtdo5CPqKVBsR+ko6bV/R0J/ld8N62g3wc80+dM+w4Mb+6MTIw
wzipWBI9GJJIPaZNLq1t534bS1QcdZqv5eDaZCzzg/U4V2U9nCJBbidFVxeLfD2o/QPDBT9N+mwT
FgQkZ+O2lfaa4e24tjvdWTHrdo4xY6JUnWiLNe6VZjNpoc70Q23KliMrx3BJw3mlw+ekQk2IyDPJ
8sB8IHp7XVBFH9DKrbQ4/wF6hj8cPpHe3tD/RV18Ik6IQcP4Y7Sna6eijaXbOFMbVR5r0NZSrObO
tvJgFfcVSUp90+1024YFI5FfoUdD7mN1aKhbDe9BOLDdNOF2LuxtOVmr2Z1QtYfpvFPU2XoUsXOs
mm5AV4NUTM8EeeWGqm7bwcLEZfaXINbKc2iJ4kBEaOoVVYwoGmA8w9uWNjEL+hIf6wwrhjJaudZk
9nlWINa2QTlh7WiJrbCxP7WwOGge+4OSzFuEcj9a5k2rUO/tfYt1wsOwIXzY/CZOJG1g67Dn59Ad
he8aJLdXatJ18K3tL7R3jq6SiB1pK87R6kkXIE9eKZ+HWqFNPObD3qpFduDS593gdMYexH+9rfFq
kgKsBVdoXyXZQa5z7lAO+YlIy0OtT9HK1UfFEzEt1Qr2rm8hocCdDmgJKtEZ2ay6s7NWf9Bcpb9H
nNF/r7tOPgaFFb2YbG8bvVXnY5aHc+ghNsjvSgVfilug4AlEJqu13iONrFzp+k5aL9nNTu+PRmBS
SI/xyRx6cSCjwfRNTFReg045BZ6W9N+HQnTbpEPgHcj5AV1rqq4MnRN/SbuevlSVHLBma8dyieGt
ZNFhqFP1505neqlndvJQUGMRMtK2p6qyqnWrMGytrCm5OCXqM93IlBeWAPGlI9P6OE5U9AA8Ozoh
3J5BN5BlTOnXwKAEJmO42JkOfZtQDqlntRieip2AFep3lfaECh3vZrx29O00x8+YCA5i/hEM0jeE
/kNX48FrK4n/SK/WTpff1W2w05PwHosW6czj4CdlsBUzCcaK+Nzm/Xeq7WZfEj+O22t4rc0g3sBS
P0fpw6TNO82mnurLaZtL8s49Y0oTGJtJv4XgWPiBmMU+cFEzN6QceP2Q9mcwVpT/c+/rrXzI2r41
1sScZGu7DgcSVcbwpczi9jDkc0jQfCnW2Wg91DcFppmyLasRxXhUKp+ZqyXAs4UNbTdOq3XXtATl
2j15Ho6dVpxgcgc54Jxd0H0xxlV6UrEI9PBqBXqQV+uGfCX6Bd1LDnHbDzIp3zq80Gu3UHNcUY18
aZCTkmFQBsW2asYYOX1Xr1sNrw9wH87PRYVy25iG5s5UuDb4HMG9QnTgJknD8qlatBi6LK+pmrSY
gGjJSQ08KSLusbljT2SzwKty6JqB8x/g88T2CMLhYD6ZzjSSX4Q+NwtN9WuMMU9jrTbarcRDu8qF
Wm5sOYgfozCVjcBvo/K17HiXOnmzrZ3BXVtVmmzrIKvvihhx72hV3TbKh2LvtFH5pHC+ZaoLaWGs
gtZr5r7fpQAWtq3bVpskDoId4APnjZlDeAR0Wz9CqWi9QTe1Y0+CUX2ApJZtbdaNvYambpdOldzL
wX4xeh0+A0AfQzUah+Ag+rONUou1dJPhpS/t8rG1S2KTc9PIONg0zeAPWqdwYu7nrzP0jnpVp45x
ipKc+txwJlbmtH/Gd4KPsm6wciaYqALG0pRxfdFvYpu5iNJSTGYVOekl9Rcn9oGUMifKnjvEG8sb
qr0qgjqW3DA7Jkklnhq/BuLKoQwF8zVnizvANukOkaCLCqs21zy1xTSss0Uf6UqCEwnqUDn1alCu
gzowp3Wd2AFt+ezenpzquy6z72ZVJx55S8aG4BTCZjOnuI+l3R+aukBQBb5p4nRY43W1ymlT6LXy
2TWz5EecuI6vOuG8LRiSvGaI3P1GabNLkXX6UVebeN2FandNdLO3GU3aBSc9jNBrfm6LE26qNltX
9gM+urmzX3NtlqyAQ5Fc7ICywiOwY03nqKfIHgT9pnTIDmlgDcdybK2d0RvDl0qFHkl34X+Td2Y9
dhtpmv4rjbmnQAaDGzAzF4c8S+6LlpR0Q2SmUmRwJ4P7r5+HsqtKmXZZ7QEaaMzcFOCyZB5uwfje
lXIsiuPm/msqGjRWg7htJzs5ksjQXgXBku/nhD1IttoFDE8jFQ9COl2hMVmiYFkeRbJ+GZ2YVnk0
PeA2Fz124qUcftcr/C1I9D+Hd940L9X7vnt56a8em/+5HeCZ2bNTSdr/79f/CIb3+/G3LMRX/7Dp
TfvlbnjplvsXPRT81d/gv+1P/mf/5e8hih+W5uV//Y9nGpH67b+WqPp18xpY5b9HPXcvRaKG8mfU
U/AXfoM93XcSgo7EXGoF2PzDWvwGeop3W1sJyS/kKxEvj6bln6CnY70jTeRH9yTiO9/9CfSUwTui
FzZZkCmI8zcD+XdAzzeUO9tesA9IH4eGABdA5w2LSy7nXLQlwcG5g6ovniriZYaHoZAX8dj1B7H+
KqtjuwyvMNYfR/yRJARqiwztzRFVndRTBhGAs0R8RKTxqPALZEb2QcdAZMGAr3VodvFkPwSD82za
3X2mGjTSrd4+EYducF5SfO95z+641Z9reyn2emRDi7jyF1oXbs+bH2vhKxX4O0knQ8BJ+Df//ict
6bAksWvGMSaNZMKMUhbzTrttfg3nAqzBPa0OrkyzU+/34kMn8/UuV/mxS7vpmK3rx6Wu6PhJ0KGM
dqxCOXZ8jOcA25wQ+poWK5TwoCaZHS+htlv7K/l3d520I9vFOGAPqThf/ZtE+f0eA8ZBE7i663p0
2uOQjB+rarIjxytxS8XqhJQrQ/SYLE+z6K/nUXqQruy4PMOiq81ikydYBRNtzPeia2Q4dDadaoHO
+ObOySU5mwCdg0tMklfDT/lDhAgMpEKnVhFVrvYj9NnWXduPxl0SJ+4hEGDkQdXYp2H1k127ImAo
Buqujf4aLZ9/iNl9jFGVLfZLnBv5i65ldhhIi4l6sc47NuJ70zfa0PfUew35dUjL6oGYy+AMeP7z
Kpv3jqbCLLH6UM9FTseVytjumTmRY+t6iYQtOMum+JNFXujOnAPKVmYukBkkXSR9YRyHTjUHs271
PhmN8wAaOUFrf493dNqMwwx7xmhcseoKELchO8aLfeT+Bae2riERwWPCYqycK1VKTE/ZN5rUytsi
IAMMucNgRUQyp0elMmIXyjQ/Zkibx2Uish2a3DlzghgBgBHEkm6PwiPwfE3ft6ICHYg1BW1ptu9R
l+0UwfVhP6LvX0z5kSTNY7bkwVmwiscKwXtkUXoSLlUwh6uoyr1V2LfOqrr90K+0lLGF26m0q68d
o0l2Y163+7ppqCXKnT5KqbG7KhYcV5Uff8/cNPmWzM6jhgzFgVqUGaVraX9qsOTfrcjzozIhtcBw
eUIzRpao9To7TPAORN2YJgcaMp4rb1WPwjc+TWlh39ha5ZdraumjaAz7IrWSR0jf4jM2P/N9vnSE
VKDozXcJiYvMv4m86gbb2CO2A3J2spSCba9BHR831zgemq/EZHqnzEKNXfnAo8S9YBZSYOzGYlEO
16kJ64Z7k2aW/aFXXsbFccqzsqsAAUgwuY5j9kl5EThPHlvMvdEuTmgigD/IOb2tAU/3oKIsN2UQ
nFj7ko+tOd/XJmrS0U6KQ9cvp6JGl5VSL9K43RR1Vk+PYdcU+yRJT11HQg24IUZxKfJrlELOUWD7
ujbMYKWf0pu+DGss8SRa3dbhixlpGdP4KBQiGC9ATKQhJdxlC0tYpitSDSVESerTcokGtx+QtBGj
Njyxub5xsdqFTdHt6W9BSCeWKzV5H+Vif5O2lpdBNXlHXfvD3snNVQOs9/3dSBpqaBvNwe58eTQJ
psIN6LWYMiyh91pJFeXD3H4bZyMIkw5YII71p3LpFVAwMR+JImtRO41yw2SK60+yGh5XoKLrzZZ7
8jr3IbNF9pF8W32n7SG+rrWVXLEEqbCGG9rnmKz22nLETdUHddjVi7j119n/uhhVdlQ8q3dN2zSX
ZG4Ut4jixtCrUzqzXWfZC8UWZ1SA8FTZPqJi0seaHLHvMeA1YzVGWUc2Jq5zGr0n0def2yb9upQz
13Lo72FArGOqHXlROqMHXGve9Mn0wRDyYXbMT1tWi0u5cEPGKftkHCadcEORjda9ts353CmEdeb4
4FMFC+SLNVfeBSLI+NRY8bDlOVidx76qDCpYocQ6K72WJ3Ec1AX79niJPKsrThibea91OUp666Dx
8ccuxzYzkKfQTqmcXb20zU3TOvh47bml769thi+IKSx1KOJBQp2k6ZCHVdybH7CTzFzZrvoum6E8
rb2w96YVe9mll1DZ7MWRH6vim+gXEanWrxHJTSQnwxwQSuPF3pNjJTWon4oJRApSsZsLS+3L3u7I
wui2lhe3p9g+ca58O2vu4q7Ib2RRLKdklsZZEjMn7JJBPK9KtfPe8Yf4g/YGChuGdLRoKmyma/JE
0/N+1dUdgfjWnsf6jKYjpI457rOd6XSkmJo1MraUbPXEtaGOSsdzojJYjX2fOsEt5SL0JOsSUILQ
cZguZ4e8DpQ+qClyTEV2lTdB/B3UdrztYtC7g0V0zspbczAHY8UJBza6E3IhY6HOh7ShRrQILoc4
/T5RMAPtpAPynwL52I9efSEGVMK4jNfhQqQpjsVmcJvjVGRl5NVWWURrOZY3TRZLJixt7ojyWE+z
JEejreLzdPGGi8Sx5b6hmnbfBMNLSuzMtZ7Leu96k3XQBVU9ns73mZ33txqe+UB2z0PXkbw0uxv1
YtCyelpUBaJdFE0ES5RdFaaZkCI6uiwTC0pApwjMOyxL/T6fDdRXue/3kd202z005i8OtvHCMddw
KALo0/Ym1au6zqepPxvz+NLnC3TFzoB0w9kpq10x8pEcMsTxRVcApXkkqxi9mvLIp+fqOg7y+76U
M9iKiC8hBu0Hm31H2KxVdeNA5pzQYZ2I3KQ0FZ0kYrbeMNNTPXn+ZVvY1lkurfj74M3TDr9BjdIx
7U6WbLpTLRigKCg7U45bX7RWEXxSmoeUJduYp5TcFCpzzs2sGed7ZXaFE/qJ2Z/7tvRPlG0NCeFJ
KSbTSsvDuqZQORA8V7LFKyvc76LoJNKXmq7popxvF0dXOBSIA4p6M7nqUgBBvxBBpN1xPBjQnERN
MM1mjUNwEFr/a8R7bVQMRvN5VShx27WuT1pOMUFjcXeZjHP2gPWAcC4UOfRtjulFN849oCgW+oPf
dtl5NRvNkyxUfDFRDfVi4C0td8je6z1u9ulqShb3aDtpdy/d6a4nliiqquT9pK3qDF5jCleUCMfA
rsawRiqzgxQEtchFf/JZfhgst9D9rM4uasuwb/zJd0O/t+WldH19XgVLf1wdwtBiKwiLucZS7ecv
qJ3ig2Pk5gm93ymn2vIwDIZCI1oEYdUtvIAWsPpgTwtm37Y6QXETRzIXD/lI9EQq4/u16rwPU+no
kOWlOseJ962qJ6xsst+BrNqfmnHs7za/bpFy2NrsvnUJ1MSKfzUGStrlmMz5poGhkV63V8043A3+
oPmwEQt+zZc0+zQOfDypgSUpPWvbi97LdsiTEtKjMvcFM0lzRVWx+KRUEjz4fUxBWrbgzk3wBUeU
+7q3qaim2wlYC6NlgkZrJaA93dXTADqqsubCCTK9q1X22etiNo8CnhSNltoQve7aWhI2hEaRsXbX
t7FVfpDa0KGwKhNUP3OO9uCcCwQS7/PGvWqBnkNHADB5RnFp28vnreVs11OXcJZZw0gGLhRTYI4H
p/Hes9KpsPQUQI/HlwxV5nf8AWuERPtbPriPZdx/WOrmbmUWuypy/7lx7ccFmd+HGjM/yajiKvfL
Dw2b7HPCGj9Tk9vje8XhpAIUriYwAaE4BbvJkodv0jo55AAMZ0BDbehYYN5F4QwnFffOoVwo86kz
kYceeQQ3yKnfd3XlH5jAs12hZ2jrBPhKyVvuJLXMS3fVFGZz3wiRhkvJF1QS7LKTdfwNDEvhCZ7J
LWG7SRUTh11Sjc0UVqvlA7bL6Kakmpn+ZADH5gNVvull7sbG0XEp17aIpkza8czUurwqnKI8S5pa
79ahRTaiS8lm1Be3KCvlLpOpPEw9OZZi7U+J5U2HDNL/UNAwfD/NzTcqDPBjL71mbPLC3sxQmWwh
tJNrn9M5bF6jDENeWq64WRPvq4doA82Kmm9kqc6zCfY8yfz1ApCE+DZcUOkl7S5RNdGxbJNFEuaF
ESWLZ90VZI/7tSvhbg152cDwEvJelDurR1CTEUR1rmcPBo+i7vqh1xQjE7J0mZMv+w1d+AMOmi36
corslgEHG385A9SZ4xMEA3tfzy7eC5gh/OG+4EGdne5UNZ0/nC1DLcO6EkOEho80k17aBNY6yYCT
IjiRjndaqob8Hc8caMCi2rjh0WPEXOP+e5KbDpHDdMbtFNFT4do7fBNHY4k6bX5p9fcpmSHzSt9H
aqjmL9M0BjdzKoJnI4eQ7rua5Cl2SLuAUradZSUzoQN1eVSOvNclLSayse+6PHiqOvN9AXNxLmHF
dmpljOwX771CTI8L3bY+z7h/j+SBXM+li3oX8mRy1Fdql5drc1vpvAAiKM3i+RgE3rAvS+mXaOKZ
ZgnlyOvLoLTOsDoXYbZ1Wgei/qaHtXyfJyIH4cUoC1FzU/Dy0VUdEDeEFvuMEBUEVYpf1gIR8pu+
uFuaEjlqFUwNw7q477z5OBHJD0g5L/dO7ZUHP/P0l1rkTMl+4h7JUEqPKH6sHV3UjJqzw6kFxKp1
K/MSv288mNgyw9rnhUXak0VC9SUvHiew75LsvCnz8sADtHfTLD8GM1tgc74kOJFSG+bw0IvvAezy
KwrT+WQFCY3fwv1Ye8VJJj03PXbJOVyZXFcTJa3PuriOhnyPMcP4xJ57uBxtdzkrqzJ+9mbmddcH
H6VwOIJo1w9dPpzDomA/qNMl9ILajmrmc1rbpuacpnH8ttJuzI8ahuwYF6ZxtYJvnPUjEiqvozGm
YJZ9We2leV7tDtFNhrTkBzT2t0DC/x91k5aJqvHfY4inR9WrnxHEH3/+NwjR8Kx37hYtjNiRD7z3
TwzR8OQ7ir28DRCkKRi2E6PA75UuwnyHb4xSWrF1FVvCAor7XTlp+e+YJdE4IsUMtuJW5++AiK+9
CM4m2wykxyCP/50f8cMy9hNKtvqdbUwoD/bVOLIfV7Wqjyr3g7N6UUgcExHUV944Gi+zzvsbd+Yt
+YX097Xy+x+/YMtC5scEwn+D04mszeuu7Ty0aXV+6FrbDmVaWTQIxL/oKtjgyX9JRH870pZ9uzXE
cqy3hjyn7cgyMieXnZTVRmazOlFaFeUvzuePV3STwm5hAhYDhffWApD6BB8wrRBeO+bmDXO0qUNA
qYSPntmb8iDKAikOSTjX7jw4D+Nci18Zrl8jw9uJbm2EmAHINKb/9K0ZK/CQfWUwG+iOANAaV7sg
SXEQzYUuj7PrVCEKI+MXthbxIw/g9fV1UZlZYgss5n4Gb+5kIMq4LczO2ZtVkzHVpSo1zwxZkA+x
wn0E+2C2iL5jzwEgmwZoJnakCSxQLE0OG98b8mOzmtMCAFY4l1XjUt1mjm77mCt48V1RJ4naZV1g
M5KsBEk02QpHOK8VXX00rM0IV9KYTs1lqdCF8kut/ohvRn4g7LGc+RDOwtsRH6vkt4ysL9DLxqgm
kk6n+GNqs+XkZmX3XmHLJz9v8/EAMBH0pzKzZAFgHbj3yRKoryvfFfeud9Ki/CjzGf4zcJY2O/lk
Z39JnCWW13YRpAMJCUtxlHW2jge/yslEtNzV1pBg5fiAKgxVhzXLoKE4qSBL2UVeiszIyz4ScjxY
R2gsKXfulAZkCYP3rHvkM8Oj22bWM5nkZmSSn2Jf1OMPXmgOCFVmLGHLSSA9YZLSGr0rf6Bmmf0s
l33nZSm0PAmCDlsgnxEWiesS2wd0Cs3W4J0bbTQyvJWR6HtBITW+hDTq6yY5q7rVb3ESlHYWggKU
B+VTMRPJYcFNCPzhUOenZlL2ErA3q1xxIcwkc116U6kApS3lPwO/O3mI4b4rQ6EsiWLDyo7QzLGF
Xmpd5tDlRRmY6JsXA3P1+5UqVkYE8k6CUOgSRUmAPpJQ0XlWRKbm4y3e/6c6Uz/s7TVgHFmbKYYn
H/Fn3MdluBpInjtjIk8ulr26K3ovvQy0G3zukjF9mTpYTSC77Uvt+av9ubDHFla66I/sGv2LMl+8
8SIzAokZywDzam102Qpo4LwaiOPcebCPV/Mc+HSUr1ZwN7qu10WuAi5AjZv80HIptvHC0/uYgDtA
rMqU7MN9OV3PVjq0If7kyooCYsTVzhFGCsM9pndNwUZ2ryQwxSmJffaCDDLJ3s/8OftUjlw0YoIV
0Vbnw4BVFxVjK6vzWWbxehnkM5AIGabBvfI2M3FqoN0Ka52vRyYzA5XA4jM+D3FlA5qAxKyRTuGQ
T3Iqkic5Il6jYqEg7xksj8EVPYFkcq6zZ3RgeRna/WqW+8YZe6SGpct8m9lTH4Nyw84Be+ga00bV
o8okCPp+GZb6C7JP8ZxQbUQTI2lLd0ud+cgdMjJiLacByB3YUe6yydIvXu1Xt4GCfQJl0dndgqI1
2ROnV3Ts1RChHXyEQgS5muVXuI/qe1D1BnFsLUJHvfrxk5WYc8visskrnKly2x3ROqV5anAexTdj
0S1EHaLUsTdyeMBrXdSzRVouOsHQNGdy1UB8NvmKlwW3LkxsHwkSlB9i4NmcaW5IeAZLpy5DrSpx
bfbgRUgmsNcAzy6ADG5rmHOEjJEbQ7GLRYAjQTgyEpOAZBmJP/jSGsSy7hh4qkcnqWeU1WlfZ4eq
HGYkXDZViod6FAYtupnfARH6NgqNeOjY166VBuDvKLFObmySnvTW3TmSOek3U3kcRruhz2Eyqzb0
BB+i49rMOJN63p2VvXmb6l1gVSnLgKkEi8voz4/z0CEtJY69Mffm3HBmsFTGCpAnk2TfIsSeonmc
TNIc0X0jcZwyohen3K8efQxGt2gVcdnGYFzgBF293rggxmiq/TF+DgZiDw68bsOXIjHMD63hFDFv
hO8xrzveRmBRJ5mFOmss8rqkiWhPVIvtRQGitiCaGBc+lHXWe6eqtrMOMssf6/OJIir8Gnnnfhww
FYGXmRUjSOzq3PrFV+2NJdzBi06IBdSvRXiJJK1w40R/2iBBhg2qNxJUM8Nk4LvQXmA9EVVJiTMe
+MC94DM8izP6b01N+5MJ7bWspLEeyL92h1/sLV7bpLYfQwoNQxUVf7hmfPnG6+fXrIdDVTiwI4Nz
V+i72oqd84yIoHvpced+2sP+7rL52VXzZ0cDK7Z86gh9hz3q61Nf62mtXZ05e1XUxu0kyjWaiFA7
jHYhr5gWX/76cG+M79vZsZslrgZfrGmycXpzPNRsa8eCJsm2T4a71FebJsMBoAxNqi0po8kquwtJ
R8ymfWYsZvVR9L4RR/3Ia7jvg1YXUSvdhrjQVssrZmwNcE/QRxwaI+LNKztIajdqC2rEQrkkqn9B
tp7+FwopkNP1Q/fyH+go9H8churbY4924bWG4r+lpGLbpf/7cej4+PRagbH98d+mIUu+w7fAvgnf
t+dt3UT/kFT470gdAFffioIxOND+869p6J1tBaz5mLxMvGJbqcXvw5BhvwscVzJBET8gXGfLW/mH
kOT3J/yvfGSvZxFkGVinXbKnEG14jAj2m/dLFr7XQlzu+Kpmd7KuIT4VsRezFvYv9Amvj7QlevGM
M79tET4WGSXbu/fTstI33hKXaFZ9q1GAfBWqZEwW+yaNu/1Pl/5P3uLXU8/vR6J8kt0HF4oso9dH
osepLWfH5iPT4j8jvhOH1DL/YmH6k9NhtOWeYd7Fh/dDjPHT6aCk3UY4IhSV156SoE5uNN52grnT
OvsNgnjl/ft5VXJ8Ru+f5jjOSLqYyFC9oAQIkNG/mTNIQUyHxMn3qLR9rD1138ZXQVuqfN/OhY9T
2cmAlBNIh32BOH24YNWJ9a5Vq01LX+yWVbhCCIioqRJiHohEatHNTR18ZJD39fo+GBQeJCQF5Yh6
sxKCDGGd3+STLbpjb9rJc2vFQbJ3nGGmF6P26ofAiZcS5pX93LXRTvxLQX/Dd1WtGbpXMyXdlnQ9
5zvoEOF7/Cckmxv604vQUgYR6saskMHYYiv6mCacBHmD1/88ZpPUhIOw0XOTlsX3rqd4eW+bK0h9
YBGWt+tQlTx7QeWhCxCxhYeQ1MAgzHNv+TITrvo51dLLwiCLMfZ0xZgBTFXV3O/4zGNSSjEwHAjQ
1S+Ef5fxvjDn5Wkksvdhnth1lwV+m7ZGRE9aZjrcA5FiNAbKQ7dh4MgwwkAr57Nf1rIJ16o2nvTQ
eh9jWiw+gmR3HWaC2MIKMli4C0v2osNnHwRWmGQ+lP3n0p+GG1J7udKVnzdfpScqRC5JkexEP2WX
JUGKeThhaVK7Hnv6584p8qdKK3JQUQU/psv2/c/4UNlhXAtSlUyb7BPP0msR0tFVP5gUugDWJWWZ
RD68A6Rj305fAGws51j6C7LF1bP9L4ld2dfC1qh42LBgF6OhjR/RjvnDLHymDDufb9ZmSmsS2Pv8
fTVgUg+rvJSfLEh5gzzmpX1SxBk+zHExfWpzg7ha5S7q2bFzjUzGFcVBLP101dG8xOA6uwC1hObO
l36ArD+idYGJJG1m88Wcpux5TOqClGXaq7Y5uEvuRCLaIRpoumQP6PhjfoyrzDqnwqFiCO2VcVmI
AstNjjLJCucAtTphxE5115sBe91i7ew4Yh/JGGzVSUVrywq1cEc9T3JblYTi55OXPiXdnHj3tH0k
nweXnONd26cVVrPWRxO/GAMGwHYwJ4v/XyA7HdvcRb3Sdxga58xqnnVLmBNREd7w2WqQpO3QVtjP
5LJWU9hiMlp3bjy3aOm9GvbIzIz82ljNUZJE5xKsXsxreU8cZHoZ56QckjrsbPi+r2FE0bUvXyG+
5LgrWoJudzOtLsDhCJdBPzlisbdQfHyzUm06O6NDprIj52CSUaqHmsSjcf2Ys+wHEYGo6bdBFgys
qU69L6XduneiQ8cc1oWHCZUfk6PH7ILuzhxiR9CdRijMrieGqEFBbW66pYZur6hZbSB78qudL1ob
6tnXbnm7NENWR9BFPDfojw3GoczEIgJ0VFIQ5G4++pUkw88rhQuogHn/nmceoHs7E5/rIOZu5f0w
XWtrXl78cQs+HhAiTGGcoriOgjz2UWzU1J/47H3RltfZYERtPMtPpBx4XztiG7HKwBa21Ll4XUmg
QVw9qnJJDGRwWOlQSi9gxEmNp5UoEJvyDXLSM+pqkHrKnS7s5aoukYwRDW1MN/y98qNtZPwBiy7y
clvT5jJCWWN/Xy0eFTRcdrYL2DBSsaFiAycMIIhm77gUd2J1imK/ScPvE04gPwCNrcAvLj7ZrhB5
JOOk9Q7ahcXd0eqJ4Nt2lIMNZPFz/zhqJ5vDMRPkb7tqdMnrtkjbqxC3h1ap+E0k5k1F2DQ95rYY
9ufWiS1DIqyr832gGtOPZDFj3kXZUJ4TJ2Fi96itromQwQ9MpXPeh8z/zncvRnRhtzA5IKN7Kn3w
/aLdM8E1lta57cYSh2EM+vQseVoVzpYhUFEB6lduhlkbRjiZYKfSIUi/FE2iyG2GAHpR1uLIfeJk
461EvDVGSVaA5/tmP78fSCqvOQXZLvsy8115yimkRu89k95KycPSp2Fujfo5HmP4/dQcbEKGSX0x
NkmzdQoqYFo8m5Vqo8br5EMlq4QqBg/vZ6oM82WIa6ydC/55nNGee8LwBvPDJghbnVx7+2SsokUO
UPlB2Fpuejl2KSJPbBwXSAiKD+QXB09G63RfLR8MEeuPTnQ0dT0CotLX13hrGvsI0VKPGExVa4eU
N212wK5QHw0GS4qJ1HwvrQn0h6+7kR9rOg5uKZ2iuUhi6ibnZ7IeEhoAZtxPRpwRDN1mGa2kI1Ez
g+u1TyZrG0OYz/A5iLh+qqZiuqOk1I5k2Vm3fBa8a90Q9YcjRhyodfCeoWkUonydjgRko2nv4NUn
/wbSdnvOqbJE+khDQcP7V+kPsS7T+6B0ZgIeAeC/5TJGaGQ1hUuybydwT9ge69dOkmV8bigUpyGg
nZmEeNb4+nQMIzQ5Ue561vPwPbVcjT4MXDyoKNS89eQJhVC+TDqF+lA7N7NVqXqfDto8EXXBGzmC
ib5PRoqQVNtqL4zxF14BXGBZM6SgzMzus/KMb68+lq4v6GhAzPLAs2k90gktjd1KYAkw87CQ2mZb
I4+TWZW4Bfwm67+sKG3yaCE8wNipbtQLMI+cbzAnSmw9i7PyTRFLJlHjBe0Xh4cvP2yCwLvF9/3v
qWk3BDNPeKwX3j7cNGSLfhVbFD28rz3A5ZlJ52EUsasHAGL11YVsZ2EfHeMkm8Q5KLtESGgAJ8hw
Vj6FgyYxSMNuIuCLNHpECiGG6EGSfyJ7SPIOL/bBWwbqeLJs4bwmdpMBhvaku1zwM9bw6LaqWYmY
mrmmPZn0+Z58mADoJ8HvhtTfqfM7q8UFe6GtFhnuWUuZ0J1AAUYDkNDcO5s1CjLcSYolZIVvn0b0
SKSsGRaimM7a4OVirCNgOTWHOJB8MkcR97tnXcq6xYNTW/a+n9R4myVC1MfB17aB3yjYkmsnz+hD
v01ASUmL7D40in3nLuOvoBjNm/62n8oqxRHok3tViRkrQOlqTVJRRg1eN0juPDLr+akyJuFGiy/M
88xo24yKgBzhHrqYFCFnxhvHh8QQd0LDSwMeIQjYwXCTDtELlz2RbqH8d+Yq/Muuoav6oHo3c6Ms
MV15neLQXqJl1mzshplenOuydedH4gHbrUiidXGIGraHSSjzx2+dkNhbfFKB/J3s7V7sUglCzkd+
+82ormneq4LRTTFPEzcp51p/G9YRlB8tEVR3nhhWGVqd5IOTaIoCww4FRhMa2nV1OPeswSacydm0
BaqTn+MVlCOkTtNizp+1vupHO4NJ0LEdHHLHHE+056Y+QIHRjAilRldu5LdrP6Hq0t5erF0u93ER
CMwtnYOx5kb1hTgMATWb9HuNOS9G6vIFWlVP+HWQ0W2zzwdA+gOeHWWx5IhRnkgX6AlB0kmAFc2z
kxVglz2F+2ilbP+puGAI4buM5cN90g2NljDkns/nYEzyQF61uIr4XXHRfCZ+gYYzwG6yFai3nJtH
ZMhBe5tL3Xq3jZBIRs0GhScDS+3mLz+mwb9F4P6/6fLYYuT+PSQRDk+PPxO025/+Bz8r31m4BFyf
ZHbeIPS0/4AkDF8CL1iwhbg8AMG8nxla+90WYLeV/wr+fwCDf4ISVvAOLAL+zWb5d8k0+juQxOvx
3XFM/ktgYpJUJAhi762NoW77Ptc9PjKtfT5MNjipSsX6t+b3344S2Liz+B8TsO8NytkwwzZoK8Yj
bxG7agY+RFUI98jSCn6BR7yGCv54qC3I5yeoIKOcHR66HI9Qtc9ObwVR7McSSXNunv90h/8E+XjL
xHLpHJhYBzf1Rpe/DYDdtoSyEGI41rXBdFU7lFOOExN/3qfNEWltcyy1qQ+BbekvU0BixV8f/09u
HW46MC3QFwvU6g1OYYkOp6YxDUfs1S51GEFGRZ5d//1bt/lbLBc4zeEZfoPvEHSkrThvh6PVGMbF
mrXqPCkFH/N+cX8BCP/ZCUmQMTB1R3iUJr++ddZETMFqVgNMEp3Rnh3DrKWB/QuA50+O4pI1JaSL
HswR8s2zWNlDk/h0CR4FxQE3BZsBvEVu9ffPBUAM1xRppbi43gZpD96kVNHI/thQv3qBYhteKqCA
+q8fgQ0w/JkS5xHkvpCOxfpggldtL8NPD3vdoxatkbwfE1F1Z60F+ta0pk9rWeGdJ0xq4eClQVQq
tiJ/feQ/u4o47+EuQE7B5N4cmbGa0CTs0ceBVL0QqKbZT4ARf/tl9rh4LJ3k9W/Q35snwlvNWrWl
aHBZYkCvofcuLWqWQqtdu1+oN/64bsCssBiCAIEEm2/ZgRiS3dTN3GDYLb3zVQzeWVm73XWLLeTs
r6/dnx3KM3n6tvYDxBRvrl1fEfW+Ek7JI256m08H97IhsgNjkvG3bxPY9U+HeoMD2+3Mbpc9+tHr
NRljcjOrJ+WvTuiPD8Pro7xZidDvIAftjJq5wZHghtK6wsyX/4Ir+9PLZpmOiwdIwGa+WYmgZ0E0
k4RzWZPl5KQCWMRwVJSZ5a/yAv/0hP51qLcr0RinPUWxnFC8eP6Zlzjr0VXi5f/iMfjpIG8WInew
2waVen0EFvGPaTxADEyGFWk99r9Y87bb/Hqd2CgMZDtwAibxwW+IB6iCeImRqRwJeOqOSV86J/Vj
C+qXz6yGxS/u1J9evgAXKkHgZNxtkX0/L0tpYqxZ73v1sfCUgacgrcLc8PLor6/fH4/ib3yN77CB
okXEfXP92pGAk7L0qiMZop+IlMsxXsjp8NcH+cNDt5HofC881+ex5VP9+lTqPhNIps3i2PsjteJW
2n+zyXo+xA1xBb+4S384oR/HoqEEiRNiPu/NZeNrBcTsc6xmZECKk3iEJXeIDvnrU7K21/HV08Bx
BBIqOCgCktHnvTknx/L/D2fn1SO5zYTrP3QEKFDptoM0YWc2737eG2GDVzln/frzcHCAM60WWhgb
sGHYwLJJkcVi1RtybEcyX3VS3tCWG7/D0nTE3czM3y0ot76nSDM9KVT3YHKkmCxgYvIdIxjU/jQF
vG5rRMuT3YMysIMJi5i5bz8X4ELfpHZLKid/J4tOsQGS9Avm8fU2CvQ+RnUrzvw+7N0fCF+Yz5pV
1r4SCgipyfDm/IM2oAXukUXBRwDq8+W6CD0ekOCzM1/XlG+zCoU2U+29VtbGR5ZNJbT5Ac5B8tYv
B0nxFYaWV6OPh9SDZ+c1zFxz6HeW7qrZzdrJK1MVgOXIEdcNQGDOhqr0VMJaPtPPKouM+QSaBo4U
0sQvLl7VANaiAZq+5NP/DCNy/ZoW+hciOW9u5JM/O3AO3o240L7LDRYCdpQkceRILZ01Sy+9Ebky
3pLTUH28vUGvl0jXab/ZGhx2Us91VqMbCFRxiaR+ms2O5PCVd40yOzsn+yp3wlgN/Qa01GkYy5fZ
5YdQQlftnbqnyYHl1z9zlWjHcpxDbx6sGEZP07wLxvlfe4m6z7en95IbXZ4/RqYzy0lXLZcm9eXI
RmUXimN1iY/JI6qKEx6Dn81lNn+WVTPHx7GnsoocjjF9nMGZw7WlzI+UInbBy7vKcTl2OGG7P9LJ
qX+EkQW4LTUpNkU7ceLq0mCBXlQE6KLzAF3riPcmGnFTCGl9sTLjBBfuhxnRCCqQqDrOC8yD28uy
9T2oo6PYaqi8NtaoUuDupdvAt/VTXGOOeWF2Z1M+PY5WFwc+AjFCiu1YfjVbxdfbQ29tODYCqRi5
OtIKq8AbQX9HHg+a94Q8P/xDUI6If6f+7VFejvbqu/PssMESEOB5cq/iLuVYzEabLIHbBBjlkKnU
/6whnz617SQe7LjB7XXWoq9LFGGqtoTifpSmqqcBvNu9Tlv8rde0wQGQbzpTxgqoF5f7MC4XTSsr
yBgtlpNsfqy9USXc20YbiwumAmU/ahVc1/pqtzeAL5c+M2O/j5TpHEp5OQ3a4c7u2Rtl9Qm1OJj7
iuvCH2c7P6fc5we9SJWdmLF1dDm5ILzBB+B/Azj+IrMJ0Flz+llE/gwd1ClU43MUhw0NIvrcsiRX
I0lb1TOCXBXMqC9ZiUGXKPUygktiqfexS5GSf3X1PzqH6m812bFzur3NtlaCZg51JQIolMjVeoOD
VDRgnRF6COOMO6mz0BIykvPtUa7zIvwFwKvxWuKtznJcLkRaL1qYgDYAzZ+PD6YLk1xx++hM5j7s
fNrrdEUnRmJ2gySJDA6roaIxa/UUYS2f6spfqb8HWx2aWmd/rarASxz91+2pSfLDKj8C1Q5XgWKV
QXXMliv86lUdOdqwNFMR+UqHA3LexzO6zgFURuRd2/eatoy+0ljd45TQ51tQxvQgXUUf+JTm99s/
5XqVOTkcHJ0OD1wOR4boV79E05H3cdM4IiPMli+Wk2inyAFbgclovhMMrqP95VCr4FQuRicFiiKf
1lbh2agv35l0jP0pdhEW7qH73p7a3njyOng9NYGYcx0wnjoXqQcF2vgDzR+2sWpNB4h8xs7Rlcnb
ZfCl5iNzO+mexWquAgRMwaZz1TLyjSjQ0CpVBdbwNqJDx2AetCeloBE4ojhxotbu/INSmfb39oS3
thVLjIEN16mDc9l6HxupUuOZGflhrdcfm7Evv9moGCGEGxgQhePoXNtIdNGfSh/csA7OvRO56aEa
3lp+IByjtA7w8qU+Za3SXLi5thtmTeRPo0Ydj2N37IcezWjwIjuxaGv/Uv+SqTyFUgpulx85mIaG
rm0Y+Q0kvOOCyukB1zrnmOkw3m8v79Z+QiJeUlKkktJ6dUE4T3iL2KFfIzj3YEQTQi6NGZyTOUYo
MYJid3u86zBLyZVHlAUoTYMntfqa6dAobh0jtJVio/tiFPhXtWHG3x7lOvYxCjkDVWadqWmrU1JP
SdW1yMr5ahkM36tM0ZFBNjRPt4cIhLLrnKAZ7pV8N6fGDiU5wNyRKublVwupNZJqFqGf0Xj/DAB7
/BhpxrgTADbSIaC4qspVDNbYwh3schhFcfC4UhJUNjMEbaG+zr8RlGkfZkSPnvWxtpF2tKOzKPSK
+lhSHFGBnj6ApUIwpYSmeXulX5xb1gFCerpgZ02Visrc5c+J6oUAkuQsNRoT7/HTNr4V0aJwg7Y1
8LbU+KQ6hdkcTERu/y2RmTmr+QyWIkiSp0oPw3ujSKO9u2/rU1igTrlhgS9Tb738UbmqjUqs1KHf
VK7xr6oiCZBbw5jtTV4+dq4mjysbFDlevlw3l+MgTTS3FqRdv2c//ALo5p6zpqkeXWnvUfU4lsxu
E927iESdMXWBpg7Icy9TvALDqwQmHvuO4fIcI3tZ74gkdPvAVhTPmJPlf7goCYmP7E9dhKR/DSqf
ErCLhtKSJM9LjLxtHrvl/27vg40Vp+SgARKXYHGxfjgPNiGrEo7i5QCqPioOrGnHTZudzb8RrWjg
EVphRjJZe3Wu5bGLrGJUPLrYeK4gWh1HuYf1yUT8cncenFuDcbwsIqO8AtfEOSPGNzsdOsWbgBB5
PEntM/mECaalcB6J+umnty8hUR86gy1MCUW+3Ez4Xztmj4CGFxoumH4NXJkCn+jpP4wixemEXEPK
BJej9AVccQtyiWf3QGAqKyEXDKa9cs1GABa4h9B74C+ThuvlKDQ5oqWB2ekNoP0+hDNMbreVZx/f
Ddxj6/GxKdt4Z2ryp69O48Wgq3MAWKRBwovXC6YJ4qmrxu6x7mYXoFopftnGGNy1jjP4QRXY3psX
FX6nTqaNYhd+T6vcIMVHeBqA8HhuGCETBRTlDk20xb89ykZawGaEfMws+YIScP8694tT8HVmM6HZ
k1vZcWoW3FNKtBvKWEuOt4faOM7cY1RwceqEs7p+DQ1Bo2Vj1LheFA3OV2esl8em6sadlEo26tdf
jLQS73SKbRI6vpoRolNqszTI7qDJjzCCVUbIsQXIvxXxpP42NGyalkSN/1hQI5fjhIz1bziF2rO+
SCEBKx1OM3fuhxYJNExCFuiPB6TLAeANS/UUFaZzmvt+3HP73QgMjsVD0cSFWr7kVjmMyqMmsIPY
9UC5Vs+gVdvAXzSjQZzOyfs8v0vwMsDNzMbLHY06YLEuDva/U6VMP+kpoqEIH+kApzV1wVeKT14d
LFEaBZC1sA8/3P6SG5tGps5w1rmeySlXW7NOUXtXNKmqAWHu7FYuCmqjkp1tqFw71+HOUOu2owq+
3mpAIHlOK9VBkGq/1xHOeKqnJdj5BntDrY76PIxBYJeo8Eep034p8NC6s+mdvKsjxMX+wwJyv6qq
CV5BXVvX9WUaAgTCOLpXm6Y/GVUSAQNG1vhT4OTW+fZgG+dOGtPypQjPBgIFl0dcoeIzTHPjeJ3Z
LUclcpazO8Jq/S+j2GTh8s7GkPxylIzh56RhT1C579ENB7he4Sa7E0O28hIm8/+HWW291DEXFTFU
rBKGuv5WTzVt7wDlF61S/yZdqP0E8NxTE8BMQu2tvD+ANUvfHplRe1XpdhE4XXedlwBU0wKhtmz/
JlcAGhszUjejuTPVzc+GRRosJQ1PYnO1oFCrU/zbK3a+FmtogGJQ4xZ5ePcfPhu5gdS9xWHgRQj2
1dvfmZM5QITe8SiS/42mOkS8rR52WiCbJ4uHtuyA8FBbu8L3FHF4b7Ld47oHhRgp2TfYhabfYvt0
uj2fvaFWh7jEX6MJLQ4xfsb5I4qxrt8JRAiSqdqTf9gaCpyCvDx5OnG2Lne8boHiBfQDSxIpctTQ
kvZhmtFndMfO/g9HmO4EeQDICJ5pq9SnpelGbZMjXMKcI4MrmzNZx56h5kaCBS0Tr1iNlxt4tlWy
GBRtlxZDwmcaB/OhnuP4IQOtdie9NxFAdZrHoYiq77c/2OagZPjAmlScPG15Mb7agEOvKcWQWraX
DGN1lh2wM2KsqGt33fKesnFHq8GId0L91m0L9Q/UHvIdaKKszlbVuPbgzOz6Kkmt53wcDQ+11Ops
Zr39ZEdG9vaI4dIeJ5Wjum9YaztuZF6XSu04y13ZAGqPu/KEQWS9E4I3lpI6OFokoAcBF6zPsjA0
dQZg63iamg7nMYQLUfCmOGm4KhwbXLy/oou3d0Fv1Q7o11B5RlaGCsx6byZlXjWIHdkeCQNg+1rR
W+hLcYHKfl84//RYkh0QpCo+hG1leVUsO2ojzMLHAnz7vULesrMMG+cSMBlUKVCZ5M7rwGmovZhn
YP2ei+LyKZ/75qiqOHtCmPwv39U0NUEFz4BLus7aBCDNJoXj7lVpE38cRhPOQDg4Oyntxk1A3Y7c
nHYHeGaJP319RCylHNWWAOShbodXg4rsQ9y30dvvG5drBgCqyziAQy9HCREQSYKEUSqbim9iIyrb
DIV/+7RvTQWOPSagFPUFHa/LQVJ7UKss12wvblHnRBXcAaot3gy1kh9DBzgGEkW+oVcL5qDKHGcY
nnkG4gJHZMlQ2HWifuezbO0z0CiGQ1EQefi1e7uhKVljRS1kpnZ27pAM0B4CJcIPylWbt99qRH7u
GU127zjil8u2hEWGGmRke41dWCcLG4azwivEKyJV7HyhrVk5yE7BVgbwwUa4HCqNUJNZoAV6IBaq
05J1+V2l2fC/lHE3mZM35OpxTRuJbI6uJzibdaFY0xLI38A8PK0x72PUxw96qZwpUv8POkV4UEL7
a+E6PZ5LKjGj1X+MXf3r9obcnC4oEzaKAD+5Ri4FYxykKb1AoldfeCVUy2MOPerc1O648xFlano1
W7JjSheEaMhPlytrTk6HPslseW2lK49haUJLxgMQYVFNe8L2qIBGUtTnpouGj06NaOTtmW4dPe5X
06VHyPXwklm/umhDt0sVjh7uWA4KjjbKLceBWLkTfK9bK1j6UqyWF4EtVBQALmdZKnjfxUNteUrp
igNMtaA4YAph/1G0Wn80FwSBqjawzg260V/7UcBQKfr2g0gWfdr5LVcz5qcQNIHKgF6ieSf//6sZ
L7UG0WbqLa9z1PxRWHH2YA3q99vLql/tIKprKL5Rp+T5LrXVLkcZq0kxBnDtnrDKfj4vda/VB+hv
wC/VQcrQFtr8B0kZsqlaxf+VasIYPc/uUtkHG/Hc5jCKWENuf5TSVQME3sHHub74W452itwV5J78
gPb68Kj2GX51I8qLw2ekV9WvdkvbDuoiTuhoT2qD9AVU050wJ4Pl622LKB0tAXnF0yvjhliluQhh
jZVTD4NvO3X51PJaOBaFEwt264LazkBaoSa68u/tZV2v6suoFIkwWQfvQqvuclUrM0xzXYMMYUlh
syTNwpOF+gc0XUhct4eSf9RqgkQhLiOq+i/XxuVQMC4C0+GuAwuSu94g9OjDsgj7iLCT8iGqBG7p
oXB+douT7tAW1ktLVZScCY4c6GJizxr950bQnfRiGcAHiPkvddk/i1pVkCnD+i61nPBuWtrp5+3Z
rhf2ZUwqz6SIcmB7dT4jey4afeBzigzFISjpELMjvMuA1807GYXc+a8XlgqcUG1AjQRXAryxGgql
dgWqvVX7AdcoxqpMrS9Vzj+IR8yJC3dnOeWftx6PUj5bVUqHUNC//JB6XM7IJPS1PxUGuvQTtC8c
aevp0MfpdNYi5LZpoVv3E/f2Iy32SOxMeB1w5IRlkQXtVHqElMgufwAuTTgIWlntI3wrKeBccIdc
nTAYuP0Nr/cNtweNCYfsQ3awV4fD6TVeGjqkFteJQ/wHCn34PVmDpByURXzvaL1xysGR+reHvd46
Uo8D7RbYUFzba5YNJFlej7Rk/HTIfmSOkxybqv6C9MIeR2ljHSkXQbiiREZ1bP0hjcoZlRoNbB81
KvMejmJ5gJU+3715OihRAmeV3XCeLquEF6Vq1aqGpvSp9YzfR2SR78m9MfItlHTvTXI9I2hlrmyp
kcepoNsud8aipY0bzEnhRwr8VmG3CNciEnG6PaPrAwdmT6e8TnZNhX3dtJNsypgiQu7XYZ+cXK0T
R5pr/ihg8bZK0Lx5uzOc7Gbxqdjz6+0+JU2VFrz0fKUc3COgodDLUhSr3zwpHq5ICOGnJAl668+k
pcmSRyaEWyv9bqEYfUxScdd2OdxYRR92lnDjQ/GRhYbrmxQPXWNTcLKyTTKz0m8mdflodFiNja76
VlitfGAZEu0q1Y+o+Mtf8SozEYFiDlqtIa1eZeLdmGnTN6NU652Vuz6vjEJFACkxCGPE4MtRsrmY
GwyvoRos2AzDgKJMrw3Cn3Kj3YlIW8tGkxEAGi8hJGtXE0pUs05TfCT8oUJ7XAX/R5++X96Ywspl
Y3cDYNF5EFvrVEShkG1mUwZNYxxxIKmWDsKBstd42zhFCMBxb8kqigtI6XLZXGRabVwuCn9Ma+d/
0YxlSj+71jl1h/TY2HWwk2Btrd0LL41bg/r8Goua9Vqe1vpS+H1C18qxlQhfUuU/HFY2AtgO9jRl
xJc09tWWg2I/osefFX4JtuhctBm4fau0377laAhBmAA7wF0olb1eb2xDIA2gxUbpR+OQ3/HIyPEd
Rr2mjzp3Z6irVgC7gYejTdkF9KMUFb4cq8q6OFcSbgkqtPDUEweQsvGdXu0vGPvIGQ2PUV98Lmf3
sYqbnbbwxjeTVweIXQaXhMzLsUfMIUeKC6Xv9uF8TLShAnFa7E1x4wDzx4NOBt0JsdBa5RM6YbEN
ECfz3VKy5zHN8JIWT04HF8TbQfY6daL4///c0zRg16uR3KW2FMgQpQ8MHdvoujcPyBv0aI+3ybOx
hDqmnm6JxcgYfqoz0e5cxVvLSU+fbgckTSja8v+/2pxQeu2q7uPSt0t3PjaKbno0Q7udHbNxsOlA
cAWDxcVfYH1fkWjkqjnAUoo6s/2QLAog73gRNS+Z1MBmIFWHnRGvEzWHliQsIoukiQaIcTmvVMsL
ZSAO434614+8D3n9hSX+WlqyRIcFtjAaGGAadqLx5tFwCV6EfVMST1bb05zCtlAQEPLHaaE51cfK
17Ap0gdERsXvCZfPA3qyxocuLpoHnUzxWw/KZ+dHbMzdBCXHdUCySP9Rfo1X3zQW+aj1qpv7Wucq
D8mUZE9CpeaN6Sb80UQfnkAEvBVjQEwAoydvBxwMCd+rmADhvWtG7HP8BuTY3ZwiI2IrYff27WqS
40tyEkeF+2g1NaK1Y+Z67qv1HH7EIrw7KVQWzrfPpLxnLp8zDmWUF/F3Cc64fqnZCO1miL0GdRe/
L5dKfw9ftThNbYdIbAXnMqkj5VDWfbgTDTbijsmzTUKvDd7Fa6xol/d6YjR17ueVXqPbFYlDasyl
t+jquPNmu8L6yS9Gwdnm9MM3IRm6XEv+K+Chscp9xbJ+a1XxzlS6py52T0nWfMB++84acyS+e+ce
z3TkSZJzbYR3TVV+v73aGyGIsjQ5M4VIsA3r8rde1GHRcWn5fd8QAXFuQAEMl/Hbo2ysLBxgXvvy
JQX8eRVnU3zI0b9dMl8ZreYuGImkxTh8VxT8IW+PtBHsWFBeHRLnTBF8ta44vShFiiYQj2ENpzO7
d06gWA5zPHl58eaWOF9REunYrCQY5DGrJN0IJq3vKjv146ZST1ldNP+IYVx2pDQ3Qop8REFc4dJ1
KYRf7pXcDsfY0NLUNxG//hFN2OXNy4D75JS4D1k9aA/JEGp7XNCX22d1EGWOjmofeggkhqtIFi1u
UuCjiK0lvlHjQenTzM9h7NzZ2LP5SRKOZxQ+9Y+LlmsnOAm0nBWMMhE6oldrOtkxRDnON4Pa3slC
rnpvLDu3GT1f+fKWrY7LBZmVjEs7Ir8qkZzEnzWwD2lUhEB/3HeOkE6LcezpavjejvJ3STGi9+Po
h8Sc/tzebBuHB8wHdUISTBLnNeYqaQoxmDX8NMXqNEy53dqb537YCYibowC8pbXHHuA6vZwtpUZs
FAol8UU9tiCireYB4cnft6eycUIhNMpPDRpaisVcDtIW6IqK2cJnFLTdaYqiBd1LOFK92++MtHFC
aemwkelScnjWoGtjAn67JHPiW8hLH3Eudu5bO+Trkfwv35cw3XsPXtXm2S7QpVCiJSPgX9YdiLYY
02yIYb05Sxw+mMZUIK2FgdrnsQtNv3Kn7IQ6aXNqMwfN63nGTg0F9+NixfnOzt36lKjmSD4xlsoU
yy5XWSZLk4aXqa+pQ3Neylw5KoArdyD7W9+SyrwD+pXGO1idy1EcOwqzqFQTmLdl6PX5UKOniAf8
LAp1JzRdT+ilgEvlAC9iSpCrAKjOkRjtIM99OFjKvQimX+0o1PudvSmfT5eRiFHQy5YXM83t9YSK
Gi2svohyvypQ+DiOcxXXHwW53HyGZxa0xwKNyeCcRpMTHsahausDV6r+XiLqwcgG4/KL8m82HFuQ
4zo1IRpip0hMzUe1TduJ4FFWv8zSDv+kEZRisP54oT0uFjaAJ5d01Toi0a79mToj/jKi23Y/l/l8
HlS9eZ8mY2McFA3bU4+mRpH7oz3jbGzEqKrdKUTAb2rXjqXfmnNzZGAXEyXN+FEbAE5QJDCwGrBq
9WccjNm/yixU/Dq7cTKODqphv6Iab9lzl/XBnVDMpT7ryNdL/1wb9KYu0HsUWOLFOwFnI49mvXl6
EQokFHddaJ1VlAk7/Oj8NKmW70PjWv8gI6gcHU1pPlZ5pD1pWGJhm9noD3ahBickbN/akCWT5TdQ
NwS6RzK9fkPwBM0Q6zO5cqwl9CZ9WA5TZaJPKuy958rWJpYbi4YWA+pr1YN+RA2tdVE90FE/PJdz
gJmd8x8eey51cvrmiBtAAtNXjyK3MsyidpvMj9LAuDPzcXjOoNbtnP2tuZBPQquVikw06S/PPsZj
LOkyQuKqyi8qxsg+zo/KTvZ6HWAQjnk1yGoqkT7HUTozSBojidciWusjIx4d6Z3vkZw2h+IhSceI
6u4V/7AIl760myHzh1BtIYjhIRkAWD3009ztzOr6YmJWoHVearo0KVZhE09vY1atjA/UYPvcVp0O
n7bMVYzDG1wnsgLJu9uB7TqxY0TudAo68km1Th8RrI7dJmFEs24NXKgAU2K9bJ8ap9SPUpzFG6SP
4O1BN1eU+qvkPQF3Wad1aZpQy3SjzLeGeHwYSgONVwgaXMJIGN4eamMzQjBhw/Oeo0O8Lsw70zhg
1eqm/hzn41OW69bPtLaVt1dh6ULLHhRtUwqXxuoSstscfGBjMIypj896W7b/dEWY79xCGx+LE0UW
wdsC6uQajoRDD/k/VBI/KbPwGFW1dl/HKpbk0Kq1p3GIrdPQ4Dx7ewk3RzW5zHk0Aexf5/6wIntr
rufUD2GnebUw6qPWTcmzFaSqVyKy/s1aXNO/PejWd2OONICknj4Uw8sgIrXpZWEq9btKG+5iZLYP
tR2/VaCMCI8OKO1f8k3J9FhFEZZSaG3Zpf641OG7CY3r/FCaQ7kTEeWxXSUPF8PIyb4qyKAtbIkJ
8T3f7Jzk3iLPtQ9Tl/9GVyb13Li1/CxxITrMqGw+GB3WOLcXc+MLGtyk6OSQ+IH5kfWOV+O3hT5j
Ex4k/lKI7nlA5Os4ibA+TkOvn4ZWNPcKyu3fbg+68USii0jtlIoQamIk9Jejxu2cJxVCqn5qDnF9
5qJxn+Oqsb0oaI2/I9Kvv4dGtR9Jq3CqRvD6LlIU3bdgOT6peRrs7KiNoEMTEHCM5Qiy8TXyPyd2
6lgSJz7U9vEI5zI7F7OmnurIiHbO6cbmRZNQKpuweYHorqJB7gSznk08ysgqukMS1em5SPq9HGlr
QrasTwkSUgkgvFxfEauNGsC89HHkhNG9LJVXqInzZJjjXidwc0KyYUv+y+Nl/TSzSzXQapOhotr9
EVpO8aDG0R7ha2uXAoyAUMwdCFZrdRh7fFYJCHriG1i3AxvHV70q5vCdiGblGIWWdQ/kc+9ltjUz
qsRkXJTh6USvkpUkQDzfZdkQFwhQEHb08dM0lPXX22dh416nHcgl+1Ikxaby8lMhbRYIPefBaZvx
+D4Nw+ZDkQTom/QF1rxdYJg7EWdrWpi2IIFBvoen0moHJnNddUPYUDjRSsc3FdF6mPnsKRNuZem8
JBE3Y+lA466rDxkWYYNIh8R3s2F8UKNxwmRWi98ZVZ9+CEMo2yQy2T2I8vhn2y4m5sr5Ur49m2Bp
0VhDIYsyyFpoDYMu0M5LSJxxFvHNVbC0q1WEK5pg2KNTbCwrh82kYcOkBVv18jv2Yz9OTj7HflGq
xU/M8tidrVucbu+WrVHIxmieGXDer+ywEn0Ew415t98r2o86B5hp1CgV3B5kI3qA1mEOFnsfmTr5
I17dCVSWqXMUUexPqEUfKethDqJZ8yHHkmNnPptDIa2DyzjFgCs+Tb7gEddUduRrkfJPHU7BKR71
D4qSBP9hJ1DS5p3OoslKy+WcuP2qYbYRpiltKzyWc6uejQnjNC14My+EzAHqzkvpjX74lR6LQHEF
YQUdDRxRU/9rgLAK6WB2+yNtJA6IT1FuxXgJH6O1CEHSmEOuA/nz6QMiGwF7Iog9u0qt9sw3nc7j
bNnzMQAAsxzGDJIHj3HF3OEQXQUv3j5UPmRnR3Ji129TCSHtwpbzhYhm+T4eMMQbAO8eyBTtU46/
wE6l/mr7y/EA28vSquRgrUKy22kNkldF4g829tOuOvYHR3Thzv7fGIV+AEPRJ6OE7q72v8AehEdI
FvuaO/6ulX44qRpS8Le/3wvD7yLzI02l5se7gDoj6KNV5qVODSXkuI59hVpCRQ+gBROiIHeXRa3x
yYnd9NkaEzyjRKP4dqL1mBc0ev5k68gMhm2LGaSrDb23YAaBHQuqr2j7T+cJMKGXmYpyauLIPEZ1
vyhH26jnD8ocWzuJ3NXxlXNwZRmGLA4B5NVK5ShL4rvASomoa9sTtrqCLNmxsvgwkdCedpZMLsnl
kkFV5kAhuGzTNF6zWkQs0iRURpRZdB2NhxDb17MTUCJ9wBnACR5aW4JuswZt/BGPmz/NMofPbjmW
KNfMpXJwsEJ6gLRd/IksQ/HLWZdOKqFZPsWFPTxHqQjPfR/ET+Uy2qBa+wK/Dl0/FsYi7rsucfxi
UJu7fBRYGQTKT1DVe3z6673HFJF2eDH8A1UjM6FXsTfW1AJLMkJ6Xmbm85zi0ZiKKt45Ry+so/VK
oosNFsSGkAFn8nIYKzFCLUv6yA/02D30i+6plf4pqjuA7+63ttcfhR18QIkvO4hceLyK7zHEHQ5B
0RyjYv4wFcMX7FDsw6iO6qEZG6/OeuMwI9dTGtNO6eN6TWRFSnJTSDABHq5OCuxvVxE0Gz1RDPNw
KEqR1weYFsrO/rqOZowjHwAASGB3rlOWMEUyAwEDx8M61fiMFXDxC+d41MtwCM4/LVRxdwbcmpik
ddDcBA3G35dfIW3tqem5GrzAHZR7N+HdZUxR9taED9ycRDtIbp3sHq+2lOnGsBJpdkBxaMZ70Xfx
SSrt/Ze5gBUhQZfVgDUn3DLKbqly5pJ0c/QUqvV4qPI03nk+XQcckiw0aOSzkYx7TUyMHL0c0hFm
SFdX9cnCxmpwyn8LACo709nYCzKbA6CHyBnlytUB6QwMc6PWsbwiDOfHEdPKI76ovD0Gc/xaz9be
ud8ej7tG4g9BgK9utliYXV6TZXk57J4fI0YenpUjAtUhvHkeS83cidwbW08S8QCkcm8Dj16dqSUt
Og1dL8tz9E5/DCIzOVMzmrzbEXvzc5EKgROFvIZ0+OUGh7zvIl8mZ2WAHorApNy1Bh5D5mztEeq3
FpC7iMApkW7AlS6HMmb8mxxjgeJC9fdhWWrj/TDR71jemU1S7WzD69WT8oHIANFZJ4iukVldbJal
EcSGh2WPhV1lw4caFWMnxbtePdmGo6VKMZTLTl99ozIxl4lhdM+p3V+LlWpHkzqt10A52anjbc0H
AIQgO+ZRCEr+cvG6esiICLruNa6SAZQ3+1MeZsGbAxHzAfxKT5rPBLP4cpTZCNUxDA2dNjTeUnHa
a1/xCO+/vHXPAQOiPSNtMDGeWMPWXCQoozIYda+akT9Eiyb2kspUP7e6GewMtbFs3J2SZAv+AGvg
1Z5bBGLIpYPdFfXI+3YQ5mOf23tCgJuD8HEA+Wu4o6732lQHKhLFDGJlxUy133Ye4hEj8durdl2S
k1kHO5rUQ8Iq1lXVYsjQeM1zzVucovnSRB3uXAT7LvqoCBL7D1owtu0hVasUnlpQVOqhglsd3pdL
uyA0tSD7eV4sc9gLjNfTJwt6gQcC6JT8g8tNo4Y59k5wKzwR4saTAbqk/6/WO53i6+hB2Vylki3p
r7T9V0URN8fhKjMLlUWmv+Y4MzLzYfZuiOrqaObZnins5nDQOelMSy3ztZI21CyYLnmoehyY5b6o
BDblFtpMIWZKh0nN93RZrxaRlZMJALkN9yd4/ctFHIJY4PgkTE8MlnsA0l+c1UXsqRlezYpRgIly
K/M0g224iiKVuiBA1zum187xHzF09rFpZ4F8QPdbUcx85+25NSeKFDwFLEOWXVaHb6ripK0b1fSm
SmRHVOirc+ga2U6k35oTuDOSTqDTFCjkr3iVj9cwFeNKEcJzIyv0J5cugBiW8b6tbGCjItqT4bwS
n38h3jpEL1AovKnWXbe4p23To5fqJXVAJ7Fahg7/7LLNmuNSC+AAQlRVRGlaR98dl1XdPNRNOH7D
jMNMTkjPldXRGHS9PzrR2OGfVWoKhoBqjc9lP3aAsrOxmveaXDJ0X7wnaB3wcAHLDiGE5vzqlPYJ
mVSC1Rtm89n0vQB0cZ4LxToZFVQ2dJOcdxOwgZ0n9HXMehkVlWEqIJJMurpQesxwVTvkfRIuUfZc
zoP76CL28ehkznAX1dhHHFKrHE9mWCkFa2A5HoXA8lmUSfBrMKz+7nYQ3diSFDbAo0GclmLOq2MW
ovMwCGwyPbeIxPOMitBBzeb2rdcos5ba/0BcZXq6joiUyzrsZTrUMToxvxNjZVHFsvW3Hy8gFtwH
mlTipop7ufEbQ48R/0iFN2PCcTQHFLB7wQ67vWJb+wYVBUCKGvkhWsmXo+iFmtrG6Bgexg5lcMyd
bDppLkSpQ2PNzR1PInFPRe/NrV9Z+oZgBinGhia1JphPmDNrmUH+ptBIPABGgLDbuc3OEm5MztHp
YRPhiYYE3svJjYXo1bpXdQ+fZgRUNMY5I7amnYKR+/wQExQPIBO6b7fXVIbZ1VlE/YAdAiqJjHot
/GfNmUBvcyZh0KYQS8Ap+5KMk33WqtmhpBX0mIQG6sfAmf/eHvgqX6UoQ+4om0D8jSrn5XxrzUa3
nNhDVty3527I++cUbXrMXC1t56S9FCjWk0QbQL5giDmoV1yOlTZ9XPX9rHlFrMKzbqIqw2BZtMx6
qpT0FFBy+x2JxDzZduGcaVL3Zyux8dcUS9mdkZRrHrgy7GPSUfRpE6E9NpTSH7IwwvvF7pD7Veia
uX0ZP9ackkM06/mxj7Wq3cm8NoIGjVdQugQOOvhr2pmLQpfK99E812ysO2VKMV+lcbJz0DZHQUZE
ZwSQKuuOa5sLlSpKp3mK1bxv2sD+0AWJtrPz5KKvPgpXpAz/jMBdsEoAypaC5qT2mhcrC1E3Hn65
Va4jOTbczy1v9dvbbXNK5IQ2XUGqAWtweBFjiB60leZ1GKEc1M6w79MFg6rbo7zYxK0nRYmdG5lY
SD1/NakCb6AmmyrVUwuzMI8wpJt/MBajLEg1xPmlpHn0rYz0JD5OBlpu1BOnsfWygULlIUx6FWqk
o7V/a2MKKgzge+Vfw26Xn2PQDHiUOmkszlAimvioNMLMjg0469hHzI/LKxP9UiG47Vo/zbxy3ZMw
ZnTN+Afk29LQhpgkHO/oQ5yI4kc+Bs4fl87evxpv4C+DcMavU6fEAtiOIf7BuiGdDrC8ze8ibKEQ
QIPptIMKaw90q+4AYctEqE7HHKnbT046qM4RSxPaI/A7y89ZPKb/hE09Ydoqch1nTbVcmqNWOVMh
STNZd+CHz+b5/zilbUdOW2jegDE4RschIOGDWjrFr51Pc7XdwM4SYCk6cdnCrr6MAa6TVQvgJ9Xj
aYbV6ITV7qTEuIS2056K0zUjgpcktVJQ+1JtGPuNy7FUs2/SdqkXL+IxVB959y33PNsL7t48j5v7
CXNzBbXAKOlPWR9a3zAfqX7p5Zg/9nER9Mc5G6mSirQof795FaTIEw0YpI7YqKv9OU3/l7Iv2Y4c
x7L8lTixLmZxHvpU5oKkjZoHHzc8ckkOgCBBjATJr+9rXllV7R51MjoWsfCQTGZGgsB7991BSUTa
9hv4mgpx7RBFthggIhFWqj8D4P+4weOsvgSBgGODTf5XxyzsfaTSGd32uov8Dm656T4ISw/O4Pxn
F/yPZyfe6tLA4yS7EJJ/achcaANbTtkK680OfWekOvkQbekKTmlKgnuYdyGGh6wJfKz+9eX8464C
ZALOcRgWwncChK2fb3Rms4F2KUKoV19tZz5136vMh39SGWDV/HHt4tC61KwXaQYUxz+/jdyE1UtU
mX03eV4dVWXXYDem0cZ3SbcuX9NMgT8cTiSZ6txW+ceZlT0ibJVH1jWMaJCTTqdliNo5G/u4hvFt
kNbMJorVUeQjulsqmcU7HP5LuqPZop6Xapto4zu29OAow5fhiOhAYFZqrBa1J4OBHj2DD/FODN2a
HDdPJW8WA7i1xoYPRxRkBvSkYR2Ar1s5jghCWbeh6Jsxi8lntc5l0MhypmVbCVleg4ZG0mNOFNik
hZ6qGhHj8XPonCL17McAVQiSeOfdnOuR7zoysoccLOJLQjopbfPD2L3tXEguX1p73lzsVy9zTqT4
tkm05rKOu3j8zFbbPYGrPzzMJcnfVOeCJ7DSQg7TMxk9FSqKPrnElUG96HJwiHOa0GMrM2XIzAan
4yYdohiM4Wyp7oTTU1dXvOizZl2nYtkbqgaYGRfBNl2PcArCXHWbIGaZWeAQVK1KNGRKlhW7Rf81
hvttjuw9sGsDzcdGww9qLgfWcJnMHLYX2zjWG8vGrmYJrDYOKpd0hIor7voW88DoMfWaJTs/xEYe
R6rdxySjyQuGoRYGHRfWN9P5fJsHAR3qkuCp+dAxaa4Y3eJtp9LK04swbEoOdpJCIN6eI2W6XEZk
RWck/V7pLs9ggJOt4JallCRICVuju9lji6058+FHZLGkeo8ahFQ7LBX9MEwBor4diRCfFG2xBS6S
08rWxdoHR6Mwgaxh6hh02OW39Qs3XOGilQGeU+qCFWla0qAfmyuJZ5gxjJOqLnGvZZel3wKXW5hj
jAU7b3j1t5kgJhvNbImizW/cXAMh2ZK9NHPyPM/V4FCDhdTiqSe+avJ4iXMEbTn6XSRTeh1nnt1j
dggnh2Ao2f2AcvSxJGpAXVgVYm6tKoHah30kX/XmkWPkisHjqwWmmxpsdh7W4i6ZzxPl2TcOWgCG
WwD/8M3Gakt3pCfrd6l59hT7OUdAOosjTKFsvvrWF6j0G4SmAnVEBA4SpNOpdNsRPBszNp0l4f2c
B9Cp5xjZ4+zwhO0mSNpPY1kuYL70TH6Pp6z7Crcf9UWUUBjWBl3RgwHgnTRxhVYShP5I35j8rpjJ
tWKye/ZSBd/RMBneqNkZ0cB4tXj3EA586XsXRwddDem6j+dkHK+GPMXF9qzXr1AnZQJBdYjt3seO
clbrcu5vBRi2fVOka/kilZrfGRCWB1ycDnIBrKGlCeF9+j5V1BUNROaBqD3SM1/gPe+e19WH8jDB
MBn/t6hm2yZjlEyNg5NzV2+S98+AD9nQhJhvRbWAsP6bqYB17FbkVGatWzssED5k3We8jIHX5XyO
rHLf04ZlqtiB+JejJM+C4tEGK1zjsp6XdRIZez8kEgZdSNYssCoNvZi3swq3wIiCyjoBHfWq8nGn
Th3syOc9nqjqLicpMsu7ZcVsPI0mTWqTxxgqMpjfFQhqT/0zSiGYNuMO+h71U5RclVO+PiZjHza+
TyDM9eGantVWRVizES392cReQtmKFsg2MFYlY40v6BEWV+TmKshy9tDldhEtF0OGQJU5TJ862o0P
OVUmxy2cImR55TY6ZgD976cqh/KnwKAE5RWsa9TOpMgaCCorQIBz7HqDCeqzSuNo2+eFzNRZIG5O
gakTQBeiPbbShs2cXl/iW7A2Up8v+wlP27zfFjuJw+x6KQBmiVIcudQzaCNsBOcTifGfB6D4pqGY
Kh7KjqTYcKWAn/tofHZdOg1J9hCr6DYEyylv/Ni7m0gZeHqNCD48IMoSu6hAoh47IxOZWASNUB8d
snzGnqmgFHnWvB9eaRx4cshYuZC9nXvBDgPMq9AHoa5NDizzFWpUSbE19YTJr3iDBbAlRXkC+WkV
PSEBg2MirQNUAhqVmABzNVh5Az/2+NM2Ii/0oN1chEcEvMa0znAXOW4Mg8ZmqcYlqxPXlVMNbaP9
PJYshFVBH0IcI4p0+4yIaqScbaONH8qYD6fEYeBfM6+mpU4SKPB3fUGYQTB9EIRtTFwRwFFtKp4I
HMDzusKZdaPx0BXnopDInkcfMwx13IvhfWAO6fILXIK+YOKtryb4t3bgWkUaMKYsUIevm1zvu2oL
ZsTBiBF7uO6ypS76HtLpPkiFagw8qU/D0mX1hG7g4FQRNhux15AdmfsZdx9nEWq5vo4R+GX2mZQz
LgEcH5D7RS4ZlRgKu/uULaSvwfYiX0wWjK7J9AwCPEZS/Tl0mXybALGhgctc1td9GqLCRh0cyHbo
Bargbl1VVBOZT6xd1yK4diPsPQGqZPRLktr8ZluVZwdslMnSyiDGeUajPqiLqkdIohtThf1S9ct9
5nrzZZy6YWqSqWAr9tKMQyzlI9m1G3gavJ68z+YWD8xQ7cg425cN44cDLKXX8uwp40elcXS0fYEi
9YVnPN92jHsSnagI6NcinFPZSj9HrsFgih2nvHc7u7Bpb5iE9ipNuIoascrxGteyRx/GJjM1bAuI
bGJ41d1uA+Sm39J1AcDquM2fpc6Sd1rlULjmZvDhbrAlPOEFvqyr+wjHdR2WGtuDnXJzx7VW71bh
oDvATBCMrcR0K5o7bLvmnXhX4lQKgcuKLlw/Rckyvs9bFKM6UHpNn/kc+Fer3+iwj/pxe0MQc/ll
GTaBik4C/V06C3ZGDBpBWQdzkasW9y3D+BPBkA/KlfbVumH+NMHTeqgVNLsf2VLMb+hPUN7JPJK+
XmOD8i6FS+DwdClPHqhbA3qYBwoLyArpV3MNRj/0GDqzzjcwwVhosy0bNDZhxeZnrePikywz+5mX
zLhbSPzFK5S/PG9KExW6HrtA3xaLYd8zK+LPcZJK3ZC0675jY8PRbOIUsAtSVEdS4++IR5eK6AMP
x+JpVmsIIswYwJEdk/9BtQtDCdbiaRyqE6qofNnxKVpO+YblBBbtZfVwyATgNkKhGC2JLR6QnsWH
eqGSQj0Jk6yHcBoS0vrAii+y49k7hx4PRXQ/Vx+CLKYJVPzZ+G66KrgTehU3vY+WHZsjvu5EpMdL
eAFzL+M4qddVWUiyxq6T27OHIg1Lgi30afIVivaC8KhAYCGEgvXcwVAQ34GvEASLiX/ABePzeYYz
ykc6BWyAoGEK5O2mdBS0cwiAsi2w38sauBUOpJ6zrDjIKAJuCV8FkrUDsTFDo2LG/i70+Tp9MAyb
RmN0km4tX0JQHbET2AcYiWvZiKpYbT1iqd4KrcMHSNJzJEuEHtsbKi+x1hJI6FhHFBmpden6aq15
BeO/GkO4jBzjCrFuiHtbNKsx0JVux21JPiIwtnqbMGMCa65Y6FZbcN+euMqRgmPzMPg6IoFkQyU9
0Ecf4xStGQMStei02+qYgiVTLxOZpjrocDvxOAoizpmNFoqciDm5HWGQGx9M7tj3xQqHzjrmXVv1
y1hA4rVceo8+iWyDlAjpGg1PzeDskT/FYMpQ0ue+GOYU+98aLB+R4LvOx6rc7Lob0QUiDjHMFQbS
yBjFMVPFQQYEM3dyn3cbE0cFPv91rK1dW570gIu3oeL7jsWTgZFckn2/pCyjFPWizE6Tm5Y3EC0L
eR7ThOjaBEUHaCYmY8MhM/icJBOeJG4LHCSTdou5i5HZOx6JdkPVaJ8x3kbLtnwUiXUvHSiIpOFu
pqaJvZUvrGKaNGAoFq+i3xB76oTY8roccP8ahhjrrE4Dqz/ZEMMxUKXG8mWYHOz2oCUF3jSOGbmG
7boKdqHNo36XGEkR7IaTOakX0MJJO+R9SNpgIzMuz8Yu/nyEb+NhjkcoFuJi7hlySWDlcciLAXYU
PndAXUk/Jf4WvhHC38+myD8EBaxjmshb7NphyIrjbBNn6rArgVrBOxaGddCHrOCLAgdrMjKr8KjM
kMRfBoSFuNvAGFk2sCkSN3QlajpVfKW3I+qEvHZcpKJGH2q/wHbH3usIEeT1sk1Z31QBitEGTzbk
alsWu64RaDMmFCwYJNelWntU7f3An+C4NCS1m0WFUEzjjK9zGC0LzCAq4w8Wt7s8sApJF01J6Eyv
YpFU6xUqIyQpFDIqT4OSIdhoAp6qzdAX+mmIuPsuOHbE1vNVPXpMiB5Gx1Hz9wTt4VXfmQF7B1QF
iOiSk6XXgQz0UperljPyIUcOV2y24IlbqJ90Dfed9AVScENbnmfyflmQMXIMUAYcOMcEcTfNYfd1
5bjSrUZpx5vSqvBBOoWiMfHh1O9mNwf6cmkK9wD8eapay501dblVKql7keDC2SQmEvVkODnUMAsW
EjAejMFBfsuiK86w8ZzprO2ECoTIT0UQWnbiEO58KUO4DLTbRvTWjpVAIPfgV/gcooKyB+uAfsI4
uEO4pl2L5X2EV8HZzBma13lDZlYNbRjMd0Kpxg7bVTnONaTt5MZAs3lfUpk/xEGJLTtSZAx3a6m6
uJ5zVM+AUXteAChhtMJ7OS6bipYVEIHNh6/lrGGvFsvFvqkec6cjFGLdflq2qmtzYcSrM4kO239L
6DxJxIf5Pb80xBOPUTyqYAmz5t9kjpZdjRjEA54vULJbnzwXEsgTyWCq1sBJFvFasFOoaA0QmqS4
b8nwhM9c/Zl/5QW/+xl/BjkevAeYWgEugt75Z6QIOFc6mrj3MHoZANHOOIfy/nXpZoABwReIR0DV
/DN+6B+BvgLcjovwBQIAoDu/gGCDQ3SbDTMLxmXPm2jsg7YAtaWB5fZfVtmANgyDEuyTmBxgt/0F
6Is3k21dZtd9iuCJmqGOOmxw2/3LqN7lXcDaBtcas6lf41aGfhTepQpwogy2HQ73rd6i6S9b9Fy+
C/675CTDDeNXSgIZC19EVqxARZe8ztBi75lFXNtmgj+zcf1f7hAsncEKgwvwJcLjF/wwR8r4XMYD
YEqC0T7OE1QI+VQaUAezP3M8+yMkiokzFOgAfCFc+8Mo2IF/5KNerns2zajYXFrdUU+Ht78KvAIF
BcGiBOceEPuv09KIzeuUrGLZ6zm9gctqjqrTYI7w11dCgecJLtg5vBoAnP/8OPWrC2YZhX4fQmkM
XjgEcSJc/yyA4Y+TMMRYI24TykpM0bGx/vwuqC0MJYgIQE6Y62/Gno73eqyGc9RlyV5NZfIn1h3/
CxXiogMBTfpiqwHrvV8eo42pZMsy4vc+Rf5jhvNq1DOquGT5GMAWpy6FShsFe+8629Ckjv1Dn6Nb
1H81GzODpCy5qDqTy0wTxM+fv7i2MypXElvsVr0/eok0LwH/i798E/Eu8FECgx3fOPrVcoPHkFuR
xGN/KnKo7XVhUAYjV+hfr8g/PGPwUcUoEwqN8MJt+ZXSDPx3YBOZ4UDf+fmmHxAuhN04O6BtHJp/
/VZ/eMSQdw6eMSaGF9NWTHN+vmx2sZJs8zDulS1Mo6lg92Zh/j8fsX9/Xf4PeZ/u//PUMP/4D/z7
dZKrRjqv/eWf/7hhr0jcm77b/7i87L9/7ecX/eNuftfW6fffbl6k+W3vxNuLZZP49TU//Qm80z8/
SftiX376xw45vXZ9cO96fXyHKsj+eDt85stv/v/+8Lf3H3/leZXvf//9FfpHe/lrBB/r93/+6PT2
999jPIr//v/++X/+7PZlxMvqaUBj+PLrC95fjP3776jK/3bhEl20W5ezAh3o77/59x8/yqu/wSEA
FEQQV0E4Avvm99/EhE4dL8OPQFC8SKhR0KWXwffvv5nJ/fhZHP8NfMoL9+5ij3Rh7fz+Xx/up/v1
P/fvN+HG+4kJa/BlQAjASvifcgAjPmgpYVaGguCyW4KU9vNKKf2sYw/eGCo7vZBdl2OekTd9DKjr
Br6/sX8OYr6GZ6DMQXJxEc+3Vk9Run7LVpt+IwShiF9tZHuwHiAstw32/RUcrTwliWvkusHe3k6B
eLSAehlkIZJj0mP7KiMoIxe0c9MGSvedGkq4h2Le7rc600mmrsNwSkvZjElB/TNULNmN770Sx27W
QDR3l7ydJW02q+Adb9HR84/DpBQ/pQoBUftUF/67H6X92hMgCfvSAgRnKxorGCT1bYcRywL0+Fm7
UTQdnYod66e7wKVmx0fn8avsY+7c9Bp4AMoGFtJtQdZvISuTq20JzlCcdg0t4FZPLQfmJbgC+QYI
qByj9LD1wRUEB/KK88w0aNjtPsolqCuglGUmG+4SmCrnLS0SaKnSB7NurOXAEFqGKL/dPNj5duPJ
UKPpzdupoA/dCAC77PUtKlx6snTVT26W+a6cSXkKsY830Yr6CoyBdzEiaCBSxR3JM31Sc3CW5fQ9
AnCTZBzUqwlxk3phHwY3u4PHFGmP4cv0EA3xt6oHoeUC87dpJ9UHiUn0jsM7cofEgW8QlnwVIJDX
WJfTIQ+31ySnwV2YOLkDuUvVqd6WlgP7R8IHm5/AOfi84iF4lBJfVZcBWl1Bug+Xuvgrwwo4MpTF
u8DkADB06ZuIjIOqy8K75RlhCTR8g1cC/xjPIetr5QuXPynB1lNejV2Cwh8d4Fs3DyUsRKbpEt6Y
jJmPb3uG9BtkEGUWvm1BHl7LeEvLXTUQRc/UlcVTgJY/AsFghW9n30apYpFvkzkqV3dT2pTm98A0
qnLaAWhCFuR3GRK7rtekcKaK7ykGxuCd196GETsbnSHEPN2KWR0A7yQIUIaLyyOQjGkFxo8hC1JV
NNBljE9fiq0o4YG1LUcHqf4DyDsVAoWMPjIIappoyWHkCX4mbXJm889YtkmzBa4ENyPPPCCQ0R4p
1+pGd738nhD0z4A1ANKj2s/PXpD11hFeIDxhgr9EYD4ahsy6puh51/BZxA2Bt95ttCT3pJiSVuXJ
2NgyQANdjTlNWyj8sYpL75BDASQjKc9xNKyyOBi0MdsR8dCySckSXPloCI9lZcEeRQHSpEGw7ioK
1SFlnTLXRiqij5AH9WFrxNJpsEv4Wn2rqOqO8HcGouJph/lRSkh3RLQfqVdlPlA9ZV8DP1GkYc6Y
uKCZ8vvVSXqfYlZygLMhcigDKBZA/QB/W2kMoCrAqWUHNWo8ImCeTuzzJrOg7qxQp8hnUC32aoPl
FfSWlWD8gfXbdjbpWKa8BvrYl3eGxewK0RviJAkSmHl2aaBD7fclSfVnWF8FiCnzSQu5VnlTbr5/
IbBDr5E5AoIwBj5XPiEV5qGXX9ko5lU+HQ4l9+XBmIgCNoRl1VWp5xKZ4ro8lDG0bwP0Tk3vMrB7
mKyu+VaVt5NIk3YCvncMU9ZfeeqDK1Qt6QeWhbYxhJraGD3ADLE/GWBvTyGek/rHW3K7qqd07Uog
pz8+VfWRaOxYtZ8rGLXgduB9mdWff9zBycjwiPY1acv48heC3L/rRQu4NNEXDszwavFpcNYT9SdC
xfIMOAG/1vvuzlo4jEWFGRqI7dlJzNbuYYCI76c8SsVwqg6Z4xvAiCo5Mc3G2i9rfKeK2e/KAauH
Acpv5JJ/gW9F//Lj/TGYop98kcNfyeA3QkWq2x/XEPDd8oxgBXsqdUqXGzJk9FOIR++NmKy8EQlN
3pbehg+wue5fTDGI1uitf+Eu0Z+F6LZvyziPLcBpF9flvGLrW0z+hUfBcrIkqJ4Ls8xPehPBRyap
qgeOiNM+KuNaIaj52kc5b8a49N8hjyA33JTFVQXfxybSopLlpwtjPShOsuuXkF+uMbpEPOrbNMzn
ZMmR9tlw6GsurmWIsKUctFBnzyCeGV1LjCNOAeDaZ8Oy5LwU63KwPr/rpvAJWO7jmosj8i22dio9
2Bb+EA/mJAqH+ep6dEnyTZbl1IRgswKKNrDIKBQWvyzvfKKw0MvoviTbpxnQb4M5hG5knvL9Nkbm
sAU2aFOMd2ucOejANCBypIzzfYrxzK5DJ9Gsy1bWZcDIjrAqrMeSplcmmcwhpALTDgzTQForIsDQ
gG8RjoVhp8/HqFmNfQE9AtMwpzFH8+vHpKiQzVZMzzzuvjrdvWaqmtpIBE+R9uoWZ0nVOL+KI0ry
cdc7j9VdYCt2G61281YOgFp4/mGZsqVFi20+r9TKXTEXwZVmc3AwE6U7oaPlkBt6iiqIkos1Lb8D
o95va3EMwSYYQZTCkcW2R2M7dwV47GC6pJ3Be2klJnh3MeaLNzJbaFvCIbExBSuv1kGEDeeYNI7Q
N4Af/6ETGGwFvltrr8xZ2f6TsttBgjVQ58OcHyy0Ypjb8leWMiT45hiRDlOsv1t4q9XwxAjbCqk6
tWZRUQ/RetxcoHYuK8ZdWGGGC1ZxE6SImSTpdErXOW7XPh+uyYBBbO3HpZ2EL8GkodgGsyI4z+EG
oEu7E57X/hAsa75zkTzZ6rJXg5ZjySpeevjA4lC0yYNPkRBB/Nw1MCit7sfMqsfI5L5JiiFsBfjt
T5Mu4gMRYOrwsVuAmw8M+pHRsNaEl/CPAT7vxxmu4g8dSU6oBsu+ZRiEn/iQeo/FR9ntZsbhrhqi
cY+9GvPBaA3CB112+hNmTrmq9czcqWRF1aIgLfuaTDhG8jW256Lq3hjSGm+7OPI3obBDM8EwqS2l
HB8YEAmIFRQ5RTikYcMKY3Ycebltu9QlB11gdF+mM73tQqEgZ+v18whZETKXgmlqXa62r6ISEL27
TLdLpk0DhNGf5nnMz2vSI5xqUcEVG0t+yoSJrhIQe48e+9Xb4iaJJdkHd/2kZyxTwq+jSm8wFxHR
ac5TEExyKBEaSYG2tuCTbQ2FpGFtY7uCEkkZ1PV1b+XaEhb4pY5BdrlmW0HaQhYOteIkbyYkfbY9
58Meg8mgFkuon4RnHAJRVIx5uZJGgmD+dY4DOPwMMSMN0QV5RHfg2yKbt51YPH3vEWmx88L1B6Xo
ABUh4IQdGM0gHYwSLB1U6m23+fVe+rh6kDBGQgkNck3Og1s/+e4Vf5jfI9d02FmF/X8O7fYBmcKH
vEttnbOgP22+OiOiLm1zvq7vJB7zt1IWIQxhi0ZJwlvGk/TIAEvXWdf5wxL1HgdiXjCQyzC+hBB9
QhELChw4jrt8ACUGZ/Jny725iTAgfQCdERiKmD4qpvlO0nA5C83pc4WSsUXcATvl4PA1iUUBakED
3/Ur/lBZiO840R+3WAvM7xfsaGF5O1fusQtTWvsYHjU4lmN31BqnSVfR8QG0FIwNggW7mlqKT0Nl
n3uU9meSmbcCLrDhAF7clgVJK7hMm8FHOMxIvOUW26XQ+znuv8FOoWod6V+KYcPpt2GCFzl1B7MO
VXMYNdRr5nDSypRiLImDk8D0qM55CNpKF25QCBQ3oxDxNXqR8SAw+WyWcKAfQ6iUQMSthvKKJNiP
Jwlv8wvLoEL1XTsKFGgR2Ec1ejuwyoXcszB+KfsB36+HVwwgE2yKAIdWSWkd0Kk6dimTD4sofOOi
QV2NlAvcprhrEaE+n124bA0L1yeEpebHVCkM02A6Vc/GD203pLciy1/KwXzoBYRlYcG33Wpd1mAU
G+yRTpYTyFI4HvpNPgYFakpQyS439T1hZVEzlbt7MsFKwnL17jG/aiKFgSBsB3ltklk8xRTDhDkQ
GAjELI/PWxBDJafKHovNdR+NkmAIoMDK9x7VUr3KTZ040+mhKqhuMLF9hbkYbzjC/cAkwn0yOu5O
M46645AEz3xKTklQqjMSZ0HeSFh+N3N1E4AceUCUIzlDkosx1SQq7CIgRICUigjTQMcQR5rtAP9V
BH4i1EPs0KSTE8lSLGdU4K1lW/jY0ST45K3oMYpdHlbhXqJNDh+E1zVYdvLRBEn/TNI4PsxIEv2C
vsrslzJ8U/DBOFeJx15YqLtwCe62cLodEVzgS1RaggSykbIXJ56P6ymaEl1j4X7jC7sOcV0/dbAn
wvRW4T5GvjYDq84cKC5C5EzU2IysbTaYYTfHw8ULDqznuhokYmhSKx6B6dm9CsC4gDsrKAEx3PXm
arNHPmzdLhWkupo7gvIs+FoI6m7AwFrAwArm964v9ceERWNbjsixTwOfHbF/YaTIZQd2YSpuBxb6
A5Sb3Y1HeOY1LGvDFlZG4Pww1DwdLmYO2e69LxJMelaT3TEw5GSTT5NpgGL4GwywaS3giHQDJHRs
6OjsLWyteEODZAF3aVS3LF7h/i+XUNQRuviGhtubSKut7RfkKi6YQR+WSx+KYiWv19RmaLyV+5bC
BRflW7y2A/yHwEsZqWiWwH6jM2aLEKKxZo0wFs5Z5q4nPNiey+hLtiEUEzln0RnUsRTrf0WtY9PP
sAQlDegBvAbKHH4SQaEPXnXF82CK8IHMNr3uKwlwYfEIEK+qrZlBNbxigj/MagtqYvNkL+LhU8lo
fixTmbVyLotmsGo++RlIdUnhgd0gCFTt83Xp7vHt2A5U09t0GzmoM5hJPm19+kXnKfxic05d7WRa
3QvMcHesis03TAnTRvQgp6FC65BWhul965xQqM9yV2+eDMfMBuGVyGENUzr0UKg2qoc0GeYnU4KH
VA99jwxLQOmPdCLRDr0wP04CIbgF1AjXaFHtDl7CxWmmkWkdmLXPUzVOj4lYcQyk2GdvVDJsx3Gw
+iqZMn4LltT8ti4c+/io4mOB2L+nEaMqDMJLsVumNPhsk3w5ThUcQGAyLO/GgKsvoUrlmUG6LGvC
+2UfKWwuNs3oR0P7BxpONymaf0LDr0MmzQfQypYGlI1hLz1qV1F16rAt2QemhmyHAd34WcWDusZ4
/8L78+yTgjnJtYO76wnu7i86nuWuB3P54HS2XaeZeMcUKboinm7X4GXCwC11yzHhi0U14Yqalnjk
oC8zR7BMyA4+aGMtOxgXL4nZdRd9IAhnh0GPN1AYHM1mpjtdLOKhyNf8e5eXA9gPxF1bVHwPge7Y
oWBugwxlJvKrENlwjUvH2mIo00OxxhVm4NQ8FCjG7x2arSPUbuGVBOiAAb4dojpTLkdeBR6WyzXq
QJGq4ggfCJJaPBBV1IY0z9qNIgAc42vVP3pqluPMRHHwQPOaKhv9oRJF0FRaBZ8r2WEkmW20nVQ3
PsFyd2kIxZQX11+dJcqhvZHAGOserAL0PVmMRZiAExdxNdMdjPPnw5T0dOdsp25577rbpeKmQUE7
tmIR6VdE+IALjCg/mB6HKj9CbgCPFJTVO0Gj4ENu0Z5QvdjWxUggwAiAoqRx4R7WXhjA8/BUqdAe
8bnoqVoAJgFrQBbJPOgDQSbW/yXvvHrjZtI9/4k4IFkMVbfd7FYnZVu2fENYDsw589Pvjz5nd62W
Vg2f2wUGGGD0zltdxQpP+Iff6Ryl33P67NshadOdW2TNFQ3Z6bkpuXx0eAgo0+SB9cMxK7GGoii/
S7tINmAau91st3LnNLhdT5RtvqY63PQYrGIIIrM1fqpOz59aWTa0lqNOPcBh0W+rOdZ/ILnnb+xe
1uu2da1fHeUkLwCq4xUgYKHSxTmMMCo0ps+mVOFYPlGC8l+6PC5u/Lht1zm4jlNQttU6AAnxI1Ld
FxFYyQ2I32pH353Axgb4+20aR+vBHPVhZY3x+CyjsuUKseRLH83hEcBgv0t4uLP1OEzOA9i8+LFv
fC7hAkL6kC2Jdj5ph2I0Zg9mVbS2Sh4hkCXTvAqyXBcgkA15nQDFOpboS76IZADCz7MTOCuQHPFd
W8+ul/Yipm/YRJLgoXZvBCjl6TjMKiqvkEhqVlHmbDSzTTyrdBsBKCji0cFZ6dhpqkJRncYk56AC
Oj/G7gPVtuTaKJPgO/DQMlqlGi6L9QBNCFpA/yUzAt3zJ97/mpobCFvHPyoHGZ900sytqYLhUEQR
6DqRg6nVNO1Xh6D4ytRphlRBf2dm7ngo/Iz6WVJEV+hOcjcm87WCMXrVU288xW7i32t8NoLSSd0h
72RQ4HTkeurS8rr0df/A3Zqh9GSITWZX4y3HYwGzB+1PRSBUFsELEjovwCcfLYqrJy3Pv7SGDyBu
Jh7qdbAsNjx9l20iQ/MnLIhuDQ73m9PFmzT1ma3IgiPFxfRTC0CDKMj0oLh+dgbM16CJumsdZRfD
aMUKJXrhGZyGjZhMzyaQXWlliHZvasJsGeNtDuIc7eWeK74cCDCnEj3koH2sNcm2aZJr9LNNrrt0
Rog5H9ahYZqHSuC+l7bTU5B3X4uKdn1od5sm77cF2ShEYb2/NhbiGMLbOw74vIoMzb8u2xbfUYrc
R1fP3d0IV5WFHwjXhAy8QIXu2oxbBGoBKO+msZmupnpKPV0lh6L222vSpBi9iNF66UGpelALRs6a
eS+KathVChhFLyJI+iK4KuvZ+uXoZf3oJI22mRHdWg2CRGqe0ngtasPZQY8FxtgCPXBCSCzkVorS
fZdcD5DvdlHWpsOqsnOyyDj+2ulJ5rmhpd8hC69dR5WGwWc8d9aGJ0XdIooUbhZ8YhbBljEa119p
05CtqrY11pUt0m0Fmuq+b6ke6IOreY1orudgsWdJKd9iPBPsVeMU1zm1pK1bD+RRoMqaumDtJViR
2gFqBpeYmbEdPo359KByQmXA1xbSMCB04woo1pJZmSrsN5Wtu4Dax4PfmYAecbW7GeJibxbxl7IJ
rvtS+1n2AC60yOw3+uRGN3rQ3OuTDm/Gbad1oPvuDuSM4+mBJPqz5Yt0GvryMv9KiaeCmOewu0wZ
7lFckevSX+L2zAQBQ/137rKNRivyvi8FG2DIKEkLfd2QTqwx36pQv+01AH8Ce/ZxkLchh3ttmWW0
6eMk28vMPbVts23M4usw6fYKvDxpcCXXiRV9aeKo2JA+wJmgPbStrBnkcQIY1ahm3aM5cW3FxafR
jnnfamqyuXBOCHBDLarpGORhOOAj5I6bORujTSwB4KUW1b0QbkDhj+bKrBNQOFrz3CnKdCYSmetA
Q4ehtfSjXyTdOp7k4KGU3BwX8mMzKUiZuNtus1L/GksRcLUkmBd16lPhEHJVrRivzTCCQUEueqVE
KQ5gnR9cp6Q7MqZo4FMZF1QBtHKjijHago/cKrP/1ofq0fYpicRFfMVN33lJa4JkJDrZd2OifyJ8
jIGP/cCTSlC/yylA6+oTceSXIBpvSTSKFdSu8DGi9TrRz7kBIqpvO93Nry3N+On6LoWm0tOjeWXU
Laay1ZzvBtGFByHHK17MlDuNLeEa0XA1LWmASvMtzO+ffZvtw8L87Fe+5RWJ/jDjVneIafmf6ozM
VhmxZ6r8uyPBIdYZeQ/QC1pbvtXsE2ETXvg8Hxq0gNMcxweypOAwuOD1TM34gV/wJ3TSvvdRZBxQ
VTB2yRCnO6ANdJIIWI/BYloiCNVOOhTrkLx62DWF6jcTSuC3kzB/iqxPHxPdHPeFVk1AzcryXkiU
MmUeFl4AYHdN8l7fB7M5XeV59xyNPCOnIRg8WK1c6cM+zQaYHWk3XZkZjZ3eKYJvIKINnIxztrje
xGvirn07IDM0+VrsNXZ/JXIA88P8nHXGqQnQTRQj3K2xO6RJd1t0bMDI9pMtsnjPU2Hds977UVgb
O1+2Z8IzN1X6hqrrVZNEj2Pje2NM66/qcv8uCvmH+i471lUzeVpTPtBpexBjve3McF/a0svMBcJe
+Rsj6/mFSPAeLb/18i6865TxpEGE08txnyQi5K/dzyQd4bBrxkuT6Xub09CzNa4GsCSlLveaKR8N
R6Tr3soOY7O4xiQb1xIA6hLzboQOuqK/1q0UFUoPtuMhLRpFPlk5T2Gdf7XjlvA3L5+rUbvDqggK
TPOIatKEnoixh1ZxG5Itbujzll/1Ob4J/XGlZa3HE+VBsv2sh/CtiWK3uSNuBKzQjTFN5r7DTPcm
8ItdAel/XeNGvomyhes20esytcgbgvFlBjhy0Gpcu0G0A+Zu/a/2ElnYGhGUk3ae0+HmVHZBs0mn
8TkLdYims3+N9CyBma5v6sVdnR4RJSCXDm6hbgMaCEhkuYdAhupYNQbg+knk7hcKYtAjYFcBqm+H
W3R/jtVMHOeQam4yp422lBrKr1Y9tXeja8UH9IGjawXvn0qCG1NNhXOEo9EVdZZoHzYasnMmxikr
Govlk1XFw4tVEbA3I3UXNnmefo8cm2yduNryufNLAalTb+pyMxLKaWXy08EQep2B26Aho3cenMyg
J/6ip5vpDf08Sk9hbwFt5MsAC4w3uRK83oQmlm94blNv7I5KckA1I+rdxwiG3653x35jNd0PK0mo
PNCkWshUXRehzcRzkS1+QlOXexWQUi4N2z6YQ/ZgZE5PS0PbAvN/svz8AJsGhRhdv3M6SKimi6BC
5ldPadjdDb35mVZosnJK+v+aY8VeZQT1Pp/ryatsqAsB5IlR07urPnaKT13Ruwesrh7a2dlLX4lt
VwkfbUNjWnXWfI9JbAkpqC8OdT97Tjql9OON576VzXqAzry2Kc43lp7cQ9Y6um7iQLezCVwD92qi
MbqSFGhFCEUpW+SaRunfJFnw4OYULRq3p8MPTZDXZ9eHqb7yA9Cfnf2tkca3rh+hdtBT3PRlZKzq
uH0Kiu6H0luv8hWtFMfe9FYQsY/FHSS0cluksE7TVP/hJFG20xzQVZZLf85NQpfQwdz0cq68Lk2P
YJ+8oBucfeHGzxoiE1mSmoSK7U2tDQKJ1ApxraZ6QIWUlNt+aB23vg1Gd/Rqf3ROdWF1nt9S3u4z
XmWuT3GQOZjLISg8etDhoe0jazsbVbFTWN9Qi8sopvskoa5TZOs6kE8GxJqbvEzs67CNjk3edBs3
D3aGP97GFttQXx4anwSjjpNNVjQbOpfRqk9ETQWIDm5ixrcD9JgVUg5YkrlTvh6iKNmCEys2ISjO
dSKhUtEqj/appGiNCZrraaQFKz/tT3ZqPfZz72xGe7ivBIgR3dWfgPPqKyR4wN8HRbiPevO7GClj
FNl1G+BFO5l5eq0HsMxmodK1YZGouJMgu8k0F6R0QGKHUvMAmngUT70oxxQATVAa4tdsln7l+RXd
+5Uzp0W/F0XnJkeA0uhVlwue/JqerIFOgd0n9R5mqmGcqrIOtZJSRUUnqg5Qm97ajRpqKKJW/T0u
w5Q6fdvMX0JKdeN9QympXEUUI4cr/jjY13i+KqRcpDOFd7zvPooaWjH9npNR1hta7SX1+gwk6g64
fZ1sYUX2AfwGWiXFOgPLrnuxXWvGCfQHAaEzueFzVQ6BuGltyy0fTJpiRNPs+yQ6jXZUdA997SsC
18CsYq8Do5Qf8iBU3RbhMvhadDZxgSpF1etXhaPX9JqTuUi0Y0DtdboZRp/J+X5BSQuJkKaFExyT
LaxU3xvRuKrbYbS+5hXsu4OajFkQ1oyW0W6Iexx5GwGeYB/D2UbsQJOTBxg06tE9kOoONIW8QY7x
ZazsO1nbC6EQXarUgc3XJs3wAO4NLAhmDzuYpD7M86gLvmXxUN5piQYhoc7b2Vxj8QDNQc9B1QP0
eJh71/6UBcnXAEsIJwbLGBr+2sy6fhsk4k4O2U/hd54GAidbxVNt3dM4Lw7w2qAMcBt285OFc5v8
3UNKWsbvnaPKm8/DwukbqnCrBT7iMJ1xlaXulYprJP6Jgev0NNkR8jyxAUMmLiJaIeFMEwZzkdE1
tzQvUmT++GMet/PeQKLXqys0x1ZuOz5Vs70r67E4+q1J8kbYexyyCWk8NZrHzA5Dz10WCRERQem7
vqo1UewbwP5Xgyhfck3ehKbKyJGqw4CoxhXZ0cgFN8PdSEw73Giom20dE86UjpUXaBbX+Ow3Lvcx
ROjr1NItj+rlBJQh9vcaGPgv0wjfUhvmL2Wb/IR+VHrtWF9BvfN3blkhIt2qHIabHX/BWfunOWFA
0hXdDY5GeBf2w6dwjMZjT+XrvqpkurEHt97Gkf4tb6GdRWHDKyM06tH1XOKBTIKWr8I+Lr67koRW
zfPWGumTj2Gz99tw3ORg10iqKhoR1XSgaSd2ruIRVJNZbixjmK7SIHWIEtyvXRiTKefNeB8YPgoi
dgbnxVRQzQw/iEA0qGvp1g9WLstPrhLJCltz5x5Mn9oNVeB6NFeqH3iWJTCeVbBRlT3Sm2mMXdOD
8arrhlwiplMb1ibsZma/4p3VAJJW+Z7TTt1VyiME7/RnReOA4v68EfkwzLfSxCAlT5S98m3NRGU6
eU4c8s8m4mkrzPgxiXsUVOQoN7RhH+cxy65V4tPWVRXRoNu1ykOwYXwqLAGnoQYjdaDh3U0gLVj7
FWVRGDyuVPN34GHmS6pSu7hvFcmhSVUfuSNs6UEL4ADYbFs91A92nJUvcw/1v1n1TPRkpYuPgpZa
X5LIiOgwFuVnkG32EdBjt9YEDc5urg/zcmWt2sZPri1Z5rTD8lMKXHBd6dRcSgj73rAEN0ajzTti
jvgpTiBmAfMaDibcvwMXGIG19FPYECX7YJP79RCu684g6mryodQPaPZw+kTbjfInSV+OOjzo9I0c
/fxUKwgmVjUcxqCwHqBHNwfZwT8eQ825g547belJxDeICecPYZn/MEEVX3OI83WSpdp9kWT3SCuW
+7rWrEfaIleUjn8h9So9rY5PTm9zFc6WBRnG6HoPZpTmzU4Q+2CAwrk9Sif4JtLiM53HzsNwetNV
uraPfVJkM4oexoRGngVWHD/2ZCcrof3KIS2tC+WuG9zNYzMv1mOFECA3xNa2wRFJDskmw/scEk2a
WJ5h+wYvs5NcB67+2Ct6e3pqXNH5gqdiDcfSas29KbQGkX5lrrG7QnozYe0HmPJ30Bh6wvmcfmQb
uqtqygLPBiDw2Sxb9yZwMhdBhbpBrzuu9TXY8HZvhMm0akKz/jzHyROWGDzeXfWTBKh9AIIHyqEY
HiFzajO4q3H8hcjNJwpE0baj30Kn/gGWTbj2a+USfw+fCEFj+G3cE3gtwZHpyi+zyhTl2XQ4+I3O
pzFaeuIDNEayi6EeEOtZTaNq41Ng2zb6ZoP7WSSOdZ0OdgrRF6LVqMxNDA5oUtm8WUr5jE19S8Yz
dXAoQYsEit6e3BAl+a1paC+dLp0NdSK5N8dIv5HdZHHq2GG+AU5lqCXQNGiIcABtZ4cwUgyNq53a
NUIqxg1KX98SuxquuwRnrDRupg3aPBaUprq5EWNlrXo9/5mzH72yi5JjVQNbRRcp+OWEEUihajO0
45aK/mkyOWmqehz6AjgbTYtdVvUnV3NRq+vDXSYAdIgW91mczBcJdD1iq5vQ3VwFNMMpthWNhgbk
D633g+qMXUdLzpza1Muabt3XICKa2HhUQXvjZuUpM8G9zknRb5HUBmBr1XbipZbbbYJZlac4rpGj
bmIY3SCVvDqHB4hYguE5oV+sqkj6u6a2yl1H4Y35AvyK1PSUGQsNzg0p57NKSRMFwHpjeJ1j/KA1
2pPW4uGVm9ColD36q3aYZp56+67I+uSY5jY9LTrmkZ81Ry0Z8i1g0B2tutELDULyoqBQKRa39jKR
z2kIX9catR/CmB7nsjPXLeX3TVL3p2GIta3W23MBz530EKOaX0vxeT/M7i8DOTa5Npy+3SSECqvB
mNFHZbGufXy3yUD+gL//G4b+CmD9f5Du/98B4nUg5P9vRPxdGKVRWUb5r+YVKn75f/0XLB7p+P8g
5irBwVBSW1Si/zcq3jCc/2DEgf0HlAWLWB8GxX+D4k3jPwbMDEPa1kKAMRdDOtrtCybe+o9jOHA2
IKoYMCwwDv4XSPxr5gQvIcrhAnE2F/cRZFPPNUAT22ymus/1Ux0m2hZ6KmfEVvUFGdi3oyCgS4fe
sNEYx9wF9P/fMrBw7kurHLP5pHpbbKaoQoEhpOP218r/9278G97/3igWkuwG5BkXQtwZ1W8iAQbf
oaZTLtGkmVtthjpvjxe4Jn9sBf4vhWBZMmj+EuMWKHcs3bnllFToPyAZMp4EnVbdQzKlIdsARv1Z
Ayx1O9vO8Ftv7OrToqFD0u+TgXm2k/LeR1oCTOqfZ21LniOFDdDCylpoOH9J7ILgD+zRDJm13jf0
OYfqMPmi2Hw8ynuzhj0B5QvSl46O9plErVNlo0YHdDhByUvINRPUWZA0arpsjWpJadCxQ4hp1Y85
chB6I7Mn+sQ0ZUWVFLRRNXO4+/gXvaYXLZ/B1hd3JV1Cv3d1+4zzk0tiyzZqevBlxYubg/g06uJn
r83V9uOBXpPR/gy0kFIEj81inWOdDRSWoi0jk/dqCsLiRxD00SadnWxDaXu8KSQv2sfjvbPUNiff
YlKOvdwKZ+y3ABwOeQIz692+XBchSN84GcZnVPObL1qOKiD1xN6ljT41Pw2jDH+nEZA0TU0IWH38
W94cKUg76ANKriCX+cvl739trqagH0Np2D3G3B9eFtBAaTmCF47U21E4s7pJVsAlpMxzfW0jLlWU
hAp5HkibV0Hp/DYK3dn961T4eMxgIQNDEDgn5UqRG2zLsjxVNoU80r/qc+QWxpePR+Fe/otfxGZB
v9tkIN11BK5053dQ3dFzrVBiOQkjiJA7zBB6QSoLPPwGbY3huZRNE62g7IKT/XjkMw7jfw3N9nTp
mikomufS17oflsbcN8XJrRcVay2Ik5wEGwJP25N2LMzF5mFOy9rc2aFL88VxBruj5eqAvF7kAe41
2RLsfvyz3lkQHORwNEHcFsvGc2+EtMd1qc/d+hTLuQN1VJWTQIZOz3+DtKnk1sxm63cVt80lh683
x9aCdWgLOI5kZovo5OutC9fIrIY0Sk/KD62ryLVzL+ukD76XCLmibXrh2L7dxMt4jhQ6BFwauebr
8TKaiEFFLe5EyGmuh9EcNmqhnXy8nK/p7MtHxk2Fb4ymNP1ubA9fj2KRHpTgmcDHNLEwb0A5zECT
ZotAO/WDQh5JYsdPcPDiX42LUe6FTfbOJIlHeMMX3jT/OXsFaIKPYHqK4lTUVMNkgkhrD6z8wn1g
vLnbIcE6DtgzsbC02cuvZ6k7bhYUFS00c8Y/FWBzSg3bgrrwLYzTstybaTf+6B09AlbW4CnZKzf7
opyKHmYwuc1T5pSSl7fRUAmpEhLrdRJn4MQ//hZ/vDBeRQKwaHka9GVvc9yts0+eiKK0KVLnJ0q4
5ueBZPvKrGfa6SgqXbkq758QF5o/k3rFQPZRS0b4LNkrW49oruDuJuaSk5c76YVLyFjW59UPw/SB
NrUNkR4ICSj11+s3DX08qDxGb0Nrw5su6c0VHN2c1KSEw5VJZ6a2ueCHnBgE7Dw4m3CKkp8fL8+b
vfLnR2CgynaBFnrOMl5k9Q2zUpSOqG19cm0/O+hxenGvLIt8PlebSS4BmUDR+myvjIjfJEYzjEd/
WNA5YHI0KorojATrwRrUpzhM02cgS+KxTCaLVHWO3HopmUo0K2YEabpxxKzj47m/2cBIh1sWPkRE
/oRl5zT5tk4Wd7RxPGojhLGwUc1+ss1hKypNv7AL3xlKkQZgEcpb7fxh1v79RCMrUw5dW3XH2Bah
N5qTcYymmcqjjJzfH8/qnS+qQAVIF5MTwdY/2+82ewoNj6w7qm4WB2HX1EwbEEcfj/Lm4iZJ+kOB
l4yhE3O+3ry0TPVMWGN7RCas26X9n8aZNm27wSrvq1r4F/zR3h1PINAASR1hBCHOxsO7xaSb3R51
GAfeOJZoyE5tvNZ8C2lFKiFXH8/vzYuIwoANFVoQt3KFnsdUEJ/8pcpaHYNRnz0hy/tuNp5aIR9H
bbjzc/OSx/DbHeJgdMA1ZUseDgqdryeIt2++1EHr45QRzRF8NP7zJNtihxCQfv/x5P58ndfHUXHu
Cc55oqD8noscB/UU+L6dz1CPCDtWVmQU7srKisTwhroCJlNQGEHBBhxFtHfHEbKaUxkSTWgZC9wP
h7n9RGVnwJgY8axu3RRc9muuyzzchnmjgb2mMgh2OE2RctTt3DFOtQ5HYV02FVA1QlQMdSgjIxga
a3KevAlNRjQd7KlaJCWBUoPOMOiXSL20nj+e/dsDwuQxsCU9oh0Oq/H1SiN5PDaNpvRjbC4StMGc
Qtpq/jnSWJJ1dFg47/w3lYPXo1ioZeZgN42jKipkgcBqgVIT9ueP5/J21zAKku1crUSzoMHPRpmK
XCut2Tg2oFyuU1/Bj+qyfuOn7aWU+r1lI6km+hcIRpAKvB5qDpwUXOKkH4F9h2sRReDmHHxQP57Q
O68iMyKPWwoq5Mvn11dGvubrBujvSLT2uqLumq9aRLRgrsyhvXGHKX3mp3Q3rQYvvC19OPBNl1/w
Snpvsvju2KTSHBLqIq8na9ROQhRQGEc3GYotjUaKifAeL1yib7MBNgn/cl2SQSKeQJXoVeYGf3DW
IXlA75JtuR/k2PXrWDbTre/UMdpYLSaBlIKt/LNUlEHxddB0Y2XFFSKSTtY2zr3A4fLSu/ju5JEm
R5YcqRUUys9+Vck7PrS+cSzDOV+rQTm0jmAZfvyl3xuFK8+y4NVZSOIsN/BfWetk16JMW9M4yqAG
X61c/3aYhbigQv7OKNym1F7I+Xg4lorf36P4oOg6a5Tt0XWS/AtAfUHnMb90Nt68Tmj3EQoTXRLv
Q7s5m4ujZbJBrGQ6WkUSftdz0/5Gv1qBJFDuQzt0xb++Tqi1AK0laDTRR+JIvp4Vremhp9oyHGFE
akSnvlt/iuY0/xp1oj7Bi/BRL4iqC4fi7XaV+ANQxoIzQy0AP+nXw8IykSgzt8Yxi+bhmKNJDIW0
bvT7Op26rd4YIA5KXCLuwTnTPDNE92SYfbvAp7Nyp88i23+8h97eFkTOBB9kcuzTJbx//YtgEiGV
m6YC+WMLtfS8txovyyrr3qXafqh0J7t24ioAhDHpe1R7Mpo4uuZuP/4Zb/K95VdYBAmEtyzOeTCE
KmXMQSrEUQPLtSpc30I1pOzLLbCccAP9eIbyJuwXXfOTfy2YLEPjjY2CDyxwPsvrBRCKRq0f9OLo
5k7yzUe75CXTooeP5/fmEGEnzjklKMFAD/2XZf5/HdVRSdQ2HTw05yynLR/4Ol1CeDMv/zwMpTQI
h7yWSlDBfD1MQX4wUygzIXrF6XNaRNqex0jb/PMo0JHZLzycxD5/vFD+nozbNFCrcvPoNHH6FNdV
ttXJrv5NvokawFLN0BfDW51SAIv3ejKmlpR5WpUmgog0SgG+gI3votT798k4uLZQ0KAip9tnnz+S
uUHHLTaPlfT7NQYa0UbDtuPCO/XO93cpWi1JIobKBDOv55K4VWG2bsUosSUPZIqtV89Sv3CY34Tc
rJjkLVzeXaKyP65xf30YJx/bDHS5OHaxXz7Etpq+ZaZuI2dPAcPss+A6Da3oQij89ubm/rDJyQDp
6BYXyeup1e44R6aWZkfwXdWx6xLnictK27U5+P/A1cx09fEXe+cSFVQ2XcelZouImXN2iYrEDgME
h2EhNPGwjp2qANgSDDDwe3OnJJ3FVTtF9qGls39U2GDcZrXW70BsVPssUMDmLvygt+vOD6ISSgFA
maQ9Z0swpnk4IZ2WHSsHiV6kVsriwalz51R0ev8L+wjnFtRCmm8AvQegDwOnlSusc5rvyJIHyKhC
VY82jRQheqdofaDJTuj2ODRjbCAzsPAELvzi5SJ4lb4sb5DCFMfh9pMEEWcfzfenufERG03HqkFF
PfLRru2DRzo39jEoYSVsGgCrv6UxqbWf9Rqo6aFFFOLj37GkZGc/gwz7T5naUIvq0eufAZHPwW8o
K482NhIgHzLpblvwSXvf6WO5ikEv56Ap9Pq6AF8FEgcNie7CbfYmAeCatBfHVJ2KpkMh4/VvwLRC
7yr6dYfKcbu9H8HdVYQGq27S/Qvn8+0tsNxnnBYuG6h55zfaOIG+T1RpHrTUb/bQw4xVQUj0PxiF
9pWiKOMQa7zpdTYIYKPXKw7sd/eqCntMDQD2X7jR3lu25QVY5MXINc7rwEOoR0U86eIQwQjTDfVD
61HbNXycPT7eI+8MZPJ0UrHA2tYwzxfNFASERp35B4h8HXJILcpjUssOUR/8/nikdz6PoOC8GMXR
QKGW8HongHzHNsBK1QGZlPrKwEgA/JoMLizc+6OgKEu6SdH33ClsIrgwsVmRiOU69Q5IKQCLjO7J
x3N5Z9WIamxzKZZxK53H04VdYUmzaD1FDRDOCiuQXZQrbW0gq3RhQu8PRXNyuQF5Sc+Wjc4G6KpJ
SUh3ovwRVc0LuicORQhrdL1/nxURO++ny3cianv9hdqCBooWxvLQ0cH/YVWWuxXgzE9Ggkjzx0O9
jUj/YBXQpkS0xES57/VQmaGXrpVO/iFbfLvR8s4fYwqtRG1aCbkV/NGxxYTAG9DDry5M01ruvdf3
IoO75EI842qZ6uvBtUIk0kZcYxEnTwJE4FSBy9Jsqu9J2w8RoFIkn1VbZN+m0rL0Vdsl2q+iUOU+
ilFbXmtsikfdUaW2Mswobdai7yH3xU1SvTi1iYCM1UCRudIhxrQIuuT1qXXNvl7hOQyeCwr7zP8c
mMPPGs9DIGYDvb5VIzkYqHgp9bmds9n2plnSly7A0K55Iha56Q6k6WgTDHplpZqHCmhfue59N7jh
n0eW35LcEjCqSv2hHUtz2iAcaH+vmkZ8icOmSo7I2M01umGlry580LePNJUkwSaV1KtJ7c72TlXW
QTaXvjyIQn3GZPOTiqbFSEC7y2L/TgvbCxnmO+cc0Asi/pRill109g3FSK9Xh/x+QCEQHzw4Z4fM
r6MLVd33RiGTpPhuKJfIb/n7XyGfrcP9S5dzPiRIwue+tNdxDf3u48PwzhEnV3Ytjp5B8+FcTtIc
7TxAgEQefKw295olhjtE/PWVZV48d+99Ju57qkZ/lu7cmL2s69IZ+kEesnZuPcca8xuKHDo+BhCQ
dxRF7S1SZ/+jZSR0dnkyqca7Z5tDoibpayl3mJ/I4ioBtoyo09hf+Fhvw50FW7I8zKT/LOOyzH99
rDmeQzGDVTxIt0JHrAGaP01lty+Hur8LsAzj1AiAs4E0d+iiX1KDfifXpyNKjq90e9HdPc9C6tyG
3IPKDByRvPF6assLMwSRyX5JfSByHQplgcIYsk3ZNdGtEr7MLxzD9zashREj+0kZ5CvL9/9rDdqu
QBRRT9SBuA8GmtnUA+jLIdz++45dBK+X9ioNgfOQHHcAv+uRRDiAaFeYnZQZeoFuJEBjWupChey9
z2ojybvkIsig62ef1U5NP49gpRzMQvOfU6Md7nv6xr+geKIlIVqI0133gveseasFs/Pj45m+s6C0
QKn2knssPdCzGwAxmQCtLk07jH2T4tFRtuYGYrh9qb3y7jiSMIwLjez/vGImYJVAIESlrC7r6UaH
aegRRNkP/z4bmuH60uVcAA1nz25ktvzrlfIPZlyWR6eF6zd29r/XfEAigl8hCuNSoyP2ehOOYZ6p
oZf+Acyo9Dpzrr28H+3Nx3N55xX/gygCjKNjU3meWVgTrjR2B5Q3j4jGZzc3fkU1dJgqb8JPjUBX
9t8jMTqWlACYG5M798nOMcFBKbQltByXlgylrcPQlVAUHe1SP/qd3QBIgwNm/qmbGWdZU2/4YRib
lTz0orV2tFXknnz2UpX2nXdHYbNJAYgW89uThXIBfsqTLQ+5Pct9VZXOTdVC9osKPHE+/ljvvDtK
J5Ehh2dDvGlXTnibdJ3L2snZBgBdoW8EgHq6S0oNV5I+Mj5BJqp2Hw8q3p2gBGJpYABOOmC+3ogp
LmQRJU/Q3pOVH8bc1K4XENPvojGNUwJdFUG71k0e3c5AtMVOml4Re/rjUaetI1Y1pJ6vtPdBW2oT
wKRV08BdxrgtARZiOz6aUV2qPwkLZjZ0yK5FEQvTQt5V6gIot7U2smq1E9gOUjqaPMHranHP7DsE
lowkd57FmJeYbOTjkyac5KvJNWqtUK/JrmyrqJC1HQN98j5elHcib55Iequ03knG/qBm/nohwhGx
lFpg2NVqXXYl0cTcd5aZ7fOw1q7MRBmHJG6BQGRFZF8QyH9nVzM0sZqi/GjjNvH6c2C6lFYVkiiH
KZ/1FVxXeRhTBOQ/nuB7Hx0cK0BhOh2UOJdf8dcE8bL3ZVIxQYFf89rsihQmHfp/rYWm5b8PtVxx
dOGgNcFhfD3UWBXwPPOSK6hD6hebrW5jlEh92rVrX4gR31s7fC0UaTp5p7LObu4uK/4XZ2e2GzeP
rdEnEqB5uJVqsF12nMQZ/vhGyKiRGqiBkp7+LOXcpOSCC26g0RedhlmiKHJz729/S/dBGNPSW8be
49hiYze13jXQ9qVRbKJdUo0rbXtbQLG1GtYIl5y7ZJgkzn95sLfhWbx91lCdswBWrTh32vNZIzDL
PJUn3h0e3fY+NnLn1mlNcSxozvzw+lAvVbAo5lG/4yZPTXj1azofi+2ZkHCa2AGw/46qjiWAtu0+
c7FATida0BJgN6HEplOYAxCd+TQ19Zf/4Ue4OmJRD6TGep04/xG0j3Raowi6Uclzi2jzfG/XQ0xb
ExhdMmcYIgbuMzYI4oEXq906cVIcMfzq9P9hvSIFpqpAqpzvbzMbvs0VW1syLvhwC47OOJY3YEXg
qVsY1L/+0BdOZyJgMjAUHBHjvnhmA3Rigyb4zmK94jDoJE+pEsGNTjRwsks3u319vEsrd93m6WYg
VGPQ8zmueoxJM0zbCASwdA+8vNlhPPxmJTPLyTPQFdJmzRe/zag6uvQw7Xe8Oy6f3k0zOsadKUx5
ZQe79CzrFkmgwbdO4fb8WTLHwsmbgtddB6A0ojxDt+XoXKszXTqSoSLwtRPMcGXZxBhabs5Jpmv2
nee3dO6ZmJV1GMxGycLVSDoKQ0xRdY+vv6aXmzN6Hu7SfInUgziCzh8NrbCR1XPq3nkdFMjRk3Tk
iqIL+XSubc5/g6TzNA9jsZPBauAscLzNatd6nITghjp3aTMCQzX9JDAPSywxJzBL8gercUUBBnWE
cmN4A+JmYcXdvTPEugegsyQ3b+qpoNlOYcbixm3T7n2oZzU+XXRM43FCBxXnfmtcufG8/HY8YiVS
9muxFg7PZoPULF9Lke7bd46ZUDMVc/OgbLHcKABkWKM7WL+//lZeLjgGJJlB+WxNz3qbegUwVJqW
m9a+m1cJYD9Yye2UOP6VZX3hgkzHJPdFE4oWPUlbIE+uFuVXJL3vgBUiH09aB9dZdzB37gzBLDeL
9HZytQBSovDuyqRQf4JMlld+xaVnJYtK/gNFJd1Rm8kN4ryKg9yy7ywBu5Ru8J9zp64FWZcGWRur
iDnpsILedb7MR11vA1r6nLuxxB+pdvxl19sYAb7+2i6tE/YjzmqCTyrfm1FiZD8acE/3LsEdIEJt
4xzYIaF/EIIfuE5eKxlf+nh9nWYl8op8vtvSR2r0RmcBL7hbsOgLu6mgS15o/iPSh/JK6H5hAilM
k6IltYcKbrsF2q07TElDjEB1aRjDvlXtqaf9y3j7ymec9W7PBsOdbnM0x6bEcmeM3TtBHeahA9Rw
l2vFx9ff08udlj9OEwG1QPJSjrnZaSuc0Vn4vXtnNZ23ryHc3zix7uJbial675jp3bxI+/j6oC/T
JiwI7lx8z3xvtHKcL0GAx4ECqRncIbnATAdK4fBlkS2ZkmkMoI3wz4+a6uZ0Z8s0eC5n05TvX/8J
l17i2iZDXYlHp2h2/hNcH3h90C3BnZpH+6lNjeDRGa6eYxdW5bqpEBITG1N1XWf/n3ifa2QdGENA
LkrZT75mWo96C5RH7+e3cbVWyYRH0x4fmwGTih16s01SinE6YVfxHfY4VkSjprFLcPu88uIuzBqj
MG1rnxgn2GZJNmbdizZPcUnkOvpe0CkWUmUSVyLjS6Mg7UOVqZOPBbV0PmtlZoMKoB38zoUW/c6i
F5yO+by+cmtZ3/DmCCaLQe2KGByNyVZWb9g5/xld/6702vbGLpLuyG5bnNwgJ3c3ttO9kjq2k2Nj
vzkeRF9Og6VJtxYNcGu/7L+rQi3+Qs6wINPV+Ma7wWpA5UoFt/XKBrL+nc0TsgG7tGut/TTc+s/H
wZg4EGW5NCc/y+qThYMbli5Fi9OYjkB4V6RFt2/jwb2GObzw/liJuoUciWoqvULn4+LoV8U2Rl80
hRvmPsWsNMppW72yDQeXHo+bIGKQvyvF3cZrdg/vZ4rzU7mAbTnKKtNY+aT407D0jebYC2XpAHUs
8w+WmPZHfYINEA7YdJywXKvdaB6rEutvbcbLkPqWCQdDX21Jicn64iYpl7QA2zAvz5pdQJLI4Lla
h3Eo4QMUhet/Qidh6XuDzpI4mvxBz8LeinvjADsZjyrKzGa6V0NqflniZcJnKnWBLQ1sh38woqHF
FH8K0DYi8zKdN5IW6n1Lxdva5WVSF7dTHkuY1nYWD1GRuf5TWet9E7YSi4KvuMBi/i7aIBa7IDX0
52J2DH1HdVwfboBCF/VtP6s6iwYOKTT4bkrHPMpu4e2bnuYDvLZaTG+hbcfYTi5Z9pw4WMnDJ+nb
nh7+ZHqe+8YbeVB7NCJvUvVTPDp1v/NjT390GienE2XqrJusWJCjZ27Hlt3rYxAmlZF/7TKpSqi2
pU1aXGCKtudsdtUjAF3nv9wTo/2QxAmgV1pg9QxPkq6wIq0SzZ/U8D94KMz8yqKbroAPhGkFQL3y
pnZL3O96owncqOeqFhx8fTSOUH4CCqXQMDwoBWX5xwLLelpw7YeyEa8OAt6SxV9fPz7+hmKbb2tV
dKF+8FdZxzZ95ytwgmnuDqdxlNVH9EHxgw/w5ykfOh1LqnToYY1DOPQAZxzcSesO1qC57yzAWFro
lEkcWk0ePBl6eY1KePGnsUkTNdN5z8mz2aSNAX89qarp1AmneD8vg3nSW9zzI62mdRMFNEDaP6CZ
2vlWX52bMf8s+voxLoeC1Qx250dtu8avWBgghq1g7LTo9cl7uT+srRPryc/1DnnH+u//nIqW4hQD
bT2cIJPoMhrI8r9znAYH6NfHeXn6Mg7mUsDw2Gy5fp+Pow9NEqjcGk5DW3m3XaUZH4zGxKeJz+nL
60P9VfCfrwfGckmzYWfgkDLYxLswxLtaz/Xu5KVGgW+vi6NsMCZlFwIQasp9MAcSl8a0xyLANKmH
q2507gGAB59Nv07nMFuIWXelL6t3UzXULhY5A07YE/fgajf7M932I9bQ+7nz07slwdA3RLydPeKv
aNiU5rGRglcjKjuaeGf4fVTF9KwGF3sAqm2JvPO7ZQREXY7SuTLPLzdif9XiUQBei6j035zPs7tM
Q+5O5XBSbAg7UxTVnybroWYDAjwomlYirwIX8fqMX3q5RD2rbGftk982alomlrCED8NpLirzznOw
AEXXM2FAlWhX7rwX1iuCKpKotBkgm9smBuwqY7c00u7EkpZ4YAKjaEZzfHNUQDYKVZW/alEJxDdf
BejEkgZ3Q9L0YtQ71RjgXez8WnvthWmjWZmDZY19aH3ZfBODbdQAJjIJF20EiDHjjzP0tdrjoHft
onlxKBppeRzT91gh58ui9HDr6ttKnrR6JYoUuh5OOp2JbaXJKzvKhVwqd9nVMoSAihzbtraMh0Wb
uWuoQ/sgoPoy9/fOlGD8Drbo49Q4/QeKGt09HZv4uKJKGZewQXmOxRC4ldcX5svLDaVSc02OIK7k
PrqZYY5bnKlx80JgqbXYb2GAp9GZmpLBKekUS2aMvhoxJzcl+8VeH3rtytl06QfQiL4mc9nzXqQ3
zbGm0SAw2pNUhjpUnediI12Yc7WLBTgTTfN4eKPDnpXv6oCdaHdF7PDye1nTQ2sdhRCQCtPmANIa
F548vWEnv4E/UYlh2cMaFVfm+cIoa6UTZxeLXjGUYefLK59yrZMm8m0TvySEG468qVy9f/NXuep6
KUFSbWJj3wonAj8YzZkL6KnWB23vkveO9ODqDnrhWVCrUQZAwk3Nc1svpv+iSPPZtU653derEhVf
TigJVyLmi6Owk1FPRYvKJe58xqhCkvhOC/uUtll/u2SG+pgT2V07di8Ns5rUUKLh04eIez5M2Qe9
I4MYV4aq6B4lLvQP2MN5V7K1l0ahiM8K5+XDszXPR/HqxiuGRLNgu2nUm5yyehy0yXh6/WP+e3ad
n+vBem9HTLKW119IaksM0LgLZvap0at82Nu60j7gthjsMq/XUdt1wft5EgOsOTHtu3lsfsHQwdNL
tFidJwXE5mEQxh6MwsiNYphBauXeXkJ02RNeapE9KpxCbTs9KJiVezJx6sFULRbHqyjI0Nv0KHq8
3QQq6Cub5sv9mYo3d3iofYSJ3vYCPHoWUbpXmCeqCTMdrF6AzTuUGkW+aPf6NF4YCncVzJFIriPv
2rYnDOBj2YYM+p5U4D8HuRvjRuoQ+kBRuzLUy2CERyE3vRoX8HDbQAxHxaKbuPuw+tJqT8hrPDZ0
rX0qWqyJTRCHf6oAi/C3Px+KCK71bHd0YKxb8j8RbVwqb64zn0GbubxZxhbWEY1sIpxHQ7+St/hb
uT1bklQ/EaytbT5/vYE2K99qTE2U0lW4njYu7nQuFmhDEZt4Iw9dBZ9EKxKU0lXVtVHsKvaSwtfA
IbcLoKtRLcsJhZj1bPaGm586XKnvIeDhaYkoXarQMrt0iZCTxH/6tGhB9tG7fAqKQtPDxqk7PO/0
kstfU2F1eZvP3OjCwRzMIMr61up3QvY4cFaqkxAQndEyD6NU88fX5/vFx8/thrwQKgEWFZmGTbar
10mVe4U2nSwvzt4jCVkIbK+m41+sWhoT6D+mo9alyfRFABNret5hYV6ewEQZBzy+koeWroVD7dpX
m/HWZMXmpZK2IyGKroYtepu/Sz29DwLNzk52peMEopvdziiN7Ji1tplF7tCo97pU420ucmuvOauV
KiY4ETxi58rp/bLJhtMb7Tjl4NVi7EVdOs0WWa2OHqdW97oP3OwBDXlIf0/CMyBjp5qfVMe66pyf
0jemz36NZ0uoL43+fZoXEh+ip/h65Ypx4VWQCEc5QeBKdWR7xehxlC9SH+dmaczJHpy2eSinKt8X
5DfeGu3z+ChAuDWuGz/1wPNvORvnAaNwn6GwqsY4ds6i3Ibo8eYVjJSBTnpmer0Kryv8nx2DBjeP
YMwBiDCVHphBXFI7D8/L10d5GReTH8NxijMM3aXORfh8GEQtXFjbOT9xJufZ3hyt4aHv+pw8lM8r
BkFXLl6EjC35FqjFybGJ9LWfczE3TzQOzPZbYzZ+Dno4yqvI2y3X2T61UJzomlac5hb5RqN6cZz6
9lp54cLuwDWUQi5VXKJge5MY1IXADzRuilO8tOOe67W6xdt+uLIPr1O3+WK5bVjU3H2UBOwS51NL
Ziq2JzNuT4jqs13AVX6PcL+7xZ6liiqnNq+smAufAN3KCL2R1BHeb7PGc2bpcnFx1dDT2cAxeZz2
clqqdzZ0xbcGivTYrXdrSglrJ/s2QaMWbfAx+6anz/RqCIR4Z0PGuGacdWlx0hW7Kj5tbMXZ9M5n
0FQTtx9c9k5aMwT0fIHx/pwULtwgbw6SX2ZQl0cbq4JfnjHDcugluahwCCYsrm1VQOB5/WN5ETmQ
0GNhUvxFE8KptjnE67p3y7acxAkz6g7bfiuFC1XU/bE1AjhVA2OierDsa5fXS+Nywqx2CehraUg7
nwbf7xFFB1p50rvGu4VCU+xAX+hRA2eBrLOxtPeGxjXkynqy1ufZLGAa+9kZVgextSB3Pm68FF1r
DmV1Skypc/x7I6rsMjaMJ1Z1inG63/XvRxKa2pcEAu1P7CIavHhT2/2pibbC8LuoqpNRuQsdPxKJ
IWzqtHzmKYrnpRyGD8WwNMfYTCcvwuIZT1mBgaWH2VVmfEPdn33HZxtzCKp75U6rwTTdYMJI+1AP
rk3sa3PKZxAllQJWrLziZydgloatb0FNGFvN+Qw1J9b5mTTKhP48+4/oi+JbvVHGeCVUvrCjcJn1
yCHyYZAD2kxVaSSzKZWq8Chw4sgjpwoj0b62AF++EKxBOHZQdFMxtLcLoRwnCvNmlZ+ygh6njF6g
z8hEsqeuFnZ76FeYbKi1xfKrELaLwXvafnn9C1hvZucrgmobqhs6kLhW69swFjsCCczbz3F3AckY
mm6bpGGQqeqX75T9ncDC8C7t+jkJF4hHVzadl58Buw3xnEH3E/K7bW+5YYGwN5cyXz0tynBK8xvb
7CBi0I2JbfzM6sF/7s3vlWXPWGQGMYFB+nr+CZRGy6HrcDzCBnffW3lNl5NI4/Tr6/P6145sM7Fc
IRkDxRwJma2wo3bdpRmKVJ7aPsPfPJcY68P0GX7FtgegQk5+t8btetxE/rh+T3o3w3RJK6X9aHHP
xuywnmMCH3wE4RnhR/oTlk06HDgoKlzhBxdrgZED4vtoI4+6slO8PHnw/aPhGrEIEgGsOs5nKQ64
0ZoNtQ4Qw8khDrpfQWZ9JCYyr4QHFwciRPD50qhYbpOTVj+R9AgkOV0a8Yew0r1mh61lfBKN7781
f0AUwtvALYEFR4CzOb6dBoyzwGDjlI6+flIYUt8amd6LK4fK+mfO3zy9/8T0VP9R/hFZns+dkhl4
my4QpzQHuIQ5v2OHsTbl+0YgsMxyzbqmz78wiWvRB2ELTRjI9DbHiYQb3cjJEacix95kDJyR4sNk
7hdHn6483MttkYf7Z6hNoKWW0WlmkLQn3WkltHSaDufh7b6TiA3/HcU8n8I57YEHp544CS6hkb5g
yO9pV70OL04bG5+LkQLrb5sNsSGMgGZn2kTefxb4XEVtYdjkXeLl+PpucHHWyMDjrozekI6X8+dB
QUuMZzMSwPf21tOE3NMr6V/5aF/u5czaP6Ns3g1sgnIgZy5O3gA4Lg9q91ADq9u1ZBU+FLAydshJ
uluaiN4s3yCKWnUNSMId0pl/445/rjZZTqeXgLdy8oLO2ZcGzA5zTr+9PokXXhdvCi9aIvD1fr55
vFSAXCOlxOONgR7NpcxvuhnQRq2b+f71oS68LyyKiM5wkMQGyd+sPxA92tQg0jgpM+l+lAT6J+WT
e3j7KB5vnGQ2a4JWhPNVodjmY5kwylwNnEJIN9bYqvY+vX0YNiI+2tWYDxHb+TCeoAEwhQl16nXf
CJXjKdgkTXn7+igX3g4ibpLZeGnTeLs1cINmA2nHpiJYyiH9YsAi34tgnp8wk377RRoLI4LntQed
lND2um61jgb+lktEHfsQN3sISzFGH1e+pgvbOMZ3PBH3U0Si2/xDQziU0lXfnBSo7K+DPzSHOTO9
+6ko8ycPovmVPoQLa447JRGJTf8UGrXNmhul3+hz4DanMRnse1eYc+SJOr9yhb04Cuvt/+sb2OCc
L4a00vK+NOfmBPWlOaQdqkxfh1X5+mJ4GdhRmGPNravboe1zXSz/7AclSLRFTgQ/fieyDwUgmd0M
VC7KS69/7JjW46hdNaG7cLlc+2xRkbGVro30m1FnJ5lqkJKIn1g7d66pchjpokl2xuCMj4mbJLcG
EvYHY9TbY0Lx58FTbfcpb+NrcodLa2d1qUWZT2c/28j583vAZzS9i5tTFxv0c9V2emxBLj+LwZYH
RBYQ416f8AsZPN4l0hTGJJ4nWXw+In1ua9QLakovm5On9Q64vjnbQa9r9oWGxgD0hq89poMfAKED
xWupJj/q/mQO0SSSK/vn3/jwnxiI1BPmGT6BFr+KOvo26+MarWZOMnFOLX654eTZgOTNGqFTp9nJ
fbuUfeThLvaUJ5P95CpL7IoWM78086dP6MzcMF0C7W3h39/fxPFLZXpdl2TGzqcoNx3F6x+hHunc
cYqMVq/OHLTD629isw/+HQVjNfyBEQsjydmM0ggzd6VnuKeStOLq1eAfSqwRwfhZxpUtl/QsP3k7
zdTwVjMAErhUq84fKcXMzEectpy6ceyeNbKPv+h2zJ8UlVJA7n7c4VYaxNPexWFOhGXtJyIUmlNV
x7gSYgx1N8mSfZx6zcIlvbPGQ6FR/eIykiJcKxPyFJFZjFod6vB6qQxoNuRP124BeKeWN3lHQ5Yq
XxHYxa0ze8sXaMK4XI7mSmgvJvXBHVJ0SLLA6DZyEIg/NgCEiigD4d0APbPpu/CySRWRSoMs3UuV
x+/QZABckFbXPaYyXZ5dOSXGYbTzjEJ/12JdRPeDRrPwsgz5bh6SFtPLutWe5oU/GxalTbJcWa3/
O3a47O2lTCjDd53h/6wDhaeMiIX5QfLY9h7O8FRDjHMh0Vlt0KidXFP2O92Q+Vd83p3/xJSgyNfB
A2PlOjVqpvnCzv/z/XZY5T1erxHe+92D0JEE7ZXmclluwO990ijHmCFBS38QFGgbgPZaZe0z+Nxd
BDRHPFnKS6ETG4C3cK+05RBZfaogQ8t6rHc17h1D5Gc9l2BHx38/KAPjXWdO8Xejrn+rzjQ/p2lG
ZUbVafpOt1R3WGa9PcBKnpDpAs94snOvetcWcvwUUxz72mJGZR3xQzRuh0FIVocbZzfS7YY/gD+s
+uA6S2+HQVBSESqCHhplMmD4XuXweCHo+gRdtlZ0xp0PU/a2HBwzP1YiJU2hVAvaDTj3+NOfbSkj
WFjtV31cgpvU6+QvN1kmM5Q0wSKE6yv53fFnWH0iHqqnUo79bWxa3a8UDGUfuUEJlLV1Fv1ntRja
g2yS0ozqSc4PPcWHb72Rt0eKKujuyNnVzm4Vm8JJ1dv6B+U3LiVa1nonElGqPyIb1N+XloY3mnCC
/ptet/mPNpmXx3xolu+KluOPMwQE+KK5jRRyYYJDB8gY1n0iG/dZ5la3jV0Yn9qs62E3IdD/7PMd
LGHf6X3JcjCdkznPyo+UGssHkbj1U9BbdhGlMKGADdpO00T9tDSPqsjBIHWD7T2V9EUMe03LYo0z
uE7sm7500i+BUalPrdDj71g7+U9Cocg/jIFXLDAaTe1r3w/6HFaNrFVkaqNVRyxkU32YSQp/FI7r
JVEdZ0UTLTxScfQ7a5gekhSV066q1fAgCml/XWoTXeDUVTY7IcXu35MLvxI8pmN1N0khDfFU2tCh
HpRZmz9wIR8/OQhasp0xt/Qfe0YCaNoQaSrfj72tP2EK268VcS34ryPv7kTk+X0jMsdJYgmfqSWN
Zg8cLlDWzmhCUNxlFTr5NLcPc2r379Nc8PuGUbBLTUUPaZeeZ+1hLvUKo2TalbNIU5lww95pkKLr
VEMjegrUXnfyYMFHrVxajGsW+RlnDZIJsnCeZlCVP/EgLXRylZb3qRiT+lfR2qyDbBqw2YdoP1Dn
UmRo7vo6y34VY6ySj0nXGJ/0ybezvZPQiBEW4OvqO6ObXA7vvhUPWJq0HFEy18dw7n1wydQm+ixS
OD78MBE7ziFbn/kdEdSSfMgcQxT7eKz7IJw1ewWwZqK8nwyESO9X81H9aIgOya/sOjirTZ4Uf6jk
AvdMhTNByKpz/zd2ZqplVY7zTTcQlUY6tPI4StjI/hijGqaDNw4Q9yx6LOqfU+zga+rE6lthQDDe
DZAN6zDgwYiIzLj53tOdiq6NhqEdrbzB76IryKAKKxN1FDeTUmHcO50TBm2KDLrH4FeE3twF7k5r
KiDhzQR9PbQyDS8Ri7bjGwC4PXRjic9lJAbdurEc2fTIXiv/v3TppshEHi4jpSfaXelX43/0+3mf
O10tXyhjQ7qczUD7putlkR+myezTg4Vgoo+0vA2WsDLlsFDKb9nok6mIvy6LHSBbGAQ7cx8XiB9n
Gvk+x9xPnvO2Xx7KZOFM6SDE5rsU9zBiz6mPm0/uPIvypk2VUT1UGfXrnZkX07tBTmjIh1rL/0Mc
H3/JELKe7MTpkMsnGGuHyBGNb2YmgrtGahxDmlyyj6AitGSfUfE/GarVLXSt/WTvsOrC8TUa26rJ
TkOaNupGo6lRPvB9r/A4I52c+6Ib5iCk7y8H3EJXfgAcr/K/LeXoT1FtL226G5bYv6kyP/nQV5aE
woTpd713CwrgdAs3ycgbFW4a9VrimmGD2p8vOJGVv6MEWbGyC+EGR3/IVwv4jONpr8H/zd75YAEX
qO/VkO97nsnkRTbFFPlzvnxMHBTWofQ6O4/SXDdxTs76+b5MLYHCFL1dvluNQeAA5kb+ZzCneQ5z
rYKRmrSLoaLW792AbzOGDegVsj3OKtaqA+I0TnohMYmP4BgsN0FMLehdRXa6DGsAm9YTxGmtJdoo
2+w2aFp4eqSzDq3vwknlf43xfOyp8R27yWt15Ard+Ks22vwh6YcYPGeC4D0aUFGslGVoiDCMVdFF
Ru3gegX/y1GRJm3zq7SnNiBp0CwPNuq8isMoWNwjroj1O9GNsv6Ydtxj8SA1cdQ2Yqml4chr6sJ4
GZFTkEUsHtNAwVfwRkv7NOMX8dymSf5IC6HlRjrmEhi6i9QFxp7a8gmNuNR3ZGnTgF9pLBoZptHw
EdCb4w2uwHYbUQuz/tDi1tt7KOMjhNR6hoSYeHZ90zk1U9wQodxXxlB9Dci5Yf1e2QvfW+K5wETt
nL/cEFDvpN+mPyxw3H9sTyNNzI6m6R9HXtXEfGTavLeIxAi2Fhg+UTMXcRLGbExBWI/rLNYQga0I
1f/4u8rE+Cd2bNymm7WmF6IpUpSIXH/aZbrsPkx+TtcqebPyubG1ZNqLLPfoCK2Dab4R4Lq+QJsl
qaaG2EmfYxcA6IM3UwkKpwDmYIjDRsPlSxoOPOfC/rTEWUwXuvJ0gPeCA25vBwDWduS+0w+qCIof
M3oBBNTpeF+jyvpeJLR84EQoZdgvWf4RBiQ40ipTFgnXeBrqMB4b57/ULqjMxk4PnVUre+N+ADgs
Q63DjmnX9dnqGV7Mwy3XKjnih5TV1mFJV6+0lpClC+1qLChF6kbi7CBKN1/KLij627mq5p/ERkW+
H8GB3VV5YkBJXku5IEn6/JHG7KEPp6YERktbnzLofKjn3wt9zlmoUQ+qd9kwlwRqpCgBCHdu8gRU
Ls3xIkm04+BOlg8Zs3RODtRuJ8KzZmqiKe+n21KXUAfgkAIEGNpU7keoJ7A9EyHrnR7H6l2RBDM8
b9jUXxT9Z+2HIBcEdnWPZ0wEbpHlbPcCT0q/nmKCt3JcBUSaU6Nc9eNvqR2YWUhrC9ZwcZbYH7oh
GO+Tqcm6kOYebnMcqZ0NNdQoqN6NIv9NH6+Qu1yaxl06oHTYxaUV87nMPQGDpjU4y9FmOD5T8O5t
jDD06r1pj/x9hTsO/htVwYdWZabKnixBLSTCk19pIbVkiS9CMilx05R+CtwpyPxn18ocL8RmeaYx
XM3Zd8PVgJfXZhtADrDBp4S2xMo68qwROqUj7PF9Mc0J7TUcJVzMEhk8le2yyENJN7LcYwAG93Oi
UrazIATXt/ikyK+zkdfNrkwhkvyY+6W2j1aXcogm0I+bSKZ4FoXB5AsVVpoLi4YGdmpX1YSiPOTI
dUy23676Laxq+ICJyhzvy7RJPznEPw2k6VGbnnqjCL5XfZD8BqdYfDMcwRc3TzP22EnifU5zFf90
5Rgc84A2g32a+iAoxMQLeZjGAshommIpu+ta18a6MM3Y55BIxHo0Fd1CL0LFJINRH5WzT2jsoIxJ
mqDdN3SQJ7uxnN3mcTDJgUTcB8cH0iWrtdzgzp9t8DnNbYzNsLpf1Dg+jspbtQGtxSfsctK9d/zO
U+E0awZQ6Vam8W/bL3jyXF+md4lWtD23Opy0QivHvwCvcyf9zA5OsYuvAXjGaJRWH7qT4f4aYkMc
ifpjtUvmWfviKcvP7/F0wJu9bLvh0YwV2yDQ+/mjmXZecOyQoaY3jV2bnwFI2e8sGTjdbw8RiLkr
tA7HqirPqs+V1rG6UvqJrL1KY2i/lhs3v7WqJieiZE33RI18kZ+Eys/da3ilyFv6pN16hztVar0v
PeF+o+F3BmNKNAxyvej8r3PJtIcJWZAvXt15n5w8AWkfVP78NU38xYjSgoykCqZiYFEsxPxaG0tB
Z7/efqf4rt83vt5nu2U29O9eV7U/G1VIPFXN2XnnSJfOtMCc175O4rk4aj23+uFzdXiHOIAgEb3/
mIRu1cbJzYLS+6brTb+LanPp/0wrKgnihIjzW62PrWRv4XWv7xx6+OG8l1VvXUn3bJKKf3Me5DpI
LqOb9oh1z9MQZhEDsU7wXzYy0R3Lnmg/kK3x/vXMysVR0NkjiSFLitD+fJTOnlLEC4F9ykuRHgwx
thHrv3hbffjvs9C/Ti0eq2S8vDaj4Gtd1cU6CvTs+ZgajQyFzIf/ZRTbJ2FHSZJC6yb17yd+7zW1
Y586Y2r3ZdnoWC679ZUE0YUZw1mNohOdLKQht+2SDp9BYS2Gd8pQU+zcohDRWAbllWfZ5l3XKaOM
T9afouqa7ttkO23Y5gE5F+80Vo750ZICkk2zBKxtuz46Pv6N6YJKqlK2uQ/KzD9CuYyPc44c5MoK
uZB8ozVgXYJ0t6Pe2PwSkesGG0TMEklk+qiGykS3QCWYZFVrZ58y2OZ6CKvE/zFaHQYIrS0tzmx3
5KAgVskOyu9Trpra5CtiYNH+rCu9Iv4ToOnCqVc+4Z4Jl6eK+4AAHVbnnebI8vdsavqnhFCmjGYy
OPOumCsniehFn71D59VCj3rKQITHjRnc+t4E+EBZ5kR2DX4fNGcfhXJERRLhZTMI5ONVZxlFhPy4
fhaLLwGzknC4U+VSqV1RLMbJGVP5wbSHzt33vYV8PKM96ppaYmuSgTCS+gdSN5tZYmK3NslC+Lk9
C3z57Wqq6SIWZfAgS5NzlGK62sO2Tm7dZm4j7gE01uKMXh+WMrjWbHfxd9BqR0sGGu9VCn3+8aP4
S8gVBsapkiZZn8bOALMqo260A1SyNU3WYKYe6ngngaJcFigaS2pzUnq1Y1wBe7z4rJgT9h+EcpS5
6LpZ//2f6gaGnWmd0Qd0Iqiz3xdW2r4f8DG9Isq9PAoaAtoZbRy9NrldWpX6Ptd02lAmvzl4Jn5o
k17nVyrT28LB3xfMa2Xx8V9wjNdP6p+HqeimHi1hmidNzVN2DHJlOMdRWd1PmqvkV9/vjM8zEyLD
eJbpd3y/JC3Gs8q+UlConhCKtPmVYsamjr3+JBSItLIikl21QWt15Z+fpEHUiAfZWKeF/99d1YzN
WseZmQUllmLaB3bZOlz++yAjDsnma1aOL3YRCtkUGXAtpaRiUMk6H5/nxsmxRjTvurKJcoyuI5Ho
/S+1NOUbTUzWZ2Xq0a3+VbZjznI+VtKJClRhrZ906VgfcetwcPmBW0+Ids0ldVOUWofCdJ+nQmwO
P/SFenVN8peI7E99Y72X5lTdkwrP9oiIjechqK5UWy6ORivuqhVx+Dw3H6xNC0DXJI5xihvzsZxW
GNrM9tSQyj/KZv76+s5vvBwOZypkuTqbPwXoLYGqb3u3nfpsOoF0Noud83+cnVdv28gahn8RAQ47
b0lJtiQ7TnFiJzdEkk3Yexvy15+HvoooQYIPsMguEGBHw2lfeUufh8pO1kO6g7evJhulC0PgEEqb
kZvaVt/4CiH8S5QZ+qugKjJ6fWBl6mPjRCFo0HoeX4WFU5gXFWFwi7ByvsF49Zc9tthOA1pefZvc
mSSWeMPMoqPSMFED9GUgufkHRXtfv5dFR7CfdhPdIQAu9L1W+8tR9GhpjB4RlhRbqchyYzq9/vH6
51/1e99GwYPEYhczJRxcTkeJAjspJ6WZjhbM58MEYPNpMMrSMxWtecYITGy6dryl8X1+QeIPgIUQ
1BhgduBeTgeFyiLavKqmYzupwg/E0PsuVfTN9aldGgV4Jj02k64ynMDTUZygcGZu+Ok42E5JRcI1
7vNo/n59kAsbglsAranl1gMKtJpKvygGGnE7Hckt1CNKIdF2gLzzgtFJv/s/hkIBBx4lZD1as6fz
qSe1TXIe6yOKtdG9Wc7js2Ph89TrdKlvXOSXprWIW7EHwZ0gr3c61tzXdoy41XzsKGBucKKkY1LN
xZahkhvTunD+YY9xwcFtg4u/dowPSlv0oYXXVk3VWes62oeYjQeKCIitDHFjU1za72CRIAJwsli4
1cQaMrnCLlBaIwGbsMiSCIiCFQ8+VGpCs3VuM6Q/5HBjl1zaiv+OunorVCexqdzmuOyhVfZcaPWz
24b1r/fvD0IaNuFiWngGQyHUDDoqQgIvnWm818w6vwtaJfgxybn/e32oi/NZxMJcvFjOPZ+mNtYL
CvTiqClioOpimn4QDPONG/DSzgAnBNpdtcC9r9cKXkFaTDYOss2g5tu5M8N9QiM19hfjlsGrtQm3
g/9jYhxlUxA4EyauLt0xT5quRW/yKCxMy+tu+KbZbXBjD178ekuIwqX7Rl44PVxpkJd1iL/hsUaw
36eroXiRjTv69alcOsKgn7ideLAMvuLpKFNRZnQzhTgqtUohjP7ghtc+3FqxWd44wpcOFb5ZbAi8
hbkGV0NpBl0Q4CrsPKHRwgBdvVcDfTqkMOGemKlDgyaf5HBjsZazeoKhYHYkOAt8gv8ieDidoVZy
5NoRc1cnFRZKaM14R5PDpVLSZEHvmWOcfSu0udD8QhCa3hj9wqSB7PLAuDpq7uiJnI6OJWAUB9A5
jyJM2h8hQs/GTpN9uFNJGmO/aXI18yvDqm+M+3bPr6aNOwCpO+dPg5q12qNVI/BeEO1wxFUze46b
CA29uArieCuFXqt3Rd/W33MkSyQRcJRCQ3D78pNhFqgoKdPCdk2sEEpe5Bb5PQKDJomKblQI8pju
9IreChJegyO6aNMaRvslA476I4k16xdCCbTEp2IqE69JhjB4rMsIgarQASWwMXo1Q76nnqZvmlJn
hz6hWrmZ4bBOvp4Hxi81HM3xkVSwCj0dg7XJ0we1eaETo8SbTB3G78DoSQxo82jGpgknqttzGKEx
F6TgUn21mbqHvJSTBFdsR9/RNqLCazoRQsnFoKOFZ9R0BDLyArmJjC78bousy3YBxjfoQ+JQ/zUa
yp5GFdO1vGEckWzUjfZHOxjRvZMvhBkE0gqUvmRgb2awLI8ZG0c5IryhpY/1oLi/pRLojxUiMbbf
BsrwFaGKxtrFM9ELNDazOhCI4AY2oYYb4ydQGa9uHVPS1fpUvOhannd7jV574I+FqD7lqZMnnoqL
yq+01e38TpQGtWhHxZLEqyoxfqVi5nzGEqVLHp2pqARdsXx8Gqe0Ettegea+Beii615Hp/+WEcWF
e4q3xCQTgMiJY9Aq4Ii7DLSDDlE6YUvs4nZsnsepZQtcv6guHSS+pbv4CXCJrHFXTqgga8b9cKzk
QJUdEsAdIlHZx7wcmke1sMEkobh+4225lHawn21YZAC+QF+vjq+eCUAS0SCPGfzc/TS62a5Kmvq3
PmrVtu3b1Idco26dRp8eqZ04O1QQw3tXL8xPRZuPCGpVqAQ4qqhQtp7LjWENyn/XP8yb7ubqpHO7
gM2GbENDf62JZKthlRlpLY8Uo6rvqjJpH6YpDH8pWtf48xD/TnSp+AG9yyNbL9zK0eg/uHng7nvs
h+jWOhatcrXww7DU7q7/uOX7nP02yJT8LHCvAPtOr782tikexiQOYMDEUzpW2udQ1RYpBLV7jXS3
en33eEvlBp8eCq/olaxuvVFSqFMqjRCqyjAd1QpXB341Bg8AYYaSclsY3gB5X3hAKWIQUCEWtQhK
rEbkRjFbkhRxNILuvzR1Cqp1Wb3J7SJ5d8ZNfQ5qyxuVa+FMn35LVctbllkYR60XDjShlNC3lPKQ
z2Xn2YDdbox3DvKk2E/CvVQVyCSozZ0OaPYhyQRdwKOpgVaq0Hv5WVUqDRyFbNszWkXsKhEaNt3c
xH7Ali47qJVe/Ipq2bxQIyxpMCo3afULNWm1pSj/QmhD75bGzZo0O6ogv8zBNo4k03zsqEu3FnZQ
f92kld91uxLfJMVhgCVF/oTzVYcwf2uC+ir1Yu+MevOhDuYkfX8YxepTSV1sI0EYrT5VOdQNJm2R
eUwHUoWmoBtmi1h6IEFuEcAvbLhF5xf5JZhgeJ0v9/E/1TNmrve8ccaxDvTfqplZ971rvhitbPfv
PkvoTC7lBaaGxeRqTq4MnSRFgfQ4x7P2mlRT8ahp6TYGXbudMxHcOLoX5vWGx19KJtRE12JZFUrd
+gCD7uhI6iVRThMdmZSZ6r3a3uhoXBqK3cMOWqrNaPScfsIwMHIIpsV47CegM3krTVrPQ7RtRXAr
bz1/HXWiXVIFnercgv0/HSrul+8W4vGBxKN5bOgqbuK6b25cs+ePI6uk0tGivADVdG0eLgczQYkq
no6grNyPKvnpcwjL9htEWuN7pKrWc+UMoCaub5CLo8IdtJYdQmS/nNR/dqKYi0gPVXs8Zgj6YzQ3
q+23Hs3hH2ZT5D8Suyru5ymBgXx92AufFI1XyNyctjdbh9NhsQ+PzHYcekqBrbMVXYXITd7cKs+f
v1x0I3jzF7mBhTmvrUZxRjy3gg71Pwjj2xocC8gIEB/P3CbG5zEIbimFn29KHVVX7hDqG6zmWoM6
HMTEQyKHow0Q8q7spHsPU6TduTIv311ooLCGCgga7Mtzsr6tXLM3DaXRumM75+qdiQWNP0rLuL++
The+IB0lhqHr8ObGffoFZQnguSnS+ThHrfhsGtLdZdoQ3yUGBrTzXNGZe/+Ai/LRwsigXblm+08l
jJSkdKYjxshR49GCVe8Cowk2ypRZ+yoC2HR9wAs7EZtk6pOUN5Z/VgcAvSihxIjNHqt8DJ9FMkyH
Ia6cG/fwhd7YIujEKDAtOG5rHpkszR4chz5R2B/hyZMVfVJ7uGRuVAg/lLNxp8WRtlsMcQ+hBvOr
VYN3WpAut8rSC6PkQQ8Dq/DVYzCgBWllipyPA9fBfrJtdTPliFFHdOre/1XJF1xM7bC+oD+2up11
NxT2CLj8GHSl8rkYhi8Eps2N1+bNFew0jNBhsCxKYFwikIlW0ZQ7xiGpmjUdw3Yo7ya1ir9kYKAO
reOkH80G7O0sUQewHalAWgjMjSwrDVmVrL+XgEgGL0Kr81ABkEcTV3dftSod70ddbT4FFYCcKclQ
Xlncq7NSC29QyS5EZohrQCgk1kUoGXrr6dHKq3hGyzcdobpIQDi40I+lD/Y/+Q8GOSxzOESAqsok
UMenoQFKegctTPwVTRg6e0o+QXusxgQEmOaM1vDl+qm4cO5NrPMEUTGJDXJxpz9usPD/SGZjggxr
oU5lxfWdPoBdjG1kEpPA1m5E4BcSoKXQvYj5sTkZcjUgqsJwE/VsOuY1MFMEh1BRgpACgMauZPVJ
S1p4E03q1h8nJ7ZDqEhjeacH6Vg+tFEgfikAxv4ApAEVPcnRfe3skVLA+z8K0RRMeC5E9E1XVwWI
SIM3y53Q7Y1dTxvC2BNyep76tNlqkSj9dw+3VJIdjIioPiFhdroGWA2pVgSA8ajNRo1UPWLadRjE
j7qbqJ9FoY03xrvweFFFRAsBFfRFymz5+39CgXBselCOyXQUUua+ZstpU4Rx6QM2vmW9c2GohXYI
hZKSL8Huamp2ohiyjSbjiDliRSBq1/AemmGvFGN0Y1YX7ndaqVzs4DjgvK5pjqMaaFUTaMbRqdOf
7YxUAh0vV/t1fa0ujvLGe6a/gULVavsCWbGCyCDNEpXW3+uUMh67ptGfr49y/tn4XztLA2+Bshtv
h+ifFYLZkyeg2fUjLkApqLMQyMlCOdCDzLlRNTmfEG5B9PjhrL0JEa4mpFad2WOBph2LMoaMRPML
PfKmvoHSWLohpxc4baDl4C9CFgsZ73TLWZM6GL10BOz+6sWJokcYtR/wqmmpDSLwlU125XXaLZL6
hbkRWVAc5LVf4s/V42QWsyIz9JmPRRaUm0a202YcLHVzfbGW376am4ViNsn3gsvhFTydmwGoMi4E
rcJAGgm1hOoQW/qIupaWUdER28Rx3tvTAG/H3UlDnyeRi3sNVBgTggYtTd19FbvjI1XffpMjJ3jj
RK0XbRnFpV9NM59+NQt3OrEQpkkiNOwfc5nOwKatpPmpgcN6KjStpbaszNZTqSXF3gBFTdGyu8Wp
PHs6+QVsf3upHyDVoK0XEAtuoyiULNjbpZX0QCx1eKnhlBt7BNgBsLehvHOgPz52/Vg8C7w3U0qo
wvoGZH+E/9XbTw20vRsLTly8WvK330V0t6i4WlRcVvFIaSkxipMi2AdVr3wxoW123kDOF3iJmHvd
t1FSaQ52biDAlOGZBz2rTbFMd/q+hvlZCBBtWRtiCgmC34g2XWfE6FzJvkp55Tuz80NFy61NgX7J
z9SN3C9KMkr3bkaJ9yAyE7RlD82j8pKIzgAUQ1d5jBbUgW+Cmq49SFoqFKve+pmZwsqQJ48dC1SW
0Qf3xBPqHn6Z4e7U0E40IHg0jO8D3VYeZRsGoORtwidA8VP5FRcBV/P6ZA7A8qsRXLUBVaqNKhUR
gVFO5sxPA8feCD1py42uuCb0UnWqxD5PzOw+rvXoc1P34lNlVP0HLbOg+Ekjdfy2rNI/laBiRdV+
xmghzhD/2QaVkhmbzG1Lk5pVY8KTinuXfm4Vp18qIwChPNdd6Xq5FnM7QoDrlxpvNx5sFIhTHEQE
gvpwuWz12cqTeHhw5liPfa01xq9RXJupn1eGhtx7WMXflTbuY8/ONPHTMdviUQ8hrMHU0bBWG5y8
EeSqtSUhzk/zHzPM9MciSitkY3BD+VvD/4H6UZrDY63NIvNLqyqObaYUKWh57FP8Lukw5sJlzPHd
YkpeQUBXX2dzCn5UQR/BwA2VbKfBmwp2WUU+4getXkQ4PISO7qUO/NXKCEWPZDUt4A1aztN3e9bN
/3CLmrgug0EavpWNkAxiW5M7dyiCwYMnBeWHZkr2KYvAMKed7n5sU/zQt9LUlF+lGriDB11Nh881
RNnXFl+vwdP7bmp9WYai9RygSOlGwGF8aroq+U/Shn413B7KrR6MjbkppYpNd+cqfbDrZgMBRafv
6sEXvTr/QP4G8UxoGs0vAcMZKd4qll9zADhonC0dsE0g7fnHhCxd4rlZm+VEWITOuKW5VCrraNDG
HQmnnlGkUMKPxIozfU6BAeW2KfMs8ns9LR97Jy2fpSFNKMvBNAPmDJR48JWoaH+GvYTD26ZD9rGe
mhnydSOi/8yyF+YWkoce+HozNv9lyKeIjT0a+h/oIqW8E0IpjhHud8U2dtvmT5rn4d82TBcHAEyD
S08kinhJjKD8YVZu/qXgdY78tsi0DzIvxlcIn91zN9D8gYScpAvrFuwHN0OaVAT4poS/2nAmODky
b7y4HMcvneFoDwlAqsYzpxb4XjXZyry1WYnBd/Iw0XeirZXZ02UJ4E2B7PPNiOPs75gast/C0FA/
1G4+FX7rGOVrGNRF7VEgc5o9dtLOL6e2nQ+GkQVf6ALCnaPspUPflrJvN7pep70fVnJMcK+u05CW
B/CaB8wSMZ0IIRR8UNVRKhu1crUnHFq45uKosb/bgTIN21wR6VPfiGDeloM+pHhYRZXcsJpQ7BW3
sB4DekTf50H/PUIEqfhkhTen5qJix776Sc1JJv6kFWHrtSj8f4zVPPxKej7AFFFLTfFwNijDnQIL
pngw6zD+CHEohDjUB3ntwTmgal0jw/raZKr2ZxjcpNk2QRl+meKFstfpeR9CUZzCFzhG5DNTGQFB
iQxFMby+d9kuuXCSJyVSEDOMrS78alaxWcESjw3w+1kTvoRG1H4UKZtmU8QuFoi522evfRC7+44L
uNsOOZeaJ6wKProlbfhkSlyVXmZm9dfrccY6VVseHSrWqO3SV6BwvUQ7/wSFUYTo3qLwsLcac7ob
laj/0cV58bum6PqhidLk7/Xx1nHNMt6i8cu/IebSMTkdb8yNHha6ACEN/fdXbnftHWyR8tGE3aR7
U9cgwDeC1rsRKq6DtmVYEF4gMSkrYNK4quW52jgjf9i5ezNhB+hKIn9E6RTfiOPXEfbbKCCTOH9E
o1wvp5PLA4hwUk2QK8RJCI6M7XrRAK1VTZJb6d3FCf0z1Oo70uLL85QC5d4q52mTLVgNoWe3/FvP
gP/LjJAcWbQnSFxpq53OKKxSkcf4Ce2tDIiCp8IyeJR8uN5jfy+6epVqxn45UYTwMqPhKnBSWF0+
4uPGE0jMKr8RPl6Ytw2gUkOKikASAM/pD+IeV0vHDd19DNl+70yO+JSVhXIjV3/bhv+G38yb1iFl
38UVE8jZstL/HAsKQwKj8M7eu3MHZiHALyDeZVOM709ci3gjTWv81HQFHCIzt9DPJlLQn4D/q/Cg
7TT8VYLkCnzVMHEBxn9YB/pfIxwB2ATi0l5khnz/Dl+8VQms30pab9HlP78YPrge4Uzj7JU6NzZi
nOzN1EHWvH58zz8/bUdCd6DxZCVs89PvElPy4oKtzP1cxqOPF1nsx5UW3Fjk80uJ0gW197cCBt2g
1a5roJDn+IYjQeHMD5ObWd9aKyp3ka71+0JE9v31SZ3fSQykLykxAtlA1VYpiexHTQ8DFC8E8O8n
zOiDh6wxgueUsuEGLWoDikGs36qnnn9KRkVnxF2YF9yJqy2WiGmkTKiLgz2L7lBDH9/1ufn+BaNt
y5YgX11Si3WvEMfwslWVTByUKkC6JCl4pESa3cj3zy8+RgFstFT90Bh/oyD8s/mSzHBg0UgWDKz7
MXK12SfIA0zbQQi6vlhntXCuVc4kfwLqFFCRVquFmkhgOk2qHTK0Fz7oqhIfa4BtX9PKJjWOw/AQ
uib8SWLvey0c6s2A5u2NxviF+dIUB4oCqwJY11rTMsULpVnKn4e+gLmQuFPwXxvnoT+aSn6jTH0h
XQXJwK4kWV5aDWsNw1RNkGWdJvVgpir3K26y0wfMkg1vtAPQU90Q3CtVnOw0YeeHFO3vB2lphQ+t
o3hy67T8YOul8+f6Ilw4oHQzXcE3AJ59lqoW+Isokd2oB63u5V6tM0BGduNu3KCiFq1BM78+3oXv
DVuamh/vKlezubr1LdQHewVBBoRqczT03dzwumlOtjyCt8q0Z4AfdhZ8CJqZlMpM9vTqZcVPpTew
EZUHoTTp0a1rRNQCzb3TJDsNRl/sT1OSb5Fgnx6tAZRXgNc66jHt+BxiFLFpZpOcegyT57JvDR9+
sXvjerzwKlORJJWhWEOvkJry6S3cJZGSgcPvDuSbUM6lsR2q7IvSi78Ksj8OBi1mI7+WEdRlpROP
CuaAN07hhcuLp1Gnr03XaxHZPf0FRQRMsIvM8VBlUOFsG+KuDEBUXl/2C9vsrVaJpitF0TMQNlhX
mcx6LQ+zEfQfDX2uPhEdC7+RZbxLp1neuMYuzWqpDGEHZiwhxmrpAdaF4Bx1eSiTVHnWIBBDmE/f
q1K2XF28nFApaYNQflo2+z+X5SySqjKlQXXBmvt9Z9bDrqna/sv1b3dhLuir0kYm+QW5tl6hHiEw
TaJ4ejDdwtxAkbb9EgmB9+8DRlnQDfBpl8Lh6VxUHc/GJGCF8tLqfSvtql0ryvdiaxDoplJHH9Be
ziRw1tNRytZUEhyH+kONSNYGKS31zo6Nwu+pmdy4ac4/G9CihZ+xdNX4Y7Wx86xMFvUX7RD0YXGY
IJF7eW9GNzba+X0G4w9kLm0M6uTGGjKGCNQYp3avHypylcdB1OGdNOr+rsZm6+69+4ChMAWn6kr1
H7b66bfDtrV1URnSD9oQWZtBKwsfCfBbiIzzk7pQGDUK8Qt8AXG801F0QwbOMDFK1ghLogEm46fY
FoWPgVvt9U0ZP16f1oVnkRGJ2ij+a0ubcbXzDK2e2mBioWyqcE/12GbHIiqnfVgCv5pKVP+QalLw
xUjjpxq98T9DPlExRLvjhzr26dEcs+Tzjd+0RL+nWQOfGT0b6OtIvp89i8nEjThNrXZoi8j8WNDZ
e4jUprszw6U8ZleOtW3qWm5GrbE+4dlT+UahJdEm03Uk3tROjB8qpalewyHSPsSFnn7RdWl7SO62
m0bNbrEgL/5cYH3m0gXnSy5//89FZCupKyWSjYfUDMNN3+nNd1475yO8NutOS0zLb5UFm66UtyCT
l7YLWARa70CViLlXm7I1zLHs0Cc9kDvZjke0lxySTGs8hHWMx6weyk/Xl+bygIslON1QmsSr3VI5
M6Dz2NEOYziq+0xRFE/loX9JqZztdBiyX6+Pd+kaoUFENkF8hMPAaoL1hE19rw/aYYIw/jQErtgZ
bnzrEFy4RriliD9JxXiL1/UGmNConlm5fkginqq8a6IdWChKyaP77tdkuaqAGiz/At+xCrot7Cxy
hHq1A1Ji2SFTKJznyXALb3rhqy00HoaBwApDZLUhzSqvukBFXsasrXwXxWVycBGMu7++Nhf2AgUm
sAK0kLlAzggZbhkFBT20A5mdcaS8kSEdVFn3BSKSCCDW3Q2a94VVOhlv9XqNdTGHZkc2W+Zdt01C
Y/KFghxJ32ORcX1qlz7gQoHC14LyCGLNpycabfMEi7pIHCgwSj9ytMGHDHDL1OHShAiP8dEC0w3Y
arVMkqIpIWUuDjLPY3Dkw0Bs1g13RVK9t9nKy4+XCQRaaj7EGOtgPEFhZ4ohLh3Grms2KvpDXlIi
GHj9s72BE1YXN2doIc8udQCqhKffrYFbnDqtqh5UrLGtjYoU/U9y6rb1uejrndVh0O03KBR9z+sq
NUmhLQUBPVw/NZ/itvqB5NpcBKfGcPI0kU1w6WEESB8lTWffh1ldb7rYyX8bc678XrhRqAYF1QIR
HnX+RxiKKhsSGroB+GrP/fuDmiVqIopCwYO8bXUbjVUfQU01nUNq9M6mm4aI9s94i+h+4VxxYpZt
t2QmFA1PP6JhVPqsprp7UJQJcVb6UFzvbu1POLXu8ipIboQAF7YhiiQk4NwItDLWKDGrVIwK8Ld9
kFwqO7VVhrvRilR/bC39xpVxaagFK0bcDmiYaPp0ajH9/dE0YucQNa2+G2lneAZdvl1g5n+vb8UL
I7FOxsIc5+GgxnE6EpwBOYydqx+Q04M61KNBwpusPMzC6ffvHwrl7qUNTmGc9Go1VJhMlUvv76CO
RfejaFXXCyBG/UjK2H7/BnwTQIBGsHDI16SMUKEQpkSZfejbLKGfqrnbjjT5Bgzswu3nEHXRtQNd
AONkdYqHDuPAJqzVQ9EW9s5Cgha9WEQs3/3ZFlK/vUS5tOnXsgddO1qzobbqIQXSdTCEkm6zuDLu
wmrutteHunCi8Din9r4UPRwQmKcr5Gbw4ZBLUg9dlqf3Lj3FrQs1fVuIAVH31Pp5fbjlITq9BR2y
uMXBgiuCU7UK4jst15TSbkvKCsWwA3OQ7kdNDbelotL85ZKWqOtRCbk+6vmOhzgDjAaYFZgaeDun
k0wX04eE/uKhMKxyG6hG/a3I9fzFRnHwxlDnG2RxHSHtYpZ0QNf5vTtqLW3BKj90JK0EvBXN0Ba9
7OsTOhuFAAZG/KJhw+vITjydkKnNZttP1nyogrmHDpZ1R7NtbpXEzkch5KOoi2YBc3LWpxdf+YL2
Zh0cAhuiI/TqAjHDybixA5c74GRLLCoiAMYILnEuYFKnc9G1BJ/apHEPdQmFMHanJvacxDI3EK6z
bYNUb+bpapE/WrFu3UiSz3Y/YwO7I08GQ0aWsorZg0V41Czz4DDFyC7modt4lmheNM18lp34fH3R
znbh20AQd2xEBpjoatEm2db9pEvnYCMG96SiD/gRcalkhxBqc+PdurByCE0SZKCXQEVX006/KU6v
uH/CXTsEIKe9JlY634ASd2PlLk2IQJBaPM33RZvhdBT027mKA9M9pGkg9w03/QPKuM1mNIvhRoD7
9rKvdgnsFgMs0LJgZw2UcU6scUBz6yCmSN7XIXq+/SSyh06zwr/oS1n3KMZlqLpp1gMKg4tas+t+
tqM+8R0tzZ+Q2jL3hZlGB1rPs+mhm4ecKDr1EQCHotm9e6npc1PkWWrJdKJX+wrMUIFJs20fFEeZ
7k1RVwed3/PqNOP8fwxFQ8RkB1tLW271xMq2QXSzqVkEaPybMB/te0A7+B060S0mAiyAs7O6eF8t
1Qfq1rqz3lc4i0RgJAxuhNEecEluSrUD6TyPSMKqC/agkGYgyHBAg+94R2EUj1XT2AhwltpvmTbj
iyWHTPcqayqSuyQIosLvMCx0vVmJzc9B0uZ0N6Fyj54CbuglQu3xAV69XhBTTkFwEJGSgigPoqDb
oKBvzr7Z8VyjER3ZXyWUuE+WxJRrIS2WT9xrEzr9ss6/aJ1D8bwoo9iTAOg/KFEoADGplQVkSssb
wlWkoP4CxKteg6qJmw3FHxOQlwy1DyIaiidjVroHI3fT710vROoJpCZQPy9qM9wocTh8s0ZKAMiT
duML/aPqk6XYxY/KaYycWy20/8ZhXifbkb6O9ly5oiw2cIvV0s+Sqbunrdb+KVync8E0uwo+XwBb
sr0sJqM7LH2Qp7E0W3uToeUQejlWGJXf1lXPgMZQqB6cgSi8l+Bi4EghJvfXjnUF6kCWSMCxZUyF
bIL04JXj4Aw7S52ae8NKWw2V81bX/TiWyqdZA6/vaYZibsC1xuNOr3vzRVez/jmiTQVONNRfdJSs
YhBOTZfvrCQW9SZsTATXnUTrJqjrrvqYA3wBMFC4nea56Ly1ntuVs7MJExPVYKsI088oOAft1ug5
kGha6i3uA2qL/3NfY/ri4y0TzA92raffrW4GB6ikc/lsJUb8NSGd+zMacLFAjBXafzbySvUmUvAG
hAZt2Ttbr7sPJY6AC16xtpxDp1c1IMBBd+ttWFiVuwW1q6ufFDNb1C7GSP0tNYUN55oBrgEpMYJ+
Vxdo2/t2YUDqNDMdUoYeiWK4cYECIT47UAtzD0EtaMQ8Cus3ATwFqOwJQfDGSU1r09OKmzZ94Fi/
StdKS9+RqnJU+gz+y5RaSrCn7GmrD0aIDijy/UIfPC0fCrmlP0Z2aLcZMh4qr0yy051Y+xlLTHzR
SSiinw1+Kc2dFjn9N/CU/a80G3UY21OZRlstbrJf9dAlKIyGbfgRWVx0fDCASJ3PRYmafzsjys5D
Mov8MICqfKnJuIJjFgZqQgph1n9yw60BbIJKUe5itdSTLTK4arodRgfgRtrkiCzUSlo6Bz1Jk482
9nyDRzXNusuHtk02WRC6v1UKPqHXz3b5Wlsi7yHU1qLfpKZdf4xFUf/Iogn6nw4B/g5V6anyMyQO
EfC39czdzjpqyd6UZW3q6YWqBHeWk/KdxsRt5D3eGwZk4RrtW084ufPQlgGmI0436XcIKAPuisog
QZo2JeD2Cay6ZI8IdfGt6iUuy8QhSBX3UYZue4HHsQ3Ute1LH9MItNIpfSofG5Fb4aZyxlJuyql0
Ip9SifF7oIQWYpMgEWPg9yvFfSi5YL3WzBrXq4OkLh9JxfCnzhsFzKWVuDK9c1HR+CgXLydfCqeA
hKzXylcp8WzcuJ3ivHSs5A9MOqLID614bln2pHkOJ5u7i2ShP1A67OvHMGwGurdhWG+HSFd/pe4w
Tgc3DsLurnCKql+YRV2xH4QyAwNNKczeyGzPYn7Kh6TqBFlIX+HhsArwuhgniNEsy2PbhQaI0bD9
RsRi3DcAWn2JU8cu54/i3SEyo2KL62DlRMtg3ZySXVsNqWuWSBLGw65gf3xGF7u6cYLPA8hllCWR
4Tm0gaychkDU3/WgMNsSnviik0EyrT7J2O53wIaGh150t+BSFy6MxRGKdj2wbGGv+1Qm4uQwbUVx
xLECkXqLlzLz0srBX1PT8Qq6Hsect4GB0FEoYDkQ3SBHXOb/T/1egjym/Zc3x7mrtGd1moVEvycI
bE8hB/9PA176R5uJmzfOzB0NCLSYIG6njQPCscyRb7n+gy5MH2tKQisScF01177kWdHL2lKj+oiI
1XQEC5wfQ312n9q0V29s24tDLcq35MYLNmIVQ+uqRDoCC4HjOJg2JTi8PuZEpRPdYTH6f8yKTq3r
LkUt01wN1eQVsi7WXB+h8qECa5b+rJY46E4gAa6PdJ4YcH7BPTEKLQOYM6frOetw3zMZV8faNId9
bs02arCW8t6yD7tmaUosef6bKe/pKOhxSxuyHKciQbm6oXrpCUyVNil03Ruf7tKEllYYIgW6Bd5/
Ff4KTW2CIXCq49QL5SBjw3ksVev1+ld7K+ucZh9QIRfEBmEYzaS1BnJXZjT/jDY6FoHS5l5R5ktc
oIv5ixXhdgLMn2KOJ2czOdZpG6DArTfRc6p3oqJRV4zqvXTdAmWW0hjULUZq8Cg0LK7A9I1Vdqix
xUa7H3VcnfDLSn5ngTX+MEM1PEQ59UmajRrOV9cndeHqMkFbLg0K2pxnqikN8hatNk7REcOp7reu
Rrpnz1n+WQfXvJ9iAIfXx7uwUkiZLYq3yINSBV9tcjm77WwNZoTSQ9J53diLVzd33RsFpkujoK/o
Uh4hnScjOt16DhLNCy8kPhaJEm2nMUNJWEVq/vpcLjxpKPbAseTyRz15XYcWXacOadQxCh5Ah1kQ
FWlWaiCUPw3VTqMt/Y2Wwi0ZtQtzW1hTC5zaWm6kVfERy9VYkVQEj8IuHNzP9Bl2RUxZ78bOeBN5
Od3u9OFcyldLXYQ9v7olemMygsbpwiO2JLXhiaEL53sjqPvRD4UZhRszjRPjy2hp4WswtqHuOUib
IeI/N/230syGlxA/Nzxz+nF+xBWicfx4/B9nZ7IcNbKF4SdShOZhq5pcso0x0ECzUQDdrdQ8j09/
v/SKUlWUwnfTvYAgSzmcPHnOP0ST6ReISs0PnpaRKha1W33psjn08OqhL+f3g33SGnwQ/F7NJSx9
mabfCE70YueOi/s3yvzG94T31bDThTl+psWXPNvQAP8tNV6jfo8W0heMQrHl1mjETn6XKh1wWA8P
W19Lq7F6ikS7dPuii5IfSzTY7d7ivTeQiU1e/iGqrHjcl3WPfZFZuHa0s0PqhrvJibpsn5Tp8Kvs
88Xel52nf2j02v08i7p19+rcz18mNYULOJHT4dwxaVG+M2F548QUpljZGbBlukMNRL7Y59Tfvefe
qbOY3NfTXstIib+NVq59VMfBs4+YgCQPKhrUT2kVVd6Dh9WR43ddbMX+oPaZcSi8Yul2hlfyNb2p
Zb/VFlN7qCSu1TzGM4rWPhltMSL43UcvvDXLX/1cKrAgvFjXfDxPsEqfzcwm3hTxIny7bPpeYgvn
j/aURR+sqTM/8JNafOoqD6J/USQmMUow/bggpUim3D9R13ubJoFs1UthCgOhqctzu4jFXZIqSh6R
Su2PyVAvT+QjW1zb6zudshgy9hLfjfDmum4aW6JlC9Z64FVedGhDvLi60BxJ7h1744Ouwyt5CuI5
XBiwK6+FbZIoQo+tNYJWRObv3JnVD53FXoN5m+NTbo9f70/gW79/dWhpvKHOxWsSSMC6MZuU+LYo
aOUGBinpA9VuihOQS89qxbpZuVce9VarTzVuMx+U2J4/eVYR7nM8gV600OTJlObll6QvN9GOMr+/
/GGy3wmkm5wDFNc6Zwt5P0tyX/I4JYb2dQlDWyMwk4v7mWEa2a4fEd87xEuCRn5i9+bBcQbSx0lT
+o8bcySj/+qnkDgD8SJRAEnsrHZZTkV9ceoiejSy2OaLRTh/pTvs/md1U/47z039G6j64hmVcnOA
NTVi/+WoeMv4jtobv3hqciA8+B0P4eAsv7MECbw9AOS53w95j5lToWqdi07WMji/7//26wMCXEGl
wifRP2irrmIy1psLtaglDNIiYRepdr0HdG1shP4bozA9pmS+A1S/ejUh7p2juFGEgRvmCODl4W81
st9pbEv9FnQiDS6a+yQg3voUunAcYnyE3MAV+FlWRvjSt/AZl9j7lhXlRsfuSpue6qtkpDMMhViK
76sMMeXnqIgzhOc5LzMe5mGT7Momz1+SqE/+w10i82n3hYeSysW5g1a+b3tLfdG9uYz8DCOn9PjO
laTdRpQjI6QexBSvyuawkcPJm3vrLLIJaqC5OI/NWIQb8edqJfleGoikQpJdgtDJZUDtFRHaXg98
O4cZdmgGFH/jQdmy7bg1Cqhpqf0pdSfW78OxrqKlYzYDI3Rn1NnCaBeOWr/RprlKt4gdEszKkxfZ
/iujk8roIrV3q4hv6fTTmLm69EiKuI3yeh9Hc3aIC7Pd6KG8bcOLYCFHJe2X1TliuLqawUlQFbT0
Jgpi8Nl6N/0lJm9njtVHWK1B5yGIU41PZTKesqn6Z0A93IlSPJLaD6JfPjSWuVuM9Nz11hHJtnPT
RuOhTPEUrZyNxPrqUpO/0wFKjHMOzcB155t+tDxwbF7ezN6xWuL0YCoUWptSD1/vb92rS42hPCKn
TndD5/29CkKtBVtr6cMoGAQynA5ObXACkhx4qRl/jU38Kje+7dbKI4GFDAKvO/LRVcAOQ522UkjX
pkfqD8CL6fnqrB5hD6c+DgtBXofv1TZ/a+z/MeRq2e0S2d4RrdogjvPvTa7phzmFfpS60VaKcH14
kBhFVJNkmxcRoPDLIzp7vaHWxcRsLtpyzsLwx9BW/QaP5BrFirwe6EAp0EJk59a7HKWvm1F1rToN
kpE459emoOcwCrcmxGn9v6HmZeOB3qSwfb2Lk9GHnGny5FSyVvdjLUQid7Qn+1nNgN/s7++nG1sX
eXAJUOZgcx2v5rrTVOkCMyQBqW10ABHhPfPAoMvT2dm/94e6Mdk8CeXFaVDH4r+X0zCbsHgyY0mC
oshRBoP8fejqZKs8d3MUG9oKCABSsHXVkeaYMU2ZkwRWm857c5wKLOM77b1EPAQTUVCh3mFSwuE1
ePktY2VrYW4VScD7APNppx1o747WRi5w47DTcYWZyy1FQrB2yyHW9qJR7DQQpl0/h0K1n9QpUh4m
HX9oX6jmuBHmbw0os3IXtD/jriletP6geKlpHgC7Qpt4UC2iJbqM4KB7ELTJcHz3lqCoSZOWtADy
2rr5goYDgNlSF0HJvt/FC9Jtc5Ka759GwBOSHkE5TPZ6LherKts6n2N5eY1afFRa/ZyaujiEZf06
JHQx73/TG45wdWtZEkkBIN8mrKzpEmJQBttAqjkQlZ6Jh6gZ6xeMJMOvkViGYOklVR/EjfbbapSs
92n/jf9g+YSsg1dEJZKmXlboR/nyzR+LZUb2Ay/hVntgpPZV2hPCTG9tNd7R9q3xjxrqehemVU8H
z5LksRIbD5DeczedenVSs0eoTqq1o4M62XuINvXewEvVPrSz5vS+SML8x4BE7CdLz7J54/a4saFk
gQsEi42/Aq+jy6mv2dYJsSsJFNNLTrEwKn8sdGJgMYenIdviZl/zBqV9jIQWw5zSJcXrcjxR1qXa
In8euAlJnVl5zTcA+8PvsEbFIjcy/WA0ZYqdZagoqc+zPvoJGirfwErIhHa1A/gVwFlJWUhd1sRi
L8d80GoIqiidxoJO2GD9qCY7+0Vk0o5cOdmPjpoBjqzY1m8kTdczLqtGoEHAv6NnvY5/tKzjLnFC
LRjT3tkpTgv+tAALyksYBXW02TeO8DWVjlWlA8FbQup2wzG4nPIlFh3mt94SxKVSmbtusPMfcR3W
5a6KjHHydWesLL9VykHbx4ZZmXiCp7px7Lvei4DeCkc2WfX6o14lRnhMVYySHT2h450KalD3D+f1
7cCPlU84gCwUlO1VcTJO+4onOT+2wcvoqXeT57YIp43lvzkIORMVUAmzWz8Udb3r0INRliClHL23
jZyHbO9MG1Ht+uaWIF/JZON0cUWsjlaolyjW1JYepElv7jEqrh7Q8h1eJBTnvR49kk7B9UP6T0mF
t8Yq64y1EmmRuTeDEScYP7bsfK+jF7TxRTcSJfwHScZgSwMFI1RfbiUXOMRA27YNeGTscqVPT0kj
9kNaBLBq/CoVR9lM7lvrmYP7tETtOZbhbPHyLbD4jSUkhPBIRjVYglpXk1spGvDf2KuB2fCsQEUd
0ZDceK9JJdMKtVLeEjxGZevp8nt5qaTa3OsNnHTb/daQe+6mKHk3TYVRCAVcgPQtQaTpl6OgzD7b
TWo3Aexl7xgpTXeAzBq9f9PTXEYHloeQjb7YKgzQKBWNoYR1YLvCORauVpzLmkrM/fN7I8Cj+0qv
CUgusDrO8OXHeLrorFwpmqCLrPCM/UH5jMu8fRJgST4oeRuftKm3Ex+Vnei4UAR4VsYpfLj/K24c
PYdKKegJ7i/S+tXucIZmrjGqqAOsIaydrYv8rNh2+KTpQ7LRyLvu/3La5HFAoJgnEYnz5QfXhl7q
zGgdRNaMelaR72lNmzsjTD7gpqxAFU/AaCoajYjazKBNTxX6amP317s/Ge4/cQaqKZRJbx04M7dH
rUZlE02ToYD8ia2d243hgQtuU6Tu+v7kWEivA8l5IpVfDbYY7mCZQGoDNQ6HjyAkNFx+UPe3yzoP
LCDgX6qwBvrlNa798f533jj4yPxyZ0vlOvuKcRgWDqpCou55Xw8GVuhl/poXtnW6P8qNDfSm1gC4
l8NP/L5c1JFLMy4zuw+8zuueq8lc9qY7Q6hwzHrrEXGNcCIbQmuO+5lGo7ShvByM6kpmWkM+gE+s
9H2GUchjn9ICR7JWdZ6lJvyZcqmLvtLQCx9pNtS6gIErf0XIcPxbpLibjlbKmeqo2RVHE63vjcB/
YzreIKW49XJr8hi9/IXzJLUK02EImm4CU2Cm+WmwATzjFpR9uj/zN9YX3hSlLGDO3P/rcoZZ9uWk
T2ofoE9YHKrFrXwHTOjh/ijXSdhb5xMleOxrJVXh8oN6jHIXPTKaAP3M1xBr7qRoQ39pjGOWI+J1
f7Bbn0Qdl/SaCEFEXA1mVm7vopzSBBj1mi+dErqnSuTN/zMKDgHA9+V9shaFyeoY2UJdawJ3medP
i11i9WX23UY2eWsncIeQvKIuSPVjVSqOTSxfQfMwSu1Nu9SZviGgl+wbZ/58f9KuB7KJZQa1TBgX
pFCrgaC8YV+PslcANDk7J/MynNDzVY9TVG/xYq43A1uabAblYojTyH1ebgaFhpuEAjdBNEXFEem+
ybeNFIiYtmQHrxdbuKtbn/bneKv7HpG0BrFw5hDHxuaridaB39dJ+GWw7XyjtG/Im+7ypYMrALpi
0qzToie+ugkT6hCzPiUtFJlSbX6kNH0/2EZWe2fE3bwCUC3+8YBPW26lVGTLPwXkUxP9uiVMTykv
V4G/fYKFe28q6kKxIRQdTVQtTZ6cEhHjAxvfcHeGmjvmUXTm/DWicCGN53vvVUNmCdhybs3f9boQ
QQa5L/MX2x7/DuNCjfdFXxXfMFHVJ2kEJbR3HwleeRITL9s0DtnP5cJSsavzcuaUN64RnbKmr/cK
eiIbo9zYPjLJl0gzkC9EyMtRnDrOVcemnGA1kUIr3HaPhtBV5Op08RwtbbxxBK/DCbm39AugDcxo
a76xEY+KGg0jKFMRM4XIw+2nwXT298/fjVF4suCjIqWRoELKP/8D1gZYjP6TouRBn2fhzl0q1D87
EMT3R7lxFHQmRCa/UgR2XX7QBsXJtUwvAqtHKCdeYv2Q2BgNiwkhr/tD3fogEMQ6fHBKP+hLXH5Q
LdpsoZuZB8QA91RkYtwL7rCNabuuxgPqo7hEZZOe0hUhqB71KCtEVQS5NhufZwqdH6V1cuSHg62e
elfNflegu7/e/7YbWxCqMcbzsBZpPqz1/HBbaI0lVoqAhrrqewMCkAsQ7YHc1G/LLYbfjZSXYhGd
M4qQiN9xti6nMsr0yqtLu+BlG2VPvBZxhAV189HylOzUZ9Di4gbVTyWBKtd1og9STZ/pRpRZ8f6z
R9kKFWGyJ14ca6ImqULR8ZgvaMbWauSnZmx84o1aHPpMlA5wZUXd2EbyNK8CqiGvWNqGEiK4vsyV
ASsNKzRSqilMbpwWf6O099oUFnjo/u8WmQ9f98zjaCzvr5JKxBZHRfbnJTvwctZDtYt1axFZYGNJ
fyoWbOlSRSv2PaqNB0Rgo42zeZ3k8+wlzfS4NmTGvbqmeJrRS8I/AW0PrUh2Df0lpCln+0dI5b7c
aUUqUBjGmOjTpM3Zxo6+cVpl+Yc2GhZT8ma+/NhpSkJYj0YWGMiyfIsA+j9pefZuXTYeERZVBN7c
PPIRN7ocpVAczOubJA+UQY/3TVNWz405zhtF+1vfQtwxMdKAG3QFqancMnNHOD1BC17/0IWa8RQL
s354fwyAHwEhlocR6MHVjEX24E5Dm9CLwArspJpTftYaoR0TirAPXpd6G5HuRuhmY0jcOHUnHaGD
y7nrjHYR+KxROX4Tl7GHrPJzB6zXHEb2l/d/G8hqurdSrInRLscay5DMBspPUNcKjosV2JhjlIfF
RHSz5jOCbQi13h/yxqJJGiKXE0VIMsvVdHpUL7oFMm4Aetbbu0br7QUauO8fhdcHVRl60nIrrgpM
MfC0OoGOEKSxXvuQ78aPgyGsjdLPjUvpLVun4i7VZde4p8hZ1DFpeICoRpu/CENTzr3azc8L/lAf
9FqNn1SkPs73J/DG/mBzyNaCdLanKHG5ZnE2cg0OZR0ALhkeeMhZezhvzb4Iza2r/dZQEDlBi7Aj
Afuu3gqtE1t6p1plMBhquGvN4jdWfAYEN1G+f9PL9yKVOmpc1AZXuyLRpwzh9qgKECDPDwM6AacM
XtkpT7ot5tOtRWP7qSTvdDCxOLicv6kQYvYmE1qk6MZ93DnDi4MyFZyjtEwjf9Gq4Zj3YquwemtY
OKRYRTGfXDWrYTUv0qHOdWUgz/xeabJoFzvNx25MaGt66nxUtfLdjHBU3rhp+FJGRul2NavlhJCz
ms5lUOrpa4aG8E70s7uxdDdyJC4zgP3UWqWdwyqGWHOHSF7KfCpjk5+beKbv5irqEzZf2b9p3ImN
DvSNSihNNWlpRHUa6d61GRxMbnLesqkCeyyy2Sdwa69GPKgvcJuibK9UsxI/pM0IJZSApp8HN55K
P+29LbjGjVD2hiGDhEy36wqBBB3OmuLRroK+NrQn1N6dJ2Tm302Fl8Kj0nVRiiVISsPlftXLZFYG
LDk47633UBt98WA3XXm4H1Vubc8/R5Hf+sezZC4rI/YqvQqcObJnHxBxe7DVhIJYkZlnMUNmHiE8
b73xbkUYci5I/nB7ZUC7HHYAbBHqoEeDSD4tEHkCO10MgAoqcxJbPbBbO9WhqCz9YSiyrrMSFUln
NVbpOsQJlPvJgIudirHyRY3pZ01iv5FE39gfHAf6YWCjiKDrl1EDVRKHyXIMiskz+ba53rtKvNV2
v/FVFG55pTCLaJ0bq/tANxqnEUM1BCRKzUMigLLadR/uE1XJd+WyCaG8sWTSN5CaDkV5wHdyJ/2x
U6wOMHZSNQOgAhL1AceAh9aM86Pb2dbx/qa8mkB50eEaSHEPmRDqG5dDue6QdEaumOcMnb+Mk25Y
R6FCpX5vtrAaZ7X5M9rh7dy47PO6Th/tHCBGmHThxhGTEf7ihcMokqrHK5n++JUyZmEU2KiSRJ5V
p8itpyq11dfOnlqcrrWifRrMzgAtHTXNX7PVJht78dbgUkFbyvsgDrCuhcPXyIdlSM2zG6nFd6uf
MGKsGzvT9n0yeN7DkOjawzRMXv+QN3lffX7/SrJj0LqSSgq8DC5XUkVMfEA9yTiLXqBxqc6KbxnR
/7OO0KRoUPHuoMWw2pq1C2OdMGqcee+JnRmn1gGFUmNjt1yFSs4ZLECJCYQ2DVho/S1W6HiVE56t
ShWnOUqcF8Od4HnnzZtdjdgNWdJ/uj+BV6dODgq7SPrAwUBcIyv0SDdCugLh2bPE9FkpOdsUs8QZ
fvZWj+Yazk84JlGhyAJintx59YFtY2SNMRXOebAr4ydOgsMJbFT6l1ZYyrMSRfmHsEnFMw4I5Smr
GuWUCNs+ZV5eHVNPVb4Ogxb3pzG2240TdB0P+GHsIH4ftUtkpC5nPuzn2BnI2M4VJvPHTCTVx2W2
t4Qub0w1CCbZ8JcQZqrll6OMutn27hA7Z0FF6G+xaN1TTy/o3yXt9Y1c5i04X8YEefOh7oV+tWRO
rHasMTjuAr2VsQT+4XaWEOY6gCPdbqxw1fVHpdA7XwVh8qOM1ObFwtx82iGXFVo7Oiu6w99Iomf8
Xuphj0O1+Mow+QvU5AoK+OzFv/EUaesd/ya6covSoMHmFfqEO19N+biFNWSkic/WNcNdwW1hwQLU
w29UeaBWiTzvGx8DEOpACVQKvwPOsdUluM7nWE6JjwS4RF4O7GA135bHTkkN+7woPZrODrWRv/pu
rhK/t4zu6Hpp/sCtZj5rYpx+LZpeL2iM6tH+/gm7tbl4EIBmlvQDMq3Ln5EYPSS3HIMwgQmQ1NJI
YLiNYmOUa6gHXytrzMhC6eg0ra/PKYv7MYKufl40zgfVKKP3y7xu8FWJi6PI2ulLCOkeOFHlvSAQ
nc741jcYvC+67us89AJQPuKf93+7VEBCGFgGz3XhMcsSVRsznF31GJy+Xjb6oRnf35/h011CF29J
dOUBTl3O8JBlIvasGYdOoMc7Y6nR0avdbpf03lbSfHNTcdWhFUP7l07uqqg3WwvMogI30CaDbOrn
JQzJeZytoBtUvLzayNppw1zASXI9v09dJCKc3mkf7s/rjVAihfLJOaGBUOpb/QoFDGtVhwVNIac2
v+MtMXxyZg+lB9Bg8bf7Y13lgZLiJJWdGRH7ivVYcxbiCkbfj2Sp6dA3c7UD8shm6ovOsHbmkg3v
1opjROmJAO8L/TYgNpfraehj1HqIQgJSQvYmsur+oUvD7/gUvVuhkJEgvAIZQsQS7MlqJPQzIhcP
M+U8Th1+2yhhKHDUB0PBYWjR/o9Fk5VvmjQ80zmjl59FNuTMS6YrZ9TcjJcuLMZDYQzma4pWy8aF
dmt/yBuGix2SAd7ll0OZuS2U2vSiYMLs8dFRzPg08og9hBhzbwSeG0OR/BFfqT5wta9LfZ2EP+R5
FgWJ1GqYFCSadFRB903Z1xsJ0q2heHTjZwDikAqV/PM/XgjGOMJF9hYRqLNWPczuYj65YvGeXSC7
G2mtnKDV/Ul5T6ZEcJOJqquNEbtWpSd2FAf9gHez2wjnhMhKrfuVqoyfO7UsfwIHFcMunPrhLyG8
rRLLdV5NWRiOk/XWsSGsXX5rLy0TltCOg3npwqMjCbzCRCAMEa79rDAcGcaOhMY+3D/tN5JQUjPK
IFITABbHKkfjrRDBYIMBrrXu4u1No/Pqh8XzcqRyMkP/UnrNAjOQ++Pv+wO/XcfrKQdsgXYQlxep
y+q6Fk3nhCMZXjDZqb4fQXIfFq1HKK8cwn2W6L+zPnwlyiGiNL+gU3BwXOWAsCJQJk0Ux8WKC1wp
o+EY6agUe4UXbyRVt/YEJURN8rZYkLer4Y/txyOrNI3RICx5jRZkkTB/FqORfbP7QT1Fg1f7LrI4
j7C4wtcqRunn/gTdiMOgxGjiAOmR7YJV+pizWQy1LsNz26rVjr2TfcKTrn1C3ib9Vlq5+Pru8Ry6
BJwCymHoqq5iSO5iOcaTKDznKg5ZBWLZB/jw6UvijsXp/lAy8q2W/s+h1vC/FtfUFIWF8DxmWEW5
1YzIFqp3749UjMJjlfcHlec1FMYrJ8JUwiiO1kWvU666+0VRyo/zhDPs/Q+6xnBTucSlAnISa8Y1
vdrMBSXuotOL8JwsSnXWp7D8F3od5qNdXXdAxhLUs+dkOVEIL0nDm/qhzN3lhGF7h+ln74hznOr6
Y1ilpp+A0f3qRI33ev9H3ggxIE2QTKTWIm+J1YZShT02qjKFZ37O0SwBgYxl+epMY6Di/UNXNHwp
O7HR2rgRw8E8czWRDqPVu84meuYqqlGcPc8Cn87eKOxPMUiSJydpzP9nKKoSYIFJu1mOyxDaUkzy
oNgoZzqTf9lWCgEM9OOx08OtYH0rKyRkSWAaOphUxldX+zKqQ4edW3hG6XU5xGO+PGsFKM7CySEt
mlH3orpl9xCKejq6YzI/tCM8w/vLeesQSTESSW7ChGPNW528qKpqxMHOtYPmG5dXuIeYv2V3fCMK
QTWDrCW5d2AYVveSWmZQMVLXO2fODFaInnD10NIKPJQG52iPTGa5sYw3R2RWcch4uxtWN5JVUFjq
FeJelbXJzyRqzCcl0bIPWba4Hw00dDbC/K0dChEN5Ak2PUDJVl/Ya0OvhF2vsJbGDz2uY4yyO0FV
JFH+j7CHtDhYCJkSMtjlBu3DIQFLXsNyBQC9xwoMFyihbDGNb80fUrDyIYwWB5ywy1EgShXzAsT7
PIbwvuk6p0+qM6TnKa/jz4k9KO9Pc5k0uHz4RbNN1pIuqFhOSQVK8IyO4fg9SqnylDwyX0eEgjYm
8NZSwdCm6oBulsY8Xn5aXJeNq9iOcq7NuXyyq7T47mAlssc5YmuoW6eLexBKJ3ciT8zVrmhRK0X7
M43QKojtoBdxG1hZsYVGujkKCQbZLcQ6XrOXH4TnUGUUyF4EI8Y9u7I3xE/YNOmX+5FCXj6r6xY2
J0OoZO5UiVbJrVogRohBhH02C2d5ahXPOzhNL1DUL83xtcvQsCPTybdCx9Vq8Vrl5oW2K8e+IlKF
dSdSM59Qc0kGZz/VkfGQKJV7KOx82dgYV/MoH8bsC8IPzAmi8uU88kxJwlIozaObTc6z4SFgU1fj
FrnzOuxL3wPaFbyNAb0C77scxh5RIU6HqHkMM03DSRcBnmo3C72OsY7Ks4kuRmV8wCg3GSjADzpA
Q7ON9oXpKv+9c0n5JWSlkonFLXRVO+4ozXsYJ/NLbGvs9+T3E85VWuq8JHMjppOROB6ww9hGWvH+
yFdZMe17yfkGqueQ76ypBV5Zkd0savsIBBD5yzhRdTQunVE7uLOuP7RuGx4tNbf/M9NWcY5t7pob
mNnrxaZ56YEW5TYiK1+Xf6q4b8LGLItHrai836ARzc8pTI6NsHaN+qe6JotY1G5RuUD85XKxY9KW
Kqqn4tEou+ajV4bGoVHH+huQG8O3c5F4pG/zQOJEDf/nbLs8Dj0N96i5d7qj3ZeAJlOleYIUkEOz
ypyNabixG3k88TwhYydMIRBy+QONMdNa1YrKRwH7FOkGTOP30PDTz5XgV1jgD/4eaGN+mPAVeJp1
MZ4Acr07lXe4qCUCQorLkR/I2+iPR1LqYiDviqp87NpuebHS3g36Jrbei9B6G+XN3e6NELi+09BR
L+euKx8Txan3Tavkz40wkv39rX2Nm5TD0IukkPLmXbBKPaio9tooxvIxtbT5kysSsZuHWAmqcuQo
L+VwyoY2erE8uLC1aY5f8qgfHwbez++OZ1Lkifc4VzhsMHsVaLpK0/N5sNJHivc2+siIOP7QrKr7
dv+Db5wklBUAdYBHA+R0zQXj7YSSS/boZB1Vfbv2EOTZ9Km9vgfIH9/wmGAjaR6vrp8kdNPKjYvs
MS1w3vUhXWov2TRbEK2LbPpx/5NuDYbiJQspPRcJEJf7MUvVzpoXJHiKWXf+AteqPJONeQ9jtQwb
B/DW7BEZaISQG0NVX52/EOD+WI1e+eghuG3MXb1TXKiB97/nKpuTkig0EiCOyDrJGuQ5uEXqlHZe
PbZUh3+bka0du6mY/kuWJdqrJlvy/nhvTNSLZIEBwUVL3iYHmpEvJ3COXAe7GJE9hriPKRA7PG2C
bU6WsktnIy18lOoQwzTjwnmqQt3DvT1bsADKx7FFrkuI1sFNCameyERT0F9meoAQ3ZD83jVjav0z
J0MPVKKrve81FfegbkbrYWjGLt5rWt0g1ReFTuqb9RQGtFJqZBraMXnp3Z7WaCZMyrZzuRg/k3KA
eoS5V0hpMFPrD3pGcxFVjNRD2VXJ42jfoBmZ+OlgJeY+6vryXI91V4P0jivIft3Sz/tyrKfPdmvo
0ckYh/aHIcXhfAG2rPHVfnRTHLSFOp770QPcmqHcWiGy3Yy97w5qpflTLWJ4YOFYR8TevPiVj0OY
v7a9U4nzxsow8auFgZiItS3qEkzdWnzSbJBxFzEyoRWXForwCBU4TprTVttUsrtxiCiUSwa8VDEG
M3S5BxQeF2KEdf6o9olz8CoYKFanQhY1t7gS17KkDtGHBgvq4WTbV9BAmofquLQMZfHg3rfwXx+G
KbMPYdOrAdK8blArS/Tb7YX2yfLC5qCXpvkpQo7gR+W22i4vB71F9yGJHlCFTV/QLst3RZI7fl92
GcntIp5gsvTBgvLtwXRS4x+kJcyP99fmximlgU8vCs9vZs2WoeKPW9DG3NYrpIRrpFgGaYGW7ueq
QxU6DM1dlWTf7w93a32A97M0NNUd9sPlcE2maFCSVYKcjrrbZGSDX9auelTCcou4fl2mdcCkoR8H
b5UIBKf7ciyDV+tiNU2LFgT3v+9Gzpzu267wPkXLorUHt6y68uwSB3u/8ib3pHpiHn1ep+per0F4
+ngKps6uc/rwk4fq0e8Whjo1skVrDr2V1P3GLX5jLZAHhmkvJV+4zlc3QBnmzlB1TfOYlO70H007
A1WgAblCIpe6PEeFs5k3vAXF1dkkNMNvgB1KV2T9jkN/sSkKO1MfhcjwYai7GGwRAVBfnqJMGPW+
sjFnPaXMyskpRMiiRa4VIo9sYNiW1x2X/AKemZ3cTqPlD+C7PPgYVvwP8nPpOS/qefJNW4QfFDuZ
kpNa2PO3BSuizA8nKmm1jXsEJQU0BfxZzYtXwtvyKUrz/hNy6j0EthZavGHFFT0FjNSYktFRBqK2
234xrXwGgTXJn57p4/BqD97wT2VECz4YcJk+W4K6ol8v5fg907Pkh5OEYvk02kqSEoHD9HMBRvv7
PJriA2Qz90vd6t0vOzKrZFelY/JcaFGiHJo+9H4taWXHO2OIIqTGi2n4t4mcdvRzFFs+zWkOJMU2
w8/w4FusAKzF/BXBTuK6UTXlUU3i8KdQ+6L3BzED2dTCKEe7PxmH3J8yKlI+bWDrr8qLq3xfNdHw
xRA9svmgFTK/jwWTA0IfQEATw/4BusBUodHaYPKwaE6LN1DuUbN1aSvru7hplpcud/p/efM5gL+b
ontxVCUKD7ZVjv0pHUPRHvticvtdk+Yty1a23ugPUPm6vSNC7cQdgwJHPjkoWSaJQde4bsdll/CD
RtR6RmwFwnYY/1Hygc4OIT1vnq0oT6cX3AfK5hT2OAHsejXJuIhC0112vDNVnfut94qTGIBXAtKr
I3YVKtL5DjJh9sMd0eL2jVRzPmTpiKoNOCy+X5vsFpH+xY0PiZVqP7iq85m3aWJ3O260rtz1dRVX
O82tUu2QD25S7ydjsPJdNxb5U5sZdrkPMWdAlVbvlP945PKxbRwqNqS6Uo93IpzM31Am89xXQl0N
n8QyKu5u4H+9X7R2+0uSYoRf9YneH0ABZbofxklh+9SnlGdnSuf4iGTZEB4TRYt+ARq3O8lSmtUd
i4eqrmqE/OMIpHT4o7lzHWOgZw5fE8TBxl1P5seG1Qb8I+IS6Xw/rOYwOQMJ6T6hpZz9SF0n/WdY
RmvwSTL6bCNXu5EQ8irm3kSoER7EuodXS8CPqvXqYwPba1d7InkKy81ocyP4Q0fAUp6MkzrfWgwN
Zc3RmwdzeaQQUh54Ay77DL3LfeVo7fHd94ykq4GoJX+nX77KA0rDWOZ2ydVHlzj+nJdIPXlpOz9E
HlYI94eSaeUqglLO4B1Cww1a01pIDsVS0ZLNLo+6ntdBRqNgH7rqcAiLbPjlpC58ptmqf94f9MZU
giOhbEm3y5agocu7rSqp4i8Et8dEVavXQgH+6lPOKb9Fc7MFGr6um5gAF0nb+Eja52sm5UIS0s51
oT5GU6MdEAXENmYc5uFfbQIitc+hzDxlCGue49kZA80O23pjNW9NMU1uXkbc5fSZVxdjiFqDVHhV
H63O2RtGqx5d0X5MzPQ/q8jSIzCxLRzlNUjJoSDHusoCAVfjWqbB4V7s8ladHzH4CVvf5JYkrGM6
4vjLkjfzDk6U8rJoVoxAtrtEix/DxvoPYwZt9gfm63NH2PvPzNpC2ZiN68MKElLChwAmSnWEVQ6V
d1HULuSWrEddfrfQzw5Qf7QH//4Wk1vocl/D55EfzymSMMhVFWl2nSyKIrd/bDGA35kmPfayzAu/
Yk/vK8HFdX+8G5/FeOTRKEnJzudqkdUUEnBDSe5RDblWa2GIQ4I/4kako7B/67tQnaM+hr4IO2p1
dBC0nOkWN48VHfJ5p+ujElCKxz9LU5KsPMwkMvTyR+9/7J1Xc9zImqb/ykTfowfebMw5EQugiqYo
ihSNzA2CYlMJbxKZcL9+n1L3zBFJrbh9rjcUoQiJBgUg3fd+rynHd5Wdi3MVLCUWGX7m6dSTWdEk
kITrPo08tSx7b7Hsg+stU7mHmBrctm5j3424sgapWffjFntlmUFJGJU9pgJ2KNFBYxfcBa7ssSPv
C3pTS2UtZirMIeuTInK7R18MvRlPsw6r3dAZ+dcsm0DpRifsb+1gzezEMPto3Q9BYFhxr/TSJz4B
n2NSLUa47BRh2F90Jcyc41NjN3FZ+PAYl3YiL0FZnvwQ1Nb8oaXEpcxctePsW7mMJXdZOZcNx4uF
ICCI2alt6PohFMX4pbbzsdrpjdSTeCrdkDgkN6rqVNGoWRPFyayNvSX0PwzEWVWJaopZHcRqAPBl
dRFW8cQnK5B1kkn6voo2ad/w0BE6GJWv/ljyyDZOxjwfHtdGFQ+il7qLfSkkZIWlUZw7syEwY7gX
WFcHx7odHbmYCUBzui5Bpd5ezz0Mn4SWiK6TimQYxOW6Nw655a53BkyYr7PlzaduvwoRswPrzwtn
RHufaxIBdauMeh8VHq8glxteacZsmhoD7wh3ZGtTkbnLGVDBSTFPCucfYVjbYamqY/GgMKROZziM
j1ltFyN+1RtWnn5Tj6emo7VMIW92f7SeLKa49hXFiC7c+gNnCS13Jr5Xt33hOw+MqsFO8Wwx7AR9
cdUmvrNRLFs4hvN3NUV47hgTp8Bfz7zjgvFyptPwgG8Am/toWPF8Rmh3sZQV5fNB5sWS5sAmZ1RT
5RCLSXRpXmfb1ZzJgrzLfwOEhagH2dRCAcOLeWm2JYN6tohgmg9zO1gxlFeRmIN6i/r/k6UMqwfq
m+NS9hrvmnDMjyo7VIfWyYoLpAny2jliIGWz1ik8Z/XGkeAnSxkIHnQKTjnw5F/ihuYWzlZeFRoh
ReldbvNsNHERZv3fxpaBFuBDQBGB98KtPX9vRiWmqXdKfdjWrD5szpGQ4eJq/evR8d2z7sXwOPbf
6IYdzziQlJ9fZggDOY5drg/49i9OEiGXuMQO0JUxPoaBjFEcL4fQ0PKL2bWSk/Zic+hhBjQiNoLa
/zzWQfaJ7rirY9cYJOqANXfvrYZjfLJ5uAzFG1VYm7hmFxQo67fy0c5kPp65RCt+ae2hLHakbmx1
OiuDanjMVmqwdtZzFpfkJJRpNsLuBh7TUu/qYCY9QpUDFvHGJN4Ltwnfz2alHnW9Zd9cPVR7BuIw
xqiLi3WfT6TAxKIoojoNTRx6Y1tvBACxxemIBAnggIRjsyZAAxXaWzLd10ebI8MHJsZ37RInuRcP
l8yxsc5NdciHaCTKQxsjQTVFeTbmtr3DPaP51royvPn1O319fOSqsLw53xzpYS9tCuXQ1sMkHSaE
W2W3+RqMF+TIe+9QUi5vnFZ+eoNHATLNVDoCL7tu5BtVfrQt6kBp7Zd7m1PbtYvJ3zVOmREQZ9Qd
K7m30Lmf3SB6OjjHPFcoEi8Q7rJy5irLDHXogWmWODP77N1mO/WdITz75NcP82cnCg7HQIDon6np
3ZfzUMiaNi67Xej03pIsYebGEzh/ov3GSAbRrn1sOHqMS1MMe7YP80qtS/VOUzUkdmlG+2yYhtNK
F+YX4CwD/KVu3hN/sJwGlR19dWst3g2kE14Hft5cMDes86F3mzfe1E+eGcf7ozkmQmTMBF4cwBx/
KkK9qengkhxzoBavTilDl3PZifz014/sJ4PiyMI9kos5YIMHPh/1piQRcrb1dLCtfrwHeKnrlBIY
RMQEr/OrzEgb18LR/deX/ck+AMSFDTBWhZBYXpL888hXa6nm6aBNGJmeBP4Is7E5+J053VVzF75x
m6/FLYzhKPpzeYZh9xLRU3QfirB2p4PoRvOrXXoba53R+WVidbN7IeH9PxSuGj/U/bYlM6ms01qF
j0eQBWCnw0wsJvaz/Vy50XSns2IUO1QR+l76U39JtDup0wPc3/smz3S/WzJ/OJ83q3uvCsO4lWrM
LpWVq3vsK+vHwg+kHVvSuPcL0BGqfKvp9muLnjL59WN+vf2xJh4bZ0f/QsqUF2taGCx57W7VfOiM
KCB+tc3pL9tvBTK9fplHNjcEniNrHF7N8es/INfC18p0mrA61M20p7ffI2yYx3uhPPusow3xxk29
HrKYktFggtQNZQjzhheXa+veg29fHnSWL2wvy740sx7Ob13HZWbdQRx4i4bykyKUYwSO/0dsFtHR
y8aJqEi16vygPvTYcdeJr/OlPG66CAhRcmzV3gYHeBjE3DwNFIVD7GL3/Ak9FSbzdjujoSLt09A7
miX6b2e/oROCQ4/ym0780Xn5+fMIK6iEAOiKiMcJHAdR1hFmfWvGvn7qz6/yoq9t1YQsmStLK5t4
eKIbYy2pwUR1sKkX4L3paT9Hujn59QD+CYOCnYpeOswAXjprxfObI5m6mKRfqIPWGOqWnNmvLelv
6WR0zVlIs/3Cd/MWTmw5nzkqsE6HsFg/mtryk2ky1cloau9QR1V0lfVF/cane71OHz8cdTmEqO+S
kOcfLuJ+lyDI1aGCpwTh3vbwGDb1Lqrl3w5J4CXzhjk8H2EAoo2eXyowlmZbg14dOg5G5IypBWhb
v+kjfVzun58wuQwt4u/k3uMEe36ZtnXsUbScz10KzxQENvvY0ul8X0xLh0dEiTduFqkdXRGbztpU
7oxxXu7k6FcncN2Gf+P5EvTHuwf9ASg4Pv8fFpZRGIpa1qJ4zTfjgCZtuiJQUe4X/Knf2HJfr5R0
yKE1wxklw4Uz0vNLSUn1T4IKk2h0VMx3jUnQLeXu18P59UqJRgIqLI3K43nvJYBnh6VsMouNHYy/
OKXM17EDnpVKWIm7YdzGN+rJt673YtJ22CnlmtrksHq1ukdoo1N31Vjl9ca7xV7fMhn4CfmFoYPc
ALyKHYH2//OnOBGiPPZBpA/IcbBOISOvi4Pcbk77sc/vs3ZcgD7yJTgZZ7+90EvQHnAhl4mptH5L
dveTyQlZHLD06Ij82t51FFlhBZ0Haka7KxZGvV3grYvdqJZvxf+8VilzhIKY7kWINT2UWsfR9cNA
VTKaOhVm6pAZQ3BbIacvknGURLQHUvk088pivQkbAskTQ6/NvRGE0z32JNiQVg6wUrL0rGe7lZqH
GD4aHG+ljx2XyRfzGgc1zLTQ/NNgfinuaptgcfQGhOgLL7iw67X04gEN4HnjDFNi1ZY8IUBKJt5k
bTe/HvM/mVmkTiFAIRGAlO/vK/wPz8bF9dpiR5wORkNlKbLGObEH9VZx89Or0DZB1Em/Fsnh8zfg
d81aWWM2HXLcE9JaTt2Jt2TVG/P3J2MKNjQI/JEbiXbmxXsmMKFus+N88mpcVx1RfnZXGaQe7a43
Djk/uR+uRAmDbxRCuZfWjFkgrNmlaXiYNzIU2rmfUkVo9xtXeb2ph8AWVJ/8RazMywV25YObYcuq
x/LHKrS4VooogpwsZ90SmkfqpNiMt/wgf3ZRRO08RGo0cJkX5xUFRF/2JXWoAftpP+o1h2ra9Wmx
rPO5Mzf+B1kZ5huKgNdvDj0SfhdwRFiX2FOejw9IdkOJSIvEZGO5UT1GbYPdfSKNo3jjQq96NCx+
XAQ7Te4O//wXS2DXr+taN7ZH9IOcPmeqd3CPavCTsevRuC1Ija72fVMHlyVWKRf5aAzpr+fbqztF
3HsEEqAgQlx41S0YDABUBOTDYRyqMJaVs6XSHp2k5ED9xvB5NUi5lH2kSThwirjmi3vNTCPSRiCG
g4rmOhFLYCXbTFD9374hWk1YE2AghaD4e0DZDwvITJN2joy2OASm8veI5j4EhMvvVC5uf32h1zwV
2qG8M9CDYwcW08vng2RqSGHK3FIc7ArWEPGqedCTH7Zge9Ata9cm5IrWwOfbWon96oTr+2gd1nu8
u4r3hTNNNen0HXF57tAEDWkbWvzhddN6lGB2gYuWHYOM019/5leT6Tis6dJCrGEOI8x6/pErAi4L
V4TG+QoL4wEPqtEgxdQvDrmr5vfk+BV+0pvD9EbAyetBBkANaZf5y6XpUz+/rB/N2JJ0ojjUjtfi
kiR10hftsCOvu36LF/UK1Tk2O5FJAeuw9h6JXs8vtmRiyWd3czi3lPVDgdTiemsXKnJbeETZR7VV
l6frtorzDMXUlMCv3ZpP47QNH6xR2sa1g6eOe6ULUZxVhdH0sWmvfpt6buPNOOAYgwNUGhlRUuL3
qbBVNQMVZ5U5PuF8mb2fvRIGhNkgOYxLY12hKDYYikGPGEuP/k8gCPatmtJMt37q/QsVddaRqyGp
xILM7atz5YnqWsggaJNq6jKyVvzSkfsRi2XcirttShcxD94hWsf1PuI0baXG4GffxslePxC4Tfyu
pShzRrWSaBdl1oLlEZGJX9p+MsyzvMH+hAlRujIJCuHV8WTpQie57ddeQih8dzpnZkZYkRhS5o3z
tXHL5ujrUcmLzK6FnYi66bMESZC3YL1IHNl+QptFYs1WwFtplik8J59UfKUVE3l74c99QUmLci2p
x9XLTqvNgJ9SABVdtkFBs43zxjCmg7f5771s2NRp5G5qSzwXFsXOL3T5MeyqfjyFh+2b+9WqezIw
R63aD64u+3EHCU7cG6aGnSjxXuaWKlObqenQC+OZy7GArpN7X7NozphgyK1wTajd0orDsesGNmc7
f6xREpDzRG4Kfl7GRphp1qj5c900I5Em0Ugaz7p4xkenqcK9vY3WpwFrkXm/Egn83pRGY+zroqlv
CKYb92vhhftqbcw8nTGiveJJu1+sYrTPBz0EZ3Y0R7tJW/I6muf2jirZ3Udj2Vy3aoFUHwR369a3
fDxcY+5X357GBOM9hg6yGmz+V/cJsyMWGnNTnwNsx770ARRkSURRtSc1HTCys1v9ubX9fNsb4Ux2
ep8X+ccmV+UjwPkSxXbJApe2fSCRX+senAJLdYhReegsyWrL3CW1tYGhPWBT0aV2O4YNsY2OP8bV
bMun4QhRoRRW33omOLXCVnWftzDPP9KC7fjhCrHRzumyrIgNQu2vxkhOhOZtw2d6qvaDS0bhZx6Y
qGjNb96NUxZhu6vsboYPWzdOk8JLKv0kHyz3MG2liJIis+0TaxVWh82JXFpe1rxmsTtGtLWJaFDl
dQ/AwhG6ck0V9yF6rWFc+1M/6M1615BT8NBE/fG1d121oGCQOoz90hh41x0U/KQOw3Y9y1DJwXPS
pnww/KH+KLdIdSkFHxXKagB4njiIL69qVdQyHlZYQ8kgs5GW7lY2S1Jay/F5L0qXZy1kCzsJ21A8
FlVhqd1GbLNIOO9MdxaLSUMsbTZdCsNtP3t6kO0eXZS4KYqtDRMBWzG67GEHX0ZiWA9241hznMPR
somoihY/biMi1ePQK9dl55F7f6CUxC5jzET1buZktKFznumLT24Hj2lwp+o+X/CnJKunUNU5VexY
lBzuPawVvNVxdz2TUCfKqvVZZY9+iYJqsT/IEDv6RNW2eiSB0dM4muVY+AjJmWg/ckvRSWSoYdlR
M9Uqtfogv2EiavN0o1V9OfpFw5ooMDSIiQPXV+6arXPacFNRPI7r6CbDmoXxUubztO+pjvLYG8pw
2C2lh097j+gk7qq5X3aBcrYhVvNSYuachcKOQ4ja/m5ldcROW42hizVQbk3QvcqeaaBZfeMwkpAf
kWGL27kvKzsuNZSgZFtYYBNza8JuJxoH1nFeYqbW5JXlJpHhe1+FW4Y3A7tA9m6ayulxZghdu5ux
YYLs0QNNMqeUl1W/Ep7jymK5NGXQ8U6V499U/aSGFAOQCrzaN+r1xJawZtNgDTL9rq8xnXmnyhVS
uZFZ7LyQ4PvLqLXaT7PVE5leFn3/WRk2NHRwAEwRJGzBMVYEg6CuQfaNgCIbSVnPrLVJnKbsFf18
GRzcysnynWJ9ToW9iTzRdgQnPiDh7tMUWjB4jcUDC+uPHTS/QbV+0tSF+cFnWT04xJG1qQItvYRf
7zaEHoC1nHerbVasN+7wyc+27qxgttNgJ7Sjjo28W8kaqXHZSiDKMd+1LbL3bojpfWyqwDwxV44d
ST6vFhNtnJ3rru14LXnd5yolLrb2Y/iF6sPQV47ec862RwLtpffE9t1fgeFu7qnF2iNjHs38BxSr
Uu51BlT63tVR78Z+VCqRRnXGfJZhsHWpNMfxG813ny8aS9gfU2ahBBR6q2e2WzhPF6EO6JZ7Hpn3
KWT8Ljwpy4CMt2BdjG9BtvLfdsmfPVah1pC2G3nvtE3rIr/KS/wz93NGftDJ2lpbeUy20U/Y4Znl
ftBR5yX4HirvFO0Y25GYBjPYkTHYyp3kbP9Femb1odDu/M0yoJXsN5gZa+IUBoyEQOEZMIilf9B2
3T0ivCgJ+W5xEkDcb1f7xma749kJx99ZXr62O7vpyiItrZ6aLxpcw4lN3Ldg+/bL8t41RbHuwCEy
69Qh3ZgKtB7kCWkdK0skvYohnjDlcOO+6/HUtrbqveE7ms6O0wSP41ZGn0q8tr508zb4qUUbqt0r
ZAm3pG1Bmmp6DDJyc5iRQmL+vouIstj3zgScURkChmxdrgTP6q3JjIS0CEeltG6bK+SZpZ1sBdxi
exxWNyE40xmTGZZknvi9g6FW7UnHw/yoDz45dutewtEpy2sJP6ZKB06BOHu6xrakjTdkEAL8soeR
jKPBJZIQtjainlgK+94a4HrktHKTLRswISgG1nVvDqcWpccQXZkYiH5SKjLuvHr0hrg3RmuBFeTa
ZWxYfv9N44b00RzD2oEG7M8XhWfxcJdRGZeDNrFZr6PVeLAq23xvOY01p86i1yzBaWY7+HKrbuzV
xrxj1A4c4Ej1m53SkhTfqklat5s2q6+GWYTRzpHE9sUqlN03H0jViTsKwjqWQWWuMZRmEhfyenKe
Ckg6NatZsRZxm+lBJOTs9gd4tWuzI0wmdNLWozJJZu0wwJ3OOh7yapbidGyKbMEwoAZBm1a7+tRO
VndjrFKLJKiPXpWis4yvjagh49RT5p+OWTB+bUo/+LyyyTD+R02f1AUCGBItPStjRqyyj/Gs8hEo
gnyBiIK1P+WT7JrTmRbaN0QkNYM3U5N9KouI2BBvjRREBGi9N0YzrzsSEPgdm1m0fRI0AiZANLcd
+tbGwYfd6juXw04ti/cRkgPaZ7Oo4HyVy7SdI3/BmAWItLmYcsf6FBqrjRvyNnln5jqoIAHNNG5b
E9ZdPKq5fmyymUzpzoya7kRSCX3w1Gg6SV+3bIKZCqAJzSUZF6f1MOprV9vaSfRY5Z881c0qJmyh
l3GFfeA5ndLysdVbHqQFpiWfyzycDtIrK7CxDVgvDhCjelftNJNzsGS9V8UCI9cv4eg01wvkZSNe
FhqJyWiLwUjGgON5ua4GiWEEA1qnmNcaSenZi5u64VjaJz5xYl+7AP+SnUYn8aXSNccitt/s0Eyd
X10PmcsakI+bGhMTneCXBfzhds0bHX6p/WL81rWtKhIrw5QRAi8Em2StcRqLA0ZngflQ4d3LKQo+
2yqoh9M8mylF0Qx4286tq/FyLMM1xF+XnRMu1TZ+RRKBA0Wgohy5Fuyyq2ANDaheU+91BIdW+a0t
itKAGV2WH2pNdmzsTmU/8a5N6xaQ3flDY3HS7wc7EN4uyFdk4QDi0VvmLK9g12NhiLGNdXQYo8/5
0se6MoDoTfaX8yKf8xMzE+oeFNR650pZX80N2TXx7AYD6VKF2I5BNMtpVqv+IXDLKQmDzLuWdE3p
Grbe+gbx6Dsq8SPi+udnQzXOhkmP8mU4cddM01b4k3MOlCASMXmaCNmFHT5TFWd5zxLeXmYhMemV
O5wMCmFA3VtiX21rlJhLaV3TpgiTMe+dnTdaGyc6NZ+XbiFPhImjaGhS8MbbIJf9AD6w+w4r/Ofj
8r/EU3f15wcd//lf/PsRSEoWIlcv/vnPd8Wj7Mbum/qv44/9z7c9/6F/vu+f2hsln57Uu4f+5Xc+
+0F+/1/XTx/Uw7N/7Bihar3WT3L98DTqWn2/CJ/0+J3/r1/8j6fvv+V27Z/+8dtjB8x1/G2i6Nrf
/vrS2R//+A2FzQ8Iy/H3//XFy4eGn7t5ap/EQ/3qJ54eRvWP30jw+x1IjbF6lLYdfbbAIuanP78U
/A7BhfY34CLtDYgbv/1H20mV/+M3y/+dJtYRFqRRjufrEaUZO/39S/bv0NIiGufwkT1sXJ3f/vve
n72lf721/2h1c9VhBTT+47fnaBBtDvSdcJGJ9waUO7ayniMlXdYCojbZtV8Y1icf79Q7rA9pPhPH
WDiJi6P1124JspMfntBfn+LHqz6HAf+86jFjGct8bNBhwT2/ahCKtRja6HoiYDMO16a4GVagoX/j
IlCk6MND78c/4PlFBjsbQqHC60q47qcVItwtYMay/q2G2Z+3wlJEcw6RJPHFL25FEzEjtRteY7pP
QRbawr12w2LaiWg2T802+FtK478uR3OTIWODbr2U31elNQebDq6tyhoO5uLcCIixF6Om1vz7T++Y
0vXXhV7aI/ptZGtzDq7nWlppTpMyBt14q2fxs9EH4ozQjx6ghQb4+SvyxTjBJPSvmyyMPvBNk4gX
2hfn9dYbe6wm6zpxffGmi+nzJudfD5HEFXzOjn7SL1u3dbkVa16H12TDynR2ZU5rS7lumuWes9+6
qLrREr5uG9TBRzh+/p5TsPhaCD/IYieDk4b3THMIZARlJ68tjOPapi3eeAE/fTY0CEFM6UmiyH/+
bLSUeojK4BqHw3HvVBXJQWFJvYqjWPHNdrboqgeWfgMc/snERNhmM7RQFSJSePFCVp3nbj7b10up
rHNbzlG6tVn+9ycmTSQmP/ZHLDsve77SkAjptHkdNVOV2Bl1fgEE8+d+9Gw7+nGJwdCdB/Sv/fT4
lgPEH6SHMVOgJ7xc2vpclFL2xcWyYUixk543f4rKsO4Ahan1OaxhzUvAXBngNAhHtAQs2AipcolD
0KeraQ7f6N9yQkJgDSQ2Bm4fcpjhlZzAMQ+alJBjsk2HLYzgjy9GibQu8j9U81EjSHxSdrWVENNR
Q6iF0zDqwLsASf2dxDcTud4yyG/5NCqNZwuSI8JfHbAjwZmKxo/ROx+XCWAlppNQ3qre5OXDqjvj
SOSonTC1VSVmAZKYElW67UbYalbMjF0uhEFl3cNjtNO2K6oHzyqLJXGDrbSSjqPOSTg4zl02u20I
jBU5H6QzOOA3be8gq7Rkc10aTMGTiv+wqbsk8sxx9uYvvtVT4NeIibCGGHqSKoexR/bcrcV38Wmm
nuDVcIKtLGU8Cm0v32RZYtneKtRo3ux5nKCkkd/wHCPM6tomOrO2JnITppg4+AMKlbNuzdWt6VR2
uRetys5aM5gNUF4bZevo5QPmokQSkHPVWVOXCpyXv4XCaVa69ZYtdsWgtu7CngtnjAuWsDVWuSeK
WIzSeJILBL1UsiacRn5VBucZpXe4X/Do+tJigrnETbQAGriDgXhXhnkFLoDk+MYpvOFKNGK47Bqu
AIod1Lctcd1j3IVGeMemIk747Sg2wt6fP4cGJCN4kZRgA4mRV9s0eofBjMRDHgVNCfCQt9aJLxcq
L0qoco/V++STULPoiyIcp2pnTz2N/3zr5+zEBDLr0yaI5gp+/9ynZW4CS/e+bxh7QlAHK/V80dLl
mPo5doyCfo61zf3XhqoNbsDqdZeEV0DMd6placBYcmeON7RvvN6tEo/etBQFpRvioES0cn00Z8CL
uMFdcOcslf0x6CHDpluOBDgOON5vSTfMyItlZ2WXXQVA8W6YZ0jcNEe6OQ2rcEZBVakL5B3ON5r8
/nqFt8l8sEU1X3alg1yg1fZK/HnbgDzUK1rNuNFWDWgG21+Rw+eh2ASnt4w9xEs6aJE7uyYhHtBu
qAfXDhtxpc0Pg9W0TDETbwQckWc7A6PvJh2vYgk36qw8+DaHranjYQr9vTGazJtx8MyCfaUIw7Qe
zLLcZY5eHovFcu/sClxmVniWBfPRVW8id9BPENI4D/Ow1ndu0HjXNEiLr9HShFNauNEo0zLqqrNu
YTSfRQ2YGf49XXFStG53hqWqsSTca/+1OBp3xCQeNV9NKo/PfILxYzsFAMc+ZlnnExrEKg2tLvoS
1U4G6AGPjRZHpBoJsK7Xz1mrtnxn82yxeBRRVaUUi+Y77EfkFzJYZytpl6Z8WnkNZZxZ7XRr2SWK
pMrIPoM+U9bATRVf+tFy7xfH7UFnorIl5VZMYHRRZcyJByZeJLbLTkglUS5XoeFRfBi0aD5nRp6/
A7XP2wSptIeAdt5yf5+hZZ73Mwm5Iu1aB2WUIQLvDiO26RYVPmOQ4N57qEuGSFaETmZsIQjnDhaU
0InY3PkelXB2Pax9XZ0MxagKhNG6Kk6aKAINarEpewc+Q88hMELitLtxArxGJXRshQzCKveVV1jf
Zqm9HPAWJ6p0laOIABXnQsWQ8ecr1Ysac7h1zZPCM6wLYpw8ErcBvUz8AOzhaCocCYDouq1mHtNU
X1eMe+BoYIt2h77NuxrnxnASocR2Zwm3dc+ncq7OMCoIwncAQbr/guF8t5HdYKNP3ketYbECDV0L
MSTxMU8tLkIpBd5NLMctuBv6B00nKpCzc+M1MpRJZ472pZKuQuVkOHmTGhNUmXMDedr4bqxhhKat
apm5HqTZiJK7bbPdcVbQN4zglKRBtA3HzU5Ilk17XtOQlki9m4zAPlhOEXxrOx25uxpv9pPNwaaf
oImhG+PaHfoEFxHyUDzSiA5GS6pVbDrC/yy9er1woX1Msbn5U5toxzf+QDs93gMO0dsbF+yDd11p
oltrmurKRD37ZOSe9cT5GzvhpS149b3McyxNMpHTwezGetkZQ+he9/TMWzpEZAdZ92ExmrfDOmBc
2q+jKOBmLoJ2iVdUZtI7kMXAmSUCt7w/yn/UUntiH9Sl84dH/bumRiAh3h9jpUrU4WD8sAsyczl1
6r6ihxhKxOnjIoJTBU5p7VaYVFNiRoNR7Ka+qh06a+7wsSyRDaa2ipqPmRkCkE5BqWFqRQyf1ICl
XsWtexxZrk9bLBma3g9i18kzP+2W6diVaf2HBd+ZFsXtDCEAU7JpSCIxgz1LX2V14q0DzOfFbQgP
X9Roidjxq97YmaWbi537nbo6mou/xCEarkcHBId+R22CVmaSuWNJNqI9R4862612lpd0N6ojvB9R
BiZu6eUZuJODJYaHTyjSwmnzG+Q/3WTFBWWFiueC/nGCt1wkdkGVaTulQK1cUhNqMSSlkbPN+/Sz
hnemvcyKzjNg6Uk2duxUfh2u5WmRtb5xYdbdlJ8vbAXRrvOqcjlrxs75CDk1PPPzsYGFZPjyk8lR
YY7hA4ss8aogpJmKMJHUBiOT0W2Du2rbI8ml7xA3jfSut8YKvtjDjDY6i4aV88mmjCS0qozAh4D2
GCemuaJzNgwjd7Y5lAyYPK3GezrY9PBA10A96RFwcADWb5jZ2eSae6GV1STsRkRCDbotBpBVt93i
0ZkXrG1wt5tT6WTWt0Wj/ju16a1QkyDkPbHXzFiuitWBPk7JDpnA6CDhndIAam58NCLhKUBigGik
OMpv4zHq7OkcjN/M77I1q6LY9baoOZGRJbZEs4m0+1pJyN20S2c37U3FrjbKIiweUWV2XZHmc2b3
u9mKRvNkmMTgEn8xwI+K7U31S7XXlhlU79eyuuiWqj1H8WdMZ4RIw63AS7sB+xW2gzarFP0TJjdA
pq6XS49+WOtBzjXIY2Cp92orcfRqXejex0LQ56SiE87A2kII2uP1QKOeQkwpGvOlxf4aN9lW31Vb
VEZxvmwG6zKcn/wEyzdvt4S5cbtgHCsPjT9N6qwvo2pKt7ooP+liCuqz73Xq/8edfjtyZf/zv6Gd
V7DT/5biiF61Dz8CT8cf+Qt38pzfj6yuo1k+hGhsISiP/sKdAud3HMaPFt+QEpHHH+Xhf+FOKHp/
R2sJGReLQ/QLpvkv4MnwvN8R/Hw34feAO0AT/w7y9LzU5EIEiQA5vfQFdQcNnSXL6x3thY9btH7N
9P0PD+JNdOl/fvNLxh57galcYJgdkBCqaeQ6MnyjKP+/fOiXCpJiW5U7LE6FwjygV2Rc1ZZj/Ju/
+0Wh3+sAC2/WtZ1JPPC7DqQ/yaCT/B/qzm1JTlxbu6+yX0ArOAgJbjMTMrOOLttll31D+IgQJwkB
Ejz9/2Wvv7tdLNeqaCL2xb7taKtI0HFqzjEO217KKhUqR2qquZRwp/6UebiRLMr+lZP2S+/kkvH1
S5Yd1nvpZszI6YLa9CugJsZDXc3JP0oG/vtjXv7qL62jUG6xLe/qVNme70sqlwMj9OO2lxI+b5zP
glvKHErim4qdcNL8giLT1yIQL72XVQxliU1JUe5epyGqevJiuSn74h+Faf5+Kav0SVBwHKB2Q51C
upyYL3W5ceSsEmzx2ZRCnWuVmgL7TxO14zdk4njuH2V//vXY0Sr3L48nHssS5JtxDs+Iwb+vIr6x
6UsQ6JduwgHXs6xu61QiA+S6k6N/m8fkFVj3C19yXQwXDZyO/YzXIoJvGltlpMJvG/PrBMWcsRz7
0wAfUsInAQMNqqtfRSG/9NirgVlOpgLVhldpqfR9HkzFKVLOyzYNnTWEHqStDudHVac9spa/LX1T
nHEpmfx7VX8xevfSo68GJq1p5brJ1Gn0tEA/8VrF9kvNroZkjhDPXMJOllqjWkS5tIRS6DUdw0uN
rwZlG6KMibfoJQXSGPoC1Z/N5LY++WpkTpU/KF32OMFxHBxr0I/3Nh71tte9rhETLfgQBXiTKQ4S
mFDico+Y6muVJC+8l3Vp9dI0AGCYpU55UTYHROLb3cyHYeOjr1ZNBv5Gs3RoXUlcf7zv1CtZ+S89
9Wq9pAHSTRcy12kZTLdNXgPbhpPJprGzLp4AEUR4yUJlitLqc1c1zRfRReErN0QvPfjlv/8yE2oW
G1D8QplKxqrPPfMMomYGuYTbnn01MsHjgqSAMgTLTJktwOyfZp+447bGV+Oz7ubRh0NXpkFdA0IB
rsRpYsja2Nb6aoBKQD4GwDlh7kR6iUftPpi+b2t5NToZB99CIOM0NSMMbdFIv4egk29qe013RKgP
8DgBbh4qbg6NU5+FDzDNtrZXq6afR1wvocaVR4DUuLI3J5QfqMO2xlcjc0BEc+57PHgFuVoTRrg0
kNXDtrZXo3OKRYtKGTy4RLNe2D6apnmzrenVqtk6HKzjFk33HI7OIeRXXu/4ttGzLgOrEOKmvUHj
ILgj2RC3EBufejUsnaGmB/NJpnNtkb2PyZtxpDZveyWrYWkAg5w9JtBNNKEIB3s0Zcn8uK3x1ais
Qa9tq7GRKQMZtz7miJVGn3hnO7Vt97a+weYcmXNiqGUqlmEfk49ILdz2NdeX8CgOGF0eouWOzFdD
ARpRY5b3m17LujxHRUKOE0eYXzb2K4ibN3mk9LaJcI1P6zwOc/IFzjaFjr2VnnukURH8I7LRX5v8
YDU0c5QVlUgtLdPCF7ctGXDu8azZtioj8vBscUuQI+hB0y1wGgS7FXeK2w5UwWrRNKEATKdAu7n1
EAgmBzdW27rfGsnSDjWOlH4lUtumVtbIh9y4sVortZBi4stZ1yJFwqg7INr8CQdasW3Mr2vnkDmL
xx4ikaI0oE1jAsRd1/TbNkBrjWNLEKcqka6cqvJTIlQqhLdtO7hGFQGpJ2URUoHe55D9rfwE4QK/
29a317QuT3qRsjFazwt1gwH0EAxdsO2F/1Fi+Mu+behtQUbc9aSu+IJFGfzYEdccmyaTta2rjkvf
jqjoT7066FLcxnzAtdhrpJzLGPk7z+KvAb8u07ZT2cBjjMaRLLuT0RFAk42PvRqVuI/D2WFGN7ES
lGDko+1GXNhvmwT/ALf88r5RLUoHMeF9N7H2gJHrUMqWELuxHwbPJyopkQgCbiJuaWeUI3m2AIza
QU617Xuu1sxomsbJxWi98+wFs/xDL2CqbWt7tZeVeZ9PgcBU2BOUzyB1Kq0WXNBsanxd/YnCDztp
wUTKdCBxx+0hw7DRYtvwvMSsfz36oHZkLLwZj46s4/2i3jD1tO2xV1vZHrZEEFu5SFGUgbwNm0wP
k43jja2vVkxiAQWvRIdZBQW/uObbFfG2bbK3Wi6Lzra4HEPLUkvchZ/qZdnWS9YapH5G9aRO0HJD
wNkT4VcH8fjGtld7Wc7BEcdVk8DB4ZJzOIOoPbrmlTrkF2ardWYbpIVh3XUGQ2dMUFKAAtoJvLaN
T74al8LUUDMRjcaHm3I+NtO2bc/aHM0DpARPy4g6rm6+UXV9u0zplp6NXL/nQ8br48XFyYAnBqMd
l5WbFnhICZ43i2vx0QjTY/cQOxioh2sUoR22PfFqLCZIeMdF6YSxuLCrxt6G8z9LGP5zIQNp9PlD
13PoWYeb0VQL1CeI0Dy2Y1ttmpviNc3cNSBecYdPiFL+d318C6P6pukDl3bPH9vRkCNTBAsZnd8X
Y9q+JlH9/UiB6+15u35NSd8DbJnC7vdtRh3BAljdpoGC1JXnbQ8JK4ahQbdzKh+PeTXrPWjNxcbW
V8MQBUsVkiYunbojfboEXX4AlHPTEobykeePjjo4qM50i8aLFgUhsfJvRHS5/N7UvdfUyzph/SSB
20tHZJSixMwdhwLZRtsaXw1LVQxeDK+0SKOq1x+XvBtZFvIxcv8os/evERSvxmYBBxJBkgH2DrV8
ABB7hwqh07ZHXw3ObuIodzMYP03jn0Q9w7LQVNui63G8Wic7zSYkX10GZ3PkdL6fndq03KBy/3lv
maHdKEHlxWzVxqeqXfQRHAKZbXsnqxFaoSTesBCz7DwEas54AWECcldGt7UzroZp7zUzTmn4Az2B
8qGqx+8Snom3255+NUpHtSCz2HqYt/z3ETcXRci2JWJtDRpB8Lb0MiOCMLgXYW72LGlegxG9MC2u
TeVcd0iYcWi8tt1JlLcLKTft6oEcet5X6jgYEMrEtFXF5k0dEz9jwPpueyfr+hQ+L36QtyNPp2SY
bkbPa2807pK2bSPWLgvmKdh+kBiUlbKH+myi7XkGlmRj66vhWbW+xFL0B8JHNcekH5ZzPhTzxte+
GqIcbETA00vMhLmd9iEv5lRAc7Tx2ddjlMQLIEQ9y6rEjKceVqPM4Zi/bUJf00W9vCFJ32qWgZLf
3CURihVBaHtNA/hSV1+NUND3yznPC5aJConBUWjqIxH+a939MnP/Z9wAYMPn3b3FQgdIgGRZIzv5
jS9ueSOhroFMTMvMB01/2xS8TgdilXAonIABnee9f43V24P3B77yTbPYOiMIhQpIi5w7/IqEtQ8a
VSPnCtTQbbsBtlpQkfLPtVsUy4bRjQ8R0e5UC+42XRr8B0sZlS/wkdIW7IIxZns5DfFTg5zTje99
NWr7ZhEONcksgwxTnkglwjeTHoaHbe99PWqbJoEICr2nAyUG3JSqubVBRLZtZNhq1JKWhIA04M00
cow7FFno5dYbIrLx4VfrqmdySmaC5qF16zJNYv/QxMW2JDVgQ58PLO7P4GaX6DRWiwcN/uuNmmK7
7WTHVqO2DhE5BNoB81nZlFchzDWn3ENK/qavus4QijwfqMcC81lEnX4fdW3wU3Ql39j6aoEtkWqs
XYEXAxpPc8g93p3AAf5nZW1/bX7XWUKJZ0LeXWbLBrnimbMdiofYwratUutMIeRwVw3ygEHQGkek
2IJInk6xV20KV0Ij9rzLUOTrATqGFXZAsnxmJhSXGdps7JDrXKESyDcxCoJnj7Q7DJ5trkcWbUta
i9dmKVYh9VvyBn0mAlIC27F4vwRztW2PfanN/jWm6MA5MfHoYTABdnGPKjIUAoZQn23r76uh2tAw
RqIT6DG9bd9qEtGrsaVs25EpWg3VsULtHoSKLENG+ffKqASca9lta3ydMlQ0MZQXKGLKxjpihyKs
xqMgZFsuLHKUn791EODAFGKOgW3vic+a1uFRclVuupJD7vPz1isqUeDehCyDr5UcQQLjV2QOwaPa
9FHp6qgKXhiwYhTlwp0e530eX7g33DXbhuo6eSgH2KX2W5TbBLLx9k2LurR4kf+sMv+vSYyultUp
V0qGYApltGrIuxyJpgCuxMk/E4X93fxqXY05REVTiC7Z42r7WgI6sPeACNy2G16XkQc1SuRchdGk
y+CCXazKjMSCvtLjL3Phb/ara2ZpLIOya6KAZaMwBsQfbWBqd9O5unC8tvWc1Yh1XDRLrjCVAdAw
PykfkqOkSUD2+e/Nv/AL1qlE5QWUmYz4BX3StXd9DhANgljo/Jor98rfuHSU37ylS7nBr/OlUCxG
p2FRFirHzokgxROWcfvtv/+Cl1pfjdx2KlvA3P0oY/FYnpRfAggOPca2178mrzRclgGZaJQtSyyP
MNs2WTKxfNtKEq7WWKBvWh/LXpRBxcZxCMz5EXkB9bb48jqzqI6qEQdMdB1BCUupCcoUydzBtpG1
pvvDUklARliibGbCpm07W1QR62Rj66s1NvJiwYALvRTmFs2pK/t8t0Rq2bbZ/kPw8stFr2AwkPCy
5tkcYa5EtmJ84tA9buzvqyEL+Bcq6CR2fR6KpL47Zdi1hS3o/ab+vs4wGqIqn3yFXd+AYr00IDY5
9UPJt51y1jlGk6cxpIGLzeQwoYySACz9QxVdsC0DEACs53OB46y3qHBkmZnn4OKe4PyI6juyca5Z
pxqBiVS1LaBaGdIxho+xZ8qbBWWIr8z3l6f8zUy2zjVCFu1UskuvNGE1FfsaN3Aop+uS+yYsgf2t
gKodcVVZbBsE6xSkCTcUMuAVz0JcBx8M7dVdh5rCN9s6Uvj8U+DQtsRtjgBdUYO2C4OX2IOORbdt
Y9eZSMxZBpwWNskzEhIesar3qN5c6Lttz77aJEfoMDN12E8ZD94n3Cqi4rUftqUHgqP0/M3EiY9a
4SJiGUOGDCrnQbbSe8xBYb7p8hZq1Od/wMele11g6sl0EywfAAqiP/sk3hjDWackVS2qWqeI43wy
Ofduaql/T01RvzIGXlhv10lJTdAFFYrt8eoDf3gzAXcLIl/dbVsR12lJ8L4RQVrDs2SwXX7OwTx4
N6Cjkm3dcp2ZRFDdpbygSbKoB8gC7MI6IzP2O5u65R+MuV/WFanpGFPVJZkxEsLVuvFuElPxp22t
rwYsraK4FSJOshgiogMZefJY9Mpui82tmTjGQ0mkP4ZJxqmWZwUm4K5Qbto22VyqUX/dA7YgQYwx
YXDiLUDrwHvSfAM6vPux7c2sBuyMmoNkGgO8d0bmD0gIG+DGRfLm203Nr1OUGBdVUvI5yUgV6OEA
6gi7gNOTeVsAbZ2kFHlw2Yi4y7MZVzK3XTUkO8/rw21dfk2LisLRDgFgEFkd+e6oPZsfukgO2zbI
a19bV0ZJR1E3DA4ViEZj45GTGupk45uPnneb0oRljWrl/BKOrq/tIMIrJKcM24brOmOpqVGyBrBo
ngmFvTFcqeHd0I50Y84BaHzP+nwp8qSJxZRnuvO8lIREfmnaZvi6rVMGz1sHDHcGSQkacpiLASOf
LhziCfeP21pfjVfuki5HwIJkImn8RwYf3kFZYb5va301XhdgNj1sjkmWNwCTj7GfH+1A/E2fla8T
mID96aUB/iIrDOAEpJ+rNzyswm9bnh2FH8/f++xAhr9csmV1WAe3wif6PY7or1mgfr+6QtfzvPXF
E83Axplkk57cU+CK6iqHd3pToAi40+etUzjXgmpUedYuS5ABdX5X5qDcbnsxq7GaN9bXprN5xiOi
Un92YCAvQmyaxSBgfv7o+cRaRaqJZHSCNgA5//IIy8C25COQz5+3HgDzVERLRLKhrYvlrGul34U5
MNMbn341WItmwE1pEZLM53B0HT1rlb8PYIbdNKD+g5sn4ZjyNcXzN97ADggh5x9DWr6mI3qpU66G
axWNrTMCU8049/pazLM808K9dqh6ofV1ehPW6QBQ4Aiz8DzW5wD1ch8qZpvXToSXvv2fZzYc459/
WqVwUps7S7JYjFGxB6PRO6LKbcwqDZn3xW/Dl/2mEbDOdUIKW1w31IFPaThIUUUYoMCoMxtbXw3e
smNeDfQwpuTQhVceLeiuxxl90/aPr/OdSuRSJaQpCtj0IkuvQPxhj0B9x69ZIV/6ypf//svWWICQ
NDiIuI/D6OegZkb2JJXZODvEq/ELCwIEFrwzx64q6sM4T1UL0W65/Nz2YVfDl4IeVvoobj/yxPWQ
3kTmAAnEa0LHl17Naq2VYiasDBpyhMQc9Puutkcto22VXXyd+ZQLINFJGOXHaG7h4AkkYT/o1Beb
AkZ8nfvkoehAmGooTgBRe+1BtbgWZ1XvNvb6dQbUZAB/zGNgMrii3m4KpvFmUDBmbfqw6xSoJUx4
CdZ+f4IsiJKDqgsFmIhotpVGA5DzvNdXYwv8+Rjrk62ifq9ifFVo0Zdtqwpfrbg6ipmXV0V0UhLU
D+QPKAAIB7spfMzXHkrQGy36pSOnUquPs43aHzW35tO2F78asH0MQF5TNuo8hbT+DBKp+q6G9rXk
TfbHvd1vZv11FlQ1egArBqM6ixnyiusI0aLcP8IOA8UY7ChiJBAAN0Z61yqGTu22spYA5OWHc/7D
Qj15uaBrZV+KnWc6NcqdIAsZbgnlLTB3pJpDnnFGhPyqWzs3wFx5DkYGMjcsuBLdWCkoV5Y88TJZ
TiEMDi5UqAtbKLP+J375Jw4byFIvb5mb+/qqzZOyueWCy/YK1FdVfBrbUQMKpzp4Tt95Wo+12lfz
MFC5w4/Ii68ksH6R7yov6OR3Yslgl71LRleAKSYslEWUgoi3V93c5/edT6W7aQa3sH5v/CmGhYc2
Vf5WTYBU3EIUFS/kIJEzKt9yPVYQsYB65jl+mNUc9R9qUPDFETUHrTpD3xBHu+IimoGLyqthwIKY
dVz0eekpCPi+R4R+ChTsV3dx5ye63NuesuGmS6ZAN3trXRx/byjMG3dcRNp7aoZ6CrzD5DclTl8d
UDa837eBKAr82CGu5vE8oU2tDwZgQP/rUnsgvu4stEOlgn/A5R7opZELODBoAbaKPUI7+aTSIrd5
dyfndgCev4gMWogjQoII8hDI4ea0QPJAdC9NW8m7JFjAOExwNlH4QTnt5gz8PZw7lzgu6wfpGmUD
GOxdtxxFNEfALo5hretdCT7W9G5JomAADA0KzgJ4WLcU6iQ8PyKfmnCYTbsrkVXIBfi+DaxPiIG4
yIJ7FytrxgPyGcPewsjRzGF4Pct6QljN8+dh2eWuhcvkCKpUXZi9XgyBqwj6J3Bp936YUPVlCo21
j2MZxOJR55GeepABwLu5oEwDB1gCCYtQnNnYRewzyMC1/DnAVLfIDInkS9DuJgZop94zMUl3kuDb
1f4R6HdTExBpIRcCl7Pl+LtpmyBNDmPCdmP80zMFZHK7UuoctYk6HlvyRMBeBWGxF0u4fPPBViHf
KYRrzQFVFIPeC6mSJg2VBQf1up2rywDjehA6RT15l7iDaLspcde07EK/h4uds6FNSSIA49xHI0CK
7YHHZWN/BIg3jG/jBrh4cxi6IWf7aiw+Mdd3PJVmiDWo5B66ea95OXzzDd7Rdy1NoCA6aBt/vmo9
mGxvUMRugrexxn2nv8O5sX5oGCuvrF95b0Dar+l3ED+7ag/E1/INVjd5COnMgf0Bqu89rXxbfC/g
RKXHgieCAywbOqHzW1d3Q3Vjh2qm4M86midV8TQKdKrqlkLIEZQAI4KuW+9tlfTio8HsAO1eLx0v
xSHIme2u4MuZJ31AKmQh9YHWM7MfGfHM8sORflKPzCSEQ6wEY9/i7WCsGpYH4edYjg81Vga/3deW
V3LZYfYgTkNpgmtGlU24x++DE/cmEK6OKHVkJt81oA7pnygOUwBDFiCyDAop5ACzxLuBznEAA8go
pf4EhiSyFzK4gVyd7EEQgiFrZ9pkBCB1IVR7eO0zEFdPED7Oydsevnr2KZzJABMXLGw9xbPZydKf
4BuG3UMpTKyfXNfALr2jjqrxLveAF/1ii0nWQLXNniqPdR5NPQhUWoEUtfNG0ZR+ZsFcR5pANfdg
Qt9Uk+8BYFnTVofToY/zEHkEdQBVz5Mb7eylnFaM/hyhHCL12XRF0tUZrxDoz2CMN/2dniTEmruq
hDMmi3ARwt8JkBm8r/iso813MWDQZbPD0mCTN9BFBBzZVh1yUvBveOvsVxl2fYHeLJ3n9ztStC4Y
j5VWA9EgCilW3DMRQtAaQJbinT1oXbBecDbFxY5om3+fq3oSIMvWdrzvch0FR7ybgkI7SBsfFYbQ
2RePWOhHWe3quGqKCXqiprXnWNNFO+Szx9YrIMCSuAPfD3RqA7uHLWksHmnid8PJ6wNjn0xtaQsS
ZVSKyqY1SLuD3SvrvOkB4sFI3hop6guYxyt9aOiQT3Yo6iWJoSDtOv+BQwU67qAGLWE/UhTuuI8k
H9nSPWBvL+v50MOEKtU19PILB5/SKHeNmz4SebsAisDxOKnGp/DoIDZWx7vG6+bma1Q7WkaQ1QmL
4KTQPVVyNwoQgSrQGQpxDxA72JR1DiXOF8DHwNQ/LBM49IBaN7xX8NwFaOOjiXli7puqkl17FJ4U
VXxs/amPvdQvfFJeB13rmfkeuNIqaPeJgQlouQ0XCECDnfYHCIQQvJy93Dt0AWlkc2gZPm671+py
uN4NS0jUgxpig2GHysw50OliEeRrdwO4um18X2tbAIbcRdgSuH4I3A8fv30BcTUM5PSdWpsgKc0Z
v7W7mrh2OMHvbkEOJl5u9Q4sQfiGPCDcm9siMeWU7EDYxZH+Z5kv06wzhZuj5BEzoBcAdk3LhGRe
wMCEPYIHPYF/2rYimL/OelH9dR5Us3clNV/s+7ZezHRLvbkbvP2gqzK66HwWTALVTmE8LuLRWYMO
sg/MwP1+H0bhUHb72QWN+4BZXZLPI8x0UCfJoEGeQiGTUPyQSd3276E2g7/1SLtQxP5e10wnN5EH
xQbbj2NXQU5ZQtFUnmaY27zkkEw+VKM7TTA7vbWET5iSKdW0fRMyy8ZznriBPSxe5UH6wHgZLXIf
DEPRQnKJdxLDulWEyPLAlnS0+wpeeJQVcT8I63dJ22Ep33WRiIbPxNmp+KFg4TUK6cCNHefdhNt4
+SmpFEgxO2LBB/4IbqkM4YTsOxxgdnk8LjCpOQGGlJ+apVUVxtuMDWEERxad5XXEAN9+i8vZMHlX
LpGuQQGG2VgjCMt02SL8BWuL2LEFcParmOaR/FAvY9R+40GpgnlH29D5QJsnvc++lVAXwkIWlKwu
PxZA4PYFan0J9j47p+A6BTJXXIx5NERW+QdT6xKaPVCYBcELZACv5uiIJS+OUYl9bLAvge2UmAcn
kKxR1wEGzIgdVI9j8Q7uUZWfhRgN3mA1O/8Gew4afwhrzI2ZWvwLRgyeA1M9zR2sEpnTARyR0Gc2
Yf4JKqjOPOBRIkxy+Vg35tp6nQnesIbGZJcgM88HV7gduz0Bp92v9xLsvfxtl1PXn30HJ2W2UHwf
bLinLnkcuHA9Sh5NAXj5AjgzyOyChJCW+sLr6C1ZMCYevBl273CndAKf4A6ajQgUYIgKhwQ/f+4K
mOeRPQbFBrYktKRVGiam4D9MBTqa2ikvSi7UYIkL1lPUYJX6uMw551dOxl30VPiYT74tHV7YQ9UP
0XQvuiac7hwSW8QVUqE4yu1wfLbx1dCafvgJ7WI7pRD68GjcTaMvulM+hXJ8qhSwG+9CJCWKt5MF
8Bc6ShQqzx+q0lT6hPtYYSEV9RjvPvQe7ky/wynptz6UbpOD8iHAJaF9XyUaXsTdVFgVnUG6tiU/
NYWsUXhaCgLlk5+rEc7DsZIR1teqaD5YTCJ4P4jIlVAne47k+AoYz1pfu6Wply8ekvceZhy1ohs+
ErDAJ7Dx37huRNFJWEK29liWpZyaPU5IfXRLKqDjPwWgS8n7CkGIIOslxuGXwmiMScCRAfVGVZaf
hKih9OmPKe9I8jCDEOBweLLEi06tB1DPGZfQ8fC+gxFUfJ3hPsTPx1RfzffctnWD0VbPQ3tbkFmO
MC8L2z6FDttI6Pjg7DlLVSh903vChcdpLKvqPZDsooGTrpqD5lQr2mnMAib8MCIbS93DdTZVRyMH
QmAr9NqYvBdKF8GPqh7seMTKpx0MecHs77AscvRKXwbm4A2T9G56OubJh1a1NdSgfRypg1+OsXp0
LUU8Em95wSAwCx9QVDAybMkeiLlw1XcjOPMynSJNqsMUTwN/Swrjgqt+Kig/ycXWNUoRXFLfAUFd
Ac3dLJh93rsEmuB91/YwKauhyM1uYdKMULNawd6C43dxn+QwzAxFGvvxSN8iDBeZDDa7CjOhpSC5
ZXThkXdUpol56ikzFdAjQ9lsU4AaRHuDzSefriBT8lnamLEoMhlihF41S8vyNKKLxGGXl76+yaFC
vsBIRxhBrsuG2hq5IHCADrDjDWMMr+/U1ncTkq/MGTJI3LEyUXdNAQ05r9mJt0XJ7lwEqeBN4+FK
5BAxIhUeFuVffBcW8eJd5z2rum8Fa2LzNHJf+/d+jV00DnAoUWL3hTIVvJdm6KcbZgOmzjTXkFLA
vDJ555L2PtwlSoBAARfvQJPPUIsql8XlMrUQN2FUvGFy8fWxD3GouWeToQpbq1hyMSFiFCQNPAht
sNxNDC+6rfcjcV4gz9FcwA8JMWRetuU+JzNPQN0MAOzebQtyrAJ7UaN90klanB1WRNBbmk4jCwb3
xp+3tb+Ky0NjhXE19eJcO09f43rdu6ta+CY2tb4ukgqaYeTYJy3nqBNmZ42v30NGmz9sa30VlufR
0us27OxZsxI+IVHLj5cd8yvP/kdG1m/iP+sqKaiv+mKey+pcd7VQMqVsAa/Rp31+jpCLhNI1wByL
w8ACgm4/N8hj9MDU/lEmFc5asiuiOwj3zICAKbZeCzQ5KunnHaH9HGIhilF+eKBjE+N/MIoW+THQ
XaJ2slIB39U1clxvScJbc1VMpS/QrQ3uxGDZq+tX+tYlgvi7H7iKLCJZeh4K6ew5gSXaZlOfDA4y
Tt/+7LzBrw4VICqv3QW/EKBmqzij01VIJmiYzxO4d+SqLruERIew9L3ukHQLwjDwbS80OiCaQGKo
4mmC+BlS5HwSISS2QE+KFcOa1I8G0meuzk1/SqDujG7YlEMdplpUzI0phWk3gTxa91CN3pVBzbAh
Gwa4NgbQko1R/T0SBu14B0SAwOHBiFhfXfLLOnLgeYVTdQqX5FhFkFh0kkPyIWaLGRPzTnCsWBG4
41T0vn3fQFXok13NJjhZdnmdA8iF0yzO7/NRw7mFQIxeCiP2Xj5ruM0tqENpUxBnpisau2S6a2JW
gAdWWWPb8vDHkPjf4NZPP/ph7H/8D3SJ5n+ysf3+BZvy9v+AOfFSHPIywX4PfWLfPXctXv7FvwH2
MCD6ccx9nOYuzHnIvP7k18f/gr0TOlAW0DBAldslKflPbWL4Ly8OwyAJQK+HO/CSN/unNvFfLAKP
BGB7aN88z0Oe5Z9s/Tf/Hmr/tln+Xpt4GQx/D0jY0ZB2G4Uh90GfgqdxnWHWVQb2VAXfsDe2Jwi4
l2uN/V8qyTK/cmnxfOj/+Zfwh/A2ggQRCTzJL1dqOP5iY9vWUMyB+7QXOpKIoXglDNDc+wqHZPBa
yellTl7/NAYxBrZgPIjgAHj+BxcYtTG05UHg4vTYX0qk93Jw8885hqy7NmARIw8FgqCD6xPy4ZcO
8P9f8zNp2+/+doT7GAqzD17vag7KrV92gpWHFoLc+oA5t5+P1DdDe/Aud36vvNrffcRLiCwMQWKI
/DWMxIl8aJHId1B+3AaIcPQY5IWNFTRvatSvJcX97r3GEERC3clgoPmPRCEf8foOdNuey+ZIAwTi
sX17otjmn/OON3sEc8M3EJ+Fb/77O710kNX3pPiYcI8yBvHBGoM5sahSFXx3E/OL/aI19CvY5EsW
fsv72uxnnMFeWa1+80spvKVBwJIIdTHr0rmgjQ1cRg004S3S7UufJ6dK5+q24os5oGABZ1JvWQ4B
fDiv3GszetkNPfu1FNJD6BIRokPcCovL897Lw6ijcJZl00AQjJ9dDys7Pr+toaOn4XfLg/xWdCRP
TjwHSBaVYIKdRT5677FdLLAkcIPtm47Y/BYYt9pDzD4Of/jDMj1GMkRYRZU98sGHGTcyuDwau5vQ
mKKC9G5sv8JUwJIdvC/0DQHPxR1dYPzmEdJkbCfi1hrsI6Af6tIo1oBbMZfD9D6P7XxPrZzeCkS4
3SGOZftwOf0h2tvDg5biulJdkaBD8nkl69zfeSWHwa1GWcacut7A9LdUfAz2pMTtNYxYftddIwiM
c0Tm+nloMkQjcbd94E1SIZG3m6WEsF5R1h5E2HjT3jmJCBFCowwR4Mk23xEkc0+yJyU7ln5ZvY0W
lLU9QCUdZdBlatwAC1ZR+GmWYA8jYKIPYajbMkVtS2B2Yi6n/qSCesBIjtv6Q0x0JTNS8+Xz1CEm
uecU0/rOShV+Au1ddpnISR3tID2vPiPQjokGV0lecEigNXxEFg1tQSc3LIZNnrV1BoujDlMTTEj1
WLxiuIsQwaL72sT0DEXV8EOYaZjTIU7kd4jPcQbRucGFbEB9dsUiOeUnCT0Z/RCKokUQEglY7blJ
jBIIb1szf5JdOcNcPU+R/4QIGJKgd0MH5+NdVBVm3vWW+PPFPG5a8aGC7wghWawXeX4AcaD4f9Sd
yW7lSJamn4gJDmYkbUve+WqWXHL3DSG53DkY58lIPn19igK6MrKrkKhFLxpIRCKQEenSvaTZOf/Y
Ul6kbev6VWMllxgoBnYl0iDy3XdLpyY4oC3IsrsZ+DFpqVabOmrx6oWGkXvtzhnbg2hEcchoeJc7
ujs2O3YaEATOwnoCWgMrDPWTLfM8u1S2WcUtuVjNV4dRqBqq7SU114JSvKJKb5yqldb3rOLz+As6
oCgyyio/pF0oJONl/YE9iXovqDi3vDEd/MlxLOa5+yTupDN5jJXfTreI1qrZq/mC+F7uHEGOwi97
shrnmUEp8Q5hmefgvW1HA9BOMm6Z7xuMpR+1yu5Bw2Uvkh+8X+zTX6RtuiMInn27Gpvgz1QKt4uK
UTOckTZleB3hHtPYHgM9x6lv5pcK9giCI/0q1PDylHEcmH/9ns3KvKzLAhU1tBS6x8DRTIz0UlnP
BA6a7y3c69MkuKljZxsyqB8FNBiFpU5uy6CHs0iH5AgEKGnTnJq1pXSNTS5aaKW8Y+Ge7KhsFhKb
xdZbI/RJ42c3aYhxl0jr1XnOfGf7Vnnl+ssCLnlXvS5/eJwivzpXLXQO8jP91YtWPqR1Zn/0Q6g+
9Zq07xQV0oZpl7Q/0T9JHktUTmtiR3XlW49+l4GRNIH0fqVBIN2I/BbxXE+AHZGdKT7PrSjMa7J8
nTuhy64bJYPWfzw3k22Mkla+B2O5USEu6VmLxUw04s8u9+RKP5hMGLfP5LQUP5zJUL5Io7H4XBcv
bYEaC3KHdZPkO5UJncbUM8ofmyJIkK4sJm8KHovEijc8H6/AbtRs+SP/BUXxRdmZvK1eddrk7JEO
9qLd3H3xcFn9xS+l6TZCmIgEEsvy2oTWK1fzxanKdYb9mnjNxSgarKPQcfIXS9ZbuEtEtk1xn8/y
extq+Em4t9Tf9YmV8LB3Knga83SpYxaEhOddiOrnMCMK3dvayauDYMGbgJYza9xLKhsrdom6aq4J
4bnVbai2pIqMlU0JhRDpepsMlb9GNg30T4Oe9BZV/FrnMGjb7D4nV8GAsVBwr3f8e6WKcrde14e2
n/r87DlT21+WanIJSxNLYC4IlRz/OLhfTMDC24Yae25BB3rL9UTkUnN26406SV6UUdZ2ELaAPdVF
7c3PsOPAmWS7sL/2FBHw3JmBakVRmH6NcW0tdBNkUox7cMFwGKPBpjPut2rnFKtAG6TpTWav2hy2
bKPVgRhsOV3H4qsfzW2XMvt0xDD3N31H7zY196FYz07XtWq3UBfXPeh2bMWVMzfIeRGbFnAonVR1
0toa2l9qbfWNxblm7YElctNHigbK+kq/ZSVu+b227Ttl1ItNP2UCikZfqMzHJ11QMHc/BzId9nT8
Of2RSaWfr/7g2usFP3lRkoah8mmIU5pF0w+/dmdnz0HwheoPE42W59nMXrOb5qHKd21u8ueGQnvv
1HL0aYoc3W/plA9/sjbLnozJ8+sY9DnBsY1lfQ7dNJycEMNxtDpNVhyLJaNJ2VmJ/+IezYcyQisV
rDEsyyppk5SWIa857a8NbZ3w4k7VCNBBLU08J90yHMekaXogRBHQ1QZxFC8wOUcnH6HPl0qOPwZT
ilcqaJMstkwf/hpWKmujPh+6D0OyhbcnFqjzIpE6OB9TKGxxMEudvPrlmsz0yqZQFAdTJMt3z/fo
D3Z8IAxQaJZk3FBbeW7trB3u163cLtz+ObUmiZ8QB+0X/XRD0d+w3ZqidpxnqOqQ2N9FfbXTBiFl
wVkQ0qq5mdndgxH6485QEtg8z9IW4XkTrgp2ab5owHftBNVlDsRc3Ta1M8ho6uRYvVFotPnfObwn
zY3cIGDBq0h7pVlU8Jk6ofzebaN6l6Nv3QHSAIFno+/cebUovyed9tcTDaxtE2+9V/v7TPqNh0ih
MWNE4+EIQ6arsN/ViZXnccPFtNE3CgGOCsaR7UlwypcoU3RCm2q5fn2sVghJPHxly8YwLelPIYP1
FpRg44udGX4iT2bWT7f1XUo0nWJkwMvEwp2um5pGb3/7FFs13NAvWbm3XT3lME4iC6yDL8elipFM
hv2bsabROgzYFfyPJVxVfQysNSlPSceXg+IR0i6y/KEbLwPhDvqyWCEHJwNGh+pVU2d5sEaR5RQR
rh19wP3gNy+5zMLpBiPanF3tfOGYiYSfoEiuphSKq8gYJeJUpLwYY2OxGkWuKTRPHl0c3wVnFaT+
MhYKV64YSiYD0Ki9GcokY1Ab0otAfO6hVsnaj8DZ1iBOA3dlIFXr7bbOIYBswlXEpFNpdXAM9ai7
atQcwwWdwDDcqERWFHMj7O+nAcPrIMIb0btxEHhp8gc6fO6Prr/wTtp5lhdvlfJa4qsVH1/4S+Vk
+1Nx5I+vvgyaD2pMC34dopH7yCWFRccem/x7Q3jvdqmhJHPKjTP3z7yU+d1onOXH0NXV05bRkm6e
yJ3pgWksnPHxQKXobhzNKA9Lna3HjYJ66xQUQ3ZX57r4iVijfqNW/a/qMG/yd1QPcmuHJMH8XOfF
RSIMjSNoCPbaO4RK4R/Y7fJRWU6rD6rp+x+duxYibrSxrYj2ZFHdbG6x3mc9GFnE+ZtaEDI6BYNr
F173QZScr87crft8WvV4nPumhmlTnQCCgkJ73/Jieyv9EE4aEDr/RNY0CzrHAXhhyKW5Rfo0BPyJ
Xfg+Zap7VhRRo8CaBvs0Ok3R7Efaeh7yqrZ9LvzePm12AxiQ0ys6xoCC1kdmZHee21ot8WJs34st
9ntKd1EdvE/DpB7EV1SSiCnMnjvryF2enb2B1Lmd67CiMHJ18ExO3lfftjo33V5BNgV7n+WiikYf
Gi9Wwq0eqFRVdVQkg/e9GSvz1q5d/SbKRN8xkTn1gUE0vU36ov+xBpMq4KAcfQPVXL74qtuguISR
a1wspEVyJyHAiXJjpT85rrx2r7w5+07zMyShq/rgkls5POmAWubNKabhcaCd/GVM9RdHGNhjTq/q
Qj/7Oq3uFfpPZoe2d0ZNEXDmvbSJyuC+BevWtcgWEez8LtFhPOQKZ2DnhkIcEy7yR1hTiHCBZvam
coVw48mjADaqU+QCsWB0eoFjYg1QDNR3tloRjzqNzxJXe+V44xJ+gEImKZb1/x1M2P6un8f+9+8R
nPD/A3DwKxLzfwYHD/17/ev3P3dbfv3z/wkNqn9I8CGhfCGV8v9WbSn/4XgBOBmSFckr/8/YoHTA
Bm3IYCZSdEl08/wfbFA4//BkSCOt8D3HA7vw/zfY4N8ROykAHgm186g1FzZ/969eBN1JotTbmvrc
rFv0aXGK7RVbp7rUPXeMZgGy/41Z4P/6EyVIqONJ1wV24aP5F4zQrqx2HGjFBpDo6ebOOGujzRjH
jpuFzqODdPN/F6rwl8v1v4AWfi8pZOiAKgn19Z/gX7S9DdqiJrEh9Bd/q3qMmEgJo2FJOEA2dwsY
iNqvk8NPin2Zl8jiRGMJetnFn8Xryw/TunMTp563vKnRM+G/gfb+Dnp9/XQKnBeUVwpikPHF/B0G
8prJJymS2GLdrNsAHzz46y7ZBv9eOo1Fv3hpwh0luOv0n+/r/1hc53z93n/7XICleYYc4X5Bw4HP
U/vPeG0+0b+T9YhLAA+shkLv0Dumpbf1iHyzCaazsachyn23v59STqprl0+qY20bLCfuiUDT0Yok
uHyC+8dr+U/v0H+Dr/6FS//LTycVP5wvvsBkkPK//3SI75rK+A3JdkmDHMryHP+hF8MSNb0uQF26
CjmCxTxVQ/H2qw9/nDV/GuS4dkww0PBzkmP+WBGPbd1mQ55au9Un9ejf/ph/2ff+6wdFSO17rs0M
4MMASM/+17i5Ksx9tUg+jEIm8owetd/z2xRXrUsbVWP/2ZQAOo5Q/WuWGoFAu0j7SJTBeN8DOd2s
RSp/+GMmmE3reXi0FuagYi21G01h3/lnal/kd2L9u4xtIqM7fADseZ96tYJ3U/8eg5Xp7NilqgTq
DumzeTCrKpdHoXK0yUnjCyCuhMzZqJ36Wj9shVuj8lON5z0WqtpcdB+jl9dRhfaEJT7PGtWxFvXL
fCgdZyseMoCuBUlpDQaVpAxwu5HDLUWCNPrB+Bz0ErVqmyzhR2BN4OF0flvw86U1HuaVq+44zhQI
xMkI6sLFFLQmlgXPHEKupj/3Uzu49+tcJ+t584MgiewGUDQqe7rSYz+YiciuR7O802/gU/JcK14G
P3NEfrOixkJ1t2m958Dh/3FrwZzQXMyCOu62ch97fKm7ctSyiotgyFG7BqK/rXOgMCa7hb9aS8mU
ZUHIGWZyjb7K7hm5UPFuSXfsUH+hASeiG7RrzovluLJHfiD9QQaFRJt/MJXVFJclGzZN32l3aZPU
EYdxq7PyBc52uIaD8azI6IyxbMLKBPPbdOWrE4gh3Cl6Tj7LFSIxkr2XxZVD9VFcqS34sFfSzaOg
BUVEBFsuD4x3nNNbYsurNTPvI9rLEI/b4cCR1rJm/gr7DKlUoVRyS1yjOPjo5VF6pPga9mAV4W5o
1BZveLDn/YJj9yw2K+UZdCc7NuNCv3hSTNnjFnrhZ97gQojWnJTAbaj9aKgc51HScNRfkkKzAzmF
VMvLJOYmjZDPZupQfSnuUlV3DxK8A3jaHes3i5NlPiVe5j+3sm2Ws7RmBJyAfuYx1CJHBgeu6VAV
r3I03f3cnDvZtkcL3dbFK8P3qrLw3/lWo983fDHur9ZPerI2dPG5FlKivfE1R1XvoSLb4w7s9sye
03XdSLppx+3TKcHHumkcjh5dib9k4xa3Nkqil2C0K1Y2BUJC0cIynkbTY7pOZHVO/Wl4I5XB23lj
kkZl7lS7ZiGUJBvG5iDHmd8fLHfliw/TPeQsgjs2zPmgWM0QPhIPSXVnOxKmW41o1Iew4BxHtvBr
Y0XLozFP3DenzthpHF0bL27moj/1Uk4TZgEvRAcc/Pbh1F8A+tSfzuoYREf+fVaKoayokbQ9J/LC
IL84sODxqsNgh5av3cttaJ8L7DdlRBNB8aYbRLM5Fpd0bzpUNpHD1+1GLTuBvbdTFFQViLXmHma3
CdZJPrNry498Wev7fqHj2e86Gj8Q2Jy7fGxumsb3rS8xG9o56XKqEE7uzTEan2I8+EUt+0M5ifaw
Ijf53YSqv+2CZdtPTtsucU2h9sWINfOiEFvKH7b/PN4Q7BcxejsEptpY+mHp01AdFwChHTTe9mTr
FnNBEYorqHYRL8VgZbfraE3qWiJ3ip25xCEyjYsfg9P0+5YoRBXXNjeXbW/3GmE6txpbGEBrwMOa
+Kl36wIvHIapSx9CIruOhaZPKrKScUBDNbqPGhxwxyfjnQLQ+lhMjXztFLrROF9zlUdwM9tB9aA/
IGxuc5i6IjwVWRroeEL8d1mnbj3aXSkxmqSlOHu1vR6LjOyiqEa+EGdwMs/c/OUHu7R3Wzj9fKiq
JUkeR7DlbOdRwwWwsbndU2V7qj9Z2zQ9rp6f0f+VJ/5VUguir/NIEv+8Ek1s1QuNfbbJN6R9dOyl
GTExPMXbT8BjgUq6Ef5hU8HX7ZM2InzUU1NZjxVPenvOjdrUiQvZSs4zr0K1M4RAHHATDbzbWtwN
gUvIhPG/JF222RV+ZsWuLgj+GORwWUr5QILrGavvC/64LwH8uh4wAR1d7R67wPmF+u+ptdVvGnmf
nEbtfe1+rGl6T3k26rH8IQdyOEuaB++F1zsZ/G2IVHQCF5WZ81y2/u3o2DmgxoyXpTRgmFiKpPaq
mEpb4CkY2b3D2/wtMWo5dC5xOXWritO8Ds6O/hTvzE0X7Kw0L34nrUOmu5V2R57BYI+9d/yYaU2/
zvwRAbdP4++phdwiEXrda1P0KLBHkiSydVuGg92HfknW9Fjnl16yzcV9qdrrVDhQU72NL6pvXIwB
Qk/vRbcdnAWS+NbHeGd2jpXZhwA0siQG39VJ+m7JZZrikCro5zZHGMf5nKXnHNaTUcurSnki39oO
b+m+leFeyWx4QVFTv7no6vmEdbUHG5+SJ4wG206kJISDxaQtFXFOQqllPbjMuqO8mbtkOwRjDiTI
qGFi1S8yi73cLKhGCgXioCbT33hru+wR9NJp7Ht2MUNszd2wtx0xg0v28q5juQac9EQLAtBUfoYm
OyCw2h637alI+Mw5BqXnxCIDku+mIFN7t8oyCF17c6KiTN35APfrf+Od7W5wVJDUVlthsGAfrv1d
sVbtw8YBhESQKJz9TFTQJ31g3tdnFOzX3nHDnYcJDBy9yYsXAm1tFY2mGgTOK+xux9BY4jGw6B8u
C6X/tE5qfesmvBp7NvH6PGDjSveb0H2sg2BgKdfut8X3wu+UUlbT5Us4VSMkyEVzHnMPrqObV4N+
v+lOAvXhbgG+3tV51983VVVnJ26T8j601PID8KF9EoXsL2tlh48z//MtdP7bHBbDJdDCvW28Mn11
EcDiJ3BH56dkDbwqJCSnNCmdP6SLB6DD/bDvm2T6xScrf4xOYl/54nhi+PWSfodbxhrjvJT9m981
jo78ZfP2qzWBqtX9x+I2y35jl4u1N7WnwdUIxfD/LTvefaYASlM8c5rS0vnZ6jGHKdPqAlwWtIBO
/Jza0NN30GIeee+bOt4aNEl42paLXw3zceqM3pm2mSkibPO34sunhJ0kvNhV2mESaxe+yQnB1UFY
cmK4crS5mX3vSgbdfKnQXkaEfPEX2wQfqz0VyAl43aYEob1XoNonjV7uObvMXeN4V7OWzRMBrpgJ
19Sbz2ZZ0n1nteGDkaPzojPgkmrEubcG7fqwgu2PrEy1OmjT1PvE8dkv7eVsYcH+yWqaxYMyy6Pi
1jiGdmgl+6AS231GqUFEMZ8BbvXYiNgZu8/aFclN5czOte+t4ZvHrn4qVtFdyPXObl3TpA+dra9p
MdwHW1LftCuE4Y4F4JIG1hm3pv7uJ415l4hZv00MO8ey9B9ttCoMcfA3Gf5wYeFQCoO5vOknOcSt
XUFKO757QJU6UdxQBcT7uAUXWmkOTVnJQ4mybl/YFgtjV7UvnmFHb2iMOq712sZY7rIoz7VzNGt7
E5Sts1fpON0pfCOx8avs6gZlj+MiDCPHW4Z7hPXJ2fgky5LLs17XoR0vCLatF0YuZ9fL2rrOJtvA
Sfm6+d67vkDZmyEG6IX7uqZdeQy9druauja7epIf0BpUaMMU73GizHsSTuejTrzfnegJooKtqvZ5
IpJrh98vyjJKG0FF3XurWpsXJxvq2y/UcOGGyoM9DaBM0ytpfNsETRQG2Xhd28CPF2tdT8R+yV1r
Teu1EvXwkm36jzLh8FkZhUloXlQTZS6R5UHumijHNHVsUa8fS3u0GPezmt7FurmpsupzTQg7Yvau
r+gyGw5mQLnR67yf2kvWGFFDyrkzDHfBgusGZQwSaRu3I25DSmxx9PBEs6nPfsFXnCP8Fnp7hP9w
XwKRFaelm+tDSdI5I0jdqdupIJevnvotHoqO58DriwN+DigrJsPfQV+S2jc73DNJ4uK3SKxbEfr6
uA4i/KZEwu40jqW5WmU77bMZzcKG2Q0mqEI5iHB4Vm7/hsFqZ41JcRkbFeKd9XxWKwe1YVR2dsXi
YtIbTHvyayq292SObzdJ6+NiG9NnvpOFvrSvBMEsGQ6TMq8hRdeAs0t5Xlb7YRDOtvcsLmmnqddD
WQVHhBQ11XMETGJO4hGZ/Wbd2a7D8QKCe6hNznGkWWMc7pYXNP7eyWKUoh7V8GHWtfcLcWV1qCbz
5I2tRLgwq+zNzq2HMs23g+WGv31buhe+bWdPvWV1Vnl+VO207vtuvFvLxVw5C1jdjFU9M69tJy1w
v2auy1265DfuJNcV1lqEVZyoYNorJP/H2aJUzFZc7ymv9wnoi9Crwv1RBSY7Kl95b1URqNtunZms
0HtFsL3TAckn54hWH4MKn92Z6JQ2KXA2t84UOw7Zc767nixeoKg2wrtZdFh81mVp3lB+8hEs6bKc
Q9NH3rrVD2WBXxkxjw6eE+JQkQMFFVxwZTPUyCw5SXhKuJftMAgPT0oucQ1xgVX7bm7LeMMtPZ1D
yCgRVdM0QnqMM19ht2VNJAK2JtGxIkRhyvCBUe0jGZu3EkPzZ7eOxZV/sboP6Czyz0k3yVuRtnTk
ZWgnvqdTIy7+3Mx36F3Wd205/YNx2mWIErN2J1vKd9Ha/hj7Yd/eImUX76WwW6TvdnGBShC3mC29
BzFUIrYb1gsUc/YjC6W8JKGuj209tRfPgY2NUio7znVfTherDs3tmPfLY5OVmCBzxd9WBqMDhSTP
RCdbQBvC/OzF7HxUZqx2toUg9SgpEQwiPegVv3StvWgA8TpLPxj4C5vA4HVmT3KD/60NNvszoSto
r6Zw/cTBOxyNDBfinsmyjJBelNcqwdolrak9LiVL0F4lNBTCDwtn3OGZgZ6kXifvoh4n0rfA9ZAK
J41k6IRKfGu2Er9jAE/ye7aGaYynpOseh7YsXr2NP2lXtPP0mEDIXZY+AAjVuv8FU4vyzHFgKXCr
XNJaflp5WV/EqobY8r3ghbH9GRdVftMVbLSR722PJvTsN4Qd2T5rl+mEkjT70CLUv9u25XwjRDkA
1zk2pT1cZvxSN2NfMyONun0J5y58tIO+3hc8NCdV2PYOtg49SVvMcT2N7rFZU+vJNfXjsrbZTsjp
cWpc51eJKgxWpjG3ejY/HFuVHheWPdrY5K32AwXqbB85kXrooSb9ig+xJAbtfElO1WS135dedjvT
aOua+oWGIs4wRk12els5A5RHadUdDu7Cv3iYWD30LfjyI6ZYcUhC0rO2cUFwozwRnqhuX8kLKFet
T7OnIDy3flmOrbv6vwPjb/sOQeotYbHP+MWW5lc2LmKGZXVl7TymVTCvoDpDfT/rL+kafJRxYpT4
zsWZ+o7pfNrckJawxQiaevWSvXagTwZ6u7U/HNX66yHBG/tTMXhp9O6dOibjZPEUBpt79QGkH2fd
Ay8hXgA7W0k/UC4Rhq7w0yhYC52fvD5IYT/nkum4WiHcrrKbEQe5vV7DkyKDYTzXG4DLTeumQGmI
AWc3cvDiFrvecchHGEO2LMeU6ZGbjxDuxqjpgeO01u/daHJgbu3n1M/z0MrvJmMVuqMop/T/gMDp
tufnQG3F/oqmKUMaX2I9OngVIzeyJZqJ74VfIvCpkDIUJPAu+nN2vOrFZSFQWNmmJ8VVnVwDXDqv
Y9WXr2xP5A+QfiB+4lLyp2Neh3K7sxGQ5cccz9ReSiPuJt4y1vPCldmuW7K82q9srbdpsy7DuQJL
XEEukuGhd5OkvgTuBNNO0Ua+s0Rd3dRla62IHrKvcbMpl/pI3WLOqDmnj5lMgjLiSMB7OmT50sZ1
3ZZ/1ATmunMc6ctvjkJzdCQ+lTM9c1zMxanbghy6oTN2e5ILcFePlvCaO8deUCxp5FfA8ACT+uR1
PgxC77r882SW8b0OtIHY0YYf7WHeZl5vP/UFAsncHd37ZRj4x5GAZnWsgfJeyK53+cLQOW0ROQum
p7l2RLa8pZmYY9p/gPGyGTVjVKN2jWbL8e0DwU2gI4VrLbf4hUiHSp1geoPwMKdZZ6V88jG94Uam
ewebbOL33Bu8Vs8Sz9stU3l2m6YQELE3LVW2a3Kop3jggbDjnOkziItUG401myCYyAl1hpTMFKDo
s6pqkh0cvU27chlJthiZwHBY5CZ43DwUJcjsktw/e3PuAWq0nnlIYZv5ZOruS4O2aZSjxWgTRc/Q
BuJU1MtLgZ6FKXnzUa/588oFgm948c9bbZJxl2Dz2WVL035m+KyqeGLh/mH6JHsYPK/+HINyevXR
KoGBoykRg+0MkdsEMKxyI+CtqKvFHCcvkRgs/cQZzlnpL+EZmhycNusFzPps5HAzdCViMMaqB9fF
ShtPuMpePeb3t9VdtjvVBKqKW7RGHhdqI79Je7XLuFdLwN2MFfx96wz5myDl3NJLHfpfipUZvclY
Jwz01RDkf2Y1A9k7GdqT02AEIz/4c10dgGEGdZNy3x6V7LMW+06yLgd+cu99npUcI89K8LA0q0Sn
SkR1jnfFNZd+2fLv7tb0L2HqjXdkBaRHcAYeGTv0g3BHLm2ankb8/Pq6ofo1cdOmebhrvLQqd7mo
eJWLDZvLsVpsBivLctwH2QWVd13xxvbw5tItz5ab11NszV3AxZ2kS7ILQOPXOKP45rrUA1B9uFoc
bKMeyhjfpLxM+ehVF9tnStyzq/Fwm4J5f+fLyf6Zy6+xM8fv/Eydde3FWTPxViCqSHjnpso6r8PM
UW/KgJFiTfgomxwFX8sK7iMB8gfG1WTpq9PWV/puCEfl3nsQqC6AhMNo1a5+Ra5iIPgVet7KOfZb
izXQ/et5J2Qi+73owiVynjXv7ksF7u3aGZYzHJwmjZepb34O0nhD1BnfaVAsjOUzeG74nnej/omr
nopLBMDlq8vQSW1zqr3XzQYLwHSIfqxKA6yg7bjM98TG+QUrQbC8OasezG5QgCukKxisV3qw+AmD
ytUoiZryq4o8TZBFuF5q34m+lh/JDPBcjR0v6JSOfHWZs9jZMTCyJdVlZuzmT1SVtfNEglQJrr89
IJhnei06q7qBw1zbnRJC3AmkkGk8lbZ9xBv6pYxIyNy3kcJ4O/KTrIwn3kkwVbouOtraabzlaBMk
y42BSWnazfUsyn1jynWIq7k1zZ7CUuJhOLjKYD9VbndfK8WZxyU87cA5FmJFs76qb6bCmJtBUE+w
64Ix2L77omp+rchDhx3XuLteJfvR8kiAX8p4Whm3i9eBBjpSMprumxkD5FZd1cBzIHEN56e/WKy1
cqoKxXQuvKiGBPtoBqPu5iLs1wMeVxIPbO5IWFvVps+6wGV5+jo89z4vWxAhnVSvmpyUnH00HJ9U
Dm5yDmm0afaIUn4P5J/ERAYw0zW5UOdsBi6KtjEcXyVOsmWHdvKr9k1XaGGbjqsO1aMwNwnq2fbQ
kjdylFYIyD+C8tenmWqD5Zj5ZdpEaV3fJI5bJ1cdqsr/nIIhWx8KNXbpHVJlXl5ZLdt4Yy8zav4R
oMS94r4utlMzj1CJ7M9eeZZqTLZd11togoe+6v8QDpCO0GeWfm29zl6vBitB8sPd/K1TkbskJXIZ
px/fsafo7RVnJtNB6JggpFh1VsE+BKPongUKU7qxHb1vnVFNsd9QRrIDAUIO7w/gPmgIuTMgUfLs
rPiUWC9xnOgxrgJuig9yGvJtixbTV9MDqHwxPFY0m3zbpo3YG4Sv3nLAlZ/KGBvBJO8nyyqZ5lIk
3bN9pTXRffpSjx16oMG3oNTbrzS3k1u5NQ7rr5TXnoTBNyGbnAl7GJ7oD8WkTDpjJFMfNmf0qSxl
XLrv3LzfudSRtIjxtuCGYY4/yW0JpoaVDZ5xEY2/dBWkPD6KSg47y7oHeOzyt9P2859hS5ect2pN
dls5d085Nn91NRgqr36LvnVnEciVx5arVGzSZH0L7CU/DQXJn67CO6CzLfi5CJX8GGxisC1G310w
8igEOvsP6s5jO3Ik27K/0qvGjVyAAQYxqB44ANeCpFPGBItkkNBa4+t7e1ZWdWa+fiWGb5gZERRw
g9m1e8/ZB/umEsov6GI2YfW6JU7DnHQ7ayjUS2To0tpGaBfEfgxmLUOAVTVeXCYdVn4pt1yrGoT3
S1J+VFFlsoH3ozKt4T8UnEN19K4vBsl12UQHwB6dg6kb016i3nBNTXH2ULOZHE6pdY6cSvjm3HW2
O5HgknrGJNF7ocTUNnkWLdcoxq/LHKtQ0Zo1NLhs9MHbjA7hu+iwHmqWk154gyq8jVFGUWlFbf85
6g5qMptRFEPvITl2hjAFikSWIWPpuHCgR4zNenAwHPt4h6LLQr8V+EPVMlqVIVJ/Q0MPjNA4yK+L
zKJvZtlsdtrAjS3KVTVxaSlXutvkkXAJ1e4QUBmp4VPXFvuxq3Sc5inYpjrrSz5WLSUlMA52s4OR
JrHt/s1cNBCMdd8cxbKEO63MGI5pwYu0aW7tZhkoiWthRJH+gm4Zspz2bcdGcq764cm6KccVZLv+
TEfryPx0vkxVlE4uztv4oexG6VngRgB0WIz7mqCV+25CJGHqSv8YzYb9PhPCetSQWNzRTGXhL2Nd
rFXZqN4kwX8lThiLFdrGeME6kTkh9ZUIdpkF/dkNBmVcW2Zl4mvN1Tr6yPVW2TN4c+2hqRpXSeJm
Ey0j0mpwzr1n2GNirkZux246yas62WgBEW+umFjb1q+Wga3gmTGt5qJ/Z/TzPK4qOZYnMn2cHRfk
7JmJQ47fC5POpBQRc/rAjnXXGB2HMKS+/DHFA6fYOEcldhfbOsdLMr85VS18JNA9hKRGeyk0ZaSj
C2R2FZcNDQs9RXO57kcaWasmzw5S4SSfC2GG6xDcoTcq1bdiiWErC2jd3k0i5P5vGBUzH3WQYHVx
6Iv2RocMuIlRP8u4oWYLg3KfxDSlWpGQfmGPhf/PRSh/1OYg7cCWZXIfQJGAhxJn5x81KFhzLbWo
cJu3CQ6JFX5OeViCfvgcpWDepubWJRkFleU//7Z/FEn9+m0lehKkX6pG5Sb/9G0R9U4SOzUD7UKx
8BVnsxF4GT1vttTc5nJgFcO/ynPSfqWL/0HHguUUTefNwXqzpP7ZY4jI1+nyjOlzR/4J3cwEr9Au
Vtm8ViiIumaNV6Z/nIKOIa5GTY0Ywk62DP258Q2puXR+NJvqx5y1wFA6JVa5vFrtVL2AoZPKzoQP
SLOtdZJSfjBupoaupJF85ylxsAy/bVQqkOepD+ZE6z4tp2QE1EvT0TiZnSLfyqws7hPaGtCiskU/
D1rVP9ncckeXXN9cvy8bEyeDUPuq24LLGXq/S9AJ++kYWLWnAVRBo8PFqP5wZuOmILmFswDczWgU
G46qPaLqZ4Jag+3YYbROASyNY125QLGADqD/fph0QHhuyl3hY5xGzrposunBUlqtdYXi0q1DQze8
BN85ZaECsY4enKliBInQg+/AJA2RB3pv3pmZyp1tkpLuByKfaq+lJkwQijL9Bd//zbcmS+UrL+yY
WmOaiKVhYhW/mRloqQ2EFLvzjUCbwXHBMAIqPvU1xq2pVf1kmBAG1NFievgjcIdQvcH3U+iOKa6a
6H29y3KYpdxmUhrHjtU0B3A2HDP2MiYZCqIGwUtogUfxKigD3MeUuNiE0Cnx+pi6nvvIpPuBZgOU
hHWipQ7bN7IZuZqzvtkbWqY663qal13lzOq0+fXl+I/c6I8l+ob8z8pRlG+fZTVTEkTd/znFn8Sg
lN/dP/1bm6/yjLe7/fNfuv00//hauK1/++m89+79D/+B7Cju5vv+q5kfvto+6/5u1L79zX/3D//X
169f5XGuvv76l8+yL7rbVwsxzv9eVIpN9He7yO3r//bvbr/AX//yWKZfSKP/y7/4mw5V0SwNkzoG
UNuxHbzSN5nh+NV2f/0LfyR+kUKVJtHvbDrmzYj6m0ldsX+R+FMxsKNCRS2KgvUfSlTF+ZsSFUmA
aeMst8V/okS9SWR/L0a0rJsGlWEnvyZWXN6SP261whIOcp1KvQrtXudyEXrBGncpSulSHMZwp6sP
FTolmuIB4ijzXOU+Pallbzir5sVJ3SU6Zs6+LzZltac09INpFX6X6Ddc+disx9KjWTQkd9Z0BlrJ
pDQ0LnnkTtqhM++G/uSMG0K1J/1YO5iejB1Fw8pmZAFigzMteIqaNzV2b9ONTTm53WA/KmbldaBE
tWQvi7s4/qFob2ZxmdSTs2xRMWTiUnByoFxZATTV0mcEXCu0V1Qv2zk8ZuEVzha196q+tPUeIfC/
UibeBJL/bz+HRHB7ooKeMRnJNgZnPrrfyztHVXRU87l6bWPwTNgJvAkO0EGnUrWw/JHq4ZW1sh5f
FOQBJ0KnBy8BgPOvfoz/+sHSGJecoprB+SL+bJQvitamRjOWawowTOs1+0GGanwo9YOMk9fRLt/N
ynjKke/TDcChwT3OlRgVryVIk2XQnn73Vvx/dKV/dHzzVJBNs7zQlNq3n+fPyZdlaYtw1u3x2ohG
XXPNI6RlMV47fd7kdJ2Frik7RLra3yqJ/2jX+ve2pMv/MHH8LXj6vxfHe2UOrOjz/ff70u1f/LYt
mdovgtfevm0iUtVpF/9jW+KPsPwwgwdEgC5aveEk/s7OkL8gx7BZ15q4TV1uOZdt2XfRX/+iyV8E
WmbELabF52tACfr7lvzb4vhn7IxfoyB/9w4hzZaMMEzubKbN1vjncClNHZOow0sEJTNX11CqVHfC
BMy9iSsX+0GvM4uxKhrrCHpnbjtRmLWe1AKTS0mOomLsVPsrLZK9Mcy0Z9EJ3WlwhTZ9a+Jgd3JR
fAs4fz02pGqqaCVym/AEMqtVn1vtISY/6EapDY0jzLL+SD9kfgHNWkLyx+r2bPaaeCrqvN/ANVz2
oI2nQzBV0Mi4HmAHqdntmaIvZ673db/+z0/if3NN/4/lwty2q/9+dbvL12cU/2Fx3/7B3xa3Zv9i
M5sBZoq2G7rJ7Uj725GriV84ME1sIaxqNDe3F+K3pX2zfkiJwwOLB8cgZ/I/lrbBYQxahdIchbDJ
nqr/J0ubA5Sf7HcHhMVPBIPVwByh830kX/aPB8QcpiC6TKdwMavZ17JILu2EBpCp91NSIN+uZ1Tg
M+NczKBB6Ta99a7nCG/iXLX8TAG80tgfqpHex3Xsh5gP08poj0NFSxwt32kpZXHGkHGw8oTxxzT+
2hg9Wz0DBtmWu6WFYjUwOAjb6ZA1Lf5YDsHF8ROZZKApTk1YnhQE52gmT47MfzAT/yTPZWt0zXer
OCer1fdqZT1ECMp6w4+y58j5KhHxOc/dom4lOpxxXyTxUbOf0lo/Q1dnrmRkroraN5hRDxSrWpef
TvXBT+cO4Uk1uRAEiBto1tx14J9Vkfo2boO4fs6GYjenk4/ZVQ/CA6JH2BBYw5brkp3oPtEOR3on
lc8kVZ9ow+0QVJ5tDAdTnW8V53GEMsjbeMFqthTSrTIVBS4G0nxYhdE+nMrTbLhMmjaW+QGyZu6f
w7za8CwRG6yc+DTpZ9Ht0dAxhbk5uOSXEiqPIGwFWvEEb/DdrAToC9vHJny3UcdpgRtm1wBjZyaS
rVbTNdIEbb3gDj2PLyPh2Y16iowKdx6dU0ACVAFLulEk8+gp3Le42xBmS2+exqOljpdoxmU5R9sh
jj9SsFnpe0lwElbX3L1xxAol9oTYxGF1Pxfa1hkUvLAXo0sqnNJ5t+MgSO5Dvi1Ba0jT9vrAfO85
QUmLNMOtxrus2ycJc6RhWKOkKlZZ5ES7CG4J8Ex6Soh2sCs9hBnTde0uKKQfWboHCP4uNIdrY2Pw
QSK9afVCMjvgv4Dfv00lPVja4vdhaR904PCogewVsJc1ekXHnVRjXY3qQyt5yJgIXnVI0q6gwWIs
2remfhlaB7erHE5z8qy2+SbEbgFdw22Gl0o3td3tHpXI1FPRw6/qWTy1FJ4DM4yRxlU+03NZdk6H
ULUrDjFBdu7QlhdzPulm/51QjJIL5RWN9Oyu3AS4k2X6ltMAHFBrtHZ+wGYOn/UwR9emHj3E9F4v
34mleWpCFINJsMr63JPqcEcrslqV9rHt0JLSjGNo4hbRz0jDsa9lL53or1AFdyKDQAivYJ67szM/
lgv411jetxbYiSrbIQ3cjvp4gmH26WTyLZq1z6R5vRW0SuUFnHVO3uyM8tnC7YgS0s5RiNNdBdAO
XxhdRK6yDM1ha6fBfTDk31GIBLDuZoyJo6axyntvEfLcL0P3bonm02nKffTrh9Gt4U4wJgLfPSkG
ZMWo3ttz8hYpwQu052GFpvQbVceXJtSBidng+BntUieIybRJDiBC/b4JuXrndw5oCFpf91Ov1Otc
omRdUhUT5DhdrSR8c2S6eGGdWhcS1TEWLfYuKo2bvHCevdlWwvUUZZeJBoQHzPBp5j1qJvYGNdtC
doNo/LZUfizlK7jNbR1wx6/16w3pHjD36nLyOjBR0CT80Oz6HFnzioB7GHT9Eq/SzCoZuipsQQGq
w6yX0wP7KLJgaz5qBa+10HAvq7Zvl6jALHEQmVVfy0g5EguChNx0jE09P2FqcnG/D3d1aL3iPwUy
WhrX1BIra4lj3+hQ6NpZU6/UoL3OtFPhRYh7mBKXuko3i9q7BVPRvY1+YW0SMbINGiv3QdChD494
Na1+TPwxjX+kogUs4Ph9GVzA5Cp0EY52acyPsAZemmy+S5PkkFjyrKGYCYwDPPOF2Vr81UXKwzLC
uogd84vuJpr9FP9DOyfR1pmFARHCTvaNgSo1l4yRemIJdCi6ELsiO3VnKfpVO/c4eZqkXpu16Vkz
b5OhBMdgXJpzXNMtycGM4pjNjrBC6m3QzaPNnlp056424lOcB2KVOj0YB52odV0ZdsLGT6ZWiHaq
MN8lgWrumCaaV6WRPX3cKWL/Vk/BHASvXV+0a9Oc4uemq8a1nKPqngWS+G0XxkcLScchxGzooawv
t2bWogewqxoCklIz04oY1syQTcMJ11OtLSeroSWyNHx4ik1UZrSB+w6JSXyi1+/x0SDR7ZnUAIMJ
ap9pk40Ctip32sLgT5Q/K2R5mqKgP1DK9Swe2rjUj4HRhTAFUQE27Fh3jQU3xBwck9x02PtrPeqG
j0hxbnpYY9Z2M8M/2lHYPXopirM12os3LgPXT33p/dkEZTJVuymh41jMfYMtEk4Lx18ofhgF+qDI
hnI0MudNGXVuMtvjISPNMfCGzFOa7jqroCvfL7kXzelbNyF0lwyOVuilXrIwWzGzOIZTheNotq5x
Ohcn8t/Sz04tMJMoY7IPUvjG5Nfbbg2u1Zu1nN2pdmyeDPkPY10iaMpjygJTfOTA/9GIaixYsyYz
tWzvGGcMvoTxjOvmxlGp8m6dk0nj1sz1V8HQ5JeiEO+6lk0bybAQfUi0zWv7cdTFRao2eeGlrI+9
SqFgPQty/DYLV0W3SabFVcr5A8V9zy4xxQdbjoGrtva8zam7Ni0ftavUp5kZKgAiYp4Y3mI6UBrV
zczmBUHOz8EM71OyRfzIxiwWieyEC+dJj9sdxOlTlGv3i0Kwsl5sO9k/ihuTzOBECZbPyUp/lDVV
mlJtGh57HGcbqdsbE39EPK0D40iYvcfsgJpJ7uMWVQHS9iim2amN3M8CF5rXHsAz8qCmJ7zA5qCq
T6VM986UX0LGftl4qVtQyYVyLvFdBbrpKwNhZAGFG2JPX0H+dJvTnHn2VBBXxUicfQWQ+q0M2uGw
DAgPXAfqjx+pg3ZBWdC7bT6iJwH917rkOzgq+Csj2Fl0vDdpKNDbFcNEdFUJ3bYbDYhcXb2ocPRH
oLfG0kIQ0vE5buEKQSGIUfq7stGcfY2B50CRbH6kCgVkpAblAf556kZhp9L8WaJ7rnGcjJEgUaEd
GJYr+OU2Zpg5a5GD0rhhNny9FZrL1JlTEp//YYgM5UGLnGQDaUhu+wjyG1iE5MccL/VDSaPRJ3CH
KqmNl+BaByW8fH3ObSZfMMvdomb2L4nG3tWVVLdJNtUvjTHhHxl1lI/qEA/Q64piW6nV/Jgss3Zq
HNnvW6OT3zncbsxTY3fvqMq7ZCZNNUcT+mx3Vo1YtKSeyWtVOSdkfK17u4gf1X5U6YgF5WqIVOue
q7HlkVsndxnWyi3zJ/JLlKHBVyWQteuR7pkjjOdRG/N9Aw4ItU99E+jjPtK3eqVvp8wM94ODvATq
m7HWYCW9aBlDcRowkdeStXEHUZ25HXMYVKhmRG5MUtnBkzn0zs5QioUPlSlY2ASUKXMxulreKoci
HefVApn/RQcs9sr0Ktvr+jgWLtnblIrVjJAG5imJE1p425wIZBiRv56mQkleGyezd5MmJ9rLY06Q
D8Kv4ecCbXs7DbAhlKj7QTCIyoaoM5RUerA+pf0QO3Ijp7JDJRt7jWmv60Z4vars65CoJGi7+YYn
qcCCVk5BUZ7tZsL0PnnjPJ7FVBosJXKqD5TvTBaHYsGLixQLuPYP3Rjxw5oq46ziGKva0WGUj1Qv
24HkerTH/AmwNjo5SO/GxPZUPnKu7vXW9tVi6KBQwkOSYfKm9JqGmxFnYGxVfq2Wiz8m7R1antCt
+wL0lUTywn5J2g34L1Ge8CvtnPadNVi6WTqCnjDDZ1jeK2BitA8VQQGotruyjKJ9YqcMg8UAB0Nh
LJaHxstCM9DvB8HDt3C9CPvDmWg/9DJi/jGTy4itoXoUogYgNC3G45LFvYt61lmZ5BW5RqKJdYlB
zauS5gmOj/NAu78DObHYbpeZ+9xywJZY4ToIsvJS3yZ+VcrCJ80WcZIVVP5UKbgijDUMjYdZ+0FM
r6tXnSthsgRq4XKiYMSAAFYUPBkiS3DWIgtVps00p0TS8PQG0a9lCQGyZtoZFqTT5W14drThZ99i
qLWpsL0oU/EeMj1zNakq6J+QEvMb8gtzBxjTg7r0A/YdhvOqlfZeTx3KOaHkh6IL97YmziGKXYJ4
+ruK4eMqJjphkzl6t4rbaFMpjYd0JfBavG/YZAlJ9rMB6Qs+ZatYczpYaGIl9RWguq2Mdf1FbdgS
UDBhF9NS0uENVMHnrIMklBOdgOskHnwE47GXB6F94CrHS6AhgVuLkMlKqWbGFst5tL9pgZ8mRXF8
w9aiu0xkiUv2sPWiA2PbmGrTgHmqYoWA08l5qe1wuTMHc3hKzDm7WrIXyLWHbt03ARASO3PkCwO9
7BQNdXLKCsW5FviI3bqktYVPVTO5zoz1Di9c/jIycHkMSTh5nyDAf6BPM/fd0jOFxoCNOaDWuidn
sPpLf+tyKZGd/TDDdMpckniGjYGZd15JODhnelrda4df9Jo2Sfig9TEH0dAG1LkiiPNH8D36D1SB
UeoxE9WK1YQkABNkNW2JmEEqJgrrUTa1WNtFimdNVuph0WKuYBYL07Ry7RqIWkHf2CinwgjnXd5Y
9TlIYynInarY6pNM7zDyLbV5ZNNfDothcGuzZVO8dCnnpIZFwB0wf18dfHavIKKaxtNp7r30qPIE
NsVJPNNAmHZNmBi+naclnupktzDt3E1h3HQrp2vEw6QpS8o9tpfg6ueURzNwMNvo0IUdR89ZYhh+
bRYhgU5D9I192kF4HhoYz2+x5CwtKwo2C1pgVwRCWy+9xc3QUqr5wKiNM8FJ7X07DeTZYnEq6lb3
k7E4Rqza2JnItkhcHYcJw+XWSyeaEkZnPuZKc8c5C/AOVbIbENmV9MZVzSOuMCnT5WCMt9qkkBJX
K3iBikX7iX3HXOlNQCtTR/czJfnXjNLvPGTJjpzewS+4oPs9VL0wUGwwYelrGYjsBmJYj47hJ2hD
VlYa3ycSl09kj5Rd6VtRTiiNZ/Ha5Pm5kkAee0UNH20DWq8q0VANJBFQN5AWVJH+cchGrpXR90Kv
BJYGMRfqC7lVO6fP/NHQSGtoh2HViGVv45fxukzfT0VNJsmIZynPxmMpsvWAhnflcAHTK7QNKKG4
P97bVmryP8cBKnIPqnK4N5enRDKgyW4KFgo1wqHKPnpUYzCOi16WHhXqDt3iVjaNtuqJu+PCp1Un
UX0h9l3QM45yugEX8zNdD6htqSnBUqpwDkY6GVZdrUz8/s4hrtc6BDreofgGSQu/ElBESW59VSRw
PRW5cmqRVPnWrxijnLAQTZCJNQvuU2lSXbhJ7XiUPxXGHNi2AgXZTrdOw+ndFOYdmxx7PBNxftuf
QBV8tXoNoD27Ju2SJBhwW6IIXXU3BBk0VZsNIZUbc1H58UHDcjApzx30uzavuZPejK3NQhpEijsI
49emDUwHc2yInTDNBy/NaRJKTOBqE64N+6hn6zBJ3mpTu5A386lEzuhBGlExeaR45RG2ejlG5A2n
jr2Cq57idMz7dYR3h8LhhhMrAcXXvEJuLsr2PlwIm6pbm60lX1Va+5iW0zHowcKlafkMhcRzKvvd
MJzB7Yoi3mhqehrSrdPTlegUkmzS5aTBJ4ww2USJcwoDVXd7yGHbOqlDjDut9Fu9uik15w+468fe
Ccwze/boh0VL8NuAKBrnGlFzJEzR6XUzGR1V+kC+GRrJe7gkLEJ8mC9LOX1rI5iv5XbxVJssIc1P
nNPO2IN4gGGavMMeVY9GaB77VilujDjtAsnWOaH8nS5p21ibsaw8Ec2Hsgr8Pu4Fp5L8Vs2CQwYf
ksk6WFnW1Wmq8lkfSbSCj4avj6xFHkM2riYYAhgL4UJ32SSPBKAlV13n2YT1GLld252bdNmYcXiP
YpPXfMDCx13brxfnrOMxIJUkX1RaMm1K4V+sb9EfRRk+pfhWN07RmweTbOoVlvNdu5RrO2CVNtF0
p+FMfMxpL8Y2odJElCwuBA1rU5a1tRZgfDcJ8Rwr6nj7XonST2Kp7sSCvygOnzkTTwqOg9yy34lv
oq81oyZYkVPpB2FMPILhClAf7gSoyAdUc1cHDu1FierAxksJgADdYoF0H7XVwaHiqYtp/sFhpVHb
x/5AK+hIgCRNVKEm3ghT444MhOpCaXDSgHNApNa9YTR0D/XU/Q0VsG+D8EsbotQfzOXTlAi0IFLb
1yljKtyn5b2iN2ySaC7WQLfKezOtU2qPEs93SZTluk0XsYd0IY8zgq5LiaJ6C7chXscjKg0VvqJb
o+7i4LrLQOi5cWWiPU+xbJIPKKyquuPg2RS16my1xZaXDhDxqmAPJg/topn51cZDMw/6z6EiNp1T
iU8EUp/HEk3djNLGg+T3JC0ktKHBjjp3a9XgEpEIr+vrZ53QRRQ9l3BS9UvU75BReZa4HyIAeOo7
oi/1apfy5nSxa9gSC36CRjOus5jTjd0tw2MRtLhq7am/gAFVfI2IjwZa6klG2PHixH4jYZbCMG6e
a1pitNnZeHv8oSsdp8qKGRjKevB9wpqqY6JOqecE/GEvovQQVQFI9csg5LQHEMMcC18X/lhfDAqN
0tpXUfT6acQLgUMe3zeUCwoVmrLIWlIn2KmachpD5EtwrCt7ckX8RNEr3KERW/SzCQYU7LMLF2La
ri8I51voQHhfjNySblv3Gi6yYdOw56YJ2pzAsGtXcNvX823T0RQh3C1sX1PAGitZl/JAwFfvBXFv
bAvDiegYUHaVXdueOC7BRA8z52BSfUdAZieAeT7ui4hBCcBrU/QtN70IQxyRRkwkpKWu2y7/FKF1
SOviOAGp2MF3fW3mUD0Mvdns03Tc5XlYbRO0Z6ueEDbQxMD9mVmgue9b7QvyQ7cZRX/Mbo9dyXlL
YBHvhzjrfOR0/iB0nmXzAR0gQRQUTIFbyPE42izyOLD2jGmaNUrVwdMbAT9Aaz/7zGofk8D8igrp
kSW07+kgj7f89aEHTIiIaHT7hPHsquhUzZvATH/UoH3Tqnbc1Blg29njI8vgrs8h5ld6+EX1g6nJ
6fb6aMoDrtoD+Yq5q4a0gB28QD4ck5CSI/DVLFU9LTFWROSOu7BCZCUWLpAkY53SZLoTlnYxw/AF
YygtByPfyCVMyKsW+zyEaNTU1AIEPB1FAuo2N8ebhhfbCqXtik4nTLAEcWMm/TxPEOiPzkpPTlG/
t3Kku49Feuqq5sI11UM4tw5my+TsN0lqrDv2xdwtLMW6JbURw8rtl57h2q4aYu2iC2L9+16hnxmR
FNk1i0Jx41x0C2vzgod97WRfio32m4VfqqUC/gx8JkDira52d3Ayr9BLw53sx4vW1PtmLGcX7fy5
Txkb1TgYkb/SLY/lBiRL6Cb8hYvVh+MqNbvcXSTmmkyfvcz6oTYqaX321rqRsvCqrZXZvjp1cizm
+AIt82dhxPrRbhHSxGVe+SKU42VWwgNMLVwN1vLShVLF3oKYpjjnCujJsGNQzba1OHtFn7cFGcCw
BdqNOTmgkVvH4/EjjBkL0Mfz/WCrl4ozb1SfiD6lvIvcJB83eQr7SGahnzftlY91RaGENXegSGoD
526+geix33iDxhuXI/E2yuUAOdFDRHwMQxpixcKpYQXRT4J5T1rBrVdAuq8ABuxC6bxYHJurjhmk
hdbWDu/MW39eU156ia2EILfLUCaLZ8OgW/VJuVwA/FirUQeAnPaW3NFTecVEcV8O/C7T5OyKnmFU
uKkXpeJnVTa5dEgSpTPAmh4JnMWI+nNA8WPVqtfg0zfPjpOvQzNaO2i+6wBRcB2t8U/6t/zmTHvL
hHaTMkHZDX6EnG1mNfpL4QuhPc7NySzwfU/9nnmwa6vKth+sSxwHB+gqNUdxklACokBQVc3Hhzpe
0TF2RB4Cx4jqmvYbeX+rTF2uDoPdx7pFDlzhOrxF72qPeomugRFiGAwrGlblgcvy3ihs6MROkLsh
btv9jL/M01nFCfcPOtQwv0QN5k1blF2I+2Bba/aXg2nL1Rjekni5kPxRgrCErweCpG5cM801VwBb
HwBYucXtElT1Rbar88Rzhv6Sxg0VlTqj4MqAWwSlApGm2RMrfN8kEf104xIpWbpvonyjpFC9DKc7
CAgHe8dAFz3Z4UsK8Xpu0p0WNhlp6RMRn4u0EC+2vUt27sDzmQ74c6ynpKy/VZWW6mxx70wWvoEy
OleLHRC5fUeTi7y1jQLW5KCIbpsYGRzs5SEHlGRzU7kfWiO5j7qIAZqj3ADyMcWUcJQj8uB1nnaX
pRbECRDiGC+bbv7sgvqiygdwR1ukqK7MM+5xDRNh7OGiFRtjLh4wTq9u6E4n/Umy05qyftvZeCsK
ti5c68m66IeN6tjrmHZbHdZMuc014ZBUGYhCKyy78gh0BhPkgRxsLzIezRSiA9t5GNXkFSlA/rmB
6WN1+9SMN0cHudu3qeF2fSqelc7EymuSQLTC8xhY7tLz26mOWMfmYxTOWBafUbWsA5meIwOldrOD
B5NNR2lFGyP8dLiG93jnaqoBBQUMRyzxoN8CAddAsp+TOnhN4lezm9Z69xkZQA6q1yxp3oNZuVPH
m7ZAh9MAGQZ7ZAXIpumOUO+AG71DTnMrrpsJ23DdrRMEfR05szlNmcx8y/OM7WKIPQp6lxpwb0k+
fQvuHKjH4LGqSxBaGp271NAsCEiZultsrtoA4Uz1gRzf8NqEbX1X5DQEq6Uedm2jOBukHMIVehN/
QAQwNkXPisbbC222aYELMakH313TWmD+GKs2hp4Ah1wx86vO0Xyqqr7dB3pBLMEgK7/MC+O5iAWX
t6llq08E/USHwGH0ONXFgCD7Ji3eYFnhoNtlWfjdGla4U1O26MRQy5de64aZejWaiGG2qwdiqkyX
1LBLBreaYOAE01li2NjILUxkiWjvUsqBx4miHpRz5ukazJlevtZOsLXy8kpIxpN1Q5nRSn0DNeBX
8B09K2MTBVd036qGzWH1zMC83JSzgQ9uxP6Zc02AYIzLH9syvelgj7Ku9tIg+xSJecew7lkMxo6U
v++RbILulkzRNcSOZ9zke/Ohs+29E9DXrSZ5cSx6uWqgX9SYt6V1nNCvmHxVwSu7PC6aEsNwpXuI
TFZYaelSB+O0qlXeljHaVkwxDFGOWB06IiSnm08wv2vGbrs4+hnC1qWW1g9FyAd9VPYkoByXrNkk
EtACHreUj3JRtmGa3GWlaVEXhtcJUkGud68Gp+tqbiB/QL2W2ypT1vRH4aob0ZWc7btcjTxboSsN
MBFyOPNGopQINTsFATbI2Oo/ZPrdaD3yaop7l1sqShJavHo6tStuot9dRD+LQF20LnqGeqHy0LZl
gJMoTjH1ryIlOkN3uLc7eDzBEmz0Kf3RE/22IqPjqw+iD10tKa8JAm8mUWz0QtkGoexWYzRtC0Xb
6Ea9tpZw75iMfQJZMtEO/y91Z9IdN5Jl6b9Sp9eNPDDDvOhFO+Az6XTOwwaHlETM84xf3x8ioyoU
LDHYGbWpOrmIlBQh0B2A2bP37v3uMSZGksLwhKQR+3AdnUdASWk4nXTVXk2+Ma6iLLuINbbTQsPq
3tYBPYJlTQZ1Z/qhB+gBZEZDh6So+KCJnzwR0bu1w/4g9HEZKAIdBKOiFmW6LQ2OLH77MpXZFbxl
9n47vFXDRa1f2cwl/ZtOmwmSkC85HH+97a5g021gHZFzVr5LXVE3gXTuogLtRFNtIEWua7CbpNpB
6cptKGwAbjZtNhL1GUuHUDed7TrVCV8L3DbTzn3W7M04wxXTBK8iZDijmsqL6CadNiNoJTEtlvPf
pt40ke3uHI7iimzfk1SDK4WgZ7Npn0jovsr7eqNY043lvDndJkrVE+NCbABtsjZMYopTxyE03HBb
zj6J2u/SOPqB8Zswm1UFjSlW+8CVPaWGuEwZUOsNLZZM7mOaa6NIb6bu1rb2BFbv7Dy7HrNbmSyA
cHORAvyWEmPULodUjm1+sg+c8VhNVrIOBziPI2kseJyjI/FE6boS/lWMipw5H12reS4YI3GypaNM
cau2zbgpK2sLv6R2IdkfTfCg6P/BkwX4EJU5u0D6cWt00VqZSTsvul5DrRxdtw1pwUo84fegb96z
p7kiaJ/ScjqQzPsdb9gBU8YNozXPiu1LehwHjqsT8zDmmpwv8QjU8HJ7qDBaNXlWXpDgY2w7h5zf
Oa4F1IJOYjmVNNiVHsyYxQSSMgxaYdFfdLb6XY+7la1r91WZvflWdpyc/keXVt8Vxd+qnR94JjIC
V3b1t9aOrxVDpxfV1Te2QbXdm/uoHFBaBRdO3DCGSjH4xkz03iGF9Gvd+gFF/L4eMRKLael4ZfJU
p9VF27ZXhASpblb3KBhwf+PDohKai2MR0oIsRiQuxJ0/UeTu1ap+TbvwaWh8jTmEdRwH8TD11XvO
IHclaeDR/lbuVF5tQQNqO08/ZqNBc12wSgbSdjvbfKV9XKFG0jsyMqoze/FB2tPZtkOXAmO7qDKs
VMCKywZPz8KJj4iXw+aOGpO8wOh+RcvOcsME0IszlBcAlFp+BZgAROx71DG3wi7KbNXGva8ymU2b
kkDE4KJuSsvL6ZhBKm8nRhtRhvmfDl4xKYS399CgUcjwKI+HKMgK7Pl0btGmiE1pOlcClvAF2Ybh
ggfI7hszdQkHepvbFkFUeAcAg2wJ8nutPg7XWmKHxyic+PrI6lgFUit4HsUxZ/Dg1lVQuG1d0u/m
XWV7ULYl2p5tbfa6ix/u3Yid2wkihZfGkr5dtnWC/qU1O8/WL3Bl0ait+aLDOPKsvn7J6/FC55wA
VB0b50ovkWSYxsPizmRIatDlaPr11ONsmvLwVanjewOa5zEfHeklMjXeNEV9N0GWDqF4HQbOWVlZ
PssovojgHjGNCJaB1FvbyOdCJZqMyWncGsBZHIGaqGKFe5qhLHik7PYrTWYX/lghZIj28I3P3K6j
4iBFY6R0jlPdA/S1AgURuSmah5RspSm86ppLJzyN7UNkxbrXmuY+lpgZ5npXVf0N9JNyr5a8WsiL
74zWRBzRIYKZFliGMxxMbXwy4so8qaO0PCa4t6BwV4GTHcXYn9rIuqskX6EmN1ZYb3Q6YqshW9Ig
FKqcQHv2i2t84h4DOnBLUO+YRDLPysKbit40LbmVHjrXAl1jG4yPgZm+gBjStu0Q3zZK8q1HcOhb
PzTKBuikh8HAZ0u9L9utMmzLBJtliVqBqWuSXi6vBUFamE7dIL7vmOs53U1EP2BYk9Q1kbwUqQw5
Snx/dES0Cakhtm7W+EgecqNTD/aQXISgcxRbXd+HjiuujGXCjhgtSK6r0AzvIoKJbmqVD4okVT3I
iShVK8lnGDSa8iPBabxOwz6/nZE/vmuhzQ4j241I2ImyIQpPUWYMkycNoTNqndrHBJHWCRVtBmpE
nVAUdPFxUlp7P80VmVJh3lxMlEAXmYEp2s8hfYW4z8nrqE2OTqO6yXwVgKdlE2DBTPRpMINX30HL
YsSvVsUsCa8GeL+6ZdCDD3KNHLC86MO5vkzjMDlZWqbuRdM/NDlfI8ZopYC/lT9YZWIseV6ddhBQ
aBloJt/roHZZc9dhABBH6N5IpESYi6uiCR8nu0fEZj40EQpTEeXVcog6W7mUnkIMNhzltLyrYpKd
OofGp/ZaUFi4ZQTUplMv4zI5V7i8gs7fEewd7egjKVsmyrCodPJtor49V5F1U4d2dDNgj0GNjF5K
5iOYTN6yMSVVDoDHqTDFUxS1OHu+xWCHiWCjVkKuw7S5ZR4fJ9tkAkXEjMpXoydbvRx8B2zHhcAu
igN8FZjnwup3DMUhNiSeJX4oA7PFUNnFHZhvrXrR4rfZceghP/DeuvSDHcRC84sS9dOmI6pCDxoF
hciCGLWn+VWz/GNLONCKfBfT9RmwUy1ah8QKwITFpyAu94ZkiAuBcMFjP9YOqVCcXipWlYCMq2YN
7JcbnSPHUs6FzYmBhQ9ejS73RZadQWn05EN3ay1V/acEfeNGI61rBWlwHLCPjnPxGObbvsQXE03X
8dJMGuMcKhGxSeAxHE64gCCAot2mnUNGto2vunVyb7ajcS/nGABxPKDHDhN6Uuhmyb1Q7Ac6g+FG
mx3qfjzLwFvVTZ8vcwB0ayQtIgWFSO+RULAWyVKz1JHpVjZbazqaFqnBg1sbwGOSedOP4nFu62PT
os3NMSBCx0cY5Xx3JEsk7RXl2RKjAOFrBJexWdGaV+ajUgzbHsoaUXgz5+KEwDNCw6mz4PHlC67F
cvzvoWQC2KJzVZz+surCC6v9ETWYrehLyZ0OTMTtxvSVLZdXZ0D9VoxP+VysySxhls2WzqgcuJhT
lKu+ojDLxDcr/laXDSp06VwOFvV/xy8MJKNAWzvyM+oW0CLZKH6axiwkg72GXxOeUNKBJ2VfzCyQ
EUAb14ET3BFrXKyJE7d+ZHVJuif9Ni8QJSEw42UdqQ9MuIFp6OmA4trIcJumTcZPwZj2X3db/KU3
6GfL4uf2x/+GzkZ8EZ9bLP5vGvyo/2yx4N//3WEh/kGCBPMriW/csKTEIvS7qdH+h2namJhxJsrF
SL1k8v5usdAs0jV0QjlIfeakI1XcF//uHrL/gdGHIZ6wF6eFaf5rybsfTI0WGkH8E1RESL90wuyw
SP7JgodRFaIT/YliUKoguavVRtcvGUiB4BBI6eUAdMIufVFTr2t+XsXbACfu6AbLx8UfXDqM9tD9
owV6zqYh0Fom4yZ9BiqeBqrPE4Q1VAprB4Y6WyZaNDqlr3HYCfXasgKVBTLrpmiQLwaisD5/Dut0
SZkZFTlysiatKNTvrSgdLA9oXTfeak2O+3/IOgOdDLS6fm0DjUVmZOfVsQ2lT2dPpH3IW0hrEcJN
Ah4dXvHJTFp6GUJPMrli0zBnF3Jg+D3QyL/cFnGshns9DpWSNTxSTWpKiRJ3bmJD8VAcKdHOsnOM
/hV6nvZyypFIK66u50YVP4O8L0fSqcJ6NneW7Mz4gTZnpTaob6xB3KKLGO0tXS0tYP3IhjsGTE6z
05U2cdiPBgfNZZvDyueuQ9Ma2s7Md5ldEhPBjpVs2J/4WVLMJ4gJ8nJRGOGDz7yuwEhI1TOhqCud
fERRnc35qizqSmwFw8aAnpOWI3LRMHO5uCgVM9vYIBW7fkNmZMOuxkApbbt1hv82mA8V+w+lHgIx
XT2kKNH2REFxaKmlqN8SRpSDW+H6YjuNspD4zFULFSJEK4A6bwLuqwhRk+Au9RiEqx7o+Xg7laoV
nLOaP9v4gYK8EUzHmNOImwUZwXaPOeykOhHMcyYZcthkijNpVI4JROCVJtDF7TK/txbbRYYWIJPE
lpI1aNvlLhNalRE0p1bJJjFHC2RiETMQjuC69N48NdVAdWo2J0S2jcLJbNSTLeCgbNwNoKTsa4BR
87ROU9jsnh/0BPo2vS3RIVaZIVxHTvm9aU7mdWAU8XOZOLBJQggF9xxsRunGiQUIWkkhYWVB0V6Q
elxfwo2HXGtFvmatnEan39oZJUeCGTOssxJpkj+0NmrOPUPw4B1gX5xvJ2GNaA38QOfkEsukgQs9
joWnhk1q7kwQeqkX+hmn+qYwlStiBirKtHiIBL762MkP0JdQA8XlINdtlNXqGksXsfLQxCIBEZRT
4EbNxuZbMhuBQDJJTgGPa6acRYkqjRSxYGn456rTbMZYwcuCaMR8EU7GrleZsNlcx4Sfi0RCQ+1m
IwHHMBIb3DMriDpmLxk1rVvgAuTnIuutJrpRmK8N13zqx0x5BzDaUm3GAsWjakmEAGE2DKkbQLyH
idUspoaKeLcbB61F5yX2Ih8vxjF8xiRgERUFuXJwQdpEwVorO+eVDBKQCUkeatVGqVkxV4VfgNlU
c79YW32XPhhFYgliN4k3c3lb5yO8oOo1tiuka6scUyWPFMQ7MjXWajjr/SFBSauuk1wXAZ3fWTeR
9csx7rZz51AKqE7Z2q+h3WcMlRp6rZxHVabpYNR514b1ADHdvOuY2ahXIHCb9NqeGOX24Pn8PENU
07dZgS4l7fzXoR8YHbqB39K+XUVaEIbfx4pVghdrrmYSHMrcALRCHsxsXMEOTEadUVStarugC2Ty
2KShne8cRVY6joe2qW8BDtcYjvzeX5ovmC1fQtr1Gr3LsWwrvM2aRepJH6fLkqv3FbM73k9Wb9YL
gNb2mmNmkXkjTYdpYDQpE/K1rbqJIMlaDev3muRUlAelgyDgwY97U2fWjiL5FIkczGkvWwMzeoQp
YHrKOF7l17afAtoA25TgIEBXoyPel9iVHuEdt3K3LL0ZIhJ4IXHAUMayg+8ZhRgT1mGGrLWasl4x
QWPJUduEdV7mzKb1BBwgIs/E04ZMxzWB6r7cI6yxX9s4ks/9IBXltu+B7bGcdvq17pvdcJ7GTLyG
wKhs9NtlArWuHwnF1DA4hE8iE2qzmQYfp9pAvPXM2UjtoPF1xpCebFiOEPtMrdPvCNPF+KAX2C5W
gz4Et4zIxV2qClrssT3RRxs7vDloSzkhu5ZdjUCwoadNq7C1/IvUHwe6c/TZiCAVJSEcVSkHJhq5
UVa8kAXoolqvkutSl4yUtHoe7vvC4JDojHoV7YmsBjuHIIwXDAVD5K9lF44NRXzSE+pQ15aFKh+r
ibZH5upgGQprtYR14pfimYTynPiHXqGNEVS8PS5ZUlWNNyDAdDZiDoTt1MGm4oyhL8N6lLtkRvgL
FDTMU9LHQ5hwNwtZiVxiPaqRbAxjsB1Stg4kLTVovzzUq2pvJYW442TK2U5UigZbgHAHis++tLWt
hgL5PbO7ClSxX4sXnuOIpNomIsmYsVIYXIEYGYg6tzLg0A4t6UsScKd77MxFwpGcJOMTaYuqsfYt
2wlRjwNba9ZhqPNdq2oEY4EMLXtDx6PIt3RHaPzhuQhL7CIEl+m3eSJJnsazqdZXudnqqmtmS5Rk
qvb9bWzGbcvyr4v3zoZ7TAMwHTQPG3czreEBAzGO68CCiQwxH20zVi1AIkF/N6H11aCKR/ktCifz
JaxE7WP3M8PRbWPsJ6twzrlHKEoErhvC0+RS3ZhkBFMD3pR5jVw5lUgn1ppdj28zQcX2Riq+di2w
pGiHrsztYi2oqkwkEg3Wa+qqsb4iM4KN3JPo4PVD5VRj9Jo6VdMw07eFb6OijM1suB8hR8XbRBT+
txngLfmEURPctcKZxDHAk5Wf2r6sum/FaA3vcFu4pT0kG/CJaaKEXtqZBnJsvaJJplLIOHgKK2OH
oNQoIYzWrYnyWstxdQSZSK99HTgNsOoosja4sqj85tw0iysRaFm/adJhtFZmw+neaJWqQZ2SIfzJ
+Q5cbViAhV00caTPihRzUZKhSQIgT0NCZL1aeHlS1/UuqAvF2reOnjyXEhbRlUhLq7yRNBnrWyVU
mnortKJ+d9JmrtZ6DqgVyWU3qcQH2FG6IXkppzkZ1YO5hnRiTi4k4zRGBRtPzmtE1w15ukbELWFU
wC3XmOJq4ynXkiY9S0wV3a0RUz1HEU2quk8mZa1wmrWrcBsyNS3GbmsS5jo1vLuK1kUg2FuVTiAT
KLwoWnPh12H8HigGupogVplXyknE4IOZUXIUrYr2VMKc06CGBSnTy3gJnRL2iMO1pe/L65myJR5C
NDDIwso4SnfwkXRCWgK6VlQ+gBKV2QwfZ/DN11RX9AOsQEM95BOHizeDJ8tEtjhNpdubUn+2E5vU
2dGA7eUmqllSgztUz8iWUC+WfojG3C5avaDVXiioKaZMIWTDMIZLq+9rVIINig7fF/0rVQuw0CgE
/OrOk169WItC26rwOLo+YTbXSTrI0StMHxuiKTKmjjXyhmdWRKCsUNVV+D1W7W/8ngCUVYalOyX2
MrSeoiFVOxYmXY+prQB1rzoSQN61Ue/Lbcl4hSFBrNcP46gxpB6jpYMRplmCIjuoo/cQv5ONIBy5
4QrjuW3vBANO2iOWBJhsmAMglA6ZGtFxOXSPrMBrncad9t1KpcUBKBjUhbVUgi1Ii6ACnWJF7O9M
9gukm6E57wIMf8gKcjDO20RVBAPgLqmfpkLmubuEuNNEqPM8dbuw0l+JOlF/xDgSIBVFVlev4zSm
TMUlBuOKGSDiZoeDRvg3zun/n1SE/2GkD00wtPyrs/ptWb+26fRv+yZ9zb83PzM/fv9v//3cbsL2
0OAMmxA2OCSDpvnnuV0IjvSCXhrAQA7obGL/cWznT3QTIpuKogUHs2qAM/j92G7+QyNOkr+HtZxU
V83+l8gIYuEe/AH9UBCTWvxP+0+0t3DQeuYN1l6rD42Rf/Ol6WXSvyeaeqvQd9fLgh2TLETH++lb
Ov/zr/63vMvORUQu/P/5X3/mvf1xwQXQ8O31JsoD/iXxv7Mi71O0ION+VjWsRigQOtZye44eoql8
++trfEh7/OMidE9+vogaCDBdKnaIpLsZZp1NdEnRNr0lBKcf33ybOX0kjwvfdI5IBkHYSFH3xScU
S6fjV98pvZafr56amZgiPQGoFg/bIkswGqB1qxFi0SXjfKeCY+ADA09AjzPC9s52X3xunphfXvlD
70VzlIgYOjAWik0pXWzbGi0xbZcgmI4djvmhso44ALwaLItP9/aLy372EC0/zk/3NNHR6Rh2Veyn
ce1cdaf0qn1kWJY/FOfi96Xm0wTPP7OM/rilH8AdBG/IFvm1v897SMa64wnwVVONlXOka+F4IWOU
Lz7Ocp9+cf/kB4hUNA2qU6FXJCLGZoyJRpA0EQ19uxFE55Qpj+3P24usP3b5nQGKM8vq9ReX/uQG
yuXT//RNmrMCuEYM7V7H/duruFcYfdbBjuYwmASEfg3fqH6sbOYbpvji/i2f61efl7bhzxe1nRGy
tTW3+0QitIQzrgGwU3odUrfp6aO/9Wd0soO+/Zsf8gPqsadAsSs0MvvyqbyNQHqshtFNSUd6rC99
oi6/fC4/+zY/rDUJGde2ljCxQN9Ohw6xPnHyk/Pb40N+DPknboXySMTaPZGAXz4+nyxx8sPqg0+a
451fk6S1QXQTPYin/LIIL8PbqLI34RkixWFAXpjQL/T6b755IPjtlF/2zW48El/wzY+P5Fv48tBf
JCcDWeNDfDaU1/4CFMGKtZIYv+q1OBU3KcMVL1lXWwM3wZrEj03Nb18jk2wv7VI8phVCgEdl3a++
4X+WXjx6drNrNTy4dKLyVfTc3vQ3jX2JfsItLuzWtbbNPl5PO2OvHAkmHTejp7sa+TDb+kDCubph
VrnPd3W+8Ztv4WV9anZRdmh39cm5MfkbEWCvxrvsRtl0VxUjIGRUHJff4kds8Fu731a74Fgg5HaR
lq3j6nt6jcpfhf3xppMymZ+UwwCybYuqZmvFx27X/M2VUX5YkzEBO0GKA2sP9HJlgYEjrXCHMmyZ
YUPIK2xP+IiwiJqw+f8RJfQXD/vyrP3q5fqwJCvagBp7VOUe9eGqRKtrCQeprFz58oVaf1X0vtvU
LxHSKZ9lpW/LMzPfLVKlVfvlG2599iZ8XKHNkcVT9v7e1o8qImM1c9xuQtHuxIdm5oBug0xu0sd0
UI9+VmnrwggOHCbRFYH2gpi9akqhrhuarEua+4hnMkQbG6kqLf1B2XZBD0o3qm4QJoBpSVa0lPrD
YItok9HnqQBVsyd2XiXTK0UhcnIAJIsOVFxwFGtWBtlwRkM2RW1jWAwerQlrvDrdx4HYj5EdbgwI
d27fTc9RHkJsQk3dLq6KQD+PwqB3DkwmTmkaZxgnqplIuBWnm+zEuNtT4szLohCgSLMLREOBL7Id
fpGK0COdwXJknPJCXqHqddvyLbBfRHv1xb3/bCP5sGfFHGpTvSr9vR/t4uoJ6d+brcBAjrqzVfIN
zuvWLG8mG+w04U/ccdbhL1ahT9Z08WEP68IAxUGS+3vhV2+hJjzUZF6kUQL4FnFt1rHgUWxr7as1
/ZOPKj5sXHoNktVUM39fkXLETgkNqOQhX3bNVVHchP0ERuAmrBZrfLCzLOuLz/lZASs+bF6zNsps
DAjwNPXinENAyhFSpqnmYQjznLg86pAOjOu8uPl7N1V82L102g2NZtTxIQf16hzSpr5X2nC33NS4
CNaJctnX6dkQ7NSmPC76xP1fX/mTCkh82M1gKXRJU5rxgUn4sdKlp0b9sXEUKoHpSHvvtzLory/1
6bf6YQsrVFA1bRoxySf6LPSRnxh3OpjtLmjubTOnMooIf8DFjH/qi0suC+IvFsrfavmfSp9xbuqc
safY9357RFCOdvTGdiYPAMS6FQIsICvkZF3R9N0a/CjJBGbor68tfxtO/uriH1ZpHZqJhod+3I/9
MRmcnZ+WGP0qJDttBh7A8VdaoSIMZ4kCAnCR49rKUucqq0kmqk/M9Y9E1u/Tyn8uteJCk24TJlsN
zFelYT9od+RS2c0GylDVbIqCkGaWoi08MYW7JzaE1sFKovchdxNHEtRzrq2wyqrAUpsd9LDO991q
XAhGCOVk7oZztRpuNBIIyzc9PZcUieEW63mNY8PeBeputHZIqCyCCMZ1sWNVVKIt3XWHk//kHyeY
X/I0ZEdffzL0m07eOeNjqb+3+kOW3wqyC7Vtb7337Y4ssb7Zq8ZGhZif7NRsK8blh27CTT1uRb9T
+h3JrVA4jJBwu00sl4hrxM1gqpRSXvT2xEGkj0fkOShVNO0qqbu7WJK5WsR8rPkkguQISX1PeubO
nCpyiUYCWvtNAmOjD7ywr07gEPZ0zG7Nut12055w45NuP2qEqdKOjQhFTAP2UF73ttSPcWpsQiei
ZTZ+FwHEfnu6RQRarRrNfldycUNL/V4nSYYMdmaMd/gDLnMt+9Y64dGKxpuFQKM2IQIUAkvS2gsy
bFgISYSD6W9qvjEm3GDrWmV0SMn2eZ1VYEM43K8je9pO88SaA9k1jbfzgq+J+TIUXBa08tULNUzu
4goZLLl66Y8wwtyNi6CpXhr/PQp2dbdJ0XL0U7aq4ZGFnQ0VsN6qhTGv08UyNZg75INbpt/uOOee
gSMejM8+UMp1Bpp9qlTXbhC4lMxGgmlrmIcqSo92yVAyrHEsjeuKZG94mesS/0HAdhPKHWy2W+Kk
ruIeFC4zL0uoe98phpW1Rcy3fDVXnCnv2uRRWwRKM00tz+owNPfxDX3UbyXGTow8G2cu95be7dOy
uQT0vZ5iEII6tLcpsn/ocrztykviQ9xC5aUpknpwrcwkFWIn1egwBPoN86jLbjJvh8B6sxm1zEnr
JarchWm6oSl40WLzmtBiKdSNxnWvDhcS704+m/tB7bYG/QotE2i0ir2hS5dO/s4Mz9mEfZZIDbut
jnGHolg+K6XP+ztehwHdRcpt5k5LbHH0qjOqpNPJhJ4MZvWJlZU5m+Xm0Zn5/Vf75Ger3IdCDD02
E1TZdYAmFxjkDu0plPsaOSzGsOW4+Z7Fvtv6lFTmfAi+Oj3rn9UDH0oRC+QEpBmyZG3Co+nXXgYt
Lzidc2aLJ63DKEuukd60q648NQZhsNmtjzw8oOBTzdtq4tGybNfCel6mpqsiJFBbjBR5u+4zWuk+
KjQqSDHSW509MGfEDCdQ/O6a/FlVqXa+I8ggU9DYDAIrq5LwXipbnyZnv4QLd1h05ISg6Troz2V+
k1jAYTGhWncZGbhfLPKfHMsWrPfPx9w57GfwHEGyJ/MU0cPRTw+pvMtRmaAOMTh1Yu5d24Sd9sHo
jtO5cQwXOr6Hoh7/8nU37oG2LETP3AR2g8TWkXgI5+mUVeb6OkyCL0oa57Mf9GMtJXSGx0ZS77NJ
2xOqtrcUMhiJ0s3rp1a/UZ1TPTP2iUqoNtfoKC7Q1O+TvL2QPvSvwXJrTKBdeY5IXQkJydnZ8oga
GowUX3NYA9NxO4ZndfqktTxubx28f5r7W6AM5Ota3hiTKE+eR5DkWCLyTcgr3gDxnw0CD+EH5Mq6
AdZjQqBZVoyquGPEFDmzC+sITc+3NHtfjgCGicyxDdfNmLhJgJ1uImAWyiEEThddMl/hqzK8iGBg
QnpRGoYrlema+Ygn0SHL+jpp92m4l/GVLiHkARcRDU+hMrqIPC6KR2bQG5x/G5v4kChGdjw47hQ3
m5y/HjbcijigNaJ/12mfseiib7vT2b318c1i0e3m+ovHylgKzV+UDuqHAlSx8oAJDqlr8YUdi22R
z+o2BUkxQbcMEmI0kr3R3nbxA0K+VTU+V+G1gTkuGDhKm9167mw3bZs7vQs2dnqMA69JImSGvx2y
DoM13RrV6I0VYiCkIJqfrLtEwd8Glc3xt3HCuA4wE5YIj6UPoZQkS9BfSbuHXTd5iz8BTwpIZpgG
CSHS/bxjGuzGJtTZFKydY5ElRCJLxr5KkNlcFesYQYSARQ8cfyUpR/769bM+OSEs1OufXz/dr0Vp
N369N3BiNdBGKvOSzfuoApvQg3ZHqMOSfXotO/17qUR3nboNLfVScuOSID1pdbXvzepa1Hudxxw+
1dWM/ROv/H0T6o9yMcIE7bprkfUyUjLB4xv5cojuA84kz2ZTXwzBeLSVYqdJfaWSKwBFwmEvJdrM
GyeisWNEUzyNKLGuFEhF5WDivR6wluIl6bqdmF70gm4fbIB+LNZY/C5Lq8PUUu6i1t9mmbJW+Wel
Mk2tTWJ5Oi9+qIBKmsuJubj14bz2RLjwK5NQrllF8ouFZqxtTv5fLR6/HUN+9Th+OCUUgWRooMXh
IYIfaTs1dXpz3dHAtP3+yExzVPjt1N6WgeFVjXO/BORRc+HNRcg8OSR4fdVW1D5pffwWvvJTRT9P
va/TAsBgEWOUzmvtqE5XzVQI2pkTU9i5e9PS9CK1hjvK770237Z7+MxHoyCUdFJQ6LTXZMep0p3h
6BLF/Dil93NLgqVJW2HI3rIO4jBljnRWrp9Sg9rtDY6g+KBV8Uo6u8HYt8npr5/fz2YKi4Ly5+fX
KnXDaofU3Fe+Tm8sfNLoaJXkjQhEe14fmwtQ6wHl5REcM1FI3rz4gv7mxT+cT5K5EpFd94xpaAhP
MEeq3IaX4rxmencM8RXmU3/UpgA+bHt24vRYc1sVpFNfXP+TDr/6oWxJc0GUDSqFPcCeq7r0j1pl
eH6XnAEqnCGwrX/rXQ3GeS7ih7++5icVi/qhYqkThXiacTIIr3LAYzCSts/LuX7pnKSUJkNIZqfx
9+4ukWZ/vrskxrUIJR1tj5D73mRtBu+zKQ1s9s7RsO+yqPQKw/L0sD4rxnS0wpk8J+WLHf/XJ3u8
pH++eF/lwtFSaezNgZZcZiIPO02mQTQF4LXE3yLJ+qr+XA7w/3l5kM6H3Ur28xQiaqdZN10JZCix
nd2rfMblm1U6ZQtlHIzJKGK2ykbz8shkH6A0xYD917d1maL+8if4sA/kJMG0mjbbSI84U0qSg+CN
ioReOd8nblZsgWIrU9sdKD0Sfqy/ed0PCyMOJVEP+mTvG6eksH9a3t3Kf2hgXIT5fBR89eAHvHEx
fMBq+uKqn93a5T78tAY6kdB1gwnufuy6wqUP2OQP9kRjIKb/pmDbNwVeSkpOx4u74ID//3oMnkiF
fem0+BzQj9Zq3Qv8r4Zbv36rpPNhFUsrLeqMjrN1mcpXvw/WjW4cI9XYJj7R0Jl6rJXpKHzjq8//
64VDfgzYqjQYbEVPztog4zeb0WMG0aXCCsF6hf9xLSPDK4rHiMPwF9/4Z8/Xh6UKwENALiVPuMGb
A0EaR1OJsu8J2qCH++U8TDSLyyc8haoS/K21Sjof1iqEyzDQFEehYu+PwWwcY6Zl6Ju8ZVm0c+uo
MqzErfQ3v1X7w2oFyzhN60QHSkHrb1kwCt7TcdbYvaejhPzlExmqN8IjyfOf1/yXQl3u/gtRVP8N
vRjS5C343I3x8pq9/dmM8dt/8E9Zh6b9wyKuBZWf7fw58EISeKGqZPLy2zomt6VC+yNiCnOEo/Hn
/AuGAKn5H7oOhQgNSL5SqOQYAUkhgeVfibxYrKh/WmhpGmiEapDkZ0ldIDGxPjycbQkAR0H8Tqns
M/gCCpdHB0cCUEeIEdGbEqENQGglahMeQy3GR3LISUZYIQYPBsUj+Xr4Tgrc1G5jOw+qA7GMKr6n
liy8H0be6dGSbxhk4SkNMwRZimkVxUPk+HaTeoCSkHogGBQv0hmT9JwZCrF6IhYKhzkcHNfkcmoB
E1pYKcsELMwvgwjWmMcxBUR31g1Pepnjgp+hHXHaC9KswgWbJdnEMS8WdQ+BadTQdpSOWsOOz0yc
pmJoMD9kAfkz1z4M+CV9U1GUbK2iPbdBuxedubNCK08WCCCOZa0KXopZMo+TsOnQYIV3syL6Y/j/
2DuT3ciVNEu/SqP3LJBGGodl+zxpHkMbQlKEOJPG2WhPX5/fbHTlTaAKqG2h16m8IbmTNpz/nO9I
u3/iiD7ghMn0e9uX6rREdcgv1o9PXW/Ujp6QX941yVeN9e+SmOUG3918nvlwV8PiUV9gBe1nYPMR
B9I2qGtVecjaGWu5bvIb2x7vrMxjdipAyAYVfVtOlPbwvjR8rWkezzgva0aS7i8SndM6VmA46qoP
7kVlx1uwGV+1X8LjstvxUOtAbskLvEUBGEkqVaZT6tn1T6rlcIrhSCM6T/aajA3mm16h88D/WKWU
Fr/LCmenGpZrThVsA15eb1Aupvy58YY7iLcFwjMxDoIihFAxML5oXxEtLALQb+OqU3bTPeBiN9Gv
GUJGf756/RgJ19fK+2RFkwqXrRV/fOdBohjcOh/XbpdMKI8Zba95cvZsX8yHrqja8lYuTHNaqri3
oT/CBax9CJ5TMxYeuJ6rE8KhugOpvG6F/yIwE656PTwXPtIM9zj8z2FnUebpEcMOOkbNVQEJBZRa
TT/5QAf1FRHnYaqzthyrw+gxy0TpcwSJxps+twgCxWJ+MF6NoRNrcOs+pWkHGYC9c/o1dcwgQEgP
WXyCqQM8q0/aJjvxhRfBxSmDr9ROaS4gUTwWBCmIZcBY6j76kkem8WsZ7BL6RZJ9CUdAHeLKKG6/
9YMwtBd0qRoIzoNHKTBNvxae6aFOL859LSFPjAsWfddXah3VTnWmGDNcC4i7DGkbt25BNGSEPRML
8Y3JWN1/96FrQ6Ir0j4n4RjvaffMIbtPwXWCUIIRoumk8KMjbexK3PsMzQD/OpAceA/MxZuSR1eo
2xYszN7Lhz9ufwXd2KELoL913yz+c817HyIbnFVf5MHGgkV5spYlrr+SNicTPJYed+hg8Up2qIJw
07kMuIxvsqCEvBgPcs6/Jwyl0doeg1uraSxc5/MkBSLNCPPMq6cUipT0PpZcptmmWYLvrBHHYurV
hQXKwdRrer7TNGz9aK2SFrw8JGT55unq5PF31ru5GO2viR49H6vn1MEMHhZX/2YtUMGqMwGA+ZB+
QhzcJaE7UI4amARnr7kCE+FO/SmjPDvnmejNJp1JOn9NJaGIVQyTpN1OEwEbwPeGmLDvUVS7YceI
o4PVTmm+7fBaIcmjtyWRj4qNse6Bl1dv5VI1Nzj8oMQkWb6vk9L8WrxuyfaDP1uwBHp7Y7sJYIiS
Wb07IuS0nn1MrbFKCAabl8Vmlt6AoSLI2e9FQe0JLSl/apBXXA0XaydiC2x8PrjnoUq9E3Z/6zsc
M4pnaBnKQGH5LQlrb1zaXecYz4Xw1ssdZIo/RVJgsCqy5QPm31tvTXKXVQEsDNpyd6gGwdkBGrAY
GHBRIYE3ufL3rK3sZhpKgBdz3W55NLy32QYPDHPNAL1Mu+1cTTjqp0Yn+HC8qbiAoTTctMb+QFLo
D4mt9JH1Nr5EIQUmbayhiyQU3ZMs5oQa+JV/lBWQ80H55iMno7qz8C190HaelVBe4/ySl7C2POkX
D2Hn1acc1j/Oyx/dQqtCco7Dkx/GzYW6eXOa9YiCGEvxSAfD+N76JHdZacNjRjD4FE4qfnE1rDbJ
Mtiu2tSbjwyA5ruMLabbqtnh3kIx6Wcx/QVFq6NtJLL5HsxD/oBHee+FcbULnNaFNJ/Vh8JurYuy
oHyqlNI0IIB8iBONCvwmgX/R03Cm5SC4DeYe2GRlyY3bkvaiF0D+hKl+lLL2jrm6wiLy+JLSXDjG
E59F0xwaJT6VM64dv7+3qpEYBPtl1dYUS3Y1IZv8odLtOQnddRBASDHQBglqu2DbFb3z+LAPeTfi
nCf2C29eDzj55W4QZLFGvrZd5y2PYmGNX67WQQ/QWmoHR88x/ZbP33uNvJn/FBXL62X2UJCAot9o
HOEgrMh9gdiMT76uhnXiWckX+OLxZAwkfLkUEESnoLlxSucQUIJBqdM1zCKX72RK5odwNscuS5+7
fvFoWqKwQiWHRTXz85hNaMKUd88LGRdDecP400zNQ6GgV/YYugf3o4djnaCD9YSki3QkTaMR20z6
BhaWriEbFqpzCgRTqgFevksM7AZWNiWyXf4IthiSynyt6cm3QH6J6o/Nq5jlIfVhUfSWR6SlzU9+
UJzzNsIoVSigaRktt3vRQFTOFFWazVLt4Fvec6vnbwF/2Lj2Ri5cO/ndfvku3nKi4f5GUuKCL2KR
6Tbz04J1ifhGWsTRcxG1GN6nbHkvCdO+hu2VSuUyrTY7R0EOIsB4ZdQpGvRcppKo7UeTTRblxGUK
awn7fvmJhHtH9Ett/ZTiGdfvUFKmHtPraHgN67xLv8WcQKgbnMYeKO10aS8aR1SWCXVunVZLscvo
e2OxLuxzauLqLZyRliPbgGfuTDWuTEtHib/nDVI7Z6ncY7gMhMjysbrrzZj2nDLUiEqHI7+rBRUp
3UIFVJf1wc5rIuvBqlldVj0ZHQdud859hopE/TktS1hZK+JXHCRBDouWWoKanL0pMvcGLMEUvE2J
30ZbqGE5Ua6pT+5tMcCl64V/oLPGvRuhTVw5couDy3ABCbRK1ZTTU0Yyl/rCoDn2rmOQzBbvVqUo
7VPhFluji3bNqAhU5siXLioH9kDtLxvQ7d52mLMr3XFAnKbLHtJmTpm3N42vWKHLh3kpHjolrLsi
obdscXl2Daf9/STUcpaTJM8pQX9YTAJkyIPBEXztNcUdR0BgLmMblms3KSTkiKHelap6SnrQQIgi
ah3m3avta/jsUXQRtkn30FzohG245dZzkNxxaqGoIahv557usoQXet009sHOXD792PxJfOuzDJz0
BEkkoUosOyyddez9fP6UYd6C+odfN9tYQXUDxigWbJyYM+f6ma91YlA29hcrib61Z9rdRK/Soenl
myIZc8sVyD3OI6NDwrRPYPTZwnBoEEZSfXfNtzVgSBWeEnKcWUXTD+W1IH3hNwGOyw+lntz7jo7r
p1ma4kR9h7tZRHhTOgvNFr5OjhOkkJVkYvBc6bR+c2IV72efWjKaGtQGjERE0HSR22iy2Fyj4fc8
uqRUtHqv7AIAWWV/uIMTrv3Zrh7imKG5g3HoO8pFdCGuaL/LdNinScPZD7L1e2bgIiV1Ej4aXT/Z
WV29D9n429L2kfEmNoyOCni7n3b5NGc4ECrvqyn65iQtNT4Oo9Nta9K3X2oIgi9C1eNdB7zrJSoI
plJ3QJRPJbF8qiHnrBO/YUBkm/JsaZ0hvE3R+CMXa9lJq8KMQZRwbxFSewgFWQ5ftMHHIrLxrmyh
jSb+taCryVpr63rl8yL5teEt6id7wpACTXtvK8/5Lu0Qsn4orF8e0/6PvmjTbbOEzraAFHU3KRv3
qPCquzIkdg8iTexsH/eDCOu3ydXOHsLelT0DJW9OA8zzFAfn1PwcRw+QlSJ+u85guK2bwJgTNOZm
b3on27dTprOVPQo42GXUxWdNmmevhrF6iMaBLj4SxaLscAT4ZOvvC//KpPPGjPIHq3gxRTqts8SX
e17Ux1QV/WmxZb9aVPyQ0hSyadIB9G5Okn0OUpC6HOSvAMvtlFktzPpim4+5es8623kYuubZtav2
rEnMMxa8QmOpvwu5ax5cAJR3dPJIwHxKX2mh0afsifeF4fgr9DQ2Aifxz8o44skBFAZDrCMG7Lli
42dJt23i5SVuIlJg5XzIm9R9zDki7RKLNHvu6BJdEeilLrs6XSUyyrAnxsvzBCyKUfjoMAod64UC
Go8L38JG8zuvm2LL0Ta7hwufPnJN53YZB1EPcqCla5Gg+JiTWYbvkSbntrGiSx1bNiOf/ooUGYn9
G487x4Ijh+YYcw8CZjpbcs4uo9M+Ti4jlWF2uPskEhnAquRtQSjsJiQztUq4ZLE/OindZm2zWtws
OrRLz6cx0zVHzLbf5YWC8nk9/2QzLeueUN8UnvCGts4mKyISZrHtUFrN63mcZ/ZUoVqgRh1GZo0D
0KcMcV8Ms+LurZrDUnrMq+uMURx0qj9ktt9BJ4gXk9KJULd4NAvCsF98X/JEx+b1opy991z633mc
j3GTwAg3QF9ywrvY1icFR8n41dGDXAbimCKmTR5RYcV1MM7pTozgrLg2Q2CZ0k0Txdo9eUUur5np
Kz4vvyRTGO5pi7jxhP0oBHT13Lay2zENX5ps2jh2g3wahTe0R49r3YYLZS0Fn1QdPeBwAM00TjGT
1OwTnaRi14dR6y+Fd4aufhhrCqLylkqFpPyYKg87QQs5+26yo1cLw93aOGlwt3CMPcdRrJY1MPRy
Lr8hxiSHVA7jTdgDZBaIBR9xYOZ1VlrNRldmby3RWY2derL8PPuarrvz4OrtaKniibqtS+kH6hI7
VrFLvKB6bkE9Ixz1r/14zfewD1C/CV6d+8En+eTbxqm/6z6tP2fN6LRcCmatbj7bhyZR/tohX7yy
rKLfuMKEJ/DtW6Bg1hsJWMo8Q+F/5o4v3/Xs2XsS5RfwGRr+TEQduDAu2d7Y7QAmTM6BS/iH21An
MHrDu+/p3zwiMa+F29ypXlh7ujzsS1Y3F9JLybbBNkbCs/QIlHrzs4+os4oIzq5H+liAuSVgAkba
CRPi7YfBcr+nqmyhWFQ9PZ2tLTe1M1UvemLckE/McvJeDQy+G3/DxmttgBR3K6XANZDYD08lKsoW
dkSzjmTJgOJKcLAb28IR3TI/v5IYVOS0L+2ENGJRIgTwYDYPwvPKkyoEN2D7x2iaQSLHTqi24X3A
M2b1T2oxv/NYdICYQvq1aru7qa2KvTJs6ZQk2rftKKZjyu/2e6KuHUUKkz4LWGv7pMUz54eXeQlA
W3H4WugEulWNqo5D2XmXMoTd2tQlPGLs7cFHnXEBjlT6oxf28jIEcdBPfn0Zcq22QRwFl4Y/bh2q
BWaBfC1TXI8we1OSyFhiojEK2HTdal/0tf6kX4D6TjpzDsxoq01bmfcRuAC8sjG4ZCaHnNcIj0QH
gSe7sryHcmw1b49LSWsyVKQgen/jcv091UMmnrLabna9sAckheu9zjUEQcaQO2GrLHoDs9DjXs0a
H3DPoAYoeGjVnG4aGJmrQITVYYlNC1q5to4gARx8L+IHBQr/r4TQho2SQaFk1t8KsEtprR+mAhQj
6uaPmPIIIp/rX8vssGc6uc3BvwXMHXX3vsjhzC/CXmNzpc4m7KvTzPnpNgoHKE5LnwuMFsgdxxmh
ceOhaK7teWjXvD9y3et6fLD8AthbhcMgVh2s54qG7FKHnI7iOYo3xoWuPlFns4bi+8IGTVuKtZgt
LNGAJJrqgWPU2FhS64Mdz9oK+lrPYZAA+Razu6tyebfg+VFpSFQk0XTkNSlopzjg7Mj6wN0eSOQG
hES9JYSL+VyjLMEFwiMHFRv0n3K2ZB96IC39S5Po1yVBWUReFB+UO3wRFL0TVdzhdZDz6zBE/fXZ
6o8CXs6e1uc7bcCLF773x2aXXQ8QsGFV+MVOWQEOsnLRlPrO7Qk/UnaJXZ+Ntc6D+wIy2tgk075P
9Hw0iaZ4aFhQEL30k2af2KUbsx7is1jSRAO26tNmX/hVMV0EpNCnFhS/xBdajOY+BqtIfS9tlvUm
mETiwnWkyeiOWkfYheSXprUfuzY457ztiWmzPKSvbeBi343jNFktUZ7X77ovfG7Qtnah/fhV+D6b
voH9hoj7Vjqzes7wUnJ7qJWlj6OIeXe6RAFaziPNnTBMHVtj8KGzj82ytBLuleG8TLugUix5vV1y
S5mX/AnwVgKvbUCue6CT60rq7QBIsum5bkVvqqsH8TAQREeBat3RkG2LsUu6cyfEqXXaiGtjBBjj
rBbp0t7ldEWzYdF0zMnKfTFtZlA53cmbeZdAAPiVvlS+PborY8XibsiD5WfyfZAM82S32O36AfUz
Q1oGZSwjTL7ZcqCa6bkC8bebFp9jWnUTj8FL6cRmDRgEL9hcdo91Ik9wDL5iQZl0gdUA8x8OJ1sH
v6fBMa88CPML+m2+921ITxzqyuXN+cvrkSN1gOHRO+q2aUIVRUVhMe2hN1GO7Yxqg8wAho3hvA8b
C5v1q47bbngQ/VjzPHT4maMKIZkO2al+zBCQKJqZwPc91d2szjaC0LrokS37LqneijFMZsDZaryZ
lWEskToHYTmgeNJiWpfCWFu2zuZVT9MbQevnqg3izy4ssEJnlnxUDkBjkS4XDQtjRQ9r/WvA/M4Z
XD7pBOsjIf02ZVGCLdkCUbivhlQdryUqyJ1I5q+mj3FqqFDuYGF278Kky88VdbUPgEcAjVU+nXxN
DBd8WLYJraErdyLpggAgjzMdFT9RN1rLOmXFgPsjm965CXWnyMno2fmtBX00G2OUXD7puK3EocrI
1G45isNPgCmSAuynTiB/zbIe5EA2NLo/ZmnldFh9VIsPR4tcZlsYYgD6vYwuB+ReBj9ckf0GEbcm
bxzX5ObzbZSxIKxqjU14VzS0msPMbcg9Fp6EJ4snN2NXXbZLUY162Qx0nxgyXmlVUxS6ToJ5voTt
/MkoiGAfBpJqN5gopUUhNjjfzJtOm3uk6VOykLgSAGVWwdJ0B8eg1FZ2Hh6By8K5ULVCVQS0wIwi
w4+dhZw6gRDt/dqXOzdBxpasdisxY50fk/Ammuz8lnkHkPc0+IVz7q4MpLduIQftxQzXHWKdf7Ab
bdHlPDbAbxu9njBpM0fIWUnWvjO1x1jhWMM/VYlzbRv1YSqIAckUB5eWcp6tY9wZKgdsfo1EirkP
lu6LZC5xoRG5AfMchfh7aRUfU7cad7MaOsX3k/X0Jwh2e5UmUJBLHhmo8+RKtkFq008lahvCUlw8
AiP5MEnsPDEYuFSOc5wp5KUQUKfzj+mu/vuOY7kd4+fkCF7D8KCSteyHPlhX2SLW7J/qbpK8uhTX
WN5KoVTtgmlw0eO9JUPDR/J5M/hcwdRayLia4+0vv+3/9A0acwmC46Jcyr55mnK6AjjD5IpixkEb
SvFUeDfMXLhy6tF2nNCjY25rfcIKD2EjqcRD2ri3fgQtsxsWMgDZbVv0h0750dmhfKxjP8rbuyik
gt5jOkBhK5UqXRF14O4TRR6RnrxtfS0us9iin60gvmXawabIZfqhDXgqbUTAR9fLb/w2202GujnG
eZ3j8sw7af2L2uAW8Tn4lAqd2rsW91J2mjw6SwoBC8b8QxnkzTaCy7b3Ne5kkfJLR1GzXURUfFFX
g1Vk+qwVBYUL7UuB67vzCjUgHqiSUrb+Zr2t3qYumHkb23jnY2/zrJ5+5GAIqytHa9l0boGK5NrO
fBhVJ5+ubdYONNMqP4rZcQ9urufNYgrxjCr7B0TqSyVtxl+8dxdZLfoQJDN5ttBQs0ehoB9DPksU
3yHWdc4KpRy74wT3+0g8hNYI/JWbsiWYQxE5fg5o3bejIwnfOao6a6udtym4OizMOrSeyrBp4RoV
j1nFITZurrxOZpur1CmcDekNc0xKScIFkD5FIMFbnbs2TuhQ0SIxVzeVJbgExh1uV6//SjpQ4c6Y
3AbXD7VzumDLBS7f2BWO3ozTnKqs984X7mECirTih14Bd9JoFtJ1ljvz55w719gLJ/fNkubQ01lC
zrVbV1jVserQIPZdB5IhTeDaz3XIXuAW040vU+5aED+ObhLv+AORo/38L6nstrbBDyLJbn3MGR+B
d+1cZtE66Qnen0Npc71pgTo/Tx67GLEfoCO3S88xKSGMGPvnCrU//ui6KZbbodR6PLdxSbPHFYtj
5S7l3zOW0r2lMTbOiqtHpDjtEnLwT35cUcLE4CPFCR9xET4Uy9wMG26EaQvf2/Zx6PmE5NpR9Or0
lz3hv2XR+J9J48Dn8p/7NP5PnTTl5z8DOPjxf7g0hAf+MvDB5MkrHtP7Z/jGv2GMCPxIej591yyp
/+HS8P7NxdOJrUOIyHMdBkV/d2lcYR62YwPP5H/6b+E3/L9bZFGzUWw5OFOF5OIIwffxd5tYk9qD
C9t/F+RisPcdbbMVBfaKNrxyHwLQvYdXKJ+W/grKopobfRZuvrUWrOi/EwwXRMPo2P5sF3q/VmNf
6HeucPPdIifrY6D4rNmIOZ3fujxovXU/XMHOg5+G53IcOhTUCPTayqk663vyLIa2kcUJdzVWzO5J
yAeSG0y+ANEvSWU95VKzenP/svU69Jpl2qK7SXcfz2ESvSH81gExIdBmjSyopvWKNP5JCjupMINU
etk65YhV3+7LjB6+HMN5ZmX8C+QZ8ueATT2ABS+ZojZAFIkXx+OYb6bO1gxgiTx5a+kye+bC2tqo
g7UzvHpzluiTmosaLZzbD4UlScOBeRVoXtAbq+jKfUAbcXPtOw6VqUgfM/fZVsrN659/euTu/+Gg
/Gesyd99lXyRUkifPx3Qqi9dNvu/f5GzUkYsPjx+uw7uCjuY3+JYR2r9X/8r//q4RCGAYhFGjufC
ebX/1a1KY+AwTsK5o9cUndxqvJamtmbs08OUmCy7/6//NYbUf7MQhYBneDZ5KvkHcVdE7r946uhH
5NqUjV+QX+kcat2ifK+joPrMoqhvDiazGvqJmlq026AHAwA/M42o8V5Mx4ajM3XmjknblRnS+Vfe
hYC4maaiVv4BFBo6zTt8kojccOkk97rgfLkakiG0gQEucYit2RmwzPcgoFaccHj2Eh1xlHVbl9U4
6zh0uJ2mQzmuypStjaq4m8hJreEevb95C/866oR/HXvIQIVbYxLPoZWz1RQ4w3tl1I/TKXyOZxc7
ABoKJzETGBcaXajwIf11YNN/Hd5KgnnLKcj8CVi2qlxnJ/Nm/E2jbPDODI/2FtmFCHzIuWh9PdTX
A0mTRR3aDE8imIZS/hnCVJ5meRUy8CWgUeQFiNRo2HIzN5yhRQteEWGxEQtN9HnqyLsuWED4d0Zw
21SFqb4KmnwxFLSQOfG9+PhVPJchIHfzSt7ruu6jU+ZnnFZcw0cAmK4ovgZmqvUOAlQW4qcPaJgL
/jr/Sw+RGei4Kz4dCpCotcNa5ax9q+Ok3acWQ2zUv1o8GuPQBBqWwKNXmlvwbY+SIy/+QCB6zbQh
BiAUJ5TelmMRnTssvKiZkTe+pZzICkaFgeKeF/J7njzFPX0tefsvBlJPdcw7a3zuwMMmK+ZLntjB
GHPfzCSYlsR/XYZEHvrDNkU7apDeKwogclxG3UpDZB1OgxXyUUBe0k/MVSgvSxNFa4k9DraHhF2H
lGpzZAclOtHTAvC7hTiQYfmgqrzGtNMMJacBhk7aOqZDkaebxKhM7ekWYA4QUA9Jk/Lc2vV2RCpC
s4WC+lqAd/3D1bv4k3ohFcaTRR8gb6Px2xPHgerYCWuUnHB6zi8sfeZAxXxwCSOu3isUFAocjbwV
OSSvk6IXzNmFbl6cTKtJOzDjlW8uQcgXEqfqVCEwbZUe5j86EONbxqdIK5zXcdTBJkT6J5lByq1K
xrHVWknPgxQsJrSskK72NQDKut7O9YJy5RAGSTeDkJzfcX18+3zGb6VlJaQkVRRla26CRUjaYpks
qh3RoBh1j7Q+xFnCt4H4HgZEzxtGGp2o56fF7rncKBdgKzHKJRsZ2dQ1drRxJmoWLlmxg2ITHgff
tD8lCwxshqaerzqcpFidQJdD86Honp200H/kSKQVt5TfH6V2rAQGTUBmZmE//MO3WASbeElmGoYK
K1VbZNHG27SLHz80TLzzQ24UlVcADK1+3SylvnLzswG+iGjCr5Cy+Ru8Sdo5j0aFPxp/3N1s0zaU
mkZ1W6t1JbDzriwt3i2cB8iHJY1avovZLTVjdxMoo3/GikUPnHQVv6sKt8eKxyMLr3x0linjzOIp
8nqwDmrhx3iJ6B0WY5QtG5JCwV1iF2Apy2Tugl05BBbtiYtKvuvEU29uWuBXG0Dx4IGyBGlgE7pA
auVEJ8DahBX2cRcqI1JyEz3GYQ1Dow4y1NB50kgV5eLZNKLiBHyJ2R6p5yu8+I9vpJ+vOHkLf9VE
JaIYOfbwMgi3CcfvWteA7ay2Jakc87jyM3NfhZdU+M2D3WuVYQ/UbXeIyuoqKSWJ8Zq928C8NOdY
mCu/eMSEssJGaU0nykQROUs0f1RyASR8xfIAWt6rMA0V5UInpPE69SAWhbmLHADtavRQZHcmkDO9
OJTs0SIKoGKroA99MEOvwgN9p/WfjGZQufOTdHnpWqoYQBdatVinYZcdhrqnfMn1C9oImiQXIQCZ
3lW3EROaYAMWMkP86pbF2ZdFoiponI2vIB1yFtjEadEkmznO8Gcy4rFf535w/nRxG/6WleRTHZYk
vXOlsN5pGhY85LGV/eTJNakf+2U7nmb6oOU6wJ5FKwliMa9QiFFwXTXp+EPPBNDSxMpGqoMrDxKt
twAhpv9E6HYLHqSnjgH7O3ILoghV5boFzOWUPoiViSsC940IrNcqW0z9DN/Z+gbPTK0d5TME4NLg
rek6+7uOY3R7bKOKUw/hioX3FArqpsRUMaydzp7kRiU2w7eQz71fw0LM3/LAsjyScomktGGa5oax
GIoq1r5KUtrqee4XWiK+FimWmSPcIrBBWfZwF7P8gnguB85YXooD9YwtS74m9pA9DTzv1FstEhdE
IVj3FfUPd3qISuqa8ZxQAJFpy4HXVc6/VDIxexgtkzYbkEkm3XiVqk5S83atQLF6yYZNsLif835k
01miRq6zIh3uHcNZEpixU35Xbq24pHJM+mmnsX7HvBX/DgubdkU/T8L3EK8PHufasmFmxVUyrETQ
+L/LVPacIrVavJUbDbXYloX2n01X+p8DRORf1cBLRxPYgHfYLnAY7qTNXHIlEsMsi8GTzR08pC5t
Q4R5eq/q2H/HRGjkDtp8FFgMH4pWl9wrZ8WEHn8RhGyJyPsDHu6KkfZ6cYuW13w0KnC/ZTBzbU/Z
b6dV4Js0IZPpUrFclUUwXVSI4MGePjOz6sMoB4FtgNaprMgPlWOAeXtzO8LJndK6YCY5lf0uwH3K
fLMIJzTcuAhqUM5hodaxbEuo7yozzkW6mnKzYCit4RyZXqk36j5o+MPLZ02P+CyuNdrzXD9JzKwg
I6xet4fOMgNPJCqh7rhtNCb2EM+kN1DLqPxOOl913CaEbW2RLJKQJcdLDmZ+C6dn3BcUpS7MmCgS
YEYtFJD4N/w8RXlqpapoMdJ9mODWrZNZzrsRXCBffVV0JvvKJEzew5KUrsbXEsfyUioHzzBnPhEA
fOaIE1f3lr/MDE4tjhFoBKWUxL1Bzhb5TFsOX4y79hm0Wvc42kxxCcfIipO1xoeX/hadpAePEsPr
tKKDpfubtBJ/TxjXWeZty4WV8YiTwkYlcVJd2OMas+O1QTEKm2ynGOmRE2s1f4WEB8FVBtz+AlQr
GNvspY8gKmFUpG5kfDVLa5oXUNhYLcq+sOPnkfJkZuWFazJ/x1FEQKSN+rxlzA99WEDKcn1BjDqQ
nf+YGS4fyTqjlBXE3pwH7KLWNVuFyRbfBIbq2G/6l4V2HZLcVLtT9OImFu3pjCK9/sZKm7S+1G03
zTd9gP+b4lkrLALCldp2w2Psda19N7bk0NeVI935QakpFk+oFaF/U3VJKa7epukV3ytrmlPEkLOL
peJ4g22vWqNie+4bVX3LT49MSc0xxvMrxB4C1IHE9PzeO2qMt1JH07n1gUQQlI5njid4wr9hb/fW
s8XZWuNQs42/zVDMHA54Ax1nuR+Aw5u5XtjrBhL4vnIEJYUqnMV7avAabLp+9JwDls3SbMPGSHWM
ZBqJkzO3KSVPIHohupOESnm+4mvj7xD0XFq9BSqjqXQDvGwoSScNwCGK7dJxJN9kzDMVFYv0lG7z
CNB+43Cjx3ZcR4jidd892rLKzGHpZSW2XmxztF+ccrjXoctv1pzzqUo8tu4g5g+xJgg39exxDG7j
tHI3JEzKx9mRIxWTkfubppgxebdoXqGErksekqaOC7wZTK5XOAc7jS1Qz78FGmh+j3THgi0FtsUV
j/i48Kc3ZCd8h90b+HH/h4owOiodS2eHsDMGgnwX4qRRNmXt+GLR8lERg/FFe+7wKtkFQaXjnMaM
OWU+g/Wsnx/CpqG729M+3ZRp75LQs7jtAivGC3Dn5AEgdDtKkme786tfhuMSrFl2CCJ1uXLLXUvh
I69QmpgvQ4desqLgomxXTR+jI0y2zijUlHn43SJxPtC0pONNrgz8d5+JEvcy4jRsSuRPY14RRw+7
vy65/180+99Xsek/V802TZXV2fdn/b8e/6jxq8y+/1lBu/5//yGhWX4IcVY6Hk+1H7ioD4gA/7d4
JrhGnUJHUvYiAunyA/9PRHOif6ftvJrcZs58/1Vc5x4uhAYaqNrdCxIkJ2s0yrpBjRJyRiN9+vOD
LNtDDJc8724du/zaqrGm0Y1G9xP+4e+8GGFwZlCpQMSWH/3TeEYiiGtiMOu5QgrDhCH6X/9xpAPa
rv78svACgeqoSGHbgIldyFY44xiuCXFqVaSotMyESpoNALZtVyL30ujTvqRzPO9TWs/vTU63YeeK
FubFHLQJquGyoy+uULa+bUH1mL6lpWFJGgt6Yud6QK0VG63cclDEz7OizezPWWn9qPKgopolKCGD
FhHqQ5E4jrmVQ8AZZXYhRgMlknfFtRgnoCWZbNwPVKrKDI/Lolm63tZiQgjZM920MsFwpCDDb4Gk
tW56T1cTe1oOZg8RFCWDBBkhMYWHltactgWOaz2kOCN8NBCWhyukSAuo3Y1atG3mVla7AJ+wn56C
W1rZWjHiwBPj7I4WtzX6lXBE/1BHuQr9oG+rmmsy0r/R9QhAnZG5E891cHLhPnSghrLMuS+MtsLS
Xi9ppnogE2+SjhIXILwWqkjejHnOIUpBYd8Oi8F2HrYTx3/Ymc2+M8jKH5BC7wa/9VT4Lk8Gzb4y
9EwdDDniTWUVqnnsYZ8NPuFP8myQjRTEP/ztLWCAsd05YpEDsJxAw0kBGObgl2Onoq/Y2+hvuOT0
ahPPbtluc+Hm/cMwKQGMPx6aT21uA7FA75q4ZKfFbg2OrarS9wsPTWz72MvvkADvwTXHI+1u2evP
5KnJG5na8ltKQoY9Nxh1nbaYwjgIMSk6N5PCRB2/rO4j3TTSZKtylyhxJLkiutQszrYxROtuTOYP
oWcPA9DEAPl5w2lUvK85l41Nos1avJ1K+tVbkMLVvA+h08u3uJaW2qbt594+zDSvwKWJCPWvIR2C
fls6ECCQ/zfaJw0753rvmUDUKrtH8UJUjfzpZtWcPVDRNp86IH7uXSLoCF5VyjJTfxYzejqYjqS5
7+bQGvZZgELibemaznBdaE0D4NmczAGfv6Dt/BYDohBhkpD+W2JQaNrSEPWws66nSPNVbkNzq1IL
1RitdsW9cPIEgD8ik7w3zaUaPBq6me+hkJRYRpStemoBtils7uXw3ciHEb10jhyKWHoU9XdF59Vf
qH1PNfLmYzCi2hJVFUVmrqmtlvYzQNMW0RBF3076jWP1BsILRRDjk1bUHkjSFIGNYQbXUBdUkLa4
5xgYTGaUqb8oG6eQneGQStBBT7VPXdvgqNHao/axoRYzcLdL+6M7DPonrx/yAH0qkyK2EeaghwyA
MDsjJoe13LH+7pV1EW5EAm2P0CQmkkWr/xtEwv4R9C5o16mf8JJF6jn/1eRljyhNupAMQkyz3g0d
/t5Y+qjD6MygZOY4JRjoPTc5GDDFfQ5RyvFZRqF7m0Zh+x1QCNRDyjfuXRV6SBGXCZrZgJni8T06
8DYOygFIL6CHQC+FtCGc5DmSc3M4yRpgeBVeAz1qMD7sOhMvz25UuV9WqVb7eaJVtAXsxrP2mtGR
GOQc1NTfROMJbKCzJuT4mTGpwAZW3pNCgkCnF9AiqTN6Tr8tAPci04UVhHVrhrYOHEzXvyMerp6L
BjesnT1EXoapbSaowTmzAkWMh8kHAfSmpcttG+9sNmH1QFYTFzs9tNUn3ZnREAo7z/Rgd06jvs0M
C/42BVL8cgaSTQRacUnBLpNXAL8ZRe9vYRCJe71LbZTblGlpnJ0pXrYhkQpquaVWhnsg1Sb5t7LS
5AIH+/WtYxkWJElBD8ilu7KU6l8Q/B0r7ObZ7oZdMAOqCkxcG7E2m/0Xd/KJtoJxXIFfLjfE4W1b
2o40uNvWmsJwusHej5TTR48dQU200ZDh6vgYlJqT+yjRMQkwk+DrkIKENuYCB1zRwU49/xzHjYfl
MWzTBLCFsxR3veusuMSEffVQO1a9c8rcuHFV0n8Bvd9+qONCEFj8Kww5MeWFw/5vhYplKMzoXHp2
nmvrnm2vhiqKwDPoEVW7DNMLdMLEaEOKNUgKCSsr17iDLYB9FflTHW2Uzr+3bVLG+u73Y/z/iAv7
n2RTzc+/3T9X7d+49H48dzhR/8cR4/2/jv9IhPPnSfzn7vnoD2Ab4g5ZsZ/N9PSzVVn3z2Bo+X/+
v/7wbz9//5b3U/XzP//Pd4A5VCCefnLjFkdRHkHZv17N8uv//LWH55y/tvuunn+Uzfov/AkLpf13
qLZUWuzfJHeaX/8KC70lLPQMqdORM02I7PzoDwPe+Dtd06Xnid0BdSSPfuefqFCz/w42/E+b1uVz
+ue0/2yZczHhb9XZF3vIcKXUyV7o3tIs45etPk6NmzuiTqntZuCYakE8U01t8l+FLWCceNfoRyps
HYqPGXmr7Lkj8EIZy2tUwQ9jTZpjNjuQbNcvlu/EzmZ1X+5snsrTLYt+mktLlyLESu4FcgYwN0/z
dooG07aHFQv4pfN2bWThiw2MenN+PPdYfMQ2XBrVFo3sZSUcXsUqMg5mkfQoA5BFzxkesADa7PyB
erwTYHWeVhR1LdFgkVVost0CHCSMQ/tNe9cayawjjN32qHqHsLLVPMUNIV4AZV5XNungoLfaW6OO
uk91OnJRFjiEpVRidW5f+hjm52pE8BcybTR/ipLO/qopAqRD4OESA1rSHZJ3dKtmY5ebNsJafMAA
aZaZOLs2Uy3WBagYRQeu/QYPLK+JXcSdlreZUReEnD6b3VPQGtTTKPfP+2o0CJ4ICMMDZSCa5Zmm
MrHPzEjtozzUqW5XlnMDghnwWFzbwLhHIPmf4EFY4KFEZDh+kSwY/Qx45JdaOKjTJ22NwTalgHBT
GiZI3qiSTgnTQeBhWVDBoLaFOW63JftdiMigUfRtgjhptxcRsIOtCKb5O3KylH29ACPBG4rQdrUl
6pAwRKy2TH2qXQt61VXw9EwwvxthJWTsWAGWzqZ3Zd7twsYbgk0RaTbeq5pGpV7XM/sDAGxSihE3
o48AfApBtDAYHSKwVfJgaCbqaud30+pcXjYTjWdqFqgh4RYq+ahfXniawhhoRJlwJ2ILzTU9A5WU
1YThpWYIDRzsiHka+IGcopsywaf1HHMXnuH1hjYMl24jFwSSCe5a0qLFl9zNcG7ZlY2sp20Wd6hX
zvgsJjczoRg7RRsAmBJ4A/4fpYuy5/lFWKmAcRED4ncN3g+dcQ6x9e1EWKQ1lA/13RAP1nuV1u1j
ErVAuVTe3KleFddeRrs1MGIE5oLYvdOg0W1kkBdbuCqLrm0nL4AC1pEI7VpOE55oCUYMYAjHL0Zq
ToWeRkJp3Qiye0806g0tlObD+ZmfHIVY1cNkVhqOWH7+It4Jx9BMgPwZvom+wO0E43GXBbP1j1v3
KLt/mc2/incoIzgG24zKnUNB4beK4Ith6gQpvZJ02q/K1H30etd+Uk0nfhq0BNTsClo73meOZrQ+
8LXedgC5LpzSqz1GqHX8BKuJAkvQ52QECTeMxi/AYxR2267fJtTtSqeW2yGkN5NQ076gFr/6vl6N
u7qzgikpRQwiz+8jNdzMlQNavBZf66hWi59pXe0rmk8/pgJK/TbXy+nx/Ate3U6/x6eQAgjJIbLl
Qz9+wVqhJRVMbd1nU4f7QORoU0e2epQjHvdyspxv58dbCYEtMS2vWCC5ZpsGW8pdYZ/ikk6qOTsI
NXlNutPcSPqtXpkfogwBUVOOCYqRqfe2r7T+Afnh8SeKAJLUIRy7C8fK671N8UgnvqY/Tkiz1Kpe
7u1S53CehG34QUIFn2/MfBI1dN7zE17m8yIoWebLF0rvU7K8BtCz41EGt8RFriKBpXGWvO+8ab4u
0lG+t6PZ26COSA4Wwpm/Pz/q67kJcG/UxaQrwJitIUMKGlOaVWxnGyQL2AnEkCGW9xfOoGVzHs8N
gQtWyKOcxz/FKrQpyxDeah7o5KJIhI/IDhzKnhMxx4juy/kJvd6n6MGQBy4XkW5ywx8v4+zSIiF5
0H2EfYf7wgPPr0G92aSVJnYkvsnd+fFOTU2augAYwQ0IJPB4PJJ7uyhwifTLuMRxpdcyokr859WY
RxeGMlZz41jm0ENGDGG4JbD+jcd6cfpF0mkqPQ2dXVdTDtqFRgEe3q7s8ps1YZRLLcgE+mIgHg33
IxEDItptWfhTWFfTXS4rvdt1YT0+DmEXKBjYoGDuyb2hZCDoxJ38l1aGpyWyxl1SuJZEUdBaRQQq
7IRsygRDQ9xIfUqbpZ9CL9vrFpWS80OZqzz4H2O5QHx1g4iefxy/BYOenSroRO+Uo/Svw0xvYTME
dvuhKZTXgJopXFww0yizDlQnYBqmoStuDCq/05ZmLa0qGrrpCHF39p7zhMsFgGJAjSUfLfG+bTP6
ZDTOKIECSIADERhTZlyfn8RqJy1zIGwSji5BQCy5wPEc0LoZDbuIrR0MWvfOzCz3ZjYbRCV77MrO
D7U6a5ahOM2I7cnbcZFeixMXddSmDTWVnegi4wCAa35rU98jsEyaFpVf2o7oWKgLJ5y5vPEXx8Dv
YS0btwbkPzgL1qX4Urk6WzG3dkiNtU9JXQcFFIdG2+NgWuJ60kCFRYtEjOizjgbGK7kJOycJom6k
udMWiDfMDco+VjA7dL2TuTwoFccHqmO52vatFxf08swMzneYyeKAPhv6PG7XY2OTGok7+OeXcXV4
/p6Ps5j26ZyfgHRXO7xwu6FFFsHYQWHp7j1Veb5ESuTCKMsJsl41sKO8KHy7OdBWFQ96CkNejXDy
UX7I7pxeOT9KJ3HQ1gYzeGPhy7OnxjXfIbnmvVdcTBeuiBPje3zJhkVN3XKFu4o8ci5degw2p2dY
3DXQhCpToBRRP9RO/DNXELELV34Eafj9/Oq+Pu3ITVGTpiZtS1o4q++Bgq1JXR/7XQC5/S6dYRrq
VTZsnR6rgk676BXzep4uh9Vijs4RYnje6ubIBUJRoVaai/ZBc4cqS/YOQGFxnZJG5xtBn32HDTau
mejkILMunEsq/OuQh/1E6s+3IcgeXFcCHj8KNLB4FbEpa2YcDcE76vD4pIIfxc+88hbGS2nIniqE
Y0DdKVOHgq5exsqj89sX1Noce9iefwWvNzjtOcmWowrA4ljLkr24cBqgBZbWWGLHT+0tOjO/ABFl
Fwb5Pa1/b3CCPIMBTMof/DeuC/Zq2hKibFsg07fT0wTPKRNph+9VGxnYkgWFFHv0nNUjjTIguUDj
XBPxW8qQBxrM0S9nrLIveGdBQ5dqnAE45LZHOq9jWxx5c9zurSQGxWM4MJO3KOhnn9oUrOwVitJL
+b1Mwe7E0tC0/fmlM47X7vesHOHwGh1rCXzEajt5YVBWBRj7XZ/l+zY0CWQTZwBnmTvfZyC9UDKN
TPsaT6j0bLS+VoeuTJDCM+Z43CEgaELBK+y3wkXy4vyjHV80PJlFiQk5OAQqJY+4rtZ6Gi97Shvp
u+Au/L6jAwj9forfuqFhf/yLY4mlXouNKHU2SZS0WgWlhrql2yt9yc3sNy7wLNXN9XaUuNj81aFI
FkAZkITTiOaXHm9WYGHdNE94kFBPsu7ScZA7Kjf9wZaZvJAMrfJ8lnBJTKhgwoWEwyCd5ex68WFk
aELA/GMsvageZp6KA0n1W5Ub8rtnUfByad1tEB1Re12BMImcJEW4HAcDC+2RfZ2G4kJ++OqlLuE7
lzo365I1/S72vXgis8MmyWgls0fdcN8anU1BD6l6t5n6v7zQx0OtTgXgxbpZZAwVR2WzA0tZgHLM
OCi7ObxwNhwHKss6U6DECRfCOFcPaIHjdTbdJIfzjK3lXOj9Y68308dShhriO5P7toc+7adZYV24
8F5/usuo3LjsXN2A2LW68ZqpmCKvh/EKpli+S/UENYlRJNdA4cyrMAtcpG3KdmNFE3r/cRvdcaZD
WHXi5gdq0phM9J7dP81Zbf71l0xa4zhiKRODnlh9TTO6Xim4XOkP7ujtKxh9+ASoYd/EwZ8Gx39b
ajmxnyjFs/Ao0UqJStPxyg9lWIohR5kCzqp+ZYWtc4+Mc/qglzL7cP7DfXVSCouhlnr/cs9QPDoe
asaNu+TLZqjWkVs740TGpPfS8XBcuPm9lVx+u7cEvLBW1qM4mt1UtEWlH40yS/ZmYthfrDYsbkd0
E0Dpm55642DTcev2UAHOz3B1s/9jcPP3YqIyqAPaOp5iG6Yz/Gsl/dmx1A2VdLUP01q8cYCM+Fke
eYfQte2PlDWyfS7r7JrIP36GKF1fEsA+jnL+PAl2AzhDS0oO696HXoRB5Y0Fbn/plN1j8ph+b516
fMhHt72yCrAxsjSrD3LQ1ftqodmfX4kTH7SLBsOSKdNj59s+Xog0nvWkSzGbgKc23uagZT+OQgX7
RHXvifyhMacq+nx+zJNTtg3aowYX0KubGDL4pLljjoNNmaEH4JnU7Eh+F50MDefFdLqdhZF/HGAS
HVCZG9+fH/7Ul0TpyCGoRIaZ7Xc8ZZUaKbQ5DHQC16j3kWupxzFPg/vONNWP80OtvKX/vN0XY62O
Zh0VxMbNZlREAIdiy9fZN2XSWodQU/Xt5OD3JVNpUY2f+7c2wKQHPRzTL4VVOvcKksHu/OOcnvny
bdMbwF5klblMwJNUPLDX9Alxxa7mHNXD8hfB0Pi/HGm1rWYNbkkKw9AvMm/aBhTadgXQCdo1MB/O
T+r0t2z/e1arOCPTjaDPslb6RuUMgO1xORqRW3gTCUxVnDpBOrj0thniETB58Na8b4ZhD2TqUl54
cnWXjIHaJHV9c/n5ixtfUagUXAfSt/qpwYUJTQ7gWdZ+xBPkwpxPDQWIgeNTLCVgudpWUdACWW05
vqxoFAcUAOy9WY+Wn1HeuTq/vMdZ3z92MPvF9qSg1U/f4nhWXla5GlqGXHEF7UUROcVXBLzVrfBE
vp9j2f2DFf3f3nOC33eUfHD5cPdwIEKadOT6Sg0nDBUgYfA2a0Mi1ROjjWhiNnh+VqeOIIuuLjR+
QAsExMezkrkAj2AwCmy59qYeZu0BVg9xvw5jsUGHHGQT4pW5sIoHa4DIdH74U6fuy+FXW3a0Wimb
fjn0ber2WRu5+wwJnUM02DpaOLC4KBT9NQjMnzcJRoM+PwgYFAyO52z3oV5imLS8SYHAmkCCF8Jg
ejg/tZNb0xYkkRaBPxXf41E0ZHcrIZlagpYhpgqjfdBDtZESk6fzI508XPmmKBBQLae4uRoqbYhP
UvIcP/UydohWUweBRjZewX+GXhVPu9Hsy/0srrpUYSVhy/mZZro+QVpyjAs76uR3glvAMmlmvf76
K9GAUm1Z3aQnx9SHpr4XueUhU27Vvho6dX1+9ie/kxfjrTIePZqKkWY/k4/gLdddKDYm411Y41Oj
UBoEyASISOfCP36bQd5rqOFytraZlj8ZDb5nGo4+/4O5vBxldXJ2xZAb8VzxzcOowaS6BKUKZH13
fsVOffME6tbSjLZJg1dzwWnAhF7ENx9ndXMzSTQl8dFLhi/9RPtsU1pxTfWOnHkjm9qAg2b26sIj
nPg4aLYISWGZ89FdJ4WZl1gofhQIHA+hulWRmvdIFOH5Rhf94/nZnjhiPGIsymf41tCtW931jh7A
xdcwSR/NsPjSZw0YwEX2DLDh14YrbJ+Vgb4/P+aJ3cKYaCVjlrEkh8szvbgBW9zAtGxizDDG3TtK
EuNGt0HP/g9GMdmOdMhs+9WNJHtnnqcGMXjVQmB1zfLXQjG/sPFPLh+QAf4FgII79ngqWWupyTF4
U4jqQWXQdDfdWZx4X2apzDfUl9O3KKFccls6uYCU3lwWzzJJ9I5HJRK3HMzQXb+mNnFPvVXcptHF
Tu5yu6yu2AWoRzJNlEJmvTo6WnOOVa4ZHB3DiLmdks2nbozBXUb5jPR5171PZms+IEzebDV9MA9p
ZU7XrZmhnA8D9VJJ6uRS244H+kxfzpjVUvdGhneuJImmuOvhLhoX494azPqQVVPH0Z0P95OwAPic
30YnjgNW4d/DLqv0YrNGcSShv44SSaqh3ZnQpn7OWiV3KRhnP8cVAZcPC1HAwUWJvxvd+ML4J2pW
FrfFggFZGqR8qccPELdj2GUldkdNMaYfueCghBuNjWZQ5rby2e3t4cfcAkAGaKsb75GbFM9aRhsV
ru6cl7tqtkOdEpekG3N+aYyTa0NlgxKPQYi0vsw6p4tQE6YCQPwKcEQ5kJRN2IcPZMvuA1qmxudR
iUPSdtk2MREJq21MURrlTO/nQYifbRN8kTILtloCX6j2wmSvx2D2UTtAOT7C4/BCiejUh0OLjr4E
R9cCUTheywk+IKxdbBpBu0AcDGV0rQeBc+HkObVTPZdKI6gAEg539cZQNqzpeCa8say3YHUOWGN4
Mhj2hoXAkFdMZrgNS222L4z7+toQfBlLgZiyLbHb6uYqijCBdEAW4SInj2bCGO4aGWX7pKsuGVK+
rsowFHo6cIjgy1O/PF7IIak05QF48/WhyB/bQRnpJoG2PgJXwpN4l8I9vkOuQeZfZdqPlxBjvyVK
js8mtpxpsduZKDiTZWe++CqHSk157oaBn6pACXiZdfoz1RQx1MJPekgy08MjSOnOnZ0U47xzuuGd
pue0StF3hEYniggaoqer3PVFMyeIzWm5HDetU03wne0uCQ963YvneEa+A4PuAJdSbkjzwZ3CFDtK
GYPeDqXePBGam2+XwuRzG/bajMRvhq0GknmNwIKtHt8UXdKWFyKE1xtZoOFC/Q1Uge1SqD6ev0eX
2UTsn7PZjgeYATJ5gi701+uWjLLgMvhWuLTWcUil7NjG+5faW6Po6hSzt7fn/idE8PECRuLUfoKD
xvnmLH3ZdenWBWbotYqRwKziPJ5Y5gddzdbeqhqKfNqo6l/m1O3gG1mXegInlxIOi+0i8QPYZfXV
mB36I7lN1ZikDnWVYcRXmXs1PiA4Kj8HQ4jQowN7JXRlu4ckgSgdvepbDjUDIyJAY1oavLWrYHh7
4XRdDqP1Hrc4KMwFucX/WBWguhaF7yLrF42M1kb902jNdw5w0Pf0gcTDiH1GDjYCzjwkb63fNJ0L
eHJ2+Qi3MO7Deps7avrLdUACNnh+pMIu9ME1pioOkAJyPORu2ZXlA4qXiLGqfv5hiBLdanRssk2d
h5cQNKcONgdwKk1NGmAEPse7vTEjPkKoUH4858M2NO1iTx71wxgxALiw6MvZfLToNqGF6bAVCIpB
ha7O7iYwWs+j0unXupvduOCVN5U1hk8cN+oudmPMG7RoML9i8gxTLoEBX0L8oxZcJ0/mnFff3VpE
P6rR1B8dbURxPWtF7J9/yFfX7vKMbAzgUHwrSCEcL0cQhqilAKDzazsbH5WN0FfQBMEz+rcICyKP
EemHyonQNuHRPk/m3B7OP8CrT2b1AKtQrBkKVI8Q4POVyoCbR96HuY8uVSFfHQnLICRgBNZQQcFr
HM8y6aSddNwzmJpqd7TybnAPLZAysO4au7/thP1kt82F+ODk2wcFS85FXYku6/GYQy2qyEEswXcd
oszNEOYhx57TkM3Wh7gItc/nF3IFjKXYskwSHTuibLIw4a5epa2BYJSIYfpSV4GPUAWCcK03Zpsp
Ec2vsc/rbwWK3oD78n4zYet+7+SXkvdXX9fyDAQMC14D7bx1DjOyz6LQLrEGBCW7iTjw6IDq9oOq
VPXu/HxPbpwXQ63iL3qcIYAZNk5RjOImkdHTnBvZ1flBTr1Elx4v//kN8FsNMknRj5B2Nd800T/f
FXOFhrhbo0CGd6D+aQTp/uv8iLSOTxwb4OjRF3QB+70CzQ1GPgFiX1xYrM69DRfcD4y1EsvDRFY6
Loo690MpK/tNEhrofhG/j4Dp4wFNPLc2UfQJXVibm9SuMcgoVIWeK/qc2SfOw+gTLarHMrBgEFeU
x8UuaqPG3kSpVSDHEZQwpijZTfEuiEvxOVLKw0rGKnGN88q2ecR3D3XtAguvtwLFkjfKalJooHre
qG1KglduvFaDAFq3bu+gxpaCKFW5BWyj0sGYLIxI6wd49PEXAu/TnTenrbdLZZN8Gjsb47CCPhiV
SATz31nVVH5sAAkwn2qqP9qp1O+DXo7FBnoXPlmLJpO3KQLkUXFml9ilFECCv8/diBSP7XQasvFJ
5cRQAUox3ki9X0yxgmaKtkY5oNuQwA5APDrDSUkuEkq4h1cqvNMQtQHoqzf1N89xQ+zu61m/ppmv
Po3ASJNdh4CY5TuVW0ZvNcwct7mbpO771MI0r99Bg2uKLdm22/db29Wu9Dr06FLDZzZmH12hRpof
kL5eFBgk88tr36WhWiPmlGMsFocWReDY1Utkr0LXNQ4KEZac1smAGHNhRXUEayQfsh2qWJ6FyK/E
e8t2lIH6XRZRS9ZqXT4jHZ1+bRBvTBDZ92rU3zOB5pUMFqX5QaUDDG00oxG1MOK03RoyHn/2tqW/
rWjZ/YyGVHY4XuQokaFeHra+C8Z7/ti6eTjsnaIO0qvWEXW/wQunw8FkpHTuV4bmxNtGIWKywRek
f2e0uE76qDrKxq9am7jeTGuJFhmGPfNOwuKZb4guYC1SBswwFnAnE9+4CDmSXRwa4CW6edR+TTV7
YLR7gwRUhM0juSjCX20qsXMYOFy1fZJhF3gorN55cG0E8LaZ0hsUoEobcSf02w9l5rRwPyJt+kHB
VKKAb8nwqUblEfp2FMhHVLLwy0MPG6vEYLJApmh2nn6eipADtEey7g0XsPsWGnL1jrYt/phzXVYU
hMzCeJyqOgE+iujNsOzKob+rg7J19oPUjIUeHlTIj+tlm6IQlTvRzrNH/YvJx/aBXLhHlsAk54WZ
i2sOljR6v0nsUjQ+NwjmJlPUP1teyy+iXwILS8vT2YKs1M/vENXT39EaMr/aVE6iDZIki02Ompv3
RQaJeUeZqRfgJgPH8U0V6+hYYTDBJ5648c8OgvBN0lMM3MCmjB4DYY7djWXk+U2qVW1xwAYQlfES
M5TG1yNtAFk11AmNxBCYbE0fJbxzWzE+aY0mv859aj/a6CZEV06Cygz3C1ZVeeCaqHQTx90LLZlH
bDCk/D4oD13+nIXSrzXNMWc8O40E+vkEnQO6fuTMVA4jgdGjbrUKVxwL95cunbPHHg+eGJn1RBuu
UFU23E1G1GttpIlE9XXUpKg7o3j9xQhC62OrRRMSTTWs341sbe+rm4QILk0mGmg+Qi3ZuM1zGPSb
Lk6LbkstBnH4srO5tRorOgyJhZHImJpXrR2hyT96CHtV8w3iSfG3cQJug7pNlnzGCTaekCJPGw5g
226+5X1YvQ8BE2OF6zrdZwOPVOPKseUkl4NBOVvkHaMPeug4H8xEpe1euMnYInQV5+MX6groMfQj
Aju7KY7Mt2Mc9OOBjyLgqWNLV99jGK4mgg9gTrE6wC3tFtslrUObx3CsfdaQu8MzH2kHem2AgI85
BQhEVBoQjh0iSSmi2JFaRCe6Ub8Bk4wMlkOBUaMyl+pfK4Ft69WE+iMMdPSfYooAxIGbxOn1yZet
QFRqVBV6BU5sgjMvdBv3NBepnK/92IYfhR0CjZnbKAi26FVCwoGurbV+mjiZfl2i3RVuKxPQyRXy
LcPBTZzE3QKYT9UV6mbWR1PrVXCoSgehxFb2qtroAEK8DTgVONT6EIZyrxDKjm9NZ9QOUdTqv8xm
oVyJUU/VXWbnAwYqCTHHVrViCD6kndYWj5ZJpfjQZXOHkBYQQ34KCw+nlp7Whp+56fBZYchcbCYb
r6KtgSOGcVVUEIg+WNAE8x/IPw6DX7kjrkS501a3Bg45B3QEnQ967c2fxYix3I4TVMx4BgXxJ8fC
O4BiBuDxh7SD3LFLMY5NvgUat87GMCGc0rP1aB3pCsXSxjImfZOCKvO2Ukbac68h00+mSvLmZ2nS
jP5sRvFXEFHjw4xkRvrE1h5KH01L4yoxcPFshFDq2lJB+axTTU63cDHnYtM5QcjZgerObN0gHcwl
UBZaZ3DweoPYD0Ag7B0wNfqtoLHR67YnZ/oU553xEXmvoNoivs05oRGHPLuxF96JOG3MTYFZQ77R
RSfeh+hwfK5b0ZPUWCMRk9b2Vr/tqCN12wSVoU9WIY1wixVa8SEHaGH6ddkbv7S6734O1jx9gVE6
8OHVIrmVQSMJGZBo73FsEpKvS9Or27mh1rYvAtx8DhnOntc2mgPTBllT8UiqmX01ZWQ+NHZhjv40
lWX3wWqS+L4rkGz18RisESYVWbChfVU5O92M0m+RZUS4DiQFHpPoWmJs47hJ/9M0Bi7rUA+cO4w1
q6+qRGp0M+pGirPF1EHRdMvRvu0Kr+2u43iuu4NAO8HdGllh0olXIDq3KL1yfnqIADR7qAnircBp
5l1QuFNzkBUS/A/9LAbXdxAlawjjFI460DIIRADJI2TcKIC/Gwxri8ifINUESK/203PaFZgeWEmO
kmXPutxrsgQ0KlEXE5Bxs7Lf1sl4g+LYsB2s/KeFw1K8rWqh3aNclaD4QWHbHhz4nzFbiNuGLLs/
RF2Z3maIJ7t7POmTLyXfI/Y7Cu8pH5cyNaP5IbTPbmvwEdpd1D4jmzja254cx945WuXeFJgwdZtG
0+GfodcinxGTP+hW1sHy5Xk3mMeZh6Rs9PZbPspQ38U5oqFb5FkCKrujt3D2qNLh9omvAO6baO3e
4CxV6n4ya8MtSrDRA+iaIvX1ToqnDD1nCjFzuZgAM+s8RXtjK2qTq2QwK/SrEAHl+i6DGYH1NNMG
nHDGCgtaC9Vh/G9dPTgkGq3VnRxCA21hm4jVN9AI2tV5WXdbJ4rrHyIf1S9Xr4mIitDJ7z3ICPYm
RPwdLvCUODrEEVdDhyBGe3jbYMmAUt0IRRXbHUoZG6O2Q6RPsS9GJcPh4Nx4tDdhAOPb2u6mhKXZ
wPUyL9X1Xudi8GClY5NIANcgxT9OQOXoDU0/IhUqzAylED1RT3wUxI3FVF+fT1pe59fHQ61KqJrW
1TX6Ix5WEFp0FaVG+04LM2NfEO0esgnM81zV7wVx3KfzA79OAhnYhRZhu5YHT2CV2Du5aAZaWB4B
cLPoNKbYC8Oav1AhPbmSIBNpagJkwhf7eCVnvUjdLEk8H7JH/im3pNtuXMgoBxLoi4D704OR95HM
o/a/rvh7XD2iiRteWzKWfoP+MLvGfPImAvzzi/c60WTxvH+PtFq8Mm8igKS8NWrb41Ukg/LKncYZ
HJEEhBdWCD5HafT+/KCvM2oo0UsjEDoYxb/fCIsX1XZbDQE2IMrD2qIx/Am5aQzsH6LqzsB+6cIE
Xxe3GAs2ARVZxB6Z6fF7a7AF6FqZe35Q4z02eFRBfcvuxDuEonQfATt0Uwsr+2yqGQWa0jY/np/r
iQWGg46UBU+BPPq6Eq21uJ23EQuMCGt7a7jZdI+aYPY2I04g81JJxheC48T/btTlDbxY4RQTkh7/
ds9HHrbc25CFfpl1GO5rPEt8zovqTpva4ELp+8SHCMjBgtuJlhB8h1WhpE7n2Rkj3IdEEstboRfO
nWHgHXx+aifOGVIOFHUhkNEokqupDZQK3dnsAz/zjAlR2//L3pns1o3lefpVCrXpFQ0ezlxULcg7
X91Bs6UNYVk25+FwJp+r36BfrD9GODPDyqpwx6KAKqCRmQFEZMiSSN7Dc/6/4WPJ9SMD93U8zNay
iObhNk8neo9KDve/mAX9s3pqMg13AELwJAF3sD8sqKnCaTErzWA1uVpybhbJ1O+LVj5YenOjyVz4
RSar/dRE9r0tU/cLcqu6sfDlHyan0fcGBN9frEz/0QVBtqEwhWQ/y9OHhbeKTcrkakkhYu1SZAUd
dDdCo3kKatEGsH9K8yQLa8hXhcbW5s9vxm/C3M/zbaJovFn46zLG/+gPBwph1tlS+kUqDBDYwiYF
sl2X1ZFeZJcK5Ek/6H2QoFXq6cWx2+Fq0jUGvzgO7mMKnfdKY8876t/su3x2TaShODgWdW96Zt/r
25Lqm22SGNS7FVSp0fpBfGQeHHrxm5lWUvn457/QfzBBJeFNrQAJN5V6mI8FFnLu5yFo1WC1JGe2
wuqMPSxz4VeVYZ4st0vonAqSMwOciCJcwpPnprOiv+pGRJmgK3ERDISBIPrhZTNYAYdKjbmxrg32
k8yINVJI2v8eI/hRGXT9/Tb93ojztWT7GIdR++Fv//3/kQTzP7a8aPEY/OflRRzkm+FL8eWP7UXL
V/zgwrifeDESOXQ5iOKZWKK4v3daLr2VEFmIkOEbQdFcsmw/uoswsHzirU1xpY3SiSVpeXn/rb1I
sz4RelUXBYIlkneS+5cKjHhZso7/4+OHUdUkf4SdfWmjwFT+UaIfnDZU6zavPLOex35V63WTvilR
yqzWgFHITthKmdzhgtSdizKppeV6rtk43XWokjhemVJhzlnSXpitQi6CeqLItmPQG1JgsemJn5hQ
FbSsu0FLSN2DSpUKw2+Ab+0jm0uLmehch89xxxB6h2ekDU4uuPgv6jAvvZV9BBo9V3rnCyhDwFKR
212D0TG+oMjCMw2a9HNsl/S2D6QoOWOnL0Zf0LJvBvmb6w602o+L/YCgxpnavvhzACHaswUvbpPG
12elMLPXmMzR2pBddq0zYOm2ADxoqFjrqVKnFYjTX3SFBEAZ4MQtpYHPUhRmshbrlEqvJnqjYjxo
YyUvdQ7OAkBWGd52Y+gcczematGax7NdcLRo5qTNvKRraEmOev0shrbpSUOO1rsqmxdXC4UPSIb6
taEW14bMUOnhrS83pTEX6ylYSNRGJ8ftjLmIU7EMFp9axyCiskrn0thB/EbmGlKJnT2YVRGBtxvD
BzesQKbRoxjudGtw1hNtyI9xr/J1OFGTtekE32unesnrNPWZ+9EpWSXdoSH64g8TTYo64/S9Qhn6
FvZJ+mjpw0ZZ5gUEewgvzSHAACVTVliszU0ZEBBoqzjfcsMUSKRNw+BEiksUiFNcpo+xbjKRnRy2
FtoYhxRVw+2mNh37YonH8L3uo3ilgCjaCT2n71CBD3mycKzQKW7VpW8nwL7pUTLofBZWdWmafjyw
P0shYC/UkrJyo30X1EStDE25p0kQmHpD+aHA5L6uCqvculE00xfcQVSlCukQZFrrJU4/bUBcrNnQ
uXy/5myFjLo7PYq9kVa/0K7Evlm4qk6vn4p6VlZ4eBEfpHVmbgqiK2IEmGST4kdNrTEg0sJToA3V
A2jS/ByUbfJOSSY80Knp8n3Wxj2SyCKRGJF8sopMvZsLiSHWdaKvTcM8v5n1ZFsUpbmiijQhJC14
ABXtWHPZrjEc1j3gQNuPlFkeiolpHOH1mznNK/qvBThW2vNU+hhoeUo0fOESKis3gVCQh+LVMB2e
urVFRI3PVNQ8IJ+LO4kQwbsSg4EWT48aIxowiLpF0T38V2ZbxYFmTnGcUXvZC4jXATrevs318C5I
XM7FoZGZfllZ6WrIqvGCiTpa63AzVqrSm34GXphJf35pFfRyyBb6CV60eyE7NZ8LReJB0s3mOMcq
w+Uqd433MjR0f1KbYd/IMT5KrG8bYTefRS1gNcvU8SZ7Kk4JdbC83qynENl2PIYh3Uj+4Catsxm5
9YdQVYC1uHJiWxUaD7TH1yxQEYQMSrDHz+1cBt6M6zqfJLc8ioPs1RlBzgcJX8aAFr6dMWLnn0M+
W6NIkXXMixONIF7SaGCugX0qCOHJeShmyT6oLbliVJY9D1anY9IXuCFHJfVFk+qHUgRr1a7ftT59
i0VlX+VET3iumLHfVJMZIpeXzRNZsnna2hFS2cLTdgl8cmt3ylCEIYO4VBm6t0YAsN+SgwvHBRw7
Hu2hCMQqdIuz2w1dDabKFLu2Z9qWkqBZJi8uQx3DQgDrM8YhmUqTKMMJcWcDlK+8imtIRU7a2+IG
jx6rj6Y3Bn2ZOTfylqHs6KBDZKGnD6Jc0Zy/0WntHRcUUalWO62u9hThX5S5y7yAx29HP7/YCtrH
6Wl9AsZwkELzLb7HjRr3oNHtN2PpPDeoPyOenbRw46Ux7dQsOocAgv2+zO5bHZvgMoQuM7lSZcYY
N9o2Qt0wc+fvy11mAeC2p69GfA+r0qMd9kWy3Vp2zaLu6YfRTg5lwZSuARfK1zqTsTJxjtRKermR
HftcPwZjuS0hogVzvZ0juZ+Sigry4uwwnURWZP7srvNQZ2g4X2ilXxdD57twRrup13wF6LhoYbHA
VUJBbZoDeDHmsjrSXKoEdyAYWRy0XcqLiDr4myErV0Rrr60CXYjmlAcWOFd4iuhpILUig0mvxuiL
njHmYqSdp1udClQPYq++But5KwdYO71TXKSu30AjuU/zdFNn9bZWEuSeXNV2IB6Nc5aZ0buiGfN8
iNNB3Iqal220MNULJ7AepUbhG4WX6SOpzWiX1QOLoK0LMFrWxMiOxXRTIyVsTDdT1vS3wowJbZP2
a/e7Vsh82+eu6s+FuCmM8GtlsaRY5UD+MYLv0AM/2Lvj8BaMSXsKIrXxkcb0fSqj4GKNdMkAS659
8mKH0YFiPUZtt8bZB9wiMQ4si3BxB6l5cdUMKxXogSijXVi5l9KmjK6joHnFnLRcST2s1iXg5DVw
OD7Jbf/OmO4k4nFvO2n3Nhc6ww/3kuuztgONXfNhKu9NNQA4ARySzcuXlgaMRVGWnplZKWBsaKl5
taE7fjMkylmM6nzKbHvyk2y47XkvuiZOzbFgMeEE/pz0fbgae/vQTc0hDJpbNdRv5KCxSPbZjkbY
wHNqNX8e8hIFZOqHHV1iBecpwKEDqQwg8LLYBm3QgMVzx3ijL/QMYhfi5TdVwWIRb/Q47NaMINgK
9YCFGlFpN1ae52tTxin6uqq8DPZ84k2SxV4HMcALStf4FvMjwfnW9q3sijVr4ODTigvh0jJeg15z
1qHaibU5qNngdXZWbIfIeQHTSyWyHdwPmat5dOnWK4sGdgBbPVSysqY7fEDUuVpaV1LSCOhe58UU
V/Nz4OKFAuB24RiPHGIqr+3csAbqqPe1ftMPc3KgLHjfD8qLiOMN09AOvk6ziUakZdKFdMfk2jlP
9Ju8i8Fva0LZovexUmjK96YajFM4D3ezmt51pksvD4W4qaiO6GIbBcjuGLnp90TllUEBtrUK9Bai
QTxvk94td2mPby1im+q5/WSxqWtdr5Xq9NjEeKLA9cIWmZTBQ195ccSiqCTaRuaJs5uq6mjZdJQP
uXy2ktj0w74ETpUgK3RBXm8siqrjVW8AU8CKXlenKhizw5yNgOXn4YEQGGXUuQGlGPkVKt28T3t1
XNk97ei9uIsa55Ikpg6oQYrppo7s5toQs9qkdOqs2RFDxAsUa5s6afkeMhjOfIHU9CjUFqKtVQfh
F7PB9UA5DcpiHOaNjrdiuinHsb0tuWKeGzM09ZVRfdKABXqmM+jMwuGvTkrP31OtMCs7QadxiTZj
pLugMZVVS5atWtNiPqheJnvgyJmFnU/meQSvNpIWhDRG9beAkLJXQwn5htrsXIIkrU+tCXpFDmNw
DqnHv7ZVNuu7vJDzAPzcKk7oNvJVHYdowd2IPZ6MjrfR2O/BZ/CgaUSu2Bk4Nwp90FDAmOCfbCXV
tznCwoaNt30Y7eRzkrd97GmcrbdNbwg69kPjczNhPklIScKlNuVmjPNm7UTxdY6wlQD+eRuxBu/S
BBPGNWxbtVqZUe30TwJibbKt2sBm0VYsmvHquhm3ap+U55pW9mMnxNKJKcZJ7UOfOiy7QW0oZ4DZ
5tzsFBdWykm0jHxWeencBUacDzs3zqYcxN9YP0aOygfGbAvxpXdl9JRRPtT7Cl3cNxUq3QDDqm9h
jdhhWL8DCrAsb0gVbv4ktChbg/xL9AP24Ng6lWVZFEfWauDHLOOc8hXQxGgmNOFj1HIMpr1z34JL
8tRJDdptjYND3WggpOiSiC3pPhcjJKk7nB7cEpT5UbkbmwR8NGknA+T6CDKr48NuWXI9ho1iH+Yu
rrTP6VgJY1dZTqz4tRnY5qqLiuZ1HCuG2VSDx/Uq7ZMw2tu8drRrb8wti+s8NRSnGRPnM0/OVtKt
Z9ycFR/YEFwKCr/5ZqDEPkhNqfu9ZbHS3MseF/OZgyavaVta6XBTTJ2kMtyeUhrK1KYGndwhP0a8
GY34NsrdvDrotJeWexQ+p971cSa8ecIge0j7tOqOQ8B2W68pKEciNby5nmQOtKYNV3UBHUGnHPbb
VPThXm9F+pYR6liBe+lvA6U19w6FiFdAyCBhujnecH8UP7Ebxw96jI2eQvEA9hYluhLdyx5i0hGZ
Hfk8lnvHVGbCbowWE6VRV6mtPBaZctHzfqOlwtoHhCp3Eqexjiv7wmsDaafgNJtH9ecEKW1tdVKu
y5ynJ3W7jd0ICUce6rpvlO45Hfr8c1k6X4KmcXaG1T8BC8Bpq+CW6YxSXDWCWveBat3TDjDiY8kf
5y4q13nQ+mkgD25Om33SDVcwrivwomKjZ8pRpMhPiaI/NJrwE6OCeN1kTwOu482E4Xg90wdPZ5Bx
O5X6S527B04JAQVomurR+r7V0vZbW1rrsZyehsGFmpA8B91ET7vsaFV0zQR5vn5pZXTFXcNxT5Ff
svJatuneLNqviVruIM/fzHNu7vqkebESbsBI6z49FUbEvNQaaO6t5D5ZPDRJpDwBNb+TjbqJenGh
qE0QNSkOgTt8U92K1qPQLc+a0twD7AHWpObX0Bju0lmehCSA2fRK7c9VfxoZsAe2dm3xE1H9034n
4g+dMD2kwTjd6HrELrRnM1+OQGU1Nsayv53L7PPkOq+czoedngZ7S+qTb1uckPgYwo/YLi/BIt7l
8nsCpd6ygmvm8CrTdYq4wLYzMERXszDwzseoy0ZPMmEH1WZslCChUy1dhZnz1k5cD3PaU4rwMrng
q/ohfpmiZoQSHe+nOXjJnOSrAST1KNTilfnHHq6QF7JIrrACzmutzJ8oV1XXnQF3BHOXEkQZNAYc
PzXplk2vDgvKsgS/NXDB2rNdYVsE2jB/aZeKqrhI+Ll74Hb0g+27xR4nVQtiwqyvykUU0PiTtAbT
jKrjjuHg6jlO9l7HyqZs8X3oLOi+JpLjmKmUYeOirSBzK3OFVSIXdB+r+t1AfX+RmrfAU7YSD8xt
DFjRtx2usmPtSZLsCe7unBksFv88Ja8LwzW7r5Rm18bghqhqg853r7J1V8fwnKTj0yhxbmRdvmZc
vLK1+ay76aOu9quqdQ4R1qGyUih0ps9gtnZQKrIVcCePZo81GMhiq2rDsW+DXY3LyUHJpu/uMdNU
32IIT5PmvnCLe82pQHkM2UHU8Ur0RnzDtPvQVmKrEiLSGwX2OdU20Ja/jUZjrKGr6lvsDodgKtah
5t5RutjsookPOO95CX3BWEtBZo0Pvo8Gc3Vmxbn0lrwwR9kzsvmcNPF7wMZw5hW9cto0OMe60d2o
Qy+AU5YvdTTpR7fSip1KY1IdsWIkfUEjaDQNDPkV9wpzrfL6hALFSsXOwznqCfud7tN0bngx8bqV
HrT5LVXCABG06hjXvH7rFnsJ5LsLqMZ7q5FrhyKGxGpOTkzPX2pu5sF17zp8VdsCqAYMF+AmQjLn
cLd5r/s2U57DXC19iaFvQr4ysNTsGPCoXplplCyZ9+3Mc2tUPu+2cCUVeZzBf2zAfuZbxh63AaUn
DLc4hTOh3IE54WSIyy/pd2aRF1s8ixttAWy0pflGUcrnRnEPdlqtmTfxQaGeyzdSgvEJCrvq7mXI
cpU2GAss+2AvLC+szElR7RPHXYdOtsMJpJyU+lyX8iYfZOoNlKelC7GPmC7pbdcvjOC9iKWnVo4H
ItdhN9GukgBwWR1WK1eGz02p88Q2WzKfx5IzIw7zK+u1BxttNZjJym7Zx+e2rpw0M70LAneTFfir
2russve1dB5VbV71c36nccENt953Gqe1gj26YEuqpRvyd52nziqzwpIcNTR5g7P5PGw4guPSTOUX
J6Ljcwof6oGjeJwl1kbQ4+GZi5egUeWuL7VvRa7sZjF/B3eJ73Gx49ZWxmc6WL7BQkwe+4fY7k8h
ZrmikeygM+suWiwnOCDWTQFLD3SjpAJNvveyOACVeYVze8qGYNPSwGZl83NNxZpwoRQGYCRxVDKY
KUq6xoerE+rrwmyPUyFPA3sOIoVeVRpPxJxaGhfj5yRPL1Qi+UbXHAtpnONEsU9mztphBgwx6tQC
6xOEa2syX6bauKRmfSbWhm9Sww+TqXgX6lZQeZc+VSXelJKteFe+ME/bjzg7gy6m2RG33z4IhhvV
baC4WYx6NYUj4dhpj5SwrdqcfIvDH+NZ6XhK5s72YGDeO2r+4qSGu4pHFUhRM3kiVnM/1c0DbmSx
EXCdtkCYvmQixzLTN143dp2zF1HCaFUYL8bIhlLiGtxkBiNuKi1rDltVfaiocVgXURHBeInfgKv0
q9gd7O1gNTv2gy9po6i+iOo1BenBii0pbf+Ne5sn2WMRYCr77HKMYisbGxM8T5jH8GZBB+dxGVir
sbElN3OHGVfJ1HuSaHkG48+pxqlTqCWsQd51C+5xg6uZphsNZ+K8GRQR3DWRM+mbGCRheTQS2lC3
GTi+xzmH3839wKK4NgZLPORVFuV+bGRKBGDPtL/P9A7y6mSFBUbFk/FeEkLswWe15ve4aO27cu6H
O4IuKXZPF3KvN7J7sr3GgfKJMdnomHBWygy2Kayrl0EP8aZV9aSUnKScgjddPqTn2KrQFtweg7QW
uYYPUbiJfG2Kps+jXU0cHMNAySDZdBGn+oh1gp/RiR+1cWH1NUGjV16rD7aFYb6Yg10qJbfRHZNF
P0TEq+WWsJ7d7BO3tITHbdfHNf7LjoF+4ShboFz5q5YY7e0ADO8ixjSM/EKw5/09G/RfIb9V34r7
tv72rQUe8jMi5L8lMcRE+f/PRbdzWbfRt7qAhEJ5VfHlX/YNFI335o8i3PIn/C7CoX9+UpfGU5Xe
AosCcOTvHyKcYXziH1lCYGE2MC0gtP0Q4TT1E/2RS6ZJkCbGicAX/dDghPFpqeam+3DJ41jUIvwV
Ce5n/Y3GTwHthpZOQXQNzc/4oL0LJS3gdZjjNaUfkzm5IJ4qDWRw1QY1BR06WuiWf7haP1TbP7bf
/2yzWL7nEiij/Z7AHByc5VL90dtRNY5d6IUYrnPf9ZtYLeg84Fy///Pv8kEI/+3bLD4nzCusYi7/
+/nbiIqJGTOc/loLWKBRku/mKBlX2WxolAsyFIkALZzSId2PhXNvZVW4/cVP8E8XlzJtAqm/NaHr
5II/qOAlbN5pRmC6OmXb7/BWupuhMk2siT2Tk8ZMDznjUhDNuMFz2Wt7JU1LT4divUtJtJP/oDa5
i/R0OdiHx7CvwjcdQekXV+q3uOA/RFiuFHlhY6k0IFW/xIQ+xNfQO4yEyqTimuhFRDIiSTyTbNeW
KLO5Y1DDO4PKQMN3dXmOlTFa0Rn5guU0weY+v7fI9l8L3P9nKE3ykIPIOEUIMrtMw4LVDrq+rUIn
2aBTc8BXUW4h2H4WOnoF+jKu2AawbtpyarCS8f4Xt2C5xD//amAsBLtG2qFBWXzMBRf5pEw9ftmr
6abGgYV0JCZjxuxVcXQzLKQIAPfdeQmjrKNiUjeFm42/8DL97G9ZLi9+G6Jt2LfoVQfV8/ODSIhi
QElP4DwXrXZkLv6chFqx1pFnNpN9cVEwfZSP6FeP3z/97gShWT3w/HHzNGxqP3/fln1EbxV5eB3s
KSIIK54z6HN+lDBeC5LG3cVtdI+ynoC8YSzP8ONXaJ4PTdn86iYQE35xrAJ84un4+vlHKCi0BR5Z
uBc7KZstjZfg7OVs34UFKW2HrfRWTPdGmFwaGNyc2mavietgIzo2nbByymOqA6dxsILdgnTdRcs+
vFDwkbfiMxKn3xpebc/u+c+fmn9aoPBFsCAT9Ua90kgD/vxTp61RDaOiuZc6du37iYgHO3gZ/ML2
JJbr/9OzyZ+OD3NZwk1BW/qHi0PYg3JK25kvcZLvx7Dj1S14SJ2cLVpq4jhq6/GLXhlvMY1lGbKI
l3fOr7Aqvz0FH34KvjUNutwfnUd1eXr/4LRTAEEXfTlrl4ISn7NZ9TfqPGYvfes61zaoDHQ8PRU3
Wo5yR0iuf0NdogOuq4BJerlMyxfTPEUNgAK/TVW3WwP50/aFSRIpsGE07qJWLu8So36dmcN/+/Nb
9Vvq9cOP7xAZWqiovMjUj2462j0ts05d9RLl5k2txOELcsVAytAwJr8WEyf7vnOTUyKb8kTbNaU0
49gHe7unVx6AUaoxGYzEK15yDpLQi1uv16fwVATq/KsP5OLs+/ln1XSMURSJ8W6nyOjDi28hc+ZN
0bcXfOTyTjPNdjvAA278MBUbRQlR5Cg3O6LtjI95uZzqc0EWKu4dllqZ9A1U9aIi6wGN8qLYOi2M
BQhz77dL+v+3df+64BT+822d96V++/Je/rSNW77iBwnOdD8ZSwwNrxToURt0z9/2cQr/l8U2A3Mu
AQbCUYvL6W8kOP0T9UaUwSxPKIY4V//HRk7/RN8T6/NSFQ51g9qnvwCD+7DUmpinFnMuuymKKYih
fiSgFInbFFoFoioxBUdIM2QQYADznlMTSIbl4jJfK4GmzJ47xTNqf0MJPMZTsyZ+RXDqELVT8506
iw7eO6ejb3R39P5M7JQQr2lLZpq6GN4F4UuvbirrsTSL5MQpnWnSf9kD+D/W1rcY3f7kUYy69stP
DMPl3//9QQQ7iPmOA4VqkCJhv/b359BxPpHsUjWLIhhgONS1/f0x1Ba6NQBPlSVyafpeHt4f5wks
faz8y39gFlpY/rS/8hjiSf9pkVPoprXZdVPR9PN7JAyKAJeKifpvKcOhpFqEDjA31fxYkfkucuL6
oDEge6+LqHJ83O6EygxIMaxvei7ax5js2pOims88kiD1YrdCIs3asUnRHCKHCLBpR7dtkfeZT9NO
DzvAUsStkzpMByI4bS+jqKLXQautO0dZgAwe5lQ8AkLvBAU3BF3v5wH3PBqrYoc3eZ2YB8xb4V1Y
2eD81GxitFIoS7AxUVvHY49i0HIlxupg9lr4JB0tmKgWJqbs4ZgNjFWiyXojjGq6s2pziq+KVsQY
MpDQacSsbbdaKzNUXp98V4tUlQErWY76xUMKMOjWrNL5ahTlcNDdrNkFelb7qoHDRJ/RKMEGZK+9
FU4Hk1PbjYYpY0fuZvCzauBjS5tO6Qv8x29B1xQbwrsEplDTtqmIyhPDFHxIeRatW6FtK9cwbvFO
RCdp56jhotWYBOn63G1NOWq7gQQ10S7mhYr5VBv4EaQzBsy3B9Rn05zAFZAOfMliBR07DI2b0R7l
MZd5c0snxb2UQ7ULAuJBRsc707UoDKodsvkhhuPC0seviP2Gl2nTdEbc6xl1thMxF1yLFSfBy2zS
I0pdGI403VLcVe708rnNcMbJjMydh03R3k+lAhW3YsS+z1NjfChzlBanCKnFcUx7Yy/TMKtM59uZ
JzNlQpY1awNTExk6NWnuqrnSvF5QO+6RICjZ7I7RvEXmLL1RyQyeH1UeZdLucoLiNGJW6r5KnHZV
9qlxjELVeMabpC8i+7MSqv1xYqN2GojIPgd9V3AeajEEpL1ksFuhUodthUoU1dHO4AJg4IscP8qt
ZyQ+y3OHyNjZVtclPJSYcD3K1PoIdMIwtMTnFayvislsyQukE8ADL/hlvG4ujfc2QhdlfIT3AwNk
TLCWZL1bMwPDgWlMJ7heylHvUhxBc9exAUsnxvWrWA7IFgSFaR1AkFkOYPiC4tksqs1MIo+fN8iE
4WM90i/dNIb1eiF0lXt22LbjmSY+tFUFNP5YRLk40eY9PwG7sJ1zmWEI2XVhKG6y2lQfYtdSZnpB
nGFttVWhebyqDHFXu6bErTBxOGo3ikxE6xOs1BS+UoYHK02Ze+WRWR4oNBg3RchMcMV5XrnVQmRE
DlX2VuV8zcdukOppUsz2OXST6hRrjUMX5VQiVJhicLY2QeUtQfEq31UzCSoxGMlJ6QbG3vRyHWlR
Zk4KkA2fpsEtYn5qcLzI59CBDjpF7bppI4U8u16csr7jxTi06h2Edo1FaeHTRYXRDVDd3WFvmb25
14MKeN7kBrehwIqxmqpWe2j1psXDmrXawiqcyOEFdISjSQVBfZFMDND2AhGir0SVlm4VeB9fO8XO
9pYzc+eaVsmusESnQ5dhPvGSeCDyPjYNeHHe/Ui0+FJuQWTZG6WYEQVMSNpbdejKPSUBlul1yaAw
vgaiTpLbTcaBdTgUr62TlC3+zqE4kC2ZD2S4cRe38cgnNRkc48rDNZEAseWiX8xVskqtWpGeWpMZ
k7xdUC7jxWvXx9FRL3VkyizhmbMkVsUMKwa+367XbqY+VZfIeJqsiwoC6tZtcnsfKENgeM2QZmcz
EPaN2ssJFHiOAN0skcmcwpW1O0YYEDXZ5bd92LQotWqr7IXSUyeYFE58dMy4uckpBnmWTKMnPo89
Yd84mO5gWj3asR3fs9EZXyrHkm9OP4RIWqai7fpgHH4/ePylXTKrDP/9OM+ksvnvaYV/334rF8xw
8/FfWr7P3/+t/x6YZMaQf7Yn8f/P/26//cv7/9r3ZVxzsX5HL+/f/+1ff/vCH7tk7dNS0LoAj0jy
UPK2oHZ+n3YqzieqdGiOXqrTXEF91z/GnUL9RNiAvQktsb+hw/iqH9sT45NuMZli27K8rC0bdMZf
2CWzJf5pe0LaimMV2XUOdy7pA3IHP29Tkkwfg4wlusuDsH0Yg5DCap/V1eoemtZWcWdOlYU5wFKT
In4FzZ1qd03YaVO9B/olkLMHN2wT532U9JwFm6iCW/eOsuV2eFEDp/g8B9T9+m4kK+WGTs76Xra1
jSs6cItrr/XOW9j02ZtaBNEzMEjK1Xvql9x9Fw9T5pnJMEf02tfh5FViHr+7rUNUmR85KrzGEAiu
Rkp2/4aStgHjaSG6hx5EuuQoLjpzNQ85AWoO4+mtqkf1nsmb/g3jcD+to1oY+oqLItLLBD5XfyiF
ItLPGrpxdw5LV+wYFOSvZpRL0Mlt6+a1H7XD9D0qhHarZzN63ux00ashlYIVVA37G4fPdeVZbsvP
G6SpNoQezatmf4PbzpQrBiCpitYTm/PthAXR9FoYEppvt04nnmjziKubuML6QsV9pRGpoFs8d4ib
jTrbiSwcnrs4MdLjlEZGtVZb3XiiiRtlkMRHurxsMUWDKjWrYT/n6RDtKQ5V2pPuKLJ9y0WT2J91
PRZo8zJSKix2dUTPDNjs1pNWP4GcEgY+dJ1d3bxB1FlaZCo9nTyoGmHuT7nqFCtSJPI9sMMu3nR6
Vt3kJp4Hf8bvdXYtGE5okXrmIojq7QMO9jz32cFJlKFWLeezYiTTg22MJDOCcVSNr7R8hIavRz0q
rJuJMATwFNUWr35tTlcdYX80eKjv+LvY2qXebBQJnaptl3DNTcEfrLZRd+GmD/ka7hNG5XScKYuQ
2CEzrzAKUNiJ6IoXEAoagRI8DpZnNxoacaOm7hPseaxZgqzqfgjdWQFCbVODjWfbCXypcc+8GrN2
utUED4VvRg12FMtWnHc8mTx0mZvVth8XUTetaqOzYy+LMK4dDcTtcGMwj7sG4TB/qcahoTaDvgvh
DWWE0F3GsWUTozbGV0fRRoqxMYI01UjLkWMtcdI+1YJwM3TUBWAG0VOS+WEffEmECz3b6iL3KZYt
/iJHG5GgDQAMd7LqcSQoeXHb21mIQ4uKmm8JLyW5KvMhfgvH2LifBmfgndzXlJz3DR12dcObkfmz
oW+b2A7nHVen+j4kdcFvBuH0UUEwoHvFsK+VGtfR2u679j6NYv0md5Ni4AHRIw7KCYNvryHgVvij
YYTdqkrc/iWhjniilaiukHmHjLT8wLv+O26f8o6sbh36dWNog6fiAbK8iSKj53CCA+ibTcvgLyM8
x/2g3uysjDWpmy5pm6/pbKuXrMEssJqkoaWLR9o6DyN1MP+Xu/NajltL0vUToQPeXE5ZmqIoSiIl
8QZBUSSABe/N088HSqdVBaILod0355yZnok9odnKWgu5XOZvdgWWTDKEjBKD7FoqqjXaE+5TjH+k
tC1EXfSrXK/EtarEEfz9rgSoDt0O0N8A18tdq57okVBJ+u9yW1Y/tM4qA3rDtf5h0KsGRSt7yHmc
hD6vpyaRwXApIuM4N5LIvgQwWB0ALco/ULRquO3WlgVUXk7jO4Ki3RQVyIevjFSxblW5C76qlBBI
OqXKr0usxn+kfS6SVZ3z70Et8PuHEsGuD2XuZp9zJ/TzVdpbyb3XyNUny9W16y5FOGYlgV7bpVZQ
IZIf+/U38I72gLgBPfwrDMvycheXpfEdSUYLTkQuud0a8Zn4rkbiq2PEcU+rJbe57WS5nN+gwplB
KpAR6801K0zhMcT151gLuD+pnIif6yQr7JVvVPE1406LTSD5Aw5KSeCgz+QokljbIi/iGwMy0Pe6
sJOHXIoLZR2XTStvnNaU223jRTlSSYoIDhlYk3BtYhNTrT0Tlz4aPwiygkNSvR+SFiX+ClIwirKW
KxXPiPaL/mDVFugopxDRC7asRrcy0WH9EMs5eykMkmYd1EDpAKWbvOhSfjWcpZTXQef7/jOmPHT8
0cpAzgzkRFKvAfjw8B282lQ3qpNZ1lZLXHuvli5X374VIJPjQg1f1cysv2sCNQSuU+UQrj0POa51
ahraFxwNLFjLoykQ2DvIDmWs8RaN7LQHvs1V4B58kPaJTEEMQ3Z97ScCbW2xVXG9++Z5kfYl7uQW
dIwO7SQK+hA4buly1Q072t0izN0fQF/AwamlFn9vI6O39ohr9mJVGxlp1QVm/VDwmbgpD5YZw+2y
ILZ6Umg/V6Wf7PH+K3lpuQLDA+SMsg6yC1f6NacCjiciK2jR888GDx3bQiYYHCqiIkkZU8ToJZTj
hBSoH+lv4DHn6hJoDz03XKrlQZyuy9yHOkyLVIvB7cqg65NQc6DesqWjGSd7LUIySfbmbgtn2MBU
fV2xi5br1rb7ACsdrb3OzCoFxzLYnUHcgd9TxnT4wbxEdGFLkIztZmgi85tVFsVVVLvGq2IWcBQS
BeDDRaa7/D9rOlJcW1up2nwXyzxNub5XQ4eTBL2SfUUNvbypU913V4mTafeKyKWXMhnEFwDywG0G
FHT9VaV2ccs1Q6Vgwl+YtGul0iCXKZFnYWICz9SHElZKX+K4YTFgF4MYbZJEkQZ208fqqkbX71FS
Y7VB5U01nlyw+NkKBZ7I26R9qP7wssJqgUS00HiYc/XO1XPlNbGE+KRUgfVSZEkHjqJ0w1c/bXEW
EanVQDCMhu46U+ri1cq0+hnTOqpHbWaKjyDIVRAxljJAosL2Fc4cuOxy45flcPBKNXxGyEjy1o1W
Glv6Sqw5V8SFs4Mh2tf03RTxoUprXmwJwtUx+CU7etYtSWu3tYpK8lbtdERTbMXPnsqypfnZapXz
3Bp1eKjySHvg7LMENYLabWEqDdUNOkZVtodj78TXTm3r9R5Brw4whjP8dJSi/NJkThxskLI1bzU1
48aUJkWZrD1sMAT4rFJ/yXjUmyvku7pbyktltzHY/WxSe5S4NdH5gTel9DDeavgZn6va5u1c+0rm
7FNk6K8DWUY30+ij4jYqChAnoHXhlcCkVT6IhDWaBZSYmCgQ2dR+lQGmS2MrnAl+m+drwCUVym6q
fY3tcXMfZFZrQ8lIgNXFA9QjShohl9HGyj4WIReIDdteYq75v9vrslbr7xI7Zc6u6bXXKjcLuj+0
ADm/W8cei1YcmuhNOerXuO1ZGrVTSwfRUZle62i7PBUOg7oqEiW77EJZe8IfpKBh2Lnqpqn0gLyR
S/tzbvQeYoepClop1SXfZF0V/YBcY4YUlAUH6ppv3d4rhe68On2CzpkTUP7cal0f1nsUpkA9Ja7V
PBqihp86VFLAUeBW6hUYjva71/dwOHM5S77k7DafjaoaYNAkuo0eUdRRwIKlehFJ8tbCr6keWbnm
pVyp0YuGOfeXOnQl+SLUKulrR8n+K+IdzrVZAqtaV5EiZStOdGjKqKfBb6iiob3yah0WRVp78bXS
IVu+RlNQekH7kRtClkegwUMbzDvwzMj34REFxd43Q/ieXVL63s5pFepeRmrVn1BCooaUSOZwsFuI
ecD3XJDf4L2QsXPqAW2+yHRd3Dxj6peIMVbmzijTzKBooIYfC7VWPapuSWOtDHD4yGHmAbDpsPEA
nce5zcnx9wX/2//HIEJoLNg8Yt8euxTcQfecfT3/z4/+JTh+NM/++78e0aP3+q83s2r9y9ZACAJc
p8gl02P6d0WfJ7Ni8l801WmuK7JBvf33kxnWP2ZQSBciF2OOkvB/VdGfFPQtZPNHY1u6SzQXMDWw
JigW+FhuK2XVY590CI7pHETcBcvCk6H7dCH6AhABTFCrfum67Fl9caXlih4FI4+tsD+VoYHVJIyn
JsqKx7REyBSiIcprIIMpUfXgbGVft57//08pdGfOFWA+o6f8lKWntZe3f+dX2iiy/i/aN9QAbMxw
ua/+O42AvFN74TY2akypY3L8SaN/0SjCsRIxEGR6bf7Vf6eRMiYYJRwQK2N38i/TSD/tC6HpjLoK
GDdHQ1iCv2+q5NVhCj1uqaCkE7wakQXewHqk6IyhAI8p1XxQzT5+qiwLJTHujT3XC7dR6E2GRbMy
yrIaAfZuEkPt7b1Lo+VNVobOkGHBC78JoLplr5u8UWBVW/Vtp2bgWkhSyN+RUCXwvpIHzEiVklvI
qsPHLHN5dKDhFN2VdSDdj0+jzwFt+1FNNrT7lewMt3LqVhDzIsWEje0Oe0WmuAnkPDC/RjWNnPFc
9rRVXjsS2o8WsNEqBsQE+VbJ1hFA+8umyeUFa4AJXGucSY32lTa2k/HUoHl8WsKKGpfyiRml+24w
LvDlSq+Lwggu7ZJ6TZxQumniPt4VBmdIXcrNVdQKWgPddx2hOqA+7VNXSWgxGBC1C55TpltFBwyl
X1LPcLalo91pg2v88FIefnqTDTcD4m4bC3e5Hk2OYgSDha27cvVhQTTmtDT3e1z0BcHrGWys0wwB
LZOWvAXSfdJKPxwwuhTFtZvIQNRZ8aUvIgk/+G6YfzxaRDNoxPd5yWyOeQ4EZ2yhT8A+BjC2SOgw
sCUN3VZVCKDFHN4QGVCddQdZWUCBjH/fHxDIr1GyN7OX8s/sraz5Y7xNAROhk6CJ7Xtd7T9KuMsd
VCOnVNZ6PtD9obixOrVbmNrxLz0XdJyEI5BP6sQAzDob7YmRC0PN3kZ62FW2/SCs3fn5nJ4Xb+lp
6ZyOQKjoRL+D3MnAFJHXyPiM/bAztGJbqNpVqXlXgyNQS/NQo+51x9vx5kBQtMKZBT/gZysrQ6yM
JJV7aZze0NoIVmZey7/QLf/RJ3HucwN2NHQZkUVHNyefu+DJiVRTnO5r+6tZlMF1VQzDpeqIFvpN
+uti8x+DjQiu6bRjqqMr6E3r5tsZfTztmZd2gkZMurfdwb8kA6ltRYimnp/xuYxCz4uqNm60I+Du
9OMW0Hf0oi7T/WjIdknxGRVgbFv2URwi3g3mnB1NLDmVzg4NgDIjUyiqv+lqHWWUaSKmguBzum9b
IbiDBjRLUWdcSCb0hKYziK8O6EVT1vlvpAtPx1ZRyKa/jmiKb1169Se7QN4C6YjA2aapch0V2baN
P7XJhSR9rfN+o9N3rWhdOdKrLKG/4OxGnn3l3vcxwpepBglh2yk/AQlAUUfqIAppyKOjgM9Sm20K
a+9q0LBgxnnldS7/1Gsd3Rs0ycun2B0uW+nKjizeDo9VvvWdSze6yQxgurGJJLSyT907bVTHaGBR
o6JTqS3KzMYaKVx6tlSpeEwaabDz4IUjjrhk66iewj3HjYWzUaNXguqWoSCYcjpVhVM60hCE+V4E
krSLPdNftyyEOwCYgjoHEgK5lg+7VGPzRxQFrIPd1hcVmLetgcvupdxGwYegqfK9i9DSPheWBx87
f0L2BM6N2oc7zAp4MJ5P3tmfDT50hMRxz3jrCh2vETPSmz5QimLf22tndEoFfL6Knq177TU+wPKG
gLruvmo90uQrmzr03vx0Z/4CfP5VM+/sA+S4W/efJcf+b2zqAfT5zzij/6nLqniKgqfjl8mIDfp9
owTYBv8Au1yoBr9RQ7+pC4r6L+oqKrh6zJYAsLI9/Ea8Sfw7FIgM9laFmx4SmexXv18mkq6Njb63
G6CjKOCy/6qbd7o58MLhQjk6k8gUGW2c/yZH6eC5emiBzTmENjwYeesFVyYv+XWqfCjya6p8C7l6
enb8ikdHALQ8TmYol01eQpmuA53Oe+B16DkJlJrj50IRez9d8jM8Pa5/B8IxDWQgs/RGDDleE7FV
BB3IVfWAqM9lHiDUbPvgcTZH33rm5jMTBdSK/mariQ6cPDkKQUMAJ4hT/eB1Tful6lHIjuQACy1c
HC/Ohzo9Ld4GRCjuWJqJjCgm2qd7k9UVcD2jQh+lSew1FnfDpqMW+VduNb+icNbyHNZ4DJnm+CuO
ziR4hJmicME8JG0ebLTG+FJ7rb8daO3c9E2pL6TDRDvyVzx6QeMtR4c7o05G1eCGBCjM1g/UlUBN
YpgW36dtCq+4C1BHZTY1O1oFRoFOhN028lUYesVTXcTwW8sUJVdIvjyuV5I+qmpQP7OeAG9k3k4x
KoQFoKuIL6i8Dmv08sWrn6OHQ9lQbb57gaXWH5u+dS5EFqJ6Hnb84cLwpvj0cXmhmq8ALeWMh8A0
uVfUZSvr3lDrBy2QRyRZDnwr8Da+ZOsX8mCt4b7exnr9SNFsQFkFDYO8sLWF186UxjP+CtD4bEDc
A+BKvbtoZG5uVg2TrGqSslE7eaU71Y2ger4qObclOd8a8DkTB3UhjOv+wSQ4UEi44oBpGN9bpzml
pxYKFtpgHPQwS9e0Vvq7RPlUFuWw1SseTrSnNzJSMhuqlpcjierWsDpz4fo+8ylstK8pA+HZzAt6
rBAdZ3ZlIwdeBbVxUJUw/2ai43QhW/b3BkDbRaCq7baP5PAGtlG9p/OdbRU3UC7KLpIu/3IdAx1l
z7dkxGNV3KjU09+R4eGhtXYqXVN5NPe9Y3WfBwMhrPNR3n9zwkC7YGsy5bHKNnnhQqUptVKtpWtY
2JaLv4qV/XRCoMu8NuCv4MzRKrAP8iK48T6fj/1upxpDj1w9INmcXyN+5Ximu1QJqZkO0rWtXBWU
xFvz8XyAcVP48yZg0xivOhooccoupsKWeBogjSwMF/BUu67AFVANNz7rUrELClVshMCSBuL3knPY
u3NrEnLy1Uq7AAYYWs61dRvl3xX13g7vS+3+/LjenSaTIJNv1oa+1zTIc1578mObPBnKZRvdnQ8x
Mw7uIaPdLfdbjpPJ+QvPqQQ1GvgI8wxr4XFfVGuE1u4ardmdjzSTBSeRJh+pLQWQl8H3D7Xi7lLD
3tdB9/V8iJk8GC9VJiewDTlNneyuud3QbMuFf8C70983Q35po3S6RZ3/OnSzHgxvsPT2nRsVx/AI
9OaBzuv8NPVgUdVVnlWE9Ip93rffC9NaqKYshZikWgNuKU9zQhRAbVaaVaDwwBPp/NSNa3CyhKAq
ju/OUdWWLuHpOGj11UXm1v5BpX+IrB+k556DtiINEufazj9XtrY5H3Iu9dAE56Y7slepg5+GrOUe
RIlGSE+9kT11zDqpvQtQIzsfZ3b+/sSZpjgtPHS9jNY/mGGx11sFlmofL/kUnxba3rYgDjRcUUbi
sU1h+HQwcuTy/GwIotyayZZ3cN1Ht43o93aMTuvSNWn2ax1FmyR6HIbWEKS9f0C/YK/W8RWon58x
+JjU0eAhKiObZG201vb8TL6die+y5Cju5Ham9GYDQo+4hf9JxtukxKLGAxuCiq+qfgN/ugkB4So4
EoCawHfj2o9ePP+C3jOUhce2wMDsuaUGOHjVjdeCnEi3wgx3sRPuS81Aar9CyZBGmXThFf0/2OmO
v9DkLV/JVm7H+AUdstbfKZz2TOEGq0dqDU/np2luGzqONEns1qjMGidv/+DXd4WcfcgH/6dXfPXw
bFpJdblQEJuwlH6nnoVFNnSTsXY0+SgNvV6kAjX/0BgU2m2UO1+d8lEB3TX0YEwa+4vHK67Lv0li
EyPDFt2JDInYot+kg4V+JV5fd6bo1xo8PtvaeXijnZ+PmWOMOsqfHziZeVfUvgx7gZ0/jZwdiMPh
Q93J2NUN/dKxPLfW8WQEVsKjiNfeZGEEcmcqWa34hyiNUMsyaPnXur7Eg5/buY6jTGa8Rx/MrYyO
ZRA8lXVx06KL2OtXsRovzNzscGhToukNTw6c7+muIjBrC3m2+odQ/uKDpUK6aSHC3LehxPk7Ai+D
0wiBLIA5NgwFiDxiZGBmirt/co9B/dxUZRpVozD65KvUadUPRTD4B1e583rtIpXRSdSyhQfx7FAQ
BgDubMB1eicNEGSJhtofWzCpLzUP2fDYZguvhtkYJr093g2mCu3rdLqAfslmIEz/IJIbd0BXFEQp
mNzz6+X902Qs3B1FmcwXNCJGmPvBoUMEDagP6gqliQTf4KKNGgj1xtSyb3i+r0vP+G6UVbz1NDzA
zv+KuV3s+EdMkrwzPA3nP4Y6dCWojQiaR99hGRpg7rSyJW8rY5b5T2JaMm9jagpIak1uU27Qyzlu
6/7hMu6bFSZNQLj0ta7e9p/OD252BR8FUk+/o9GZddFY45bUjL5kTwYVGw6pATGt/y7Q5AovxldL
09n+IXU+V+gAdna9NrQrO8u25wPNZqala/BUeUW+axFxtjlaS4njkEj3nrC2RX8vBUsXgNlpQ9gE
cw+LD/TGHD+qBtVqrrVoEgcHob6C8F2F4oNjRxu98hcOtTclkelNw6bpzpuV9zll0dMP1NUJcodl
EBwaxMrzvtrY8T5vb5IfITjzJLno1nh/Ds5GTnalg6T8wmebmU0AINT8sVuCCT8SQo+frGEbYVfT
jQN17ivt3uf9tbSVzL3IT2JMUkMt5CrpDGKYOmaFB8+6MlGzzHZVH130ebmXop+SrS6kic4Pn8yr
DaGZvYviB/WAydZSW2rLRdULDvDg7kRubBQZJcC/TkXe+WT22A00KDKdTh5YgUoqkzg4uLWBVta9
pIXbws0XUmR2JEdRJntFbUqi6rQkOPggr2srR09lSchhLgT1IQWgB//D2XU6kDTHIU+GzHIY7Js6
QWm6MRcGMbOgeKhS98aoDL6wOckBp/Ejr0rK4FDID4F603bpJ1+9wZR5oeQ3l89sDW8SRwotv8lk
YTpZIn+NSIswX/T4k9TeV9HSNW/mUULf4E+MyZqBI2ArIkIrUfeH+gouCWYMqZ7tKbZfxZn1FTY9
DBo7v8PRc+n5tTS+yTxWg5xL9ajTWNofneZBGN/RND+f1RObp7d79sn4Jtkw2IHSdaUZHCR0ic09
OBH4CM3KRYBae8FoABOSvV6D9c3WFsrz56PPJcrx5I4TcLTzVqrW1n6rQVJCiR+RydzAhVMGNvL8
D+LQHTEUUG4g3iZxzESRfG2wOEZ6h95qGcDDVmkUIha5DjqQmv8knMOJz4k1qjmcDssKdSnO0Ts+
AMFclV62MaurKE82gbo0gTPXGSrekOegqo2lmsmmBJMkrwsQNwekq5CivlMFelEoIutdgQbM9flh
zR1fJ9Em602BmJrXgmhDsbG+xqiQFNGdghSPjjbTdS20FXokbcqmZW09xCf7Xl+Y2dnVSFcIbgP/
0aYFHYCFgFHgnBw6rI23tLgRdoWysyrkRt8UiuOuolwbNgVMGbrsWfnp/AzMLsij8JMF6cB5qpRx
uiXkqOrAQgf1frF4+XYLmJ5m4PPGfiUcR2SFTtNniH1bkuti3NaqlSTd5g269Qg5xt9w/IDU8dW6
V9JL7hIb+kMLT4GZio+tAwOEQqnTyRjBoscrEm9ESkl+HRweelyN/SBdRfjS4JVqddpOg5349xN6
HG5ycKd4uMRRQTgZ51LDuouKl0E8/HcxJld+T5c6mHTEyJqrNH0K6rveWJi12VsPeEpmDYAk7nST
cbiu0mh2T16Wfr3mgrdKR7UI8Ce19LPG7hHpOheTqMsqDBckqOZDq6MchzOe6dPQWRtpSjoeUHGG
LKg5QEx12rrb4NkCz12OmpWHj8yeapVy0Iqy3WPI4C2Nf0z8dykLyJn2Os0nICanaSOwzc1lRWb8
KozzPt2FdQ4VRfuJ0vqNxtxr0nA5FsG0TN5G0r5pL4NEXujqzq1Ongr//hGTuoIM/N8LdCivuXLj
FMVKLu8WmzKz60MHDTYiYOnKTNambZRhE1Up14ECSU+ouualYXrJto4G4xLxdgiDfX8tG5n+fD6L
53Z66L0Kqik0hIxpy9ps9ThtIgJjUiBfod68F4qCU0xiYnPpGTbiDV1/eT7m7OWA54LBlZrdFmj5
6Wets74RUZ2z3RrSTZ3fh82Fqm3Tqtop0sahulbbD26obwMl2lIj2Tbfz/+Auauqboyet3jDglKf
pFULpbk2m/HOLdwbq0IvGF+e8yFmk+YoxCRpbBGYZoHs+UFOH4YsXw/yjYa29fkgs1nzJ8i0iFP4
PsqKPkGkOPvGXUuEnwEjr+IyuGuC5yhayJW5axXJCUoKKDf6U5MkheqnF72TMab4auj7VRRdUTv1
44XTcDYlRx9U3P9o9hqTTa9RsLd0TVKyAwVdvUlGPwLC3SjB8rqbHRLKhCaivGMVbJKJCgIvfdQR
S3T2OkA8p0pfM7XHFGZpK5tNCIsHnsoHG80+T3PewRGsykq28jTCX8L96fc7td7ZxvUQuetLx87W
tI6CCgCauQZPuTKTZtf2P88nzNKPGP/86GKMxDCHicLCE+IJn9B1FVwNwY/zMWaTkprH+KQFGTVy
Co5j4FHi47zB3uxwbTLsi04oaz//6Pk7K9u5w0K0+RH9iTZJFg+Cn5EXvDoN9PiLAuaessr8u/ND
mt0vjoY0PeoTPQqDiG9XqfnadB+xXlidj7A0aZMdCc5BFqbwAA5wmyrzkxe729GkL8KBwHko0Bg4
H+7tI7w7WI9GNNmeavxjCugNVIwE7OvuFs/vlShv0+BybGzUwVXWpbC55E/CiPeGVmN2OPrP79pw
CVqyMLfTTSU0lVYE+B0d/AiJLevOdcOFuZ1NEbSFgXMA5KHKcpqQwwCJ1op6dsmgfi1ra7gcTOMb
NiHpwp1pdjM5CjTJ/LzNjS4ymdQufFLgeUYJV90YwgiUhfPfbynSJOsVt0A0NiASztcXkPqvaETQ
tN8k6dP5QLNf52hIk8y3k6TOtKplwxigEgfmSxjgqnE+xtL3meR+j5BIWtTEGKz72EfxvfyhhPH2
vwsySXjAm5bmy6SZzUcJ3Vf654uXuPmvgrYMynjjO2vy/WWhl7HekWixEqFdPKyk+LWXu0MVLCTa
/Iz9CTT5/IC80XX3mDGcga5j7cXu7a0EH/r8lM2ewzbXXiCaqDO/3eKODouswn+1V7l8w8CzrlEE
t1ZAcvGbUYwtTrHKte0pYmFjmh/Zn5iTtZqiTtBAQwxoNTzJSr8l47AVXAgyu9mCpgNKa3LFmG4I
mez5vLgHXhXpaxhpK7O50IOXRl4X5q5L5Mvz0zg3JEPlwAeTPNIlJ1mRVKIWTudQufYTUO0pEsRQ
v9p9GaZLzu5TMdoR20Uzz0JdCPSdCnL6dKuD0VvUOtg7ADbDRYnsic2hFUbb0sfgMYN8sxsfkW1Y
YnLZ4852Z1g19G39qpSxQ5IwHxuqfn9+/HOrAolABLpGDifg29PfpNrN4KQhvylADM8yHpXkNakk
VDq25+PMbVUGWGJoZVg6w6k6jdMKxM86OxKHyPvUe6+0dM7//XNZc/z3T7ZC4btUhKRYHNIEnAoG
IEq4Cr2vGST+ggMyCTfn482+wMEQAwMc6a9gYU8H5IeGng9onB0QvclHhRV9N4So+eG6ZmEGCZe6
jBycM/DhXWVeF2PDBBb0/I+YS94RrQXQiXKgOZUOR4gEKxmTQSveg+rJaxo7kvlwPsbchzNREoUw
amhsM+OfH+0zYTLUFX5G4pBE8X3Ja38F2Cn7B5sZWzJOBtQREGLXToPkQQ61v0/EIX+TqJF9PNTA
tmyaLHsus4bD2jG7f7DP0GAcpbyhvDrT9hH12gLD8F4cevnGK+8bI1qjVo1QH7Scm95JF4Y4HmHT
Ox3cG7rtvGagl02eZ0HkUHH3a3GwhfWQaSuEEIR60SUXQed+VLKPvD8XsmM2oqnD90FimNvVZGtL
NTmIpMgUh6bccudJUSdYjeapSPZSyrTwB+u+5Ya9O58vowbyZKC6rIGwB9lOZ06b9mdKI4szjL3B
LjxbOx17SBQLonX9w32hQtMpa6c75P1eb9cg3pvwajDLtQ9Yw1ssk8+UVPkl0CTwLBhJyvokq3pf
RqtHBZUXtjwJqmAzXEiF+9Hs80vZuG87/PSydVvka01yP/S1ufDFZyeCPhgCeDSr0DOZJHVmmb0/
lP6Bs2DlIVbS0v9tsAmqtpX+nS7WQrz3NwK4M5zz7K8I6b3TrousDBmLOvYPOZrhQfOIcta6aZ/x
H/VjsXBszMVCtxqICr1Xjs5JNkeZFPupB+hAazJ8fz8PXyRrAHiLafFf1/dwq8IWhXsF0wge9nQW
ndq3/DDlgJb011BwycHJLAwW9oL3SwX5QHY32vMYMLCXngZBYFgKhphSTRXQVojv806snafefJKS
F/Wr0y68WGcyg3AGpS1OXfjMk4tAEaudUaKwdUiRKXYlCTuzr7qL4eKlnSI61/xcWJLq+yV5Em/8
86M9XAL/ECQlz3CY6rvMVdZNZlxGPv50SvOggVL1utehepQuo6BaLVUcZuqJ4+T+Ge1kcgvf7lq7
p6wh+dKFZXerdHBh4WdXZXAlQvfGqY1tmdk4IFc7VU43mPOuuaMvrI6ZA5ufMTZW4KzISCZODmyI
GjZujrwxTKe7VCt1rcuPvXjoo2BfRuVaw7kQDddGWzrb3h/SLEoHJRDqx+O9bxLXjWUFg8fIPzjo
2Nro8dP6oKu6lMIzRQNA20DrRvg79b9pDlNODdD0AVs99D/lvS9vkFzCEcBHxF1ZodJ8b1ya+6G5
SKRVWi40CWe2A7ZZiuMIcNLBejsTjhJs3CByBHeoKlnPSleuIvGlKF4c8VGI54VcHneW03OUb3gU
alzKR6FsC2UFqSVU3j6J/iU1PqC0tTK9T9aw180r196l6deFmDPr5zjmtAqiDyiA0+xgveI+W37w
jQu8xYS7735UxSff0Ff8R3eocO0XAs8NlhYPVRGKkjyCx43kaLCeWzDdHUvHjw568yLnT+FLKWs4
QtRru/qi2x5yZUuP8XFHnc4wAhJcikamHJf106BuqhTIPPN+7YrtWHh1bQfO5LBWk4VtcKa1DOru
KNLkbmmH5aB6Y50rxjQTNptUfk0KdcuTSHPgTq5TKUIg8trP/I+qGu9955Pbd38NJ+E3jKgYeA+s
07dt42iKETschDyOtpEkZY29aIYxCXAEE9nR9cLnnNsKeDPIYHXZDiF3nM4sTPwBiew+gFKJP65W
XUTZLZJdBg67qGOudPtBwV0ysvAC1ePt2MVToxBvqgGNBPf+/I+ZOfIY95/fMpl7U22EVqf0zdBb
WWWjKbvzFFrIcJnIPmJwKHxETJfOgqUJGP/8aLIdSEDjc5s9WAnvnczetIm1s3+LL/9HXYXZoaF8
BAsI0BavitMouE8YUBYcluugXBT2XqudTVWZG1svXoS9GfBgF7V8cX4+x/marhqEOwCi8RAjpyf3
lDRpalP2FWojEaD8ZrTaiDWtXjjF5tbmcZTJYaKic2+jhx8cVCnaV756Ued3WkthYKl/PhtIYeOG
oUp3e6oaEXdGU7u1RHpQ6NoCHsv2KR6JOgtwp5SevXDLm509qgLIYMA4oR5z+smqAdv3HP3Bg4pI
W4kacFpvzn+f2QGN1Dquxwb8gknqhXUJbk9iD49zZ60ZN4qcbiXvarH6N3fPUMdu1f8JNEmEukd3
vRsDKb5xQHt0m6MEK7CPp4q/UcoG7/eh28mOeKYs8P2/G+QkPTrNQG11PIfN4UIMuzz6mKVipaC+
fD7O7OfiXUXJiD6tbkzi2BnMNNeAp8F9ag01RIuH7fkIM1dkkPyjW8nbrd+aHPOo4LYRxARw9mqy
oYmJgzFqzN+iKthltIOtbuGonduZYA4ofDf+FzDZ0wTskfcRMPqCA962ouk2JWqmKjKi50c1m4RH
USbzphmJrEopoPD2FTvxlWXdgewfsqfzUca/5d1WdBRlcmvIuIlCC2csHUImYZRv8+467D50ol5n
YuE7LY1o8p1iJ6GbCsL4UGcYZKETnPovXf5VFcWn84OaDYQ6BCVKADfyFEVdhxJyXzKpncsIueQP
Sq/dIFuIHcXCKT2bCUeBJqcH2KQCcW/egqWScXFWxueZYzy6SW4sHBmz3wmqIhgi5Hnetb6KOFOc
BNHoA+Ttda9dhbTYvlSCnpSe+q/np292PR3FGkd9dPIqoCG7QQCqQOl1uG3xL9vHvX1bWcpLUVoB
2p39D1Me0oVlNfvV0PKw2SwoVE6XlVKqse7XdPAtuUq3lgdtIE3czwkmPqscv82F9TW7LznUCiwT
gjbyNaejLAe5R36XcEgHBshdhpzEsLkWcn4uQyj74oQJG1zlH06jDIWbWVkW/cKvsYYr7W55i10K
MllYQWjHjT1CVELc2g2kP50bM10ScZibrxFDr6HEwqN4Wtx1sxyYtkMhosQu7rPS5Dm+2yJdeB3O
ND5Gwa8/YSafRSBeWqEPyZHoOOlFInKMvpXoMSpEvIsiRwCVVfqNVwz1Fr8Rc+uq2AI0ruRvEjQu
t80QxjimmNqF4gd4ffiDd4W+xyKLYbxkTPfN4585JvPRGuk81fyFoClU1KsRcS+rbeehJqAZF7Z+
VbvXOFateYpViwWoua2AKhcGFth2wRaahNYMxECCgQoNl4Vr4HP2ttCTLeo1MaUR/1YfgoWFOXtN
Ge92tsKeOlZJTwfb9rSjvJ6bpJFlzjarpXQTt9i0S0kbbkMVZyUsbZI1KlDZKqvS7HthpMk/2GpH
JQVuS/rboj39DZFoEe13VQ4P5RGWmyOQHg9//P3GRyUaIh3AVjSkxiVw9FET/CRa1Q1pcFkbWb3K
NdydeDUnj3TjvXKh9ftWuXuXQkfRJrOKoakpI+FPNFXeWe5a7ntumf0dDY5tU2U7qXiMtZ4LDUaY
anl5fqizq9lAD4NKJiz06RXXbXpSS2LLGN0kFBU7jmDp4jfuOu/GdxRikqdSN0i9hbnUQc/bXagG
O1W5Lvv6QshfUu0ByfnFi9nsyjiKOP750ferjFZI2sCghP4cdRKmGH64QdVmU/b+i1B256dwdtc9
ijbZ2mNZUu12IFsEwFlcDW7HPbf2in9QdOBIxO5GoeJA6p8OylXsRhZviPbwKRc/hLhaZgnM5iLX
c1DCY+2RA/E0SE1vPfJlqiuRqK+rNF2L+MtgguKsEKSz9JWttTDGcTyxg3rfx/ZSRXJuLqke0dLT
OCnfCXYqZq4HacsT0lBfI+AvVO5rQp//YDP3Gv525pDTmGbOdBvTtBiH8JQgRUMfR0MFtt5HQkNe
XNqkfopx18Iim1kBBLRQVMTESOfBfzqrYAl6y1VoVYKLWgtX3OoyJ4WKvFjvPBhGcFXLVxUOF+eH
Oa6ryboD/gjxGJS1ik7WZBcrJLPIazMXh8IZNd5N6UsZhDeVlLuYUljR3+/L7CLgnMErIJFgTF7j
qR52kd6Fb836iL5Ypty09t35Ec2s65MY6mQeRQIy3BXiUNEV63X3KrQw++5uWvwaAnth+mazZCyO
I9VEBd6Y3OndlruJ5jXioA9vzV3kHnND93eqK0e7VG6fpNxLeVSaL+cHObME6O7wjoW5wrebXn9T
Lvayg8DuwWntG8+trqmhNt0CeHVm2+caihoSmG2KT/IkN0qzqWXsCsTBUsFVvKTW/5J2Zj1uI0sW
/kUEuC+vJLWUpHK5bJe3F8J2u7nvO3/9fPRg2hKLEGHPRV+gAaMdyszIYGTEiXO2JljXnA84uMJU
34z4XUarAfkLBrSM6AIdiMmIeLjXwcxl3rv7m7XmEddmFt+WGnURXgv0q8ME+oxkL5sP8jGsUleN
Pt+3tOYO15YW3xQKMaVSjSzIGPfIx0EoKYqfB62k/TPzXu4S5c+Hw2BkvtrCRdTIVOrKyJtFF8X6
phmPerjrymAmrPz/LWwOXlcfS8sYm5ocKLr40oPaw9wi5Je5whB/jMsKDa1qIxiu+vfvZS2L51Gn
aI3hKfj3RN/O8Gqnntnf2vTf++ta+5axf7SWGDWhQLOETqFSbMWZ4IFlyMDUGOkXWZGhJK3eoFr4
o+z2nfiz+qkFFImmXNwillh1F3rdoAahY6INfburlddVXq0IYItMYFl1kbm6lDEGHCV2Yci7coJD
5sf9BW+ZXAQsiH68qU8x2UvSU9IG7pBB2xbBJFDXD2pS7AI//4uAPHf0/2+VizACk19WIAERX2I9
copA9/dVquR23kvQowfJMe27eMPkqvuQA82vQ7g0lp2mYoJKspphn3Kya2m8RtTEan2jtLxqxKAR
wDgL05JLbqZBqAtGCyjMq+03UHZB+7LZyFo9LR5T88QKhC364nYnBSThncg7JuxlJx4ZBxK/ewVv
KYBo8lH2Nj7P67fhyt7imsdCjrJ7ib0ijJ79sren4mROj1K47+R6J3rwuCsPcfKl2Ho1ru7lb8PL
QShLKEUGyRWqpNJDpjJVpps72sFv7zv/uhXAYPMnk/u22E6zSb06HHTQGBRhjfwEIz/UN4f7Rta+
mrOk5DxbwqfTWLg79GGIg6UYiRBEj6vk3Knet/sm1tYxQ6Co8EG7ABntbdzQ5aCfn/qUcEA1j9k3
Fd24LSjJqg0IXECB84tftS8zLc1bLQxJR5uTwGxWOiKKRMn3/krWMgAQov9ZkW5XYvodXBm6T5yv
njNl2g0NzFbpSRO0jQ/KQr1gnkz/hUX9z9Ii1upD4vlp3vChDPzqQUi0FAlmYzo2bTDsqrCoXF9p
jGdRgNGtVFP9bSQj0dD3X4zeQCXZR9MK8cfQLlQzd4MRsURxameJMxHC1cr8hJAgA8s5M8q14lsP
JboFdhomwcEYmvbSALaGOpBXCgqzWywP60dlQC4PzS0ArQVmyisUqDAoel4mKNFRud6RVofG1sfq
F55k+VTgxWUxdcNQKmiw27NSECUwTR9gqpbsAaieEMtwTDWdkfv6bpSjFzl5L0NuPuTgfqrnQI8+
IvfldPpbJfveRgEioflD3b+BMTU1n4FB70X5xRdkR8t2DZKD8CzZOPX+voet1QiVOYmFvpTmKTnF
7c9OI2b1xaAgySzOUZ8+hwi5x1P+oAVodIzTZYyCxyYF1ZuVgWV3AQSreXso69pG5c+VDeU0hvLO
K0dxI9quHtvVD1vc4ljRo6LWANnq7eAMEXJZp1r1jveXvxqNGPQE/DpzmSznz8pyLDnMisRteBdZ
kSOKG7Fo9QZfGZhXeZUZBnVZj0KIgT5BMvuZs5fl97H/8f4y1j6E8pWVRWJdSabFCXB7Ze2NIbgD
IFNY/Cpk2/XmH47tvrW1GiawSuafQW/gNctda5F5M7SSoyF/UOTJ6RF5CYcU3Mi7unajSjrzbO2Q
J71vd75Br27YldnFXuaeIOVTTwkAkRkT7jlkBWS7mAZ0SAy7VixHHyS7ldBHvG937YF0vdz5jK/O
MOxDM4nnZ7nioT3jqCxMYu4HWZaKNPQvbDFIOs8qzIxqi4g/1gDqR42T7IxTgkajHUsMHyfdsfZC
aotbnJ2rl+zK3CLsR4YWdmpFfcPyv9EBYJ76BYHQ+0taTZvAe8NHBkQO6vRFZLSqFGXHAQi27A26
IxXBCYVOafrmMViaQiLhN4ciFT7CdJlV0ct946tn99v2MvijV5J2Q4/tPnnrjfWxUWsHQIVdmD+t
8G/qN1cLlReHF3RClaPoEF0Eng7k8uhwtKAPn7N4Sv8C3gjlPSwr82AHPbFF3FalAMmuntLKudBK
R0ZYxBSHjbL66uZd2ViE4KmFEiztpehSiy3K0ybKy9/0KnJ7WJ5pzNw/qVVXvDI2//nVLeM6jDns
t9ElNYpPkhDuPM34R7R0976Z9eDFkCfUEQxTv1a2aEu/CSombwqlskcteSo87Vykpy7PH4R4elNk
p8Jy0u8bZuezfxW8zJmlaeb9o/F8u7yhFTMjnTBberWbR4aTFi9q+aHpPgzoHCodsrd0gw5TuQVd
Wv3EmeTzfASgF/h1O6/2VeCrH02Q1kNSnhqOEQ7DQ++J9eH++rasLJbnSYxzVvJsBZJJZCmL0UV4
3LPvW1n9mtKzn7kNaWAt+8xqCYA7Hci6lSiQ50qw5kyJyAdoDBB6lqW/MgcBDt06aolLVaK4HbRA
GfnOidDqK/9qEAw1CF6lf7F3c00WPA99QcNchI1RV42w7wnCSTPRjX0YA3V3f9/W7ta1hcXpICSt
xLJck5saP/Kapq73VJabacGaD4BYAygCDACm0UWcF8JBSISe72RVn5hUHHzXjGLXkkJXJfcfnSF5
lNKjIFb7zH+XZm8yNHzur3MtYDECQ58A0j2INOZfeOXrYzx1qA1wYCrcwfA1wxuEVlCra24W6u6k
xS/37a3u65W9+c+v7KmJ1VhNij0hNR+YbXWUtngU8nEjS12D8jPao6hMMcJJQvvj1k7pJ2GSDgyD
td2sh/Ro9SPqoydKOI5kdNCGoQWU8lpQMlcYIOP90G4xba+v9PcvWPhoGIlFl438AgS020rbT6mF
sPYWA+WqB6FkD40dPAnw5t2us5M7QYtRioJaUPke+LrpBIU0uX9zaL+NLA4tYuI58+ahN57uYSmf
TO1H42UbR7a+X7+NLHLGWKszpZ/mxCosjp5vusUgHTfRoqtWfoFIoCRj1nh+F1z5n9mVUW6KJBy5
XjJR30IbVXfJYE+CkO7v79rq1WJgdaZ4B3pqLlywkPJiRI8+ugSSvjM+C2NsD/lR6/2d+ld7Bx4D
h581iZbkj0mQaxQgprnVJzqZ/3WGjNbpRnly7VMygz7+z8jCoRW1QVpVJN2w5FC3palHMagfjb2i
phm8O8oWYG91/7RZm4mH9ozuvT2q0EAmmEFgXFsXJEpFDfJsfRjsBSmu3MxSKW6Hfbrxhl4bClSY
QvzP6iIkq0FaTE1Fo2Cqq5NcT44uiYdRgjYmz3ZTZz0YY+fK39TO2g+h9Q/I7jeG5l9Q8J7i6KQI
zzNaYmZruO9Mq37L/BqVYeBp0rLSSEe1lCfLJNejThIbh0r1HXOTD2LLymLxWlLXo1ZafA1EHhj0
tKwXfdyqZ676Ee3aX4JcjLAtjPR+JqakV/Ell00XxjNPhNbIGp2p23DY9dX8nyGEZ24dyMuZKhgF
IfpV1Yw79SQajY1Q1N9Ex//WQ3f/1gwvFzGqO9ZTWIMr+9ZRV2M32SSjnN19mQ7PXe7/3TYGRW/N
qHUkzPgBJo89eU/r7C0jqVYUOm3zOA/7gNfeeMusbR+UbcxSMwnMGNri01L0fVBOIkEl6N8H08+x
e2zDrRrgqg26tVSdAbrTNrtdlJwXsQlpKWlWFh2DXD0ywRhpwcYJrW0dyC0m+0hJ57HmWyuCYNR+
G0fxJaxHGz7RXUwnlaqwJGSOUE52FG1s3VroQqV41rtGjVVT52VffWUU5ujQnm1ikPVtaGft6P3j
T6HhmCXSrIUFRbTsSX8TLwGvwCs/A90tc/G+9YbEMrs+jS+q+rnI9nzqDsJHLXDCqjjcD0ar+3ll
aeEZWp9VQ+ZX8cXr+v083RV4+8rsGNwmIlll7x9FZSsArtvkYcGMB6OvS/qHruzlXJn6+NKWAB5p
cOWHAt3Oh8mK0RaJB3HHe24XxpG+gYBaff5C2PCf5UW8GnNvKDKI9S5jhXCwJfngDcfHtpUQb3KA
wAS2jCJHFX0HlrnxNVq7HqQOc1kLShTGCW/9KEsYOpNzLYatOv40ZOP4oI7x53DU/Y1QubpIJlqQ
RYeZjd7xcpFlYOZJSB6p9MUu97R9GDhdnO+177Win7viY9pbbm3+c9+R1u7JldXlcLY8emaXqiSW
ufQYNOesEMAhvh/8E4KLG1u59tW5NrWI0mkvQwMXkV6mtN5rcDtl9ViHPs2Vl/trWugG/29j6NrS
IlALrEmMZ5RLldtZmOzKEKDGkP4ExRN7FC2Mbh+Lia2O9HO8/nObHqLhlPffprx7029d1fkqLr8a
8LkziUB7kj7L4hvYGn5qBDnVPL0qXHRKhrTY31/vmo9eW1hsbEiLARoFLMC257axsWNjN9P2df9k
woZ2C5ngqwkE0TPI+MKBDDfQDgmznrnIJAAZoee5/dTZuTLIdtO2ZyHZGoZcddIr04tLaFZSmHsT
eXyV7CXitz+gqY3urtQ4vb5JSjEfyOsD+73QxbfKNFKNRJusN7BeAOk5uh/umzpGg0oWD7V66Aeo
3CzxqYmEjRRz1VUYY6IDpUAAtJQtl7zIkH1thsj430zvX9/fuBirN/Dq71+EmCJEXSCuQBahY1BU
1ZORHbQg38GLurGQdUOzJNmsqEoCcxs1ozG2hmSkCKvK+W5IJoSHpMOU7QXQwPd9f9U1yI/gSpl5
kpZ9c02NyPtmFFOTik6dhLO+6S6szV2paG61BRBfvWlX1haOGChInZcjGyhYj55JBx12Z/3r/RWt
7h2pC10H9B9eyUROspXVHax+FzV634iuonyN4D7Y8IT5pF/5+H9GKCnfHhBKzXpQCDxm8DQBAl44
QGWdCe6fNImOghLZybBV/F+b4Iali9YkPsHU5nIQMPKyoOoVcFnt8KHX3gpK5c4kvKBY9wpqm7Ax
DMgzGQXS1orhBI2TZuWugOXtVKR/ruiBW0KxAOYZHmtpCVP0hEiKm5rfEsKG3EzhY/4rkkGdZf5N
Lfva1CKcFGPfxm3Miy4Sg0MtVnYtSRvZ4Ool4E0KGxIP01egM5hcg14feP8o9aMcmC4EznapT04S
RvYmydOqMXBY4KgZxSAnunUdy2w7oSkwVtXBR/RJG7XaCz5qoTCSFOgA3L8NqzfuFyEGPskY/OJT
rvCtbmJg/FQrnz0jdqrslCBAdN/IatxFNgu4L+AykKu3S6r6oo41I4wZrhO+apExvhUZxn26b2Tt
XgNZAd3OvAUUzQs/YF601GKliC/ilNlR+kgRqQE6Au48azdMrR0RdFXAiHWQRJAz3K6n19JCiPoy
vhiSK07KIUsC10zGU0FRComX/f2FrR2RQU0E1hCARby3bq1ZZdJpWUssGUTdTnOkVSPL6bKt58dq
AnJtZ+EKmTj6Ap1lWg7JBYpVO4Dpzqg/lSB4YOLaS2ZlD8XPOt4KXKsHxwucLgG02lAL3a6vS5IU
pUtiRdad6h4GqvJTkP6TTJH7F/vIeCj8Wwzkghm4tYNmJ6DYkDcy3FdFXO2YgQisLYWfVde4MjL/
+dW7uAvyOJRLXD3OaHaBs0jeS7Feg/499c0W3/qv19HyMwOB339LWjiil2Z9345zrBj3mYD6ngZl
p+9IX4r6oOfyZZzMp0R8ryeT4/fPQQPSqi4fmDGbAtkN/a9p9Zy2DyA1LImP+ztGztq5gjSU2rv7
e7/2PQTqj76YAtkGuhy32xJmkqfXKnufJY4lfJV1Yac1/yAwiLzCAw8U/2/grNcGFztj9rUa6i0I
WrHy3MYq3BnPmo0b/enV075a1sJ1abEYQyhipWl/ZpDQC/FRtD5okZsUW4pfazGUTjjvAgXmLYrN
tzuogJ8ThpHw1hneDys+dvXw4/4ZrcaZKwuLD0/kDVJjllQB+iLfFVUaQYVVOFGjhbv7hlYvPDNQ
OqRb1FiWw1BBWpthLVM7sqKvHvW9uD/1HqQzWy/+1dO5srO48GIe9r4mUMShojx0PfIP5yE8Q25x
KKoOHW7HS74H8kvbZs44nK2+eDQi/xnu8WM2DnQy6o0N3vo9i0tQlVDHNggjX2D3DKJjrxnv81mK
vWwPfhNuIaNWj5PEiHIZPWTSwluHiQHK60KXc+UssPHlqeomu9+a012rWc1IV6pylFX4Rt0aQRnR
6qdhimki95/LQH1WwnpPR1DPXapY+whc70YuscYkqJjwBlNXZ3FwytyanOJZ340x5ItvKk4vHLv0
5CFCatDcLc96nruqCiETMzGtoxtf/txzSWNMWlC80F+9HfLeGlMhybAtvBWm7sHKmUpOWicTt6R+
1u7Ib0uvHhBot9VCJXJ60lSegkzYw1vdW9pbMn/7/7Mm0Pe3+0nJqDF0HUtW0jBUPT6BvXoU0tYR
w3iL53PNJ69XtfBJK47TMBDgUQon9NqFr5X5dsi+/cV6fhVQmfUCzbO0IVENShFRvzT9QVWDs18/
xnnpJFO9kU+sonvNK0uLkKxVguCLcsd9Hk2H0o0F/HVnea7AnJRU6//4/fiYDNXBStO3YyQ7qZE9
G0n+diaRkibxWH+r2+Qljrq970uU7Y1D3H8J+uk4irVlM/X3EAjNZIO35AklbqVd6xcJli3NQLES
9YFFeOwzP4FNnp+f9dNLpCmQ2R+q8YdkBo6pObUQnxG6faOl5jnwG5uRz434vOriBp1IMPlz+XcR
Dtu8LXq46LlMqRcfpMjUH7o8VT4qk1S+qYS/kLIkU5+F3HlViYyMzs55lZqhbDFESE7gfDQBXVVs
9X2TMX0IIal8vO+Dq7k0E1KM8sNAhXDmwgk7faRbLGAr9952QnGYDDN38qR4TyH8JJrji+lXO93r
9kpav71vey1RuDa98MomaIZiLKX4kjAB70BbAE6pk7eqrqs32TQods1vVPb1djNlwGPketTtNehc
ucn06LY7ImsewosblAv1XYsPzK2RyUPWr8490tuseZiM7CGIq2PctrUN3Gij0LW2bUAYYEdBmpIy
yiL7yWOlLo1M4CEsx+8Nyq9yXkcboXZt065tLDxQboRMD/p5PT6ssMNjM2XuZk66umlzamVCnMOc
6MKIWaIXrSUWUakZ9on/taDlEITtPoKw9c89zbqytDie0eIoNM/EkvIv+ge22P1738Dqfl0ZWDhZ
UapeHCBccgnFA+UsOwb7sZnCbO3XIp+A0zbymFTmeyE8KglFlupx7CA/zfZ/sRjADSDkGZAHZXLr
zFqPapNYsBjmdnJ658CqN5sIq058ZWORjoEpisckwIlR6+1qVGtQtb2/itXdQgWdcwfoz9vzdhVd
3TC5k8bJpYzzXVU3h0Z5LuNm5zNGe9/SGokqbx3Ymn8Nnr3iYWFqxy8zqyXE1GFvywEJnSDEvStp
HXz9rezH5873REhgKsFVveazMnqPLTpFZ62LQzcXYeM0tN6uTEH/c8e8+WkLxzSEYYjQB+J12VVO
P5yaRLc3p/LXN2BG585VM2jlFyFJ8Lu0HVrwELDWuj7Qgch/6dHMVnw79z7SqtWHk2B0tuoXTqhT
X2BYR7SDvxBz5wNNqVwj0wCIpy4yxNCQOtHIqTIYlbBvhJ0Vy46Sv9w/7pW7fmNk8cUcM9/81Wu4
zLKHoYKghRnbjbFFDbniv0w0MbrMNAWfZXVxckkwhOQIQAiEyHBRcITmwBVwZVjz/vymQPhBvWMG
Z/IOW5yel2p1pQtY4nfsSviTgrbYS8ZZg8Tn/tbNv3lRBVIt5mnBrkM0A6/x7Z1Ec0RphIb3NBVl
xq8a9WRkYMcnof5C5Sh3urDwNy7n2mldm1yEAavQ00aTqEYA/7QLb3yXqJHrR5J7f2VrpzWPa0Ls
NRPBLNOouJL8bJJGTquXe7tDF/NYdsegfdK0ZEvZdCV2MuxFfjgTP/GMmn/LdXqYdUmrMeV6SQI9
szNN1pzBqraerysbd2Nl4X9iUiDTSM+clGY/tIMdzzJWwxbL16oVNo1pECjhkXK6XQs6XyXahFFy
QZE2aKZ3NKzNptxINGe3Wridhrjuf0YWS5GTIExN1EMvZW70O4Ar7yEB0Nwgakw7VPNk1wit6UZT
tPHAW18cpeKZJRgFoUWCGwVtC0qRIrUoDaErljV6iH3vGu2fv09Y3287iwucCJYf6sgvXrIiOlrZ
x8DobSsfHKM73vfylfuLIdB786wl4K3FZeqrEk6xqkou6BccPXhKXFl9IyfysRMkWA/j4OG+vdUN
ZLTgl2QpROELe4rVVoFRZXCnpfKed6sroPaVGBvusTZFCgeKSjidQWn8y60TMok/yUnNsnpQ/3QW
fBtx8J0Ri48Bo6Nj673pze99ZHz2G89pplOgAxuBxyH+AMstTAEvZra18pV4cvOTFivXrEDzKG8k
M512x4slRvKDz0wH7cH9LV490t9rX8J+pLwzx7Grk0vnvQyeepRqZKGN3MmGfdrmG/6z9pKHCQa1
RIZ253R5cd0DuW7Y2iK55KPQfGzTJHooewl4E4ArR0jT7NkszPZdBu3OboriyEWy8hucJNFz2WXW
5/tLX/UuHXmImfGZts7i2ujIBeTRhHfBAvdBEEu+D4aI6I+/8W1YQyHxVoMYidc8yiry4jDNSW4m
S2CPvSnpbWpVLYFHyypbLZ7h6N6DWT14anvo4Jj2xIMa/5vS44zfx8nzEGw4+9qir37LEoSkTF2c
DDKOFdU8uui6B0O+25yaXPOqayuLRGzG+6PMwzmL8Scht1XVRoVW0b5sNYXXrsm1nUWEVZU6rRWT
mysWyi6lXp5GtVOmL7TqNlKXVdelsU7teI6A0K/eBokm0i1fENm4rnw2apfuH7Fh0k5S9CDXbiC8
F4xdLDlR9/6+l65VaEitfxte5JuF0vNpC3tanYMH8dCpb3eTYufDXm9+tc7AD9ldmWw47aqfXFld
7GzRVokfmC03NdJtASzpLOK4+XJYtQKVo0FNCzy9sthUv07HuptKUhmogPwanr5+m+1i1Rlp2QL0
EIHeLVmhGe0TKj3m+kEYGSjVIeZNUMN+gmBZsgXcWhsX5tMIp9aMdpLof926CejtVOjULL2Yartr
ZOkBPMbRn/aN/h5uBK/vdn6508qvUfMXBwbUkVcPQ+3Aa+ZduMoKQzJd3wjr9OIVb3qfJhVa98mW
kbWtnC3Mk64zdGFhRKukVK8NK71Uhv5P24sf0NnaD6n8oQApNKBvcd/35w/vTeJGzAQnBNMPnRvY
KRafi3GgJitE/nCGrI7mniBK+4BUtJbOvqIe/HrY2MM1eyyNeD+Ls0GBeLuHZoo029AP/VlurfxH
ZoSVQ2D3XdSEon2Xad9o9JjHPGIU5f5CX7sNK4VTmKcD46Hwoy9WKpa6N1Ri35+blvGVVAvid0Os
fwrVyTpmcfwkKuU/bSPKFyWLukuAUsSDpWTyRpB7dbz8CmIbs6nzdXmF1uszWDkbIRjOaatQufya
ZZqdWOXBKs4iLfH7a34Vu3lpArHReHTCTogk/e1mV50WF35scLjDG3jUd7GqPQLtOIaZvuFGK5ao
3VNlpC5AVfPVN0+YhrRCQ+g8gvEa+9yxzHgnC7GdBluoijVTHB/89rSL2cjFOY5TbbYQ+I3nASi8
VZ6Q1pmJELP44/3NmzdncTOYoAAdPut2zVCv280z0lyXxqgdz3L0yS8/Q6F+/+9fc0hYvYDczZQV
4qs4ZtEOSpXYHM95Fe4F42MkZQ6YJSfKs4uZwK6fkfoWhjPJn0HeHu5bX1sdQM45K6MqwUv3dnWK
2E7o11vDmRcwNAt+CgQwKbd4v1fOCt5DilYU6Bg/XOZ/zSCFVdzQUK9Fbac34nMVio95XUV2Rbnl
/opWIgv8EdRycA0JyYqFX8jyBJlD7bOdetG5TYduX1f0zM7lcvo9NELxAq8Djba0/mPecbjZKOSS
bQPJAss8/7Kr70IwGeE4ptpwLlCGCaRmdsfyj+nSZiPMfxM/KEkwmXhrRFSEXErkYDyLTM3XpeZg
RJY3ntOr5wV/Kk9QPgvw094aGWHyV+I2HM9t8jOOG1siY7d6x9zdP6qVIDhriSim+qtzviyv5LKv
Vi16AedE/2EIe41OTpKcVAtEcbcFfZgdeXGNuVrz20M14ARYdvo0RWi8sAmnM8XwQ1r4H7opPY3K
v5EoO7LsSNVLqw/P99f3KufirBQN6CHtMHAcSy7aoc+Ekp8ynBs9sj31OTMTlwLChsOv7SLhloHb
eZjsFYGeBU4myENjPBeAOmJhV9TKz2Qs3rSFce6TbOPMVgLG3AqDBekXnd6SYi4X1aqKq2k6Z2Fb
/TTTpO1ssGTmu/tbt+aBENvAN0V059QW6Wo9JHoeqdp4DoMayV/dImYomvLUxUT7XGrkDQT4WtSY
qXv5P1Vtytq3Hq80am95hjKdpSw9isVZCYQfXWVXRryvy2kPw+pGHrLij3yV51IV3CKschGm6qi1
kDgNxPOkNbtAmnYZ44yl8lGvD6m8G1SXjsqGyZU9xSTQHEhidULUwmTTRrUAjxeCXWWwb6x0Jwyw
df1Uyo29XHFI6PkkRoQhyuKjNl+Lqzg4TgaVHb0Vz14todY1RurXHNbbfaEH5kFI1ORJnLzycN9h
Vg5wLt0DhZ3VYqmtL4zqWlhnhjydw+HZrNu9l5xjSbMtT+MBF9gMa9+3t7bIa3vywt6YmJWXq9O5
0x6M5Llv+p0lH/TksWiSjaWthBG66nO/AMSvQS3n1lSmaUaWj+l4BpdzEGpQqmm3q3pvY3xzxT14
aBCpZhgV1hZXoBnKJhvVYjyPgxTZoVc9M14Ytd25KbZ6ZWumfgkbwL1hkpYuPCSN4yrM0ozvS+HE
TfwiqCi6abXsmgyV3z+ntc27NrVw+twYZaWVMJVo76RYson63rQRrFZ8AfwXbR2NU5pJKW4PSOOR
IzbRMJ71Nrcl9Un90Xb012GP2ipwrURfwi4V7pmUlU/Zwuvg10O1KiYswlZoCyAW5enn/f16XQTh
YUXixOwzH5QZT3e7GAHVMmlQJRbjF895+Nbzjwy7FuJD1f8vK3JonGLxw32ra6fEkApxadZFEpdp
KD4J8XcgE+41YbQRez0qShzavt/++SeZcU/q6pwXZD3LuxQpkeL3BqvDHXyvhISO9661NZS8voka
JuYnHnYWV9bU+2rUBc4JfS93FP6NvW/9PnzKnPahE96MW6iLleBHj2Dm/6RENxPR355Z41O2MoRk
OtMxd30R8GNqC/AlRPKpGsdToAi7++e1coHn8fhZZIcZGHAltwY9MZ+CpC6ms4pSLoqe+UsY0ID3
mMbcF5P8476117w2zCGDmDJRGyMnwOatOUv2A6Md6ulclmp/UgwU9QbaXI4R9/2xYIQFhvqotEO0
bM9xOChHtLWzJ91I9MoOR6s5x+m0JY6ychVp5ZKgAKOFMGA5JSNLSG3ITUMi1AYi+SOskF1ZbE31
raQJTH7PrFzoJZGLz6Hn6lvaiKavinlPXuJBf+Ex6PHOTH4kRgw5VyIC7G/iB2XIN67jSkBDEXjm
R6IAxYDf4lUotNx13RhZmz7YXp253QgRE7G6ntx2+r5xuqtrpP/OP9xLgs/tGr2h5Nhr1lgZzbmQ
xSNDUMfS0z+M7Y8kedK8FwY/HhGGMSa3LM6luJOZMy5TchjfSbV3qRiIx1CJ7fu/a83HqYkZwNkI
tQSM258VTPrEUGA7nRXlnSo/Rn1kq9Ob6M8Z3xDphqqJOTKGlWF0XMR034R3Rda4vHr/olrvDfqy
ZfKYV/9qUvMxClXHtJ48/SR4f/4kwvAvfVeYnKlGLXzLR9V15ufkEtffS4SPfbI1s3N07Wf1NdDs
AAKw+zv6+qAZl6MpxYcFqplXIP9RhD4YovvprInZG8IKTbaWEywurQzivX+ICql3E23cyHtff1xm
s1A541w681mLL1pvQQZqNEQPPfkkKIfGej+FGxHqdQDGBMBHC96Lufy92MqqTRjxCTABXc44hu7Y
K5AmfLRQyxS7fO/9MdQSn5nbacx/UbNRl7laayS1oKlcUDGR5WOu0t0jIQ++SkW40fF+3bL9ZQr+
CaqUSOG8ejWMkzoQfadz8SMrs0MqtG6r1peqGeymDFxY5/e1nzHjEpyH+k3flM/pBHND4uSt39HS
7R01kTZOdM2RcFiT+wIOiv/dXs2Y2og0UxadpfQLsH973Lf0veRj7V8a6mYbKeTrSM8zjSsKEHiG
NizjE0X3yotViR3oP3XTd+XP83uGJZhaoPHEJNQrdi5YzvUMwU7xDEJ3D6ML9yJoPwpGuFFpfB3V
scMCgOpRdSAzud21yUQ1RylD8SwHsh1J7d6yQpeJifPoB65nbZzR2q0DEMNwIk9OmT7JrbVq1FKt
MeddyyLXSwq3oEcyjJtk+3N4vC3ssCqoUXjSggfiS3lrZyi0ii8kDz8B99dDu1daJOjGDE7x0u2D
fzKrei8NxVMf+wdFgARjk89w3rd7v2Dhjfhh5vGxJKw10V4I6sscASzfOo3xniQ2EZuPkIzsQ8+F
BzlunEHcQrCt7jVa4OwzUBFp+QDx2lrtu4Y9EIs3Jg3ZXLsIzcaA66oNqCf5JFIgoVd0u8+a0CVF
0/Hg1ftv2fSOEYrN2ubatSYlZx3zSBuotVsT4qzc1BQeHyRdfhSC6Snx4p+Mp35U5KPndR+gLzMQ
HNgoV6wtjJcbrsrlmMvTt1YjIeniXozFcxHXTlQ9CvIT8psbt2F1aVdGFskE1BY00LVIPA+d9bHw
210+dHuma53ClB0zlqGINvZpHh/uf3HXvkukpvRJoe1nPHmRW4SoCAZ5X1LyqT7oxlsd1lhFfWJn
I4S2x+rTfWtrO8lkA9VcOgn0mxYXQU6KkVYK1qxm+FwL/lkY6gsqKQ9/YWZOh2lbAKRcNn7HUtXh
RSKOaTKFncBHeOWTRYC5b+V1+jePpSMDQIeO1siyAWu1WVmDtRXPZngcgf13ypNBGbyLN8oua5sG
fwCsCLwXLeZubt2v8hQ/quqO6B9VjhpA0eUHthR9//PVXFtZHE2VKWnZBr147p/b+qc0EzMe5C0g
+NoHhgBMOZPxDHoH81KvHisC51KMoyIyJPQm429X29oZfMfqxt12QX/lqzyLRiINws2lrrl4E2aD
zNtzELrzBF3buYF33Y5g6Hp/f99ej1NTykRGG6Y2whItpcXF5beLVTR63blMz6Xxuc/2Xg5l08WU
vwjSx6p0veg0/lTfwguZZueQqe5kvJjvQ+EUHNG4U2Pbc9TvSuvWyf7+T1t5Fd/+tMUXNoqtzDMD
flrDsOj02PuRreSuYe0y5SGAkuxLHz+ryjF4waHum/4V7BefvJtdWUTqmCNR+g7TVf4Qig+Kd9Ay
qjW2LJ20+phGn1QYZz8L8O2P3t5LnfBDLrwt9kzzV0JiW+8mnQKFf4mPk7qTrZ+NfKj0SzU9+vzH
uS3vg5foXeHbWVMea+GUmczPTbaXbVzxX1PF95ax8CHT6LtK6azuXDN6GJ5glTc9yZb7l0bS7Zji
pGHYEe/NNthPvRMg3vZYp/neF96F0SEGJRjlD+bwWSuCB/Ws+Z+l8m2WuZqa2U2hMpTgJlPsaC2a
ZS+R8G/d+3bIYG+08W35VVC/t4zFp1kPBsMqB78/q9lbat0DnFeI9un+cZ7/n+zOyV+CH6ldPRie
OxFh2syOn7Tc0TmF8pzQ8g2OofFGcGL/02i60H02XeDG0cdcdEr93DyFz8ODf5J3KiQ1Vrtj02yO
pTpJ6ft8n78V/oe081qOW1my6BchAt68oj3RtJJIHb0gZOG9x9fPAifiDhuNaYTO1bOC2VWVqEqz
c+9+Iw+P6rNpPSfhl0h46CHStLtP/Wsh2UH02D7okZ3Jds/khXwW3Ucr2UI4YPkrG7HQSueLoFEP
/TE6HczaXV5A+WAKVU/K4UD6AZZkSKqdXhbjKSkyiEP7VHbCLE5sT9Ef4yHpPidVA5lWP6zN+r1P
3l+eiCwRTEvEMbRPId+//CFS3BZN2wWdM+IugHs2ktZ+bikRlY28GcvaMX8XSHyW9AWzQtrFlr5T
xJM1fENIzQ47Zddr9kCOVdsC/Eoxkr/QpByn8kvso/wrQsYnbOpDo5dHcyqGMapkJk5d6UdxjRtp
dS2zTZWbTC5yywcwI9zBn2581Y4Cn0X2qDhehACzCbhr1/dH6AADBLUSH+5HqvnZKZIew0fFsFXh
GOyC9pBFG1fettmvbO/fUWAwlOessbnG7TWZooWrkf0HTUF8QIGS9OBy/wPFJ1aOk85xGZYtYBJP
5ENtglnMNlONTpAerHbc1UPyT6Ocq9y7H3V/rbzyPh545QSAnCEZJ6YlBLv8EWZYhmLShB09zOFR
EIUnWE3Qa/Ofski7S2EVzeUS4Bo3TUaVbZC3YrFx3fiQydZLY46f/Hb4SYp975cmEohtdd8W7pFa
5AsSTOz7JpCUrceEh7C3II1Ox25XK3vFdIzmpUuBwhn6xhNWPrHrqIiNBXvAcIls0QaevTm5qLRJ
bKadgzY4qJtwmyUtFcKdS6Hw9hvzHptebd8HU7NvKC8ltSi9suPZ1V9KL2W0iS5ppj8zO/1F0YJt
nApg/pCNVob7tou/tlG+TV9q/3dc1TYz+cfWFO1G+d6Vd0qibmStP8jJceVXXochbMjUNyM+oNw/
1692vdbMKn/sHLjXjf0gtPs0lapt4un6NhUQaMkE9wG8INdyBMW8gD5nrbbhVqgGyy7iVNqMlaDy
bTTNvqCFuVcZ1j37XsqIbp+mu6AwbS6yhPRx1Mkaan1fyWr9cnsZ1wTQzNNAy4XsxHSDMll76auA
XplbtqrOyaCWMmSopRrYyIRMO6lje6i0k2ke+uG7Kmws/x6u5L1p2akED6o0nHKCjS76LhdrDOzX
SRPc7oz5MOrGKDoIh8sfJQPImra2czrTfUmtQ509S566b6rkCBCqaB1/rFeCqoXjxCTjODr8vBMH
96XJvmAqy4pETEblZgzvIKlaCToWF4UC+ERdj1TmXJAlr41OqGOQjylvtO8favnBkONN1R5iOinN
XTasYPIWXkW2kYLPNGNKPXsOyistoe/injVJxjHMwiPRyb324IkP1c/ytY3dvbcmiDFdr7NPF+qm
iSAQKBVdktkuNp4aQVUrdY6Zu3YyfLNcYR8kL4rfnprkW7tWQFu4lC7MzS7aQVaHIhpYYIt6Wob+
svfLEM5wcqw4x3WqNons/WdZcyhgWvRWphpDR6Hn2DYPVY/Bta7Dog2mzahogVRidOPSAYU+SBFS
xT2Ay93FFY6BWFW6hjlf9okJBStOEyIMI16aqZmsjJgdZCmE4a08HpuvlpbtjNQxIxTVRdCb+T/w
JWw61V35AN6xO3PvmIZXwWxPKL15cBSPdZXXrsa7WPjPanyo9Dcjbg9qeh7FRw1N08b7Uaq2GjIJ
L6OaiS6I5zTVoSs/D9OPs/4Rrb2nHv+eIAqBcgagqCiBw6QRNbsE3SBroYeKAfAFL3n3Rxi/Dd3r
7Yt26XhB/TC6CG71WtZSFFLDyyVMDP33Sn7os4NqPN82sXTBfDQxO1qNsWsenqgHvPfJsCJbD4XD
GNOP0A+leKrq49+Py0/7Rp136n9AxD2Hd1ZK0hlhnQAiTTpmJYpHqf/hC+0Ds16H22tb3D4q5HDt
wOQCyPPSbeXQVWs5wpIGkdlDLGi2lKcrgce0P3P3BJVFXwXROjxh5gVROsaBbqW908Gp1+1o2G2S
4nPUPN1eyoqZdwjBh2JJIvZpk+mYac2jUH5qx8dRfRhWc8Pbi3mftflgZfAyhpubgsXoX8X+4PuS
HZU9RDIrH/V0xV5v2kSiAmSEvtTsqU4M+Glcki+nt0I6hw+SXqwcy/QXri3wtxHtAeM114JIPEFX
Sy3vHRNQg/6aeJ+KJ+hb7NUq1uL9xNQRM9jg2OFqma0F5ni5aClh0hclk7a8s6hsleoUPvaKuDER
uzWH59Q6efGbr/+wfN+2or3bnYL6Z+Slb176Jezbh3pQjsMazmPx0/7wy2ZpTcFAX6bmDT5Tvqmy
YCvxbjRs+WcaPHuTHOewsufXo1jTl/1/BucvnuSqaIKhF+OExSl+KgcP0NGbXu699nMp/Srib63U
Qkv/XK+WmBYd6oPlWQhRo3MfuJ3YO56ZSdtC6EFTuYKyEhstfoQfrCg43YfPI5ClGMnVrmfo4ljK
ttROh3mnrt36i8/tx32cVvvBjjZkUeQ1uBThf3uS238S8bGRUHl1bSXXp9pIJjwqyIffvmOWrksA
mDAEEs/qtN0vzSZu6YeIhfVONsCp3R9aFOu64eVfGKGZDxqIwTIsXRrpUdtMw0rhSZPvrFzaFPWz
jCzwf2dk9k36GbMTmiv3Tqy8eo1pi/qpTlcWsuRy2oeFzL6uMFdRFZaxYbqf3PCHAJPv7UVc0zHz
OU34ADBMVARIqC63qjNNs6sNCWLB4AtjJRSs3bvaKDZNom3NitGf6jdzbOnwKS9KSuciE+xlYw/e
Pyu/Y+EupdM8/QpiHQt44uXvKF1PrUND5cjiALG/VlPy76YZ+HehPMQoNcWaPthBJ1LUlWIx+eT6
uQoYOpSk/hSVhnVsgdbFW0EtxIh5u8S807S0PyOV1HiUafO13uPS7yWNmEJivPkKg2CGZizUHSej
ViDb0iYRfmZFER/QnRk2qav5jjEqwuH2Li0anfwZYk1ABvO0qZd7MYD0pneK9ovcfbeqU5GrvG2/
cvXTbUsLn+kEfSToZxZuUsa7PI4Werq4i7EU9Yq6VQtfP4ZyiYJs3VgrUcfCoqAZgjgGUgFgsfOT
95RcaFSRPhD0d2IRgacaz/CSusL9oCefby9rIQukCUSlCI1aUD9zUOdglaqLTgKN1VZ8I+il1Gk9
TJAYJXsQw3ELLnsl9F24zkFRwIo8AaXR7ZRnG0n2BiJTEp20tLx9MkbW1oTf99Qw21dB8bbiIYvm
po0klge2Ng+u/NRMsy4V6XcyC62Qfwq1eohE87dnlGsX4MLBTfpc9N8VUJdXk+2BmUAr28WSo2Yu
BA3lxu/HDfJxe10dP5f1WoK4dHYM5sAgg0tyt84u9SL3Db2mBctozrgPhmNdldY2CIWd6Rl3lZF+
LXTp9213WdrNaV6AnaQTyuT37PAMTxTdxBSd6I+SKH+SuoBx6ydaxn/+hR2OjIqSBHxz3hOvg9KA
FL+RnDT6kqrRZnS6WrKrv9eTp5A2TSbiH4xC0I24XI8kF1oa1S0TtJn/1bDyfTdqW+baV5xwAWs8
ofeAtwEzVohYZ0eVVVGlU22UHFnIx2dNS+ptQlS6l3qp35lWa+yGvq5+m1YoQEXQeqdWM9fGeRe8
c1IZmGartGlCYfZ0NnLUe4EgS45Je6iO2n1s5nvT8+5rS9750a/bJ7gUTl2Ym72jkopoFgxekmOE
IvrJ2iE3iq3a/+AKteLooPMA6UjF9am+9+FKX3nGp78+y0SwDtURHQYa0HN+gn6Q3CJl0N7JpMw2
XJ680T10lkm78j7PD7Go/oqFfAWEtvBB8l4znjHhKuAknDXwTQgYKnZfcpLU/wwpf/qWtspJED9n
WrxX9HwFFLN0oBpNCzDXGNTm378ppb5rtTTMmBPapiHNXTc/B0W0TyoPznfNXcGmLS2P2AuU3cSz
KM7pCeRolMVMT2TH8zejSEGIWr9X3Lce7BzlOaSod9uFFtcHkxzxGGQ3V0l+PQyNntWt7GRjY0+M
FtZZi4NjQlc0kddmvRZuNjAk/zE2T/X1sevNwqhkp2lBq7RS4YQp+UwSBP5T3a5RSi+EscyUA9MC
VKgzWT97BH09liMDCWRQCkyvETXTsIbwaXt7A5etAA7HK3nk57eOGFVug7CN7FRdTV8l0P/oabCm
eHxNdzc1I+CxmSzAJ/FOt/shbwLUMTa12nBMKK3ldlmH41MqlsMTqXm1Iysg8060nZcjRJC7EPwK
GbwvYQ+brt/zKPteodzl4qjbPC1rzMXXbDPvvw42womngXH32a1nBv1YFnInO74/MiooQ0hoHSLd
OnUoZyax42rJ9yZonKp8Fs1DWhi2N76WyQHyXgbiVoC6Sx7NxC4aiISSEAPO7kRBEMNE0LggaHU3
1XcrYbg6O7iozOjRiqmls6ezjSYq/AUybAqXL5vvjVqVyYLkAEJujhG+tokjIJa3PWypf6pT5+MD
fc+X5lNicVrmSdt4uFgC8VU2yuqxc/32qPVsb2Cm4stIGrPNTO8tczlnDXzTAfjnCYrQz7qqN6fG
7Pp9ORjSTqqLYt/Lo7cpu1bZqPxlOyxdUDIpTJFmHcv7oXOzbeVK8c40Qe6gZagfWy3X7DQtpG3d
ISuoRMnJbyWXbRW/Vk2v7qMm8Xe31710FZrQer1TVaN9Ovt+CyOL2m5UZadwQ//YmKLrqHke/VT9
6p8uoVqoS6W57eNSWQmMFg1T9pzwl/Sm5tmpH1lKVnuW7IyCvi8hN0n9dJ9XaFbBFaF4w10WSyuZ
z5In0WcD/kboQm1vFiMJzBD3vhorjk/Ea3vBXV8BMbi9n0tZN8TskzoksQn47ZmRKlX7Hvg1foTa
N0CpECLQbqeJb2a4QwXbziwyktdQFOw4/AMkZsX80u1vcUHCrkI5kcbH5dfSZy6vW+fKjiCYIxAE
tXxz48IYNypMeacky7t9K+rjbjQlGnKeUOwLz8juMk81t5pVfEoFaNJ0qY52XZCW52oV47aQfsKA
DT4BbC+UM/NrLLAEUZeFUHGk3BxfMkAxO1mptUOmdGv1+yUX+z9TV6MY0TCklhJ7ijMqOx2xRV09
WbILZi478W6d5TWV2qUC5oe1EQVfbn4XDXopR6ytUfO7oWjvh0Tcd0LxQF6xD8mxc9mRlHgv6MPG
7wq0jr7fPv7FFb+Dmid2PcQIL38A4JQWdb9AoXRhZkxMVF9zUdzKxvgt12FWCEfvkAZrTcSll2lK
uRGKpksCKH5WUdBFtxe8kFwqUO6i3jy4mrdRB/nBGn/Vb95zUVPR7u89I3eQZ9qO/JDC6A4DrAvl
GpHR0huOtA7vBM8kU2XzcrrrWaiQjWSuxoRi0D67leAUgb4JdnH7MDSiLefinZg/evqxTF701H3y
zG+i663cbgvvI881E22cAYP+xmxLfMOrYkXtJMfNHjjpp9Z3d8PoAkP8HTEHcfvUFw9gItlk7mh6
kOeI/LTvii53p4SIcFmToPhLh4OZR2+drgEwBDGZb4M63sVyQzTtGIa3TRPvuS+rpyCtd8JqKXgp
ZzIgUtCho2BAFDT4pSO2g+4nmUDWUorF6yh/8VXXduPkk9UmO22Ae7o3Pdvy+lOtvMnpGiJgafeh
wpiqXLSI8IRL602k641FqdhpBWGfDHdSFe1SNElpsErWy8rmL7wqVH8IyJDZnrpFsxc05DjMOI9k
R1VaavrDhgFS2//1HJbAUBO7Q0hWr4fNUPsbRqgL93lgXOn2b1j6CROfDzVxWqIwIV2u19KbMFIb
C6f3zHoLx7u7sYzY29+28j6bMEtFgR4RLNB4Bdkxr1GCnQuYEA2I9Vv3IHk/JEP7rFA61kt6+Yp/
l/Wl07pb9NxOYpHaLsXMZtznef7HH6SDxa0Qd8Em8H5labvpx+Qk5f6hLcRT6K11CK8vQgpXE20v
WTMkJfOsOVZzmIojkqC6bDqC9V3hfQnqXaWcRBfdKeP37a1ZMEcIw1gQ44aok8+nKhW63lLZE5vn
Xjs1PazCLrVjSX4XtEhZ1FMvS+/WVO0WgIfccPTBqWFRyaL6c3nukuWnXD+S7MQeOGz9R4JcUmJt
LS1EO/lOh91p/BkXv1SGFhLUoqN6rRLz//wCjYyE6St62LMXD0C4JXSMJqNr1IWbaswYq3TPjej+
GcwfifTHF8JPXgdphVD9dgOZtzfdtH17uL391zWSaR+YtwQpaEEVM/veez9OPYr5sqN/STRj5wO/
G5J9g+JJY2nHInoe1sLmhQvu0uTsgk/LzEvQVZaBtDRAUSOl2BvjqLzIddjtzMFItmqopr8qtUn2
ZazEmzoJTFto8r+fxrr8IVNA+CFpzVAtCbhoZccSQmHfx37xNFhjvFfLVny+vc0LFwC26Coxm8Dn
z4lf2tIFKnqZzqJLX92Hqgr4SQ1eQ2ubttpGqB4D6xnSygz199wF8J2BmbDH11rf6O5j0u/N/qdB
gwkyTZC4E0gburbbv3DhJbz8hbPd8Dw/qstaprKTub9UwMFevVcstLbAvLr9XR5/kiV1H4hvrnlK
oDvMNp70EFij3UhrP2XRKUGtUkgnCBDn6BE/j60aGXnZEZWqs7vuEU31sTuXuWmHmnSSzV9FmB+l
7NBrKETW+1L6PATFofYNArf9AAgp2pjeSgv6HYt8eYcrxGlUolBwmySkZkdYyHmRCTk5UNW08Wd5
CKpd6rX9VhzGe6aDhMdRCxFMBbj5EraVxXWSijuvlp6hBIhtGEn+MZq621qubm6KzI+3gWVCiG5V
3/lPDmSVIgpR8lepNiKajXH6nEVy8tDUcbPtaRpv1DEZTm1TrSmkLu02SHxtCram8ZlZ3jM9wHrb
Cu95bNfaFHmG50yyyo2pZsImM/UnxfKM1M5EybINitLb25639AIwUzWVo6fi0ZwpTYVjUlZG7Out
ui1omIC3NPPAZgBCGHS7tJI1xPcCiha2NGr+AId49DnP2ddoCIZb+KniJHrD1Ecrlp968MHbJoj9
n1pqDGdFbQfIdSpYprVMjDb5qJy9SCqPchwM27L0rO9dXksbLyji31YGO14aF/5ZKFxl5WuYvruZ
2/EQk3pDTzINUM3eCQr2cVhIreKI3ngoVBnKuqKRt00fNRsZ6MVf14ygx8G7EYxmOIw49HJr0r6V
wob5UXpkX2U1oBf49y8O3Vi6e0C24OGZI5DawCtVL+5Ux00rphOKbWGatqI/64G78eLmGEd29Xbb
w66DWgg5kAaaxLIAC8+xmlmStUZeh6qDgLR2TBQxvI8bZmMU35Q2YhOGu7zR15TnF/o9YJJMuKem
2XcijNlO6lxitRoHmlOO2VfdU0+F4n92A+s4Ns0joGjP6w/VGNwhf7JyVS18UWRyNFjJoigJzAsp
vZVahdaaqmOVMjNC6ujvwkzrd1bb6/sgEsB8tULwu0y9cuVwpztw5qzTI4cQLE1JgrpZRO8aemO6
5HRO3FqMSyT46ms5rDym1zE7ahLkDBPGl+9iDmM0c4lSDcVoJyqFcOcNgWFbQqGs1IOWNpE+B3Vz
UPZ0B2fXfZ8IWRgOmuaIdet08JAb/vfePfmev8sZlsur8dNfeymhAX0O4JLwYc6pdrmgqybPEn0C
naTJXowOAZD+wUs2adSv1GwXvgg6kODyqYlrjIhMi/8Q+sh94TUU5XVmUORDgKKrVEhwwAoHBW1i
y/96e2VLn8J74KOrE+cG0MBLc41UFbTcEVBBp0kd72DSS4NDlim+LUfPbWOeLXXLUPXmttnrE4Sn
hh0FS8+AMLQtl1bLAqSMNriGk7jdzkulFgANgbSll7bYd1tdQdfcKvs18aNr98SshqwaEQxDbnPC
ocryx4xEznTkMhr2uQRiLQq90+21LVRrLq3MnrBBADOSqanpNIX/VfEgXpeCF76HrWtme6VygeIV
T92b4jG05jtgPiGr+NWGwS7vV775a1/il3C9Uj6B+I4C7uU2G0IRCmLjmU7OBGYS3FOfzQfmxRgb
9L2VI71+DC9tTbHMB791rapoda5tJ/XDp9HsyU+ZyIsfc4TPV77/BaedbFELJDZheHnODcboh1po
ZWlC6cSWCm3wPYiqfiNGebRtvJLWblbKd16i95ByGMa9XkTd2+1TXnIlhYiIUgx4bQA6l8vto4yJ
5q4y4cxowdLVdQcMUVVXDnBxpTCFMqOPu8L0OvMl5l1VhNcb0/HCT32e234CybXymBQp2LbkELqF
PXrIwayx8SydJtUQCFtIxDVAHpfLkw1om3KPHc6KpDjRfe2fNU+8N/xevFf0Tlz5ZpbMqRr36zu7
/pVaaiRUVtpGo/n+OAnCY1d+C3zyCGmturB0bB8NzV5Bq1eyoSgG02mTfEMuGZprIOslC5zVNAQB
4w29oMudC8yyS4ZYN50kcusNUKNyk0uQDN92v+vXHAwWXT1G62n7XHF1trXe9GVZGQ6SdFkvbgaE
MOM1Xu01I7O3IY8sCNKC2nBCWCKqVpzYmP9rI/MTUZrUdPOGlcTeRs4fQMdsg7XO7sJKKJqSVUxE
OjK6l5eHYkmkg/IAP9AQeMcudpmbiTaFWm5vn8rCs0ZkzjdDie59KujSTCl3nRYIiejoTNxYXvaY
M6CvbstYfZvGR/SqX4G0LHw3TEiDrwcKy7czV6Uc0jEZuXrABxoHXftsbDKltK1wJWhd2j2mU+BW
Ivy55iFKRa9vhmQUHeKx9mgG8TZiCGfv938Ptkb/j2vgfxGIRJKX+2egWSLWMvsXatm3Ui82qW89
tWW3cqsurYc+3cQHyA1yVVkDlqTLmYsZJcps37j3w0+N9uXvXWEaFJxqJPiCOl0TH55DP4/EXLUq
0UmK2h5KeBvaXZv/btM3s7bXeoLTbXwZ20NjPkENlalwSnx9aSwl0AYdgxt4D7V7XxfZttB1WOHu
1vSzFy43KNMn+lSuHXL0yR8/rCqUvVEMjVp0BP2H6v7psr9OcVnIh78/e3YqSYbQuePvj8ODmX3/
d3+fgIE27RR/vj+3H36/Ai1vrBcwxTRI4HJpMnsYWeXx9tEvudeEI5uo1cil56FBoSV+mYdAaKPs
d6wUm56euZT+vG1k8cg/GJndzS5aI/T5ZVbSBqhjt4/4saf53xXxWwZJxm1jS9fMxxXN7mi58ryo
rUHpArU6KPL3tG/sSI+22hpgfOkC5YrWeKLfGWZn/qUMOmqVHJ0D6UvGUPxrP76omNT3yVo+vOjK
E4YVVj4+mTkZlwvjq6VUFnd1Rc9ntPV/wX75zsCFn9G3ZQp/dkSq1kmj3uDMaZJ8l2v1RRyKO6Rn
Ym9tqnbpfCjYTPWySQVj3qL3BW00fFpbjq7sE9XWCvIqO0MH6bYbLJ3OdDvTBIU+jNbD5ddvAqrx
EyIfR2ssu3moEdWg7ighhS2Kvt2pK0Hh0ndEv3MCopO7UDa5NJcHkZ8p5MKO4QqPIb1I/s8ui/65
vagFfMM70o/XhtSeru7spk5CwBuaEUx91eI+Rb8ngB2auRJzX2t3utXYdeDZUtm81Jl37sV4C4Xs
7Z+wtK/w9FuTqCT9zjl/lcsMRlDCS+0MsJWozWtmPk1C0+IApc82i5//O2sztxz1XEcvOQF6lvh2
qea7yhM7m0qN6e0h5N2BbMhWotWly4raAhLKU4kBANHlSYppFJdSrRGmuAeVmSCzaw9wFk3M0S2Y
479fH0THZIb4A8iNWQCONF7UMjwPT1fOMfaW01BMML1hC70x4CxbC9bQzIvLm6gfaFVT2Ztb1ENP
kfoMR5VBDMoJyodpYSvJkUomQeZaX3yhS8dbD+qFUZ5J9GOOvk/GILO0iMZET1gOBIZvQ93U5udO
kraDKtsq8ovVrg1+1s2Koy4tlCuTvBCxIJY7S3p57hq56kppKhaNcENm3s9OFzb9cCAW3N8+xqWv
f+K4NWDNmIZVZ0+B5LdKM3jY0gt350baa1rkm7pKVlxz2QwiaDRwILmZRzSTHsgQSYwyWNmz0tgV
p9fF+YqRpfuZg5rYt7k7SeMv/Z9qVyEQJUpO5xWbLjp4MLSX5tPYr0DAF940yJJAAk4kntcc8Kme
Q4QyBeqQBI92T3/mKGeVvLt9Mgurmb7hqSRBXYKBhcvVjKo09FnaQ+vXJP3OU9Rqp4yS3Xo9VKi5
sHJdLRwQiQclLICs7wDwS2tZl2mK3xHoqOGn0Lgfq5d8PNxe0LIJmCLwbIgF5s+nSzbTuA3PZwzC
xhY9/T5F6W/jF9XK+awZmj2gvVlFecFiHT3/0wRO7j8P2koEvWiC0vtUmkJPYV6qrmlyysG0lmFM
mbK+43Gx07UNW/Qz5mWgD6BIfTWWlgiBEPidLzmK5Nb3yWCpJ9pkb7dPZdHNpoEYVeEaEMXZZnWg
0rVIyiUnVrt6m7tatBFUzT3WIwOEgQXa8La9pXt1CgWheGHc6Bo1PFZWp2VNKjniWDSnThDGraoV
4YY6jEghR/B3RpBoBykqcPQ2BAwtyfm2Fbo1AMrSyqeqJpTJMLhSX7x0+doKCEiEkHgAGXBPvq8s
97VNt7rQvNxe8vSlzvJGqLUmjA2NRXr6s9Cnp2bcGl0hOWBhbC0/ugMPMgofRp7vVfXLbWMLUc7U
1QXPpUyK93Px3tzrhl6s2N4sYQLHEUyAg/q3scm3pvLamCvXxtIecptzO4HYm9BSsz2sQ27JhKW1
ki0YP/LkW6chFpz+i8/tg5l56BZ3FhN9HU9/Zb61erkR/e+JtbKUpVMinIF4aKIEhY3tcimjZRYt
/Ga8hEqOvks1pjsVtccT4U+zSRHiehxRHNndPq1pfy5cA4QVkQzIO3r/NE1mrlEFochkmGk58jja
suudOq/9Wjf73rJOrZrbwfiri/zX20avLi9KGNOtwhMJ4AbY7eVKxTJQ27KVBUdIskehOEH+9mJp
1Qpd7HVRfTIDkm7qdE/JzDwcjfNEsFRXcOKk2ErWZ/2XWtgF4HzmPbx9ExSnPl0p1C2sjJuMbhcy
iADl57lgGo3AlFXRP0dAJlBQrtsRObgVR1kzMlsX/M6yksDoi+RmZeuUZ3D6fOUJW9o8OrigohmP
ooIyV5xrg9gSU4OVdOkD9VZbe7OMf+J+7/V3dfbHSwaU5/7eLaaaKjA4dPuYbJ3W/aFqU+hqntXJ
6J8nOczAKm3GsjZ9u/IpX90Y5H50OyC+nIoPPKGXVjrPp0xf6/6ZEGsjiJGdIycmoXDX/rnt5Vff
86WheRQtpqYuVLLin9vQJTF5S4KzC7EQMEdxDdFx7RFk6UyFTDBC1nR1wUP3kemllpwD3K4YD3UM
f+pf34H84Y9GZsfTVirJ64gRwXfvRAsLQrVHFPz2ri0uhaHNKapBsmEOh3QHLWzbUE3Oo/ld7atN
Gt+l/srJXLdup6V8MDJbCpytEaUcJTkbHgCJpNu1ibEt8+jrYLb3VphIdueWttyoO38AdaSUDexJ
xRlc0qYvc+D5a6nl0qr1Kf15F7mjtnLplOqIKo8v+cG5t76VorWZvq+Ccdm/39uPVqSZlci3kBIN
gnOpf9Gq3E6kT428psOztpRZVDPp9ebBZMTyXgIx30hDvdUCb+V+eqdfuHy4KB7SK6XJj+NTU7lc
SyUHQVYmYnKuWrQcTf84oPoSqTYdU7OJ7sUm32VojDFqeZayt0D/rcTlvq2SvQSWLIp/c7BHsVJP
cpDbY9ltb+/09SVD6kS7jl9I3ZEx3ctfZ4l+lwPkyM65WgHjQ+Zv30g67M41RLuD0gSH2/auInV6
hB/tzU7WQLVYigw/OxfgD9Sx2rrNf2lhdqxR3EAh2UXZuY+8ja7/DtbixutI5HIJs1etFd3B1zSW
QB+obSYOFewIvyX9ucz0LeWknd6vxMVruzYPfqKIaD+Ps7OSaXBQ37eGuLJrCx/DxbnMLhqry8qs
cdFZaaRDP1pIWN5pUbACJVo0AnWujqIOZYH5GOSgBb4X93l2HqhFb2h4fW1z7hA3LX//vZdNbzPZ
Ex8c3chLr44C1EOMscjOiT9OLOZBoD4wN7GGhlj4eAyeZgUJGWoPMHhcmqlqmLMDYoEzEq1JLj4X
mfhHrU4gO9fa6wsOwJ4x6gH3JlXZ+cBV2jHQ1uppdrbGNHNc3Zf3VlC93t61heOZGjhwTlATnTgT
L5cjgqPO1UTNzqHoVadeKr0f0IyGdk3NY+3yXdq6j7ZmW9ehj0E9DVvB+EUsypOm/dPzkqmQ595e
1EJ8OHWKKD5wx9EAndPj1O0AZ2ar8+2gRxzzjm7GqDnkZblRlHjbiskmK7zH2NfhUXy6bXvhprgw
PdtQMnEEEGULf5/kN/FKeRsTwPnZro5/WWFpI/B3RpN5rX6/eJBILzLwSIhFzfnyIF1FZqK5xf3F
zty6+Zcm9GGyMNq1MvqSV5LRUqZk+ot65Wx9oKtQJGoGHKb21Tsly/rtsK40fh2ecoAwyEw4RzTN
574vm6UWqa6XE3LQhBASpzeaB8oIPwOmpGxLlVfSscXdA82Mq0DKAU/B5e4pWaOmisGpmQHSX9Ew
ZjshLs19JqKxdNtBljYQccypqKxPpMjz2CBqNL1UovxsFe6hkiumqFytoSF/28zSisAw8F0D3ALk
O8skqCYn/IIsP1fm04B4uk9oXyE4e9vKwmLIJiecCaAMsrHpHD9kRXUQm6NS1PlZFQ+yJGLhXwQr
ZMrEUfCsMVg+fz/8GmEfv2yLcxTkT2YWO5k//lZl/7eWKn/9HjI8DQqcUBdSIVpFl4tp4iRKJStI
zmH4XcjekHBWjefb+3V9KpcmZodfJ03XtFmYnGle9G1ggxKW0i+3bVzfQNgAJUyVC47jK86X0Q/c
FkWC5Ix6wcnVncL/UnT3pveC4pmINpL4154GtJPvFCYmKkPs3eW2yRH/qBQm57yCTNzTnTi4V5mL
vb2q653jbdcYxGUI5N3QpRUzzDxdSPvk3Pfqrh9eWjXdrhYWrrcOIwgAo2FLZYGH99JIUXCpFTpZ
ZFeMm6xH8wBVhrH9E/j9hime7FBlawxd14/ipcnZfVoPcm00LSllqAkbqXs1gOpwUN1aLXJx/yxU
kKCkBhM4fx9AFwR6L8rY6dRdAvTeYqB0FUi3sBraj3SRCfbol2gz/x5yHodIN5KznMcbZMBIMRKy
U/HT6lFd3zzcnh8sze63YUzEvNawZDVvQX9vdWuED9cGgGUoXDgMHaHqOa+WyaYgUbkYXBSDjoi6
74dgDaNzvVkTuH5CgFFZBQE2e3Si1FekvMosB6HWXSS8ouTJDF96l8r5yid6Pb03ATJAMDA2D7ye
XObSsYdRyktFKVzatb/SemuJr9SL96Ph2jI6zaN8bIU7pugEc/iRkxbn9dkrT0od7BBb+Nvv+F3r
kuoqdDBwJM4WnYdWMyrtCBnKYHbn3Gjhvu2o55aWuCbqcI2qIA3AEZkkogKvo4Z+uWq/DAHARbVL
0fp/SPuy3bh1bdsvEqC+eZWqtxw3idP4RUiybFGiOlKiuq8/g744N1Us3RKSux8WNhDAs0hOkbMZ
c4xu3/hvHcm3VlcfRs08jWXx6ELghE1t2Be/smZ+qc38r5MfCRuRxWTobmK+U3lRBhCxtEgMtLvG
6jemFWfpSwV5pds7Kv/IZbEBy8TkIcIWvMVobVyucqwDyxo6lPKYnewCUCnjdkynYDeRV6hm3LZ1
fYsAHi0r1rJPCTIs5YL0Hc6spk+zGIxOvwrvtTKeaOV8vW1k4cvDBYInDG8XZoRUCiTotXWUOTSN
s5GJzdx7Jkbb7bV++MK2BYgsAbgBXgljt8pSzEKweUIVFJCbewzff7LaT7n9ZJT9yZ5+3V6QvPUu
TwiJIjppkNQDtS7alZcnZJYEHAWJhqqT329KAgbSeZ9Y7Q6qN1HRvK8KMF6fEuxhWlOeEr4wldhJ
EISyMwmy2E6mg03m2Gm0uwDz0reXpe6gLIMi18Y4oBR7xP+9XFZmj7OXUYGKXVZCWK3V2Mbyy2qn
1xpiWrCKRTl24y8/KQySoIoAmDHwBfjvh8zRWcRZ5mlhI3HL47Y6acaLbC9077fXpfofTEhdA8nP
h3bXVQeoTTKvMmlGY+KJFPSm6efUKdfm/643D9pqklICjg4dTrWfkA1+HtCpo3ECqIyPHm7imdup
H37XWQLpqDVvV11CrgmzTmBuASjDw7KUs+qtSndAoRN7LeqNeYhKXOb9uL1vavT0YQPaOVJYCK6u
Ni884Wc5D0YaV9AYn0DoD/SsOz5iSDYcxZeShz1//XuLmFPDW4KwE0mVUpabwfFXNj4t4oYbv7nI
5se8tocHHxf7hrU8P5LEnfYjG9o9Ze0aGYr6Wcv14lUBcQcyfoyiK/4P5n+dcz0vYjvAYHTe+YdG
ON87f9iIYdxb82k16FnaYWCRwFeJrxtMW8qDNvLOzkywvMT+bLYbzK9ZUTJ0O1tnXlhoNI+cwqq3
Jdch14Ih85Xv/SqKwIKRHwOgiGsM5S8VQqcJTfijU0DgQ/gIVjPG9w400iB3iRKl1w7NXu8atqVm
Iw5GE+RjmI55cKzGUVhh5VbTFrTa/XPdJcVdVvL6uSj17PG2Syx8vBj89CRk8wN7oty1feokeWkZ
RTwWHt0Wms1fC0fjK/WCK3qOj62Qui6YjAdmS53eBVtM5RvML+LkpW7e8wfgquq9+wUcWMk9NaNm
jJo3SzvcXtvCnSGxtQBXIZzBJ6Z8xIGV+OZs4Pgb4533b+STqZ3Kz/nLbSsLbn1hRYnQbOHVJZoX
RUyruxTBEW1Cw/sC2hPmFKG+xubgKm/j/9nIP2tSPmHH6qCkkltF3JXOGA0mT0GK4OjbpLBAHdp2
6eb26hYuQjT1MVeOTxdsAmpw0aeUAoRiFvFUgygL7/2ptFeauEvHhGWB0EMO5OOvXd61TkFFiy+o
iGvRkAiawcE9kiJyqozCe6zNAopxfC3SXDo0oAlwGSKsRsFYsYnKTtbREv4oksdpG4RzaMy/CXvP
325v38INBHZz1GOQsdioKyl2Jp8w3eNIw9tew2RZmtrP0C1o75ukYttp0JwjKpTk01Rrv4DOW+vz
LFqXJHwyZ8bouuIsGsWsJfgWypiNdAey9Sls2A+PAQfKtz3UV+aWvFZ0xWOWPBTBNeqCAUpYCOgv
j3OwBwa8nIvKQwKJejTywHee8M/+9vbOLjkmXmhoFCOYB8OZ/PezwKbKHEiKcZgpulMLlgMrvW/W
essfOPLzSFR+bZCQBpZG5gtAT14ayfrUHoKyqeKpecwyKDymegTizLx9svRQr0B3VO9KgabyK08g
Wtk81AFI5YMtd9NwyCEJk1gAWXZeVI3ZQzt8N8gh6cmpmdcy1qXdOP+h8hs72w3R4Of3eVvFFngF
0RUNZ2s303Jlz6+PFkkGiD48ObYAfnvFm3XBpmGiANqY/Qt9tpALz0ZxAKHo2nNxvRxJLI9XAaRp
mKlXP8+OCYC0Gr2KR+jiGiDp0IxfTOShPteRnDx3BgBKOvJi0M++riH/poDCQfJVODui/Xfb0Rae
cckFDYl5eC3iJjWJqwZMakxuAkAG34lqm3wqoMk3/5eVJzzcO9INh3I2KUZ87/zxv8bJnpjFo8l9
H7Ld7V9yfWnhhyD0xfbLUF4VTGAjzxmoz6qYUcp31Jrhcr7HI6MQYq87ubVtiZtsq6pbC4cXDh6W
ZbosRaHBdXDpXtZc5K6Z51VMZw0iv3smIl6EbXe8vcAlM2CIAI5TzgGg9nVpptTwQugjq2LdKQoE
waAXtut7XpAoW8vMl/bSRSDqAJ4H5LUhr86zDyaY0AoIGnwwIwchkAOAl+hjK7kDWwtwBuyHsyZ4
vhACAYaPh1Sy4wEeq6IbZ7+YAA0hVVywo6OznTa8eVhY/gqpCAv6y8W+AC9cGjvGYVgZBr2CyeIe
PretJu8Yjkk6INkqiE3/Dsi+NVDLTH8UrNskWcjqJzH+rvtduib2tWpXuTCSuclpXsNu4Ls7bwg2
ZftYk6NxCuBHtRXNAhxT02sNEunbnrR0gUA5E10j2WxBxfDyeHOznqt+4vhUNJ5HhFY52pgoHxht
vdYGWfIkdNCADwRVN7ZZ8SRiTwMGaCDjlzkg9oMEgbYXGP8HRf4w7+qgy7e56wlQHlVs5XO5kuyS
x3pmWtWpGko2F8CeVnHqOpFF7ZfAfe2GnQGh0t7ujkbnhoA9zeDy+hxMG6Qaw3jKzG8jL+4Tl++n
7hE124P56DIkHLcP4KqYqP425eg9O7M8zKHj6IOT6W1a45ASIKMlSckunR4DaCdHUMocg+i2Ybnd
l0829gQJO0qYEvLoKHdIxzs30OiAq6rai6yO6ulhLnd1Ue1JyPIg5HO7YvHa16QKBY4CODTUWdTW
Iei1R1OAACbOixnyzjy9SwIdkmGEHW4v7fp6PDeEOqni1NxqTZt2AAb1/l1CvW8pGEG47Udc3962
dJ0VSksShAhlHtmauLQE1vgBqSu61oEgv5DSi6gvSrISKC64yKUVxUVa4QrSuT0gKF6AF74DlcBb
wFiEMDqa6jkkDt8aAmS+2hY0wm3YOPZKQWTx6FBqlLypgO1//MKzV8Cxh1kb5Y56wQuqY9y4182X
21t5nd1gkaDjlP0EB3mb3OozExO1bJYLHSY6B873zcg/B62IMn7ywQJ329aig5zZkss9s0WSjvlN
ClsdaAys7WSQKGXbf0jYLpekBJt+6vOynIw6drN3n+SoZzwXKBto7uqQ/PXHfGlJucYnQcuqKUyg
NES9F151n3sjDyFWFppA/PXVLpmMh8lKV5Dfa2emXOntABL+wsUC+WzfF4l98PJ+4wwHpDaQb19B
Py6vEdeGB3UqgOjloZ4dWmuMKTCEDoyN70n2nwNlR+jIwT+MMou8x9EYVrxkeXV/DCrHV81oS08M
m2o4v6DE1/osao+J/eA+3/bG5e8bdF//uzLl9NwezzABe0ucZ7H46mj+l6nbDvnrxPv9PBwCxHgB
FUekET0kVlaML15hZ8aVMwRfXGEgRWhiwDerMGtaGmoORQGQA+AUpu703TMm1DiBdvK2OQ3A6GSx
7FviuvnGLfPq5HcaeK40MEuu/DJ5eV6+UHBqOeYlifnRW1RuBMcq2yCbcOkQf5/Z36H8ayVj5H5u
h6jTf5hQvfeb/T/ZhDI1KIFtOZJy6WRBAcnX1hlxM+wm3dkmwfeefTb9vWs9a8NLOr+NbOXeW9p/
sLZA8hdVAIwcKJd7Yxht0pe4i+ameiRBcN8Z0/b2qpa+HJSy0aaV5aOrcdNBL0YxVD78yzt0+DSH
8o6IIRr0xzIpQtK9Mnulm7Lo0ucmlW/HmkEZmZcJ9lF817sxMniCSM8AoXwA2ulSB4dku7ED8Khm
z377TKbkb/lqQFEBWZg/i1Y+qiBlWZfZGlCo9s7rTpQ6BLwObUi98g7lis28xu8gHw3VXU0gOJHw
gzPLUcMbW0d50U2wZLs4iD6JSHlAXXUlhlp6uTD8Cn4wAKxRCVSitnGuKn/sga0dnf+gqZlAzQXq
Namz9h1Ir1MX87EQpNEYg1UzTL1PyYw2EgKbtNj45vcgKow6MiCoDLb0vfmrrz93IOu97acLFQRk
IUhd8TSj74JBpsuvT5/shmuzXcfpV007oRdXhvkXHQQZVbWx9pMxhuy/JNsxtmdTNNqbVqzchtIp
1GXbsoSLYX5ZZlXeGEuM1gC5xSYuEH93xUMm7BCiulGZ7U3rvknXFHSX7IEaFEk8ahU4VuU4y6F1
ei21mtgfu5eav9h1dl8V36uGAM8ZHMa2e7q9xUtOiqgfkdZHoV/FhhiN09RBTVhsQjHp02BO4lgM
3qngk3G4bekKLCs/QOi2yBQDLRMMVF0epsFnWvkgkQXQ/Eet5VHif8+T+zzxoOiu7RrmnPKqw4u2
cp8uOtG5XeXZaG1/lgM1DIiucWeXm770Iy0Auf0LdtUARTODek/6PS12xjPI/936gaddJNZcSd5w
iiuh2wt6O0yTB5K56HL5vZtD6XTAz6DBsMFwdw5dbQPcMpbU2qhXYqOl+xZsTBCvAPrzY0j+0hqd
+nJqR1izUQxC3IxKffZjdtAl9eajnoMbcb7XfEz+0mk7OcWhY97KT1hYr+RHBRQIrzUatcq3S+2i
Kv2hbGMxPEv3hVbIdCTGQw5qz9uetfDRoEmFbwbwJskKZV6uNbOJPkPpqI0H/1OnjRuruG/1Lqrm
Ex8PHTnetnbtx5JHC8h/YNzQI0Vd6tIctKwIbcuGxEX6ahb9hh58PwpAj12YXphBsLlpPiXGihdf
PdnSqGEiBgHQAumyspuZRqvA6QYS61Sn27k3q1ibAPb2ek7vq9KsI0zZ0UhY7UNL52ylDnZ1lqi8
yYIJ6NckR6IKLCFF4s71KIcSizKPB0wVRtQuk23APH5Kh9QN6STKlXjvKhBCDASBP4xAIOADtEr5
YPKxsf2iAt6oNvWIJcaPse3XRgUWFgYQtkTwA/6NXrP897McwqK+P/sN5iBxfp8zi4Xu9IjOscbs
R2NNL3rJcQCdAuebgcALSYtyAfZCn3ynMrCL+TcuXKR/nzy2L+5Suinuym4+jM3biq/KP3lx6cg9
PDOp3H2p2WuYkpV72IzPmNZF46WLstHZuFOHcUyk01m3E8n4pI/Qt/Ci2X4rKd3f/hXyoK5+BB5y
OTUAUSt1mrFv87mZTGxyS6awKOco855mcHbctnJ95cm1nplR/GWiXVWhcI2zbPdmzUFbXIcBZJ6N
7Cnb3BtiU9XPfA5BBHTb8FUIpthV7oPaLAcNbPqYRDbfiA9hrtGOhiws+Rqf9v9jhRjiBhQKHOKO
ssJg1tOumjFVSH0ogmQNeNERA2VRMNefjdzIIgDLfxjN9LvusjKy6gDwGFJ9Aa+U+/j3a0ZxxgMx
LSgmr0b7KCdjNTGsGRiMk5Ntfb/fBsMcait2lu4AEBSCGcvy5OOp7K0IoPzU1j6JHdq0e1Gb37zB
ZisXzdX7gQM8N6JcAnlZG7k1OVgMp2/uENW/G+j8pgbYMLJm4zYij/5h91AiRI4nmQwt5cESLbWy
0cSqAv2RTj8Cr4k8N+rMz7fNXHcRsLAPJh4MdeElVoFDvpO6QH8NWVz3G+LtUdaO8vzU65Dw+Dyz
cDIj7dHEdMBts0vbiQRWYh4x5YAB1cs7NbWzqnLAZx1T/UDGHUrJ3i+eRHodDvXfEtCi14m+6h9b
in8MgiQ0K2HLqJtoAM3tKhRqyQPPLSjOkSajOY0TLAQYs9IwV1WIFRjH0vUoe8OSYxJYA3XypIDC
gz/JU8KsWjS6r47TRFX7twXbj436Y0R5CHSTO5quYRkkfbEF8iWdhZiH2d4++uXN+mNFOfoiCYpq
sqcsnqkTZuJptYK6ZkA578R2a0xozCARMFMQpj61kIn//1uCct4W7zqsAUsQHr6QABOK2UqTXv5G
9Tk0Eczh8sRriMDq8vvQDINQ08dRMMOLmDltq9zfBu0ra1ZOY/FDlJkzVHcB91DnjHoHbAWslLPf
vn2EKMzXwHporWfc6shujPueTofbe7foyWcGlZUN+uTlLlLW2PBeUoAoGL8f3LXBwCveAvnNIybU
oUECjCmoei/3Dxz+5Wi2bhYX0254mn+XG5fdBclpbp6cwo4n6yv66/RB+52SBlXnze01yvNXT+/c
uuLiLSnA7YMOXay3P63exzC7DiqLe394K6d/ud1QdEHgDTgQ+GkUWwGpiVMltvR2NwhrOpQbzMe5
Kyta+qbwhEu+Fhee4ColTgdQG8NprCyGFNQhCPLTBBHg25u25PIYccGEIGBqslh1eWRV1woHwhJZ
nOl6aENg+rs7fQXN+m0rCzkS4CYWQIs2KJ6AuL+0MvhWZnZpAivQqKxCxCg7iEFHaB9B5yWcpz6y
yCpBodwd1R/OjSpLg2yY09gujJbTK8qXQ6KHQKt+c403N512aNQdkzWKmMVEQlYQXCB8QH2nQrio
AyWAuiV57I0jwtw9JNm8KQOrK0Hz9AmdgzAHjeewVsG40iuSXx5GPDHzjioGslHlbqzblkEFHb5v
4V7MbHQGRGlGHtSvUMNg6afpm2Y8sISdTKmRGJm/ymPPdvwtd7+gW7riU0unLVl5QBqGicArIIrZ
tm2mM2y8ObwwKR1i+WgTRhw0gKDrBqAU1LMrJpcuVDl8im8F+McrNE+T5jQDmiePIfNwcqFN54l7
cJUxEuzSx/LXbW9ejN4wuiRnUuUy1es7M4TQalHkcW+ByLN0I8ft3tOkDycbIuWUPcrn3ArofZr8
yNq1aZ/FZAN1T0NWkYDBVNGlpG2oNqZtHvNuPOjDE0Y7f2fQ06ghgje8dDxyNi9rlNuLG4x9BQUM
iq5oulx+wZjIrJo+H/LYcb4Gc3KAcHUVxLb9Uzv2fFWPfem5kghu8CwgSkWV6tIa2OQD0CH2eVyX
RTSSHQPBU8TIIfO37rH/Olp7wCPrr613b6IiCgaB2we86MBn5uVmnNUeqBckswPRxdi8tyfIwWBU
srr3vC8IBRrXCdmaPy3dVOfLVV7nfPQHg6JXEFet9Zbn3r5qymPnPya1GyXOMRk/pVZoFmtRyMou
++blMs2+b+a+xTJTmoW69tr3D5ytRLeLfoPXBWUqSWqliljqdi1lTac8pvW+tJ9m4DiD9tka7p3p
AUDolfRt6cGU0+7/a005uHlgblX4WFFil2JLHY/jHhRrVc0lKxL7LNnHpH8qx9U2BK0HqG/GEIOL
5FT9XxNmyescXQ3QEUD1WdLcXp6MA5ET284CXGf2mygerea9XIuWFp+Mcxvqk2FxkMG2CU7fhwiR
aCJoku/qpNh36XRokvmkifaQDd0TdOQe/IB86geIWhXjRpunvWWwbWr4L7N40Nbi/CW3xPCGheIC
CBqvGNBa2uqTVqYU8/58w4196dVRvjaEeiXW+LHFf6x8vORn37jdJ60Deh0aG/yY5e/GSA6efwjw
vY9T/ziCdom4QWT2TZRXwApZw4EYUZlMEBttwmIuvwyaF1ai21tJvZubDnmbfaBM26Y533ae9RDo
/D5hxeeAJmHfsu3tK2ohbsPsCab7EBciiVD5TRpjQGuo7EAT18wAC4NDxSKRieHSNTa/pZAGk8Po
8eE9R6tUDXXLbrTHEeRNsd6xQ+0XDy2HRNw2AN0DfRHWpu0hmFJ4m9vrW3AC+D8m8TFrhIm1q29s
Krjplm0Wp6ho857sLBeIjnpeqWKtmFEj7Cm1aSvKDhlLdyJ9vpH4og7k6n+/GPQlkOeB/AZCOfJC
OfM1HKQwcsCc4xb+sxX622r2veAOaHv8sSDXeWaBaUHd2S1y42Ku7sBVfCr9ccf59HUW+u72YhZu
dIgWgpMVNV2EuiojdsJnTM2aSPTNYkv7bONPhrUtxnkj8u3otsW+h/rWbZMLmR1MIrWUM4UIt5Q8
KBvAuGcE2L9h3FZASnE6bHMBbFZQHVD8WXlE1qwpzyK6J9DZ08ws7rx53CepF2y0MgBCvxzfhAMJ
WajzrqXOCxGHnEMGXg8BrCQzvjy/trEbM62ROTNuPlcD2RlpEmmddhhnY8saLZPlQW1cI+5YdBtM
hOKlkTN9KvdTYZY8cVoHVaF8+D068z4wyWagRR1R9PJvH+LSp4YJYUyNw3lQXVFyQB2VR9unyDSd
XN/n9amb6bZkK63NpdgYAx1/rCif2sB6QGVnbCSxxR6Tkrv6J+n3rh8b1mtR7isPqkEuCdN2itq/
1fLAkwKSBcm4Al1UPC2Km0I0RHMdhjacNb/N6dPf44+Uv6/E4J6VtF0/4O+n2bujv65eInJvlIQZ
XzUAnYCZ4/VVqXx6v/WCCVracduwnyXB+OpoBmuE+ksud25ECdE6pyxqpwF8LjOOKKlSYuN7evTF
+21vW/qI0Q0Fkw8I7jAGr5iZoJVZFQJrGfPY5dNeT7XQBKAK035avhaxfODbrnbuzJoSERLqicSn
KK/lZABfjJHU3WYiqYEZxg4yp8Lst6VOuy81xqxmj/cS2TB8EqJyNoNRtpuhGl58CmXx25uweKB/
fpYKkfNnXnuACqLql6VaNGAYcke5zlesLN1dQMaAoxk3FzZbccteVGPXCYYTbezPdUF32piEmTmE
rgBHsx02pn3q1hglF84Xwg+YXkKcCGo8dZrd6IghSxC4uaD80PX0rm2bRyEwDtFJSANJD7e3cuH2
urCnPAqeX46MMdjDKYcE3W4vvZ/YP9zHF1aUO5JgoLEmBqw0wb09QoP4HUxKwl3JyRbXgisKaCa5
cyr/mA2WV6ozFC8heXconPxohrq/4hTXs0EGyK0hBgRmax08cYGyYQIs4i61cRG3uch3VZodW42k
j21Xb6c8M8KMVvWu9up32lMa5y5DpdhKv03cmo/tKNYwhh94AeUTxe8BNySoxDAEoBYw3NTJ7LLA
85MGxV3lspOe/mxo8i3L6C4gbug21p5a1REzdxjvCZEUhX6xg8L63qNUkv//0HP3122nWnRi1HCh
qe7IWUzl2oBsZtPpU4DHqqlPfWEe9LkPGXGOBqjceV7vb5tzr+93vEqSOwswFdl7uAwyjNzpEqhx
IHKDDD3mZoZNYX23+pVa78KlAyuI04AqA6pAle9mrW3nYkYJFLLdAso3jhdhwHKtxrgQhV5YUe53
AFP8yjZBqMKDk+cPkd1a+2R+bPU8dMDD2WUrgcXyUf1ZlXJUltfmiLEzlGic7i53mxdavDbFo+6C
AprwlQj05uIwqqsEEqXBbSTmqGbmlonJexpmwJXr30X9QE0SraZ4H6wBV98GwC94+iE9hUrUpWP0
tj/WnMFe0KXZNi89BgkVUkcTo1o49VX+RYA7BJpQtNiyHMD21GffR6sdIKud2WD3ahNw7mLr7Y69
TyMqnikBMcWc9WUEpwuieRx+OkULESuj+krIRDdemSd3KBf5YUssECLRKUGlbc6mr4Fokqg3UvIw
D6mxgQg0jRpWgMqS9RieCcY6skd3jA0CzKsNEvitkQ5aWNncBdbUslYussWPBqgOFD0BkwFvwOXe
4GPyBcoEOQY4n4w0tqZDofdQb/qXb/PMjOLPbt9xt55gJs2TLbde+OBFqfk45l9v3wGLd/8fO6ro
gJlak5WYsONBR2TMoPl8X6Mmd9vI4seCmoSDiw0AQ/WutdtBdBjoRRmOPweFDoENgUkFP/Te3DU4
5aIpDzPzMq8G25FyPAVggFoGeZQYnCsWkAZV64WlBxm45sTcf7nZkCohD8XMOFBpl65gzn2Z2APK
/kIgam2p7UHmOXm5vXeLB3RmRHEEyNSX3NMR5Ffjp855c+pTk5GV+2Vx06DPJCUufQyUKpuWItNG
YIDIGANqZObhXBghRpLDWo+HNZ23pfoRRKcAK4YICgICR3l10gacMTNuF0zY5zb4jeZP3sD0fQoN
lk06iSxCI/ze9id7M4mxCUffaP7B52UtEbAeFFNRT7o8N9cnTUU5+iUs7TYVdUOv+sWslXNban5j
1gm7CUkqNP7U5rfFgKolIMyLm+Gu0DHzh2w37rrHURRhaTIw8WL2qbYjCxtOy6dc+LvB6cLRefSg
Rff3ToQLF71nAFPlt3G5YlHnbjIS/BYDVJAbhMUsqovioW/XmDGWvBVD9MATBZg7R9p4aQjUhYmJ
KfAs7mfzbU6qYGtlmthk+C62t5e0kGXgcZKEEAH42q5htnU3ksYD1VhS05e+EXEzPVT6kcxm1Lbf
a/KozWuibEvPMHbwQ9RYEoIqu+iMgo68HZHY0HRXHnhQhRgNnFIzSqY0TNZAhEsvzbk5xU1J2dUm
NwykGJl3NILyCwRiUJ02WMj17PgPu/lnaaoAQG/WwNX1WJpffwXoLSQD2CcCiLWBAuPJIvNGX2sg
LjVNAa5FjIECEIDKqk9WHcvyOdORdYw7x6CQdEfr7tk3xq0flGGRbwj0qh9YtjYbuBSPYnAaNIJo
KEis3aWLVobp9lAlQZDNsvQdBYMuklJJ/3DHnFtRkmAw/MxDP2B14Cw5NNamIflu7tYo45Zc5NyK
klSVBUgeBMTQY8+cXs02tMz5hBGNKLPX+iNLHzY6/xhRwKOKrEl561o4B7F1xLsJYuJDW5a/AFrS
I9Dg/kORApMIiK8AcMFrrZJIjMwv+0RGPu7sd9typmRTtGxteH/RC/5YUUvI5pR6mmUjK9GsN5CV
RZ6jrdy5ixkmWhaA/6JR4l8xiHdVQg2rQ2XLYdvA36fdrn7RtU8sBS3EXdC9ifE4/QdknDN9z9Mq
KuaorI9m+3j7y15620HMjksSzQZ4u3Shs06ANWui81gDFBQ9ZkO6I/WRZZ96d9pZZA2ftOSOQHjg
hsToECDAyo2leZx3DUcroE/Kfd9GP8oijbLeXdnZxSWBYRoT55gwNVTOJ846t4DSNIA8qPXPeuw5
3ylHBcb5wZPD7d1bcnvISYL5AsyPMnq93L0Sil+ESsRVNfJnlznPpO4Ojvb2D1ZQhwCEA7AoDK9d
WpkI/moHVHhcduCPQGI1fPamNRX7xQoMphvRdfogLw6U50sMVG/HAn2MkW8ZShoWqFSd4At1/ais
grCYDkG5d8ke0Newsk6a7u1uL3PJPcCCAgZSQHN8EA9fLpPqPDf7CZvp8VwA9BXsIDczbTAAz8NU
S8nKiPu1OclqhVBEYvLQl1d2dRZaUjYBIuduZFHfYYaLDZCgvdedZuX1XLSEexiNBh+SU570orNv
bBaBlzIOvEY/oJJSCGCP9YxvRwBhkr9VG0F1SIekCUZhgCrDOKB65ftaU7UOYnU6oCedG1Z+qOoS
pHxuFoS+R/393x7apT0lopslp3fbCzQxNIDIgnereof/r0Jtrz80aQZEbpgfQG6gUqp1nKV1bwMX
gvX9RIf9sWqLT1parEHeFxpCIKtDlRjvGK4QW50jSiq/9KsU6zGKKjRTEnmlHroIhFmaI2YENVKQ
H4oWII72p2iOXeNtb2/oQuCDXyBZmcD+7FpXbDp61doQWoO3FNm24w3kUBFu5ZuUlfgkSZjYJOoh
V2OzrbPavF/aZsgyINOTm3wl0ux4WG0zdqgkCW3r8IP/owE4DlUdwFc3ZPo9Thvm9BGGrC3shKCY
q0hOeWl+W9kDGWRdVphQBUaiCVyknDtU9WD1oKyHpMIppFUHSJwdtSCpHulWNgHd5CR6KFWLmMwr
ie7i6aPSCcIGEPkClalkuhBvB1pSw9dja06o898gf9kSMu7NYNwJUt/nXfVYZDvT6GG8eHWqaU2F
4/rxwsqRIkmsIPrXKiKUN33CcqIj+ZyGT2CL3ZlB+wsv2jewJd+3vf1jZaflLXe10yhPoAcKolbL
VC5dMYNBKYDOY8z1egN8xSnThjScGv/ZefHzqNW/8fHoYDwwpPqv27YXlyo7oEDs4btWxwI9XOlJ
4hn41MjGh4I1GEcgDB5qmYjYWhvxOp6TbYU/tuQVfXYFl+5spZNnY/Bc+L+7wA4zQ3u+vRy5U1c7
CaSjpEnEZqqlpaniPdJYnNyMB9LqtK0/7use0xPGW6bd+5oI6/qvww+sCtsHqSzMncBhL1dlufOk
k9nFw+Lg+3BfAV83TLG5va7FYzozIv/9bOtyXjez3XgIhcug3uaBm277QA/nluZh43Uk5GyVGGnp
xURPXP+ArJpAgF/a5DlE77TSyePR/FrpJPTpV298rdH//Pu1YRAXdR4LrHuIGC/tZBgPaUwO7x+x
kg0axH08JU4Pzbk+i8yB/gdoqbFic6HChfIWasOYr5AvzVU4kJB+KgOgDgdIrXwbp0eXAKOSpZFV
BdFYnHz2VHoro0lLG2qjwQm9IrgJvPNyoWB/63vLN/MY1A6aFiU5ikvao12vCWktOcu5HcVZZuqC
7hlEiXE/8l96/bmlZB98w3DXbtKSYCXQl16gfnEYQkUrWRZ6XF85PegKm2M1lDRm8+uQJiDJHcNG
+yy0k9mRaBrfbjvL0uN4bk7ZwwZvIhrjFSCAgxPWw5OPMZHVKbWlW+TciLKBbQA9mYLLFmcfAIz/
mAzFxhifnHET+FsKfU99FQOz9Niem1Q+tkrrxpFXMJnW+4of8vQrpkLDHuUdjX/r2r3hfM9n++n2
Zi465NnZKe9OgwmzsewKiiQNQwfGs4cX3jAeZrHWXLhmjZCSyQG6uJIJEZG+UtARrUmTbq4pRlb2
3MVwRVeE6RCwEI/7w6Rl+8xxtyM0ejk9QrZxZ5Tztv7sYB5i1us7PRErQcaSG2EyC3rtEhR3pbUw
GkXnaA6n8aTfe/YLAuZV5M/S5n5k86hiQ3ZNXbINnehsLBwaI38Kjf5djmqnrRuaxtruLrkrqtio
YXtQL8W8zuW9AlLzQGOzS+O6CG1yTHvjrqtSSFQXIa9O1ky/rFL4yz+pfvVykFj+T0o7KBlH71mT
3lo2jbk1hjki9NUG5wI+R85vyrcciSHuS+Vi4TxIhoyhHu+nDy50TnPtXiJ7hw3EI+Y7o+ki3UJV
8AWQx2077IS70j1eXCIe9g+aBgnUvNxVRrSxKVO8EFT41Y402ksVJGvg9yU/RH7xf40oX6BNsinF
EBBi/aTaWZyG3Buj9THMFTMfr+FZ+JC2LOh8C6F80ZrHdHxCHeWw7oeLVtDElxP1AKOpwVfTBINv
lBYWMwPEVRk+CIUq46cWiLVhj6VHB4k1AM6Y8pX4y8uzaQKBnoOP0KTRimgAETIJ0IayHYKULDD2
ok31MG3ICu3W4hcNqgCMEMIdQdR4aTXNHFSHdfl+8+OkedBOeZoFjov90/IkiwZG4XQMRij1AwvH
xSu5PEB+DrnlHTBR4+RIDTJrV9YTqC7W4qHFozuzqHzPOqDOUINAEMvodLTYXkzgtXFW4p/FU/OQ
AWBAQFJ3K4+AVCFKuh7+Qd3vwNW1Oyc5GsNX1uDx4Y+3n7bFr1cWdS1U03xci5dn1ZGCl6i4oiXr
Dd1jWpra/5D2ZktyG02w5hPBDPtyC9TS3awmu7lKvIFREol93/H08yVt5lcVmFM44pHpjmYdFcjI
yMwID/d3VdEMx/tWpBEB+gshEULxF/7+0YJvtYldyld6E1DYDwDeQy31Uu1JmBuyHM+ILiJ3kH6I
IZZbf1QCftW5kF/cbnL/7JXMOiwhrLV0ZOOnUKCM0zXivRqtl7RJ9YBhlNg3zcF+U4/KkRKbfVDz
wnxoZu1TrGgO01F6fkLtI3/UFoPRgLBeD2ivoDPTz9aJeRLVdxNKLdWavx+LdvKdbIgPZqzX78aU
3xHNgwa/S508zPmUBJUNMEGt7OVITzk7j1URv4n4y76R0nL3GJbdOcHFZtueQIL9iccXs2ZcKW4/
CIPRjVtZq9AZzT4svfmBN7T9mmcoxTZ1FP8ZK+2etK/cpBAU4N0ARHMTv0mhZaqRopRTHyqve5qd
P6P2u2JEj5P16X5cyaIXvgAPRC8VNwY5bp3LLKDsXYVzZuMmtBKzj23Y7HxA6ROIrsPPEQQGUrbl
PKocrTYoC8I/rv4w918yr31R6W5787nxHopy8tW88Yfk433fJDVucvOV3c2Zl/BXldHj7hBXSu1P
avZpRZTmXW3BQF7MUfkalVEKi+K0HCbXUh5DXfujjDTjMC9F/UjH6b9TzvCDYF4B4E61DW7B26+t
dJ3Wo75FTKfAUNvHvAANXhwHvL/vuixdcN1GglpFhJon062hJDaXzOuc7AI3kEoZUet73/kWf79v
RXpzEigRJn+EjtiWGi63nCwdpzG7jM7f7ZFCSG4Ofypl/4DuAyw+lHcW99kaIfyEKcHJ/bHcYw+S
ZXoe6tTzybGgrTabczRG5l70kGyFImfK8FULL0rdfF4QsexsLovVzpeVnV+cyjysGYznIrxJ95QW
ElMrEHXSErgyPDX5B/Tq2yLbe1pL7GicyKgv0NZCc3ZjpzNHp7S9Mb8U9Q9gPkwM1NPOKSkJElpM
oOAxAN53yw0ZJVnmKraQC8qd0zI+C6Brp37fB/mII2OTQUUDEA04hMxo426ikerIaMQdHa00/eRM
T8a0BCtdfQ8mWDU+lPYhT4K2Ok45ErR//8bF98a4+NBXN1J4Qda0Zt9f8ik8t9ZxUvWzu57u7wRJ
wr4xslmteYBe064xYtUfSduF8l6dv0Dq7e28o2XtApqPxDmPDQtlws2njEN1cHKF6fkagLLhw/Qe
ZuBb+89dfowav859xy7eFc4OKFwWKtdmN5cC3Va63EpokDupc+pn0GDZrF80e/hmj/EegZxkT+Mj
ZJriDS+GvG9XzGbBIsPCx0y3H9PuzF1bK6NT/uBZp845//eV45zlas+mhh1g0xc0kzC0aoHg7FB/
T5G44YV77KrXRJ0ZSd7ZcVLProxtVq/IoQMIR3ATRry8tZzuORr+tJ3xkLQNylnZaTL3mH2kCwdt
JbB90V/YFs3ciJt/XYJKTDuakUvd9OfBBtBXtqbmp4CzHu5/Trk9nmWo4oIj36IgvVTJTW8Ezxdp
j18f05QUOe+Js8jOdao8dDtFOZU78Wa3qckc6Z1T8SjTPqt1jfYDIgvJB735IzYfp+Ex0mM/z0Mu
kt8b86Fov9z3UZaar81v7kxLmSxrHtawHSAq4YPaQ/pi/UDP9/19O5KbOG4K/Rsen1xcN5uuRoI8
AgsANtL401StN0baP7QFLNbfGu0lT4vj2P9naQcNksork5utF4FvoE8DGBLAUndgzO+72dP3LOxm
xzdZwrw2tMnKkVEoq1awhEvanlGwONSIrfUuemiG3fgKvAb3v6X44dsj6NreJmTWRAlBZYq4ZNYp
Md8P7j/3DciD4t/F2gSFOg2eFgoD9UdriIO6+mBaO0l4Lx5Edrk6yZoUjNTYEHflAEFSnryaQ3dQ
1ReGP40sh0LmhxHvVfykbvEI4cVpQzpgbQIibNQsXDVRNuqcv5ZwzIJQC5/neW8IWro+BrcQMR0p
wOG3vllNbrllL1qx8yd7eFCsD7+xPIwvoPkIXxLspLd/P4mHiss+7bqJMbTCovFDo10dq9N9M7Ly
M5DBf+1sbvihumSKPVF5UDRMhaciYzwYrP4PHhjnydHpOjVmkLfun8AOe7/sXqwMfIg+Xwoxugms
+/4PkuVjis6ibCAmT7ddVwUyScVa+T2p96mr/+q54pnTi5nt3EukYXJlZrO9isieegarKLiURzCx
AZppQZ7vdcv3rGz2mDObSxlXOGNAvndIFPt1SMrR3x0PlW40SP2IFd40FJ9vg4UIDdeVvQTBTOi9
SRfPDYwC8tUmQ6GiGqb23Hqd+1jpzUHR2j0vZZcEzjaqmsAeoWLeXBLSmA6GUdClzPPl2Dr9Y2L1
wdSNp6L+qHfn6r8P/IkK2b/2NseMNzOv4yjYc+ArMpUsqCiT2fWX+4Eovtk2AV9b2SSSqu60Ego9
DjN75ht6z2vnvbP7/mn06oc0++9FOTrzzDBAWyvAvZt0AnbPW1L+v7TmqgZVEc2BMWvr4b5PssIG
dSHmIWA59hCe2pipq4qmlkpWaawKld0HpTq0etC603m1y8OS5wfm6g8Mh+2kGdmuvra72W41HDMK
cABQscVbbzz3RXfyGHClsHbfQdmGu7azyZqKN5X9KPzTu9xPlW9qpB7dTPN/wwqEqoLPHqLs7Ztm
qiF5ny2FLrJXnyeAy3Zh7rdapQF4ZWUb5h7kDOoKcYylfbah5emRMJxy9Vgt3zvj032PpLbgUYVw
jcEjANK3CUQBWmkuFNMutAUtmOIheTGyRD2gXpueufZY3MSz7nzfqGyxmBIVSYsTSNtC2aMy1AgE
ZMk18ztVpiAfmYX7nURvcrUXfICQ82+hWiHuoqhNV3w2tbejpb6NeuvtvHg710OpL0DiBL0R1avt
qyyajHmo+5pev1oIZA0MlXD97/TdpEbgnmfwCDp4XLpdJWM06ViqE75Qu2repkWJ1kcS3F+Vn1w7
28QHHzqHL9QJEORsYkFdOrNzjCS/qC2S5/m4TkG7an9qS6V2/hraIReEglKy3cXHORzcAIR2HVQm
CCK1D5/owtSB4SzlOTUnBYig7fkRD6DDaKywjswjU1OLsX68/6tlZxBzwODEVI5B4Gm3n6Yf0zQa
W659kf1mGD4xDv5O70bfGwWr0ffJaI/37cmWgiFnpigFXT2Z9NZeo0ZVNWi0QAv0Aw8jCixvDEAK
vteme5IoclOMB4txVhXY7K2pNZ8GDWQ6xyuadV3hBDEcSd4etlKWoeGL/58VkSGu7uqtQX8kN7HS
6eXBzSDbXvLAG76t9vDhNz4dK2Xz8TC4BU91ugZzuGDD65NvFgTt0etuAU/qDCMD1O5gMaFXfuuM
nQ/Nkvecplb6aYGS04Gl0/Zed28isnsXHIL/s7PZkKbXZYq+cqwVg3G06iQwlSZoFMhYZjeIFzXw
IGCa450PKD3FmWMBQsFkhtDQvHVvSSKrWyZOuQUG5zh/N0ErFtXBPE4PdpnA4fa3HjkBtD979Kri
D/+SGrjiAT/leo421q3hutJTdGrI2HmaopTwA0GX3zhahULM/2dBbIarMAT1bLZxx012Dj8x0x+i
vDMNn+8HoOywA+FCuxpgJxCDjRcd9f8lUUAMZrV7WqvJn813YXR2TNCsKMLfNyb9ZOBoqH0wgwGI
9dah2GYIPFo4f9xIRZG6KF+qKt8ZFfjJrLBdF/40VzparWSljRFnttupb1PaNNarhw4jFJJd8nSa
3W+Kfuyrz+aH1AzU/EvYHtPFtzp6j4TLfKhhd8n08nTfZdn3ZUiTAIUOHlWNze4blH5d5hzc26iW
x7J41cfqsHiZ7xav066aqCw7wudmgA5E8IKO4O33rUJIVaBnJSQf0VH3G++ZsZqdNZRtc7HZhFQS
7G3by/mieXU4M85+GXrEoVKA7kV+rFvVz0atxa38YBS0gy1l3jEsCx7gS0Kfje9I1ffWud7Oeq2h
sXpRp/JDyZpNc/b4G4t1ZWKTwrIBNjcl5CGsugGEtB806zk12lOJgPTsGMH/nbHNzitchrwUC/SG
kZ+yqb60kW+0ySky5wusDTvGZFeC64+3SSXKMGtdGgqoCLO1Vr4ebMgd8qk4OuHbLi+Pua4f77v3
MxB+2YcU5akl/5yp39xCisprQQF09FM6nnF+uRTVEHRKwf1IjXXlS2mXbernLrJivjpogPxSresP
1VLpf5lFDxF8Ag1izUBHPPzN4Hz3UixZkjJJsSSnemXGrgrb6XvktUXiO12ofoxnJwnFqEP4MuSa
G7K5xzZ5VrJ83nmhSjcaWu+gnkFz29trCJClLBtQi75ECMrzpIr6h0nbKyVIjZiQddHcB129ZdYO
ozVSl4XUoYSZr68A1BtfNb/dXybprgLcLKp33KV/NomvzphCyUvbygCU6lOYvEmcdTlWs/XfCeKA
xzkqZlyGQREWut27qetlCcqdPN+8T1n61olbv493TjKpJ1c2NslPRWXQLBNeHd1UQKxblYrfJG53
uP+9ZPlcsNwhIgIQ4Bd+hXlZ4sXOAVHmSbEggD50Qe6U66MyrtUbZVIvusWk/H2bskC4tin+/WqN
tEEt064HCdGU02lV6+eC2lLXzr/lGiPcTPvTSNg2rbWk69ppAnYQm8YhdNNDk5oHXS1fvEFFWGeH
+FHmFJUXpOVBo8ImsnHKmcsoynteVk31AgqdAoV1VNLqeP/TyZYLphna8CCiOIA3VurEKK1iVPh0
FtOJDMsgZlh6b0a1uNTVnqCx1CUQa7TOBHj5l+N3TXgvrABEQgR4NXTMJ8cf7N/x6MrI5hhUbDvk
Sapz/lZzkI5IoySn1WA6MXQPxvB6//PJPaJ9BcZQzFyIt8VV5FULswhNTEiMaitg9HPS+uP8Gy95
ptj+Z0Ss4ZWRtPKyCa4fSIGh00jX8JyM1sFSk53w3vNlcx6Nxbp0UQvQerLSoGbYxy26c7I3vCHL
QlfO/Mo6ayGQ3OCMa3XBOHSw4+80kqR+CI4aNo+qs1VvP5c1hVYVOiKkU+hOvL/SNIP5ZO+aJ7Vi
MxvFgLFAzGze9FrZ9Mh44Yel/ijb54hBL+7rO1e6PSObJamTHG7F3AXuL7Dv1rMQ89id0hAxur2H
gDNmUg+Mk/6rDj1SHm5XADIq4i/G8KM0zgj6NXva7HtWNqePtrhJHE8x6Ux7Lg9tqnGzeRnHnf0o
t8KwFTAcKiDbOeh25DGBFkJ+6azyQY+fst47GfnZq77d3/fiw//6zf61s4mxyE0gCquz/CLU3HQv
UGuUHSZo8xwkKIy/cugids9v2UCnYDXg4NHE2apuLgl9Ackqwqj5pVxfVoE1hCFN6R7zPvg5wKr6
nfm9Xj82kOw0hnm877G0jsBDGzgTAF1AmyJWr7KQnala56VUfWszhG5bzc9msrx1xu5YgGxa3g1W
5APF4E5Z7iQmyaLSMkWZiCMK2My2gr7GWrzMc5Nf0sl64J1vDs0pzx7K9HzfRbkdl0Yw1B/wVW88
bFalThutzS+uqXyaze7bODmP5RI9Vdxzd3a25NzFp39tbXK63mTWUjnYGhvyYJH0o68b6UubZ6/Z
DBao2SP0keRdEAJiHlxUnWmI3S5fYRhNV5ksnxp/WZ3Bd9PT/a8n2RI3BjYe5W7eGXPP4b5CDj8c
kZA6R8Wj+wLq4mS33dncU0GXe0SRh/EjKndbyt667S0t18V5FdnfFd16YQDz432fpCaYnwZIiHgP
/crbjzZ3atgoKtu8nIuH0bVO8byDmdqzIP79alehneiFDRSHF5feNQXOPqx3Ik1yhpAK//VhE9Vx
YhsFiJ78YuuvDe3CvP2Hiv2OEdniUzsF2EYVVcDrb91QW3U0KeWD51RHMUCC3vfiPQjpWSEBZE6v
2qJ+sPT44f76yHbstdlNzM1Ln08lALBLHD6r3XfFpJ4DpVu0V8qUJT+urf/6tzntZ8o9qa3jXypo
VMNSh3i3Z5pxtJKX3HqXL9q7JfG+lpNp0/AIi523gKQ6cWN+cw+ItHEw9RrzbfhuzT+O0+Sv/rDU
iCQjsRvuWJN/VQpkvN8EFcwm6pOxi/PawJoJOdba+bp5UPKn0tqDccsik4SOdBNgYx5UG6/y2Omc
SOR15itISJnzxaH44pZ7iUJqR0z1idla/NkGZ00TG8qS/NK7n9zIPQze41TvjQHINrKQoEd8makS
RpNvd4C2KG2o9DhjKEp5KBqqVUpq7cnWyI4NeGW5byJfQjF/s5mXvtQrDUbQS6fZh3B6DdWXRntq
i/Gg72ErZQ6ROCiyOSpiLFuC3kKZSqfotfzi1VV7AN8Ov3SVLTt1N9naANBAexhYETtsE2vKqltj
EoLSTpN89o3wz1VPDrnHmPz9TCH7cCD5jZ+VHDQON3enxcjtuNfxptCe6jZ9ABBuR2dNdQIv23tT
y74cw5aAH1gn7mnbuDaSrFmtsbh0TXSivSuqEfe9kVrgvc4303XmAjbe5LrCDTQmpwuiGqVe/HKv
eyzLAQgj/8/C5rpe1ONsGVlBX7f71mXFUzn8UPNPkZPvZHDZ+l/b2ax/Ohje1IrTSXgiejgtfAE7
D0KZLyBIQYmhqU2gbb6Wmw3LkDEpfdFD46y0yIJ38Wntv4bV3sCh1BJEnwDYqXmaP4V3rk7zpqha
Z9DINIb6uWpePO7liZH4XuHshLPsswGSByL/k8t821GOvT5Ew3POL07/1CXGI2uT7eZNWZRdG9nE
cdX2WZ327M3ItrjaP3X9HruZ1A0D/jT+Qzx6yx6RmkM4DiMWJlideuY/O+v77rjknpFN+jciTbH1
gm9lJihVDj/EfvGm6XB/S+5Z2VxFJnOMso5B9UtdRtUhH10nmN2mg50i9XZypiyXMf1kCd1DwQMj
fspVlOVq6CnlmhYXr11tNCXb6Z8uql0/jlXldSnLb6M96DsBJ41s8Aswtgmq022dEJppRt/yrCBP
I5rMtG6bQcFYjgd7+n7/Q8osQXanExWoO/2ixJEosdJUJbNjmoUYRwmb5CuELtA37Ewhi+jdPOHB
PooBRBC5Qs9n8xXHZS5rqyjEg2ie3mTfqukNqJBgMIRmarBbZpHtJrDu9P8hpoMQaZNRYWJYSsNt
CsJw8Vfb9Ie9VrXslkjnkbxDU4mzbpPn9A7C1qjFo6wJ/SFrjqX9R/IntEsuKmL7M1zSSzE9M9G9
giSTTXz7BYuVO0FdVNgLu5euiF8rSjqRCkd8aiv+nP8VlT+m5KTBTf/fQ+Ta8OZTtiOjjEWH4S5u
z0iy+UsynsLiNd/Ducg2NfQMAlkMdQLfdOOhWq9zBwwS6DKeJMEyPI3Rj/vOyG2Ing8lDgM7tzYM
K41dYLYFcxDRehIygkFrOD+sRYuO9y3JIl5w5hAhFFLgEbm1BPFmrZUjlty5n8CEaSM3Rwvch9fO
KhQ6Uf88hHbzsDa99nUd9b3KvNRTwWhAyHCh3MZLHym5S0WVZXPrwIWjpFoDcw8AJUsfjDH/z8gm
NhR3ImciWXJJoukcRfNhGl8TV3/ZnS+UZWEb1SpGV+D31rawoTyDcK+xQmZcY8R12+fOhUZYVfzj
zsEis0POEOVMqPTsLX7H6u2udEeTPKVHh7j8FDY/zHw89R0cQePObUxC5K3r8G+JVoYDQGILgByL
ZEzQyhCDu8PFGW2YJ9oqcEs0Qvr4uIAhAsIwnyfve9Zlp3jSn/rB+sPT56DJ9ohDpI7DTuFy6DDo
bG02hhqO06CncXkZ1KcpNk4DSgtO+aa3PoST+Xh/a0hscQ2hrgpLMn2pbZc3sebFbVT4a5Xas981
iwrrWVQUaMqCanS6ooJFq8p39qMmtQoGRyRPhtOtzZvRKpw+MaI2uYBwC8LPlXUqbH/2/EZ/xyzb
0TOSFy19zpWRCfKv88STX/uiVcOxZxam3NNRlmwcg8ogykGwPTBOt9k49uQpgzVCnqt7/ak8WV3s
28o5afZGjOV2RDGXDERu3ZwapWXFaqlDZj6HaXMCetf56H3OR3CT0wNY0WZn/0jOXbgrmPGBlZgX
5vZUVJRuWj0+9GUZQP6vWVgehtnSd6xIctuNlc3XYzoxcZhgQ/p4+TAhJhonp9LOd6JUagRGatE/
A9S7rbJNtdPFZjuhzteWZ0d/KWqm+vdYQ6Xrc2VEBO3V7bIuSu757kiVC1By+jE0viOOYPz3Jxk1
H8HvCswNVuNN5MOHt9aagyejbjxl6vH7ugRum+0Usn7eqTZ3vBszmxSSLBZqjSFU71EWB5n2lNnv
ElM519YSTL35AU4caFFftfLToj56DNR73XwIm+5g6m9h5/TbozczE/wN5Xn0UVvjgb18UbLusZpS
wDjvrEfADsehVo5h9+zuyXvIVhsqOCFLA7wafonbhSgqPRp7EwphZThzqAdZxp2xN//7Y8IQs8EQ
N4CK+6UwMhca9W1hpTSCMH/yVti1XsL+i+l8/O8plkQODpSqCg0TEXdXcaXNDuzcA9VTy1pBNLjR
P22f6Ic1LJSzBU3KwRVSOvdtSj/hlc1NLK+xMuXdgHMk88Auvs3aU/Ib3DUMsEL5KVjHLVB/t35Z
/Tzpes7UM2VGvy+emSSsnHN0uu+JLIuBXCQ181KmlCHu/ldfb1ygHUwcRtSTMvTz7q/YON83IOsu
GtcWNrdDZR67XA/F9Ladnammnuy590f1Y643x7kwaBg9tdarOR4cp/LL8b/3QbDu/hwjADC2rZxE
Zjuqac7ErNNEzBHkZX2IIXTZiQeJ8LP447z5yJ5A07xNmrbDsuGMaBkYVE5W+hVmtCNzfQ/14Ge+
2SUITjk+NdVyOUAD8N6cHijj2tl4AlmMrNNh2a1/ya4A1z9oEz1eMYddFIGkd+ABaEFGzVow605g
Igm1zjvnh9x9MdtCDMHsam/2oBXHhRoPJWuMBmgdZoeVWfIs/CN2EWp8Np7Lv2YdOpPxBGXzaX7W
3qvLKdIEDVOOnNX9gJN6fvVbNnuzSRcF1VdW3LYPzvr3pDDAXz1Utl9ne90pGZMLyF54XCiaQzmy
HR7KDUrc1sQARqi+lqkLtq73M+1ZaZ7CxTmFUYKiycHxPtbJca4fFjFwP4079QZZLrr+DZuVjulK
mYXgjlui4iD4bS072JVhFZt0e+DxugPZTf3ZA9Jxmya8pF2aeWVcAvYdbju6/tSVT1Pxl2pcxvGb
He41CcTf+8Ued2ZyrHjUbQlqrLUuvdLiw1KHbBLKxDlylyhMMNlwP1pkxQao8BAOEPUN7oLGrWdR
WocKLV/Gw7MR2bn3jeYEopYbJnXgjSC7SFa8DN7vmBUJ4RcHISfg7c+rgHvkrdnCyFIHaSNBquud
mjUPECoN23+m1tcuWeo9e+snrVyf0p37kYwEAo4yyB9scQWg6nZrV1Pj2sgnOPI8/e8U2efEqI6W
hXRh9aaMo0Mbm3RYF7+PYCVaV99Ougcu1jvPQenqXv2ITTTNYZmkncXoiOp8oY0cTAyoACx+TPd4
4mWnGxUxIG6CGgXuzY23sw1hglAuDhPre1W3UxArqbMTQpLyGNUTKs0aLy3BAXdrxEkrN3WjlCTg
qI+LKUra/vwazRoTP6MfdjsfT7bfIfh3BDCQANpe3xw3SUX7jK04GUlQNuGzl+c/wjbcS+qyRAqz
POSX1ITZ9ZszbbGjyMtU5pd6o32wtPFQFG9WiFCaQIvf5Mslako/sd/q3mf4StrplKv2QzcifvYx
0vbaebKFRH+FqjS/iEy7Cdu5mtQW0huGXY06e3SdPj0mUaft3OtlWY4wQb4NZnuwUJu4LKvVWOrZ
hJ18DM9xrhzLBERQ3B3QSff78qlrxtfUqX8jgYOOQ0qNMVBuYZv4YbQOSBbluks8ugGTKk6dwfR3
vp9wZB/w2oj496t7nqZVpjaBBLqs7Wu9fjbjPUqxnxw124x2bWGzROHK28+q+Hix966yh0PIkIFV
VE8qAzGls/pFJN4BBcTTcfEuzZ4VbiJwgSF9ea6LfgKvafo8S+CzSp6synmbTscoX0+mce4g3tHa
h14/Ocke1l8W5Ne/erPk2dIqgNfFksM1XB2j2fXD/GuSB332G701nidQJsEsAepnC0tgwMXKKo/U
yxTDQdwNFKoTuXb6jYUGV0StkrMFWNbtQq/MfoxZ+JME1QWTkwRKtlMllyUgODX/Z2Gz0EqnrfPc
88kqDXTFZAdufKmQn7nvh9wK1MI8HcUFfuPHEJl5MXTsCmd2DiNT5+I5PC8720KWu6G9/p+VjS9F
EjaxZ7EtivVZD62DN32nPD0isqDrh1KN/juvCEJ7YO9prkO/52yirZqW2Sw85pyS8i2lgWLOngcI
EGjGR7/z+WjVUgmDDZMew20YJG2YlV0IM4zgIFg487zp0z6jsPi9v+z5Kysbf3B1rRxBuhEP9TEf
lld3FPX+p7Xbg0XLUrOoVlA6FrS7ptjHV/nLsbO2d0IWKoedvKTv1FiBlf8Bqq02s6M2Him23A9A
aWa4sihC58piUjqREidspK4aD6GunxYP2TF3jB6qPv7ShntVW2koIg6H8KrQ9vxlxaqsaDLBOZOV
refPcWs9zHb3WJZZ7Td5lBwm4umcz+neFVi6064MbxYxhgJhTkrOeVtMMwzPuvkduOjvxCOkzPAl
CrmeLdY2oREfriFEJqFnnAF9ZLyOO/v1N5aMSWSaJmS/X5RpojDuQLySM+ht+IORPs5fvHHlVKnO
XrZHUS/racCTTOUXfltTgPVvA8Qsw7HrFfKgWyNfr60PcC543N9H2kO5jx5e/Kw+FT48pfnZsY/O
HhmYZPOBPgHdhKe8y35SKFwFaBwZimblqAOkSs7jOqr/aOIGCi1UjsOo2rmkSI0B2QKsSpUN8Z9b
Z52hnfNMYVxtUpfyMLf5GFR9YRxcBrFRt0YZ7P5SSu3B2Ai2Vqzn9sKXZK41WVPPtM1sADsftadi
6QJ1LY96Ev9935ZkAwCmQnLvp5C7+7OdcvUhi8bVa5XNRycMYF2Uz5QLmPQ4mHWY7rwV9kxtkkq3
VGmsMPZ30ULelcnga3Pqt1p2vO+RCL1NXkY0Rdw2mC4XnJC3q6Xky1gMDqDsdhoXim3uqYmnP+/b
kGRkMj8DUabHcwQdgFsb8RSVTm0BkzYbpFmYy3qjRtlxrY5Gpx2rpPiT6dBe+XHfqOz70bGExB5i
eWZKNntuQSka8XKX6xpQ1az9mlNLVJTH+0YkmVhIz4h3OSU9YFe3nhV266Q974xLH3VB5uknNXpv
PcVwAiuf1r0CpeSYAVch9hQDmrDjbj5jsQy2oq4Yq8rPBVSdyVcjDf0pLQKAB/f9kn48cKSA1QRD
yS+D3HXdqgx84VdaGX4UKuqZrn4R1O2yHO6bknp1ZWrzplHWnKdATZwntOHU/us0vV/cd+3g+E29
d37Jgh0IphAkg06BWvbtcg1jPeTFhFte9H60QaRALXnfG1mRiAwvSDZcVLyZgb81kWZT7EwGqZaR
AT/yGq6GCx3sJchyxU+69ZwU/1jU/jx1D2Uvy4OITUMhQmj8qoNELytGTYqx127JP+bDjD5W9ZSk
3jH5jbYQXdp/LYlfcpUFR6QuhtRm2DXq2zrQEhtlxHDWA9fK1Z3okAXitalNejJWN52rihm3Jv5R
Fz9QP3HNp/tLJv9unM5sLOqWWzKK1i68vHLwRjXToIJM0Kmeyio6JcNOspBFH8PVggoJpljEDG4/
W2tkQ5qVsBePsGLBd6Gkxfm+Kz9x8dtsDrkPr0aPkg/Xp1sTXj0pcHWLgZTc74zuqB+rKgDjEj04
64cp+bGWjyn9FCR5JgRY6i89PDNr0ORfUdDy06c0eoQQPwY2vvPDZMsIeQ4obsCCdKk3y7gsSt92
Lr/LcWHwUL7P/wds27LPS12WUjCzUySuTVROjTE7o+ORSMqFCr4GsGevJCpL99cmNm6EkY5mGzKZ
l75IHyL9eUmnwEZKqizehWn0FBqh6mtgNubmY9+6fvMhqw7W4pwrLTsY8XsredPWe80/6W8i3bDq
dJS44N0u+WLUY4ZSHhBZp3rW7Q/x8o+WNm/00njbGuYj/H17IC7h5S9BRhNQ3LUEZnbzoXN11UeG
+BnnqV40rTnVzj+DqIIVb+zi0/2AlrVNTAEVI5gpRnOM33o3K4VmRxnjp6FOvJrpA9eFAMmBh0R1
z9nSHfqaws/wPC9m4CbJa9nNL27vfgETdLr/U2RpAndBVDNdAa3KZveaYVbrs0J6HYxXK558ff4y
1nD+vL9vRkZAblLfo/rD05XUJ7bSVXLVWhNdFYdC9NCYHzyr/ceL+jdmjprDmnx0zUOWHcvIT8LW
OWit/XDfumyfcrvlkiHG18kht8a7QSn0BoqOS2acw9UJmj4+zVWxc0jKAugnYzb3TotXun5rJTIW
w4JsF+hFNvp22ihgG0ow6kDm6tH8O+6UnWqt1C0YIeDdYf1I8rcGNX2KoEAxacJTSRQT3433VXd3
AuS+EWvbHvKULCTzWAndxDdq8TTZD5q7U0+TpTiQwv+vH3y6Wz8Uex2mXIAJlPEJ8Ql/X15KujRX
FjbRt8ZhTDmD6LMRkzCY+IYG6Z9seIJ3dycI9nzZ5NJUDVGXoS9xWd3nCgrzJd7J1rJXx9XH+ok2
uNpI5hiD9gxxZR18arVVcuosfzyUyw/D/RAPO9Z2Vn9bTJ1jxZwTXSyNcmji+oR6zbGxdyAK0kIC
+FkBV6KQ8At9RRuXsR2l7E9Vofo867636ij5OufRo0TeLpA6/YEAYJwXr8ng0NTOz+g8nl27GP0+
22vmS5fw6tds9rE763G/uES8k4xIw8/Oe7M29jrne0Y2EVlNmebNKi5XpXZcmk9LoRzvJ709C5vz
bDCtvik8LHjl12J6U6l7FUl5Tr/6UJtYB1YUW9OABcX4nA7mMUwfl3SAu/pIrTWZnrR4PFRFGrjw
jt/37f8nYn725kRjc7sL2gRZdE8IcE961qtBOVi2HiRDNiRBPReldnDVarHIwtky+TA+T6+p5sJR
3KzOCr1TZdQPg66VyTksIak/en1CIdorjb3pONnxCmyAAjTPF0Z+Nge9ra26bQjsT5uFAUAcP1xO
4dQcRuX7zhcRUbm9vlxb2hzk6pgYbrREtJS7PEht0DXec6p8nN/3YOw+mZ6v2WwWeOcM7cN901If
IbxG0BgkKMWQ2/RtdV6ulIagIdcLP0kNzR9dDwFu44nPH+3Uj2T3QvvKmPj3q/RnoLY5DjPgljhZ
vy5TZDw65SyeobEaNCMsHgtUfyd3affu+tK8C+8uHLmUe0xrYxi1hdaKC7rOffiXx8U3md4t+iWa
Tm30LqU4TY3z/meVenplcPPkzi1NQQMYg0s3naEAoPz9dma6JdZ4z1nWIV53XozSXO+CBaF2DBxr
u45rA2cRlWL21I/UKJ8Wrftsa8CG7rslLSVAcCy+JOBseLZvV3CiL7Q4FWZKQPAI0cT631VyXpTc
19oXEJN+1dAy3es9yoKUUWjWDUAmla3NRgxbPSwyjyBlKqPtX+v6Sasif5g+73gn3iXbbXhtZ/Nu
SVdk2dsUO0v5uaU6/GwGdewnORRQQfK2PKjOX3DD25xr9w1L/QPEIx4vFs+KzVf11kRNnZWv6rWv
YKC8+Svs1M6wc1KLrfyLd2CkTbhBAbltUUkLEIQoLHpaQhbKmUNgQ8ToHdYIicudUp00wwMnAVAI
CBSfNlmlYkKtLAz6d8YHBw4C9zTRk3aTz7OmnUZXD3g9+QNdUWcwGSYIwuzZKr4VwIzvf1fpU81h
Wo56IdgEzRV59yrhpGphz2mIyxps+vU/kX1q6uM4BOUfifq1ZV7CXmffQ1Wl+H9IO7PduJGlWz8R
Ac7DLVmTpJIs2Zbb9g3h9sB5nvn050tt7N1VNE8R7R99YaANOCqTkZGRESvWMs6zdr9Vil1Dj0KP
R3cFam6kRn57u2RRahuj6BuVutcl3/VpdHXG6PLhNPzK4sMAweFwp4z3o/NjY+mrX5sxHAHpoby9
HLeW7RARoJD+jmr3Ls48Fl8iROFACUj6qejkQ5sdAc4IOCUH3Wv1F7mt3HkqXcG+skXZtBaAwagJ
9k+Gp4HrXn+I3NFSo0wFSiTJbTetkfAunA9RC6makyTDPk4RxxvoyzBHk3zZ2Apxe/7m+BfGF7dr
0pZ1LZX0QuG72oW18lHXvvTBme7z3RzrT01XuWEW7Itf4RaXw+rBZiIBSVLg5MwfXi+b/Coo2o6O
OdQyrf0Y2eiDvBu3ZuXWNle0lpHko7zLc/LaSl5EtYmcDuGx7h+CKL9Xy46VVR+rUOXiab/NtfJZ
0rLvt/d1zcMuzS6ipd/MdP5nzKrHlpZhUGZ7yc9d36oe26nbOMpr9xvtNDwZ9m6B3rhe42RqUtnO
7GRS/oJRroDb0oo24v/apc1wA1Oo4syqyyyh0dMwlEi18YzAK7QvXDV6ke+SeD9B0Z4UWxoIa8Ix
DMWDOQaGKybZFmFSVqviP03z0qi8qPkWVDBWVA1CXS/OqUulQxny5K320Jq7zRSdKpXnVTvv7dL+
Vobyxkt+dYvpcQN3h6qDstL1FneSnOpSyPfU9NqVlNdEAytnbSFjVh8eDAag+QP6j+i4SI2GKS5V
NAg5ExFd7ruuTVw5sUAs9bs+3gNz10svytHe3rhkV5cHwl0MGtMaW/K3oO5iZGEL+WrW24IkxBjN
3eBvuOnq6kAYo+DM/BpWFqtTlVZNtbKjIRZFxYOdoyKeaLD8O74c37Wz2h54eWkPU8n/Kuwv2lBB
ts+b+MPts7k2REeNkvaBKHDTmhOR6eLma+s+diTeVOd+eg6SXR0N6OlVyFKcLGtfzHtD0h4hoqrm
Zhfk4RdVP/n6owSdbyEYctvgdPv3rG3+5c9ZeDqMu0ZNKxwaLCs+dcDs5/E1l7Z8ay0QMhIKuBSI
MGjWRaCfWykfhopbJmusveV8ncb6obCA7ZlMajbBk6VWblX8wYC5GET9n9VF+E1TM50S2CHPpfUr
U3vPBl0wf7JGzc2y2SNCerf3cu1SAZtEyQ0qAK6VxV06NaPdBirc607yynT2ASkwuwq9zt7I4la/
GUwtYFbfIGyLbxZEjR/YE/FA0n+FEgRBsPi16lalY9UKZWWAq1Cwkf5eO2pAwa3tW/qfRZM+Gt1P
SkmHYP55e8vWrirETv9nRPyIi9MwVVlVdaJNrVuNN1W/ZPih9Oc52+VDvREBVn3wwtRi1/ImiTo5
LlDhHbS/FIagM7Pbj7V+Z6UIDcj6ne2P+yjejKurXnFhd3FBQq6OqBNwq3PQ+D9aCrFGNP6YTelh
lonjt7dz9eL6j96jBeMSAIDr/awZyLICoQjTt3s9fJFHTzaf8+xg9+/y4JsNe7w9P1pWiBrwYyB/
Dij1FeT5Y7r1sF/1Hp6F4CzffsjixBulow666J6XUewp6qtqJm45H28vV7jgMn/kCDDIxpvG4Hl9
vVonAZUU9HiPEgQ75h6oZZobXrP69S5MLL7eNPeTKfV4TdCET7Vp7Ky6OYSW/kMIGt9ezeqWXZha
3FB+VehDL1YTNb/kEgRi+LPcmlxYt8GoPzxmTDYup4uNEri2LPBPtZx7tvSztguXO/1PFvKPkcW3
T502KzvO29meXwTXudw/9tPWeMRq5DD/MbII7kM2TXqERsmZNisiacdS+qjQv57RWSqCL3+yIPix
eLRRYVkC+FW5n0Av4AS1Amisfi0t3a2TDU9b/TQ2XCiCDgWEmnD2i1DYR9nQhyJBgft+cJlS6k/2
WPgHhJec/6Mp8VMuTA1Fqih+wd75+ae8y3ZD9TKBmb+9aeL3/nY46a6DoTEBci1HgqY6yjtfG4CY
1NbrMNs/pc152dVyhiM6vW98qwxyXC8ks0JTzxrEKzIrYCYy7J8UPXvIEa0I2u4QZe1zyzFlOvBR
KilT93sTfXDgFOEu0YLzYPoblZzVb3jxexbfECR074cmqI1GtFeGF/ihyuTT7X1diUj00zXe6+in
UexbBL0671lnh5/kXXcaZTs+wvRY7MLUmtxB3qJyXJvsujK3CICl6hR9MPIZs3I45DXhYvhbmeVX
Wx7+EoIPYXqXWHdSg+xKlu1ht9xFykY8ESYWnsTEASMsjCWZIGIWX1kafd3MJ4Ttixh1ThjfDanz
anneI874HI8v4fjv75Urg4vPmJihPEFWBaINvm4AGta01/3c3rCyEsGurCxOYYPQip7rLGsqfsHO
Xx4URElpMZRbsM21ateVJeFSF+edPKOLW5pjcEq8D82XMhp2nfY4nxLjGc68nV4gqvPYgr/t+o0g
8P8xDX5JvFwhYl58O0i4bDlpoNmNzA8Jt3NQMm3Du/KYKNHehtgA8vNHe3o/mupTVm3BfVfOIws3
mTUDAun8NtSWjzGw4gRy/bnPdkl7n4B0k9L3tw/kSmJJAx9gOBBfiKW0xb1tlylgapuuWfQLPpT6
xdcfUgPN6/msku1l5s/b5t5wor8dh3/s6YscD17koJZ7hmbD7DDkd+E5OYUvXbrrhndynbjIwVvU
qdWPEwODCrNH4O6bH4rxzk+93NgFg1uOe+WddFS25txWIj4wAw6qaMmJQsK1m43AW9Gkm3hv6b+o
lhf2xspXDwxzGnQaVHRUfpPPjTu+dSjKQKPyEA6fIkiow11g/AKqvIFLXxs9Zy2krsB3GKtyFn5b
qgEFg4i3o6KAQftryHaK/kltZ3eqIZLLPsLdskt162wXgdebh3x8FxqHqu52Etm2aX7dUqhZ/0EG
c9KCv4mOy+IHRfzQcHT4QdALoTJqlrvkidHTQ6B+7fL3afpQWQ4twh20ipH+qu7K7uusn0IYzp3s
D3S/6B2gw8GXcJjkFB/qIp5YcpjMU8R8zggu1jC+OFsFv9UjdWFgcenMtabkzogn+c2nzp6OQzXe
afa9UX2vdfvLqH1KmYi4faxWQ8WFycUpVmL8oOwxmaevenQfxD39JW1328ham46jgdiVRduBJr/4
FRc7R4gqlDgDaJ6XaKOkFE73ieNYB1VGQkd22vYALmh2A3mkF6pL/rFXon7j3lndXHgRoaqixw+f
zfVvyMyhGqinEq/Kb9pfeNGeZ2IugxDSZs+2Xm4vefXy5hzRakFR9jfesV7W/CBDfebMCPO7xOh2
SO64zXAy+vw+eR7lttv4kKtR6MLg4qD4chHW2kh1pG8fA6EtoGy5/+oGioI+UzJU8JaF0iQqFSOx
UQoUJLBx+i3rPKXx8r/NZO/npYcI2MaS1g0aoNApLYGhXET8uIx5l4hRXstASbbUz/E47/U43QeZ
5MXGTpf3ob6FCVirmKI0r1KTZeSTSaDFKa/aOOziIEQ/SFCHV5kSedZYmrtOTf1j1kH81c7aDNe2
dawNJz6p1lS/n5wg2vDX1UMDSB3+WLC63C+L9MWS04YuFPvNrWoelULeK9qv3hgOWf1Sd18V/xym
G0n2mhPB0S9eYpQWoPy+PiOD77T6CIHoGZpvN6x+qeaX28dirQMKRcN/LcDucm2hneSuthtGGcre
jfX8mzrsxwe567/kRX83tu9UGjfjpyB/DRh1mGVA4ObGyVzNzRgZpSoOApzqyeIn6FVDLBK6vmZb
/kz6vHStSTkwCuNJ7fgutVKEN3dGyKxvcGoC9V7N1dPGLohYs8xlwK4ynY7qGvXwhY9NcTqWQUPJ
VFLCTznqg4Bb9v4seZmpntRa9mTIJIwcmlMYcEZIEG7bXztYl+YXnxndEzbAJlbAxQKHTcn4Z+Wq
PxToKugPyPVOs+KNK2Dtnrk0KX7SxQ2gxLFRjaWIvt23PLJ2omEWbAImVxfGyQXDhXIVIN1rK1He
FvKk+KCH5tRtZeZYw309fNaCr3JxzozqQCtp4+27ekw1BkzFvAIs/EtUY5I4iRE2MsfUarhLPrej
Q4vuc5T5kP7OHk8Mf5hfsn7wbn/EtbMqxqkEEprZtKVdK+zVarIY+wgSU7A9RvrWM2LtyQ0XmOCy
IvuSl1WzflAmxHCJBqXzqEmxm0WfurFyN/vFwtuXp+HSzvJmDtU2lAKKprk+7tLWjzwt1ciw1G7e
T4RiEs9kq/u2dj9f2lSvPaWdmd6yS2pbc3Kwq0/jD7v42qGNPrhp3/zBl+IeQT2BeSee84uAA9mv
Jg8xzaau+CX5lWtuDV2sHS4SZP5D1YMxxcVinHGsJWumvDl/iJtHCWHuqG02YsaahjigPBAcIBcU
lJsWQSOWUbpzUh6VbdSqp8i3p90UFe0ud3oJQUxNOYGgg1QgjxxP69NuZw0tJLlGZbiqXZdf0x7R
HMfeFYHvewyAiWt1qvdjUduej6Cm56TBljjp2sZweZI88Kvp1C82Jum0MI5kRMYYqfVgBLRt1+y3
QGhrB5HbhAPCnDljbQv3jTofkFMYpeeUMqnS/8qLrXHvNWflLcYxZ2YH/1lcF2PTlHoooyfBA9uT
yCCzJvAa85FYKlBLm6S5q9t2YW/xqfWcV4jNOxoQ5kud6Ye+GLzNgt7aosjfoJekKg9FzOJUhEZv
5KrVoCmhmu6UcN4V2sDyuHfk+tAV8UlvitO/D5mXJhdfyuilpkBrEPb34BvFvZ0MvfFtC6vJxaWJ
hcc5MlMotT+kjKb01tGsB5DEcjg8OFUVHHPyc/iU2/lYykzQSVHJE1rDXbIwVV6QqpO3JqTXfPPy
5yxeBemcSp1lsOKQnF2g3IY/6MqKFhQkBA6Tk7+R1UFC6qdZjwyN0T+o6ovSwcomvd7e1bWLCCIC
kHM0TVEhEau8SB6S0KhrXxGbWjhenw9uDE5DcdC63rjM1/IHsDawnTLozdNi8fW6WiunPtfR00By
ZB7noy5/jY2vYW7c+2GxqydrHyZb76pVnyGwMg/PTQufyWJ5QIQlCZ5VlC9gF5EH46XIBy9KdRTN
Pg79vNemvzIr8SwkCopw2PkOuLnbG7x2AzuAWR1qhtAtLvkICNy9r8y+WDdURqLwzcxjHnvtaN9P
Vr6XNtXiVk6/CU+bUGuykQa2FyFm1oeiUEdUgWtJDFc+WOWu199Nc+KZEAZtXZAr64MtgwFAILuQ
tS0n+P28Y2I/5buG6llN/srH7/W3sniat5oUa3YsgbxQKFaZQBUWjponFg0tE6WM/EH3z4lpvJua
5tXo4H5TlW+3P9raS5WrGOyQ0Pr7ncYrcSLb6oW1xspUd+6Vclc2yE0ldezQqHM+pk7W3w+p1XoF
KFz0qvXhmAB2PN7+ISvHE54VYLxAqERisFh1VSq1rHQoGkh15fXl97nb2eRv3dZM3MrpBK1PkVVw
PlFaX7whWoSN8nEss3OtUz8aWrex76o7zfGUGXLqn3nyBwkwEFFESglwogezCAdlHGVjJMQnYpMk
VP4gldFOccTkwxbf19pxsCnUC2U2ixC32ELUTwYr7430XPh7SY4PSazmrmGGh6FwkFCsMqpk6pb/
iOC/yLvfeK0oLoBEAYR97a1qLoWB7aM0YClD/ISM3hfFZ3jTd/zQcYe0gP6/TLKDD2b4qQvm8qja
Y/46JnkI5fQw70tN4RV325dWUg9mIgT/C/hRoTV1/Zv0AdU220fBJA/67DBnaedFIefU6tWtfv3a
YSWheosJ9GqXMIo6QWEKOgDUeeafZj3d9xDY73gVHHtpq/O8BlAhtArFIQNgiKMvllUqWqT0UY5c
Sl0PT31o+XsfgDjYnzDYG6oSnYq8sPcRLT9vUgaaugTP/TgIIqihbvbKgIhLmMrDwzjn40FuNgnf
V3cDlCCTn44gIBF/f3HHtlqeIdNeZ7RXiuKYFKV2NPLQOSSFme5nQ4+edd/P725/7bXIAdBKAGYA
J/72dm4g1p9b0FDA8LqnwNKep+lzbcqFK/tbhPYrmZDJFQdrHoBkQT9xvT4ljZCayHH2sr43zJe0
2DrCK2tBug6k5ZsMJTnEtYFcC+x2DvjEpfG+j95L0I4oilfpp9tbtvKdLKpXpg7FIV23JdSpjZjY
TJSJ7xRyzdhPqT27xii5k9reVeP328ZWNg2GPZId2k4wEsgLt1XyzAnMUOE05u/i9jHLtwRW1wwg
Z8ALjfuPSLvYtLHJk1SJWU1TlPY+0RTJbZvWOt5exkpQsTRIAt8kd6CaX/j2xJef4FPLzl2TuNo4
e8r4SvFoI3StroV2KD0iyGdoB147APNijLXlDGg7Ou2nmnbhntKwumFlzc1QMKfWRAuKMcDFJdhk
Y1fQgyoYzfO/Of6zH1qHIbFPQfoHgoy0dqn8kKBBybqcAoKnNNKqGUkTqaysh1pvGtcK9ewU6YG2
v/2BVhZFWw0TAthJMW3xTKlqewxzyUHzRkp3DLBCY6JBegeVyW07a6k2HQyQuFRdBVHxwt+MLC8t
SAqys6iRvJf0T535dz2fc0N2B+nB9mboc9tnqd1t2BWP2cVVy+yREDoX+HqSl2vfCEdfXGAa8jBF
e5rCZK/37518eBgUZivH4LEwah70D5YpbVhe21khoEWfHkEfiDmuDQed41NuxynF26LVISoqvowQ
TKmvt1e4csTI/GDRBQCMQPkyLAUNuLuyi/Jzqv6qhkdGxpTw348UYoKOmgOXrPGbqmY3k6vIVpaf
R+lrbn0NafpvToqtnGEg+YJCGpbY33suYTbaYWwWb8sw6EU0W2wdq9/jwsAiFBWlPNbQOeTn2nkE
vjejX1HVj5sl1TUzPHhQhkXFzASUcP3ZIVTqa1OJ87PSP5Q22r7J333wOSo+3/7qq2YoFFFioy4F
ZuDajDSpcl11XY4Wt3bM9k3AatTWc7bmltbGB5gm+p+htyL8RXYyWUlSS0XPt+8cV7PbPQZRF49e
uMqb/kFko9FQuanxMU530WEOzLPdOPczhGb9T9n5+K+XTVv3LWmhn831eL1sY1bKqQ0pjOf5V73/
4pvvJfM52tLIWjlSV1YWb4Kg7IZCyelTpc5w7+yNBK2Bcos8aq19wVAegFIuE6Ekugi94O3VyNIp
TtNlLCbLHY7sZSXLgl7YMI5zZLqqlp9vb+Dq0qjJGlRL6Y4vp1LirFSqGGbdcyQfw7JyY+lZaTdi
/YpvQo0JKTs3OSyLS945ujGWlXeAJHV92vVD4E1FcUjAuftJuBFkhZsvovuVqcVpc2pQgZWNqUl+
NOP+IUpb7v87HuielP8Mm/wUbFH6Cxe7ZVKs/uJA+FouN2ML5NIeXyFQKx4sy3QbY94pTEze/lhb
q1t4e1jPsipZmCqNvf9pqorn2HzIu6+1+VwlX3yn3NjNtboG5HPAW0l0HQfUyPXaOBR+PSngEOfm
JZZVt5aYE0Vpa9a13RSGri4I9j3VCmhJVfYGqfCaa14aX5wHXg6ZopZ8SxUxQVVxFe3F7H7c3lF9
5eNd2lj4Cy+IYBpybCh9sYNwbxeY1cYy1k1wG5Nba4DzFglHDNtzOei85gWr2FMT+M3eVyTr7vZC
1lxDYGkQhIFUjPn76y9FsU3L686AS00IkjiDF4Q2lEtUSdTPTXuXdO/zaesht2VT/P2F50vyVNdN
hc2CNgFE+TTz3To+NFN3Ynq3k386W2PTa2cNuDWvRni2eHgtDoAakVFKugNgQP2iFI9oF5xg8SL3
SOPnP9jPC0uLtZF59LiEj+dHozcMpTcaD3PzECSvaq6AVhWNkn//bOGBR7/cIPEhSVtOmeZqENmS
QfuqoWNxUJThZajl6N+faWGFByukHqJRtvBHc0qrUUtRkK6rETEM6RD3XqUZR7VX3Cb4PnVg/8fo
of/kG3e39/T3ewDL1BbeXpgUmxd9JrMpI24aGhS6+jikqUi3Gu2V6cLbZlZA+dd2FitMx0hOZ5Wm
WVrJpyL4HENUo8NEloCnqNu/1OpVIQVHqmz6CKlhn1u0MRRkbKRyg8nr96PPD+F5SGkdvRym7a8P
iC3VmllnLNjMnrQ29Iz59fZSNwwskbha5tSI2xe0Y6zK9fOv8RYQfSUpYQlimFBgG0R1+3oJia11
WW2xl2qon5LGOJTNcy4/9vlzPHUIMN2nI8yh0xYJkQhX15cqZgXyiTYu8WwZziYDdbleQR1aTfck
J/UPVXrOomzfyvZus2m/uovoxojOjzgZC38ZYwWNnFEYCy3Xkp5JMzcu7t+vMpYjikVAeUm2lhPG
sW+o4RxiIQkRygRs0wHMLoqt5HzLjFjoRUDm0Qe+QZjJaF+KCa4mf5yM7o8WIyAbgnKX9+y1lbhW
VKPz5/+IkDNjAr4bavzbjr0y9QG5Ei5niKcyHZzF5R+nlGl1GdrG7EnP3Inj2pBQPcXdUVe/Go3m
BX7rhVPCwGQARmvjXK2GkEvzi51MQNxEfsbBsieP7PUpMz+o6Bnb8qOUKm7W76SS+c3uqx0b+1at
ThY8pJkEo725OWP4+50naKYo//C2gyZ1yd9jN4XtZzonUD9W9fcgqplv+Rkz6rK96b/XRq5NLZKI
MUgNKa5YdYxepl8dwuBpipID8g5eFu0KO3OVwcu/3/7Ua6fvcn2LCFP6ZttPU5aKYoKlvxb91rUq
/oFlLKGPA7yPlIHrdbGqqpYLWZ7pvMsyX9DaV9H7IHgN9JN5HF8laeN0rEUupvuJ92gZMRi6WE46
y2WuT1iLgj48KCXjgP4kodZpNcmd2VnQNnRMDFlWuru9jxuGl2BKq9Zyww4wnIni2SkYdqnyfTSO
RvIhBGFx29jaVX6xyiXOKU4BUTQZOJi+sF1Dfw2MwJ3yHCaBw21D64FApR8uHqmwCS5SPotxV0se
+/Q88f4d2l9Z0D6V4WPzvZDuVe27pKH16e9lVM16mMm2cCprEZUuBS9Xyq+wZC/igFpZcamV4B3G
7CsTJVHzmIe/bq9w1QSlVi4eGgn46XU4lWcYbrRJTc+acRe3T/JwkKsPt02sugY9AzEpQUF8mVia
sRyoQaVx/cB4ED5qw6+aqbL8pFU/aFt7t42trufC2OIAzGNtz75Abhhj4LY+agChN2zp4a4bYYIA
VhIDHfjFpuk+5HR2hxErfBWkJKb0qan7Ld8Tz9vfIge0tv+1svA9yJGVKFaBg1goyUXdrvNPmn4e
jC+99VWzdlVre0zQJ+l7oXV5exfFAn4zjewkREsgGBiTuPYKrUBLTvL5ZJHSjcdg1nR3smtlp2Q1
FEyVrW112Ffw4AR/CrrkqW8nbeHqMC+3Q5TbZM36vIP4SOld6M26naE9Duh9ci94yAc5xksSUHBI
KJZvSeuuuunFLxAf/SJ9UZinDqSOXyB7g/FXnQRunB/Te2r0VrwVptf395/VLhzIMcOBO97nFTQz
XxX+HJMPks/8Uvzp9ndcu3wYUoIDFYA5uczyNFgGXcI2zs7G57C6K6xdY/2VR9OzEbxT23avVtLh
tsG3Rt3Sc6AA4WMCghQDute7OKoGI5VpSJ/BqfX7ZtAyt9WErlzfD0weJxmjpOZ8IPmO7rqpCPfg
SaWT0zbduyEpNU8p+vJ+aH3pY+H433Ir6yjxUkwwKoRKcqDObs5Qyl4IcRzNvLPvk7CG4VofnUdb
iZwHGuLB3e01rX0sKJ5F8cTiTb5saaRBITU0o9OzZDcHSwNn2UZeKyf72v73U1jw6sP6+AaiI/8U
IeHCB3sjGhIT3paz0YyuWsM6VLmSvPGNVl9VDBAKHnTYaOgKXFuRdUTlAgFnmQPV9+ZhCnal3X/R
8znynGL4FiddelDq1NP1DKKHftrf3tD1H0CjnzElQMToS1z/gEg3y6YaJNy/3jFXPD+02SHVH0Pt
xf4ryd3+y217azmswBX819wikMZjGgE64LRRs/xRp6+Kj5iQWu7NLN617cbopNi83w4AjBwKMEUZ
ir+FsbGF1c2xAK5okjfnB+l72oxPsX1n2PG7KfP/GosttvXV5YE7pspGq4e7/Ho3J4jN+ibss3OS
tbugehAqgQ44pXwnhckfXK8QVQmyRqaC5LeXy4WD1l2iTkoCUKOo6kMllXu5cO6Lcus6WF/SP2YW
DmLNPEWyuBNmQHcV4bFn1IlGy0715/totrf0CldKzXSbBb6BhqIlinvXeyiHPowTFpAytfg0tqcY
GoU6r096AKhC9uq8OFLmC6vPbbOlgrJ27VxaXlw7ahpSODWL7NwHu8ZId3K2M4Lx2DbSPW6HwNzL
7cOwlrsw2qtSqOWuVZe6qkoqxWqlg+9RmpfcROo0eoyKLSKete93aWSxneZIXcrycZPUOoXw08Vx
sRs6z0mOXfbv4Ql8OiKzDs4SOMwSUqWYdaF3oQFmwMx0r1em3JslSBgge9xa1uremdD8vZEx/DYV
bc2NYnX9gFtqvfkQK/O0K2T7Ts2NreRv7c4BayPQo6R/0HRe+2OhwTg8lT44Abt0pW7cdeEnmcnc
pNyIxWvuh9OzFnyBqLVwvziRewb7QfZExkGak93Qv5d1t3q1/Xxvd/3H2863uqwLa4tzHcKEBakc
UBKy83E/Rxrg0M7yxtIKD7pFjnvb3Mri2D+FKjOAZkSGFubMeDDyWCcWN2hpTTM6A39DUaC293n1
lCUbB2tlbVRIaAPTAuSdv5yZdIquKIdOHOTqNDVnMPChCT23vfHBVnyQshe3Jm3at1N87RkJwKMg
pzl1lkGAG7ZXdffGpn73yvkFgUo0JAVhRUs1ZG0y5slJcD+qn2Gg76XxqwmXcmd+BUuw8ZFWMJGi
PgL4FAkoDC4rJJ1UMRxUJ/k5Uynmah9tuzhknU7gt4qz0+hnrfklgemVqWEHuv0rkfVjePQpZYTK
g5ZPW79n5d3F8BQtEKbphOLhIglr86nNdYCW1KH24Ri6tk1jVaofBbdzGDzrqac5u67/HDiQiqbK
z9s++zY/tUggME+nmnY8cGpDv/7AutROY9AAcciT6Fj698NwV0kPdShR6utfCDyHoJl4/TVePXay
Z+Svg1xBY/Y4msxEPBjST986dMlx6J5yutyDct9rP3OeTJL6EKnHrL2ztwbbVmbCmMYQTQYQnJCg
LnUo60yWunBu8nNl7dKImowZnFJH90CJhZ71IzPcMpj2kjKjY9q7/KpeRmTiKRkehVJfM1tHkuF3
Q7OVT4u9+m0vEYAA8q8jzraEU8uj2ZNRA1uQ1CLYj+RJx1Kv2q1y8UqcoT4j8nWCDL0tcZwusqJO
8RvdqBlicD6Ew30ffrfyL2gru4UWe8h81cP8MDbBO+dbXP9ss59h1H/o1NolvKImeOprfyNLWwlF
ol4EpJk+G5i9xe8Z+EQWoAdB2JV4bdr96mb1OMfW+6HcuhLXTMH3CJ6WEplg9bxeeu9Hs18JsrMs
SnZ2eKcasVuMsefkW12MNzm4xcdk/p+kE9QXkWLZOqTcKeVDh6BkpNq71Hc8Kf1bsnPPCIwna/zR
HGODJ8vUH2yt/RD6zS70T63WHwIqNGw1DU0Jjb7n28d1bf1viFWqcwL8tNjqWLLNupwh+Jnrz4p/
QKDCLL+MW7jBlaDPwQIXTWYKbnVZj5kYkqOKzIwvhUB7Ll26hq7//vZKVm0QgKGh1WzGHLTrL2nW
oC2gaqTmo3405nMWZFAnb8TWtd0SoNj/2ljEtklOM7+qsUGxwtVJ1+LkgBe70bSFtF85+TYARK5+
eod08BbfhSPQl2ZIrz4qnvQIRl+YoG/v19qhv7Qg/v7i0PsO4I0sw8I0n+SR1p1zYJZPk13AKSgp
/IExmndUIaiswKBybczKSRKtTjRCv0r0yV0TiWZD/ihb75utYL7ygCWUQ5Qp2iJ0yxffqFDzwJ5z
cBV52ryz9OaDE8hPqUkRzo7NjwrylkDBQd5k46/ba1xxjivDwkEvNhS53TKNSo6SGoy7Rlcp8jQI
jBiuLtcbAXJtjWQbEBCjvSuwpNemAn1GhrqHd2Hmap+VO2f4Ub6DhEx51eTGS031cHtpK/RFjFL8
Y3CZUPHq6ZK05Ybwi0p5Nqw2OCCHkTwFYwvJf93FhzpVW7dLFMmbkHbxNJoOnjMihhkxbukOfdQf
Jr8JP2ZDGpkgK428OKgMrx/gkB03kANrz+Grn7t4fmiQQiD8AjGEnWnn0HkNq+g59p295j9EUH5T
wIuzYNeNk2sb/z6NhkSYtAu8Kj69RC0kQCoTNWSnjCTftwoaZMrftkyN3ZQ2Ap4qItriQhFsk9yQ
NiwRAIqvvcDP88oqVe4uiLAPY7W349YdDXsHicNJax607CGAWpjCsNfY+REhAMU65NX3PDq1vrOT
y6NjesVIoQeWnal1Y6f8rHVbMKcVqDqu879f+RtrQDs1QeoXEB422b5vvvC2dafpXa91BwnyDiA0
f4XD/Dmv75r+SeuSjfttJcqBBkKAB7QdHDTLvp46l1IVJsBCUzGf+WL6MKCjY4r+ceBrO1AH/0d7
C89LyyGR5oFv0kZnP1VdDTGMwLkr28ztqQBLf2SOZikUPxQR3t4mFzEnkkJ0HSw2F+oEV7JfJa1x
TRA5EiRxkvqxC5qNQP4m4Pyb073N0QgoPpfhtdOVBLPcmCAjNAZK/30CljJG6Fxr72vJ3JUMNWv5
acpf67g+pYN8iHzLs6v5NZv8O195n81ndMMga4nftcWhcA6BZn+6HazW4rCQleL2FARAy36dbVaB
VUc6cbjvadJJqOOqVnso1Wlvztq0AVBcC8Vsvdh+sjs6hNf7EZZWpxbwfZ2TotjrqQb1K4c9+5lp
wXOFIkzTqD/n3DzdXuNKsiO+OfgRwRDDd7i22rY5w30AOJjD+yhZOWojJ2v+fNvG6j6CNxagSKBL
y3dtIVdA/CuSNiv+1ramAJwJloZoi2JszQ65J4O3olkISej1WvwsqP9DbqHG9yUaQLIWoF12MIOt
l/paLLg0tIiXktpoeWCSvTUhgmxV8HG0X6Dg6/X2ONb+XmuC4+0dFEna8qwwk4oYG3UB8FEL36DD
WfTtGzjDfx0D/THXH+XeK23rPkMV7A9sQUDBSJ3QOlrS6BTy0AetAlrOjnS4p4ZuX8DUUDpPbRKd
YHrd4lFZvWPp7f/P4MIFa79Np8wE7oLK9Swd0lB/VeS/oRzbFZ2H6C8SMDufYw5Lyu2VroEaEFWj
549eFsWq5UMK9hajiXWAWrXlBKdeEoCippqRQOx0arS2dMxNP33Ikyp4MM1q3Md2/xIqAcI4lWo8
KsxbbETFteOINoIupm2gx1mWXBqrD50qHUAZNaDTnF82elPBVtK3uuPUvEU5gD9A8l4flKq1zL7T
FDq8+vA0wC1djNbO6LN7JTD5sz2qkbNrJP3e6F6Sdj78ybaLNgPINQKdvniS5LOWW+NgkcMHKSS+
vtrvqilK9zKSKa4+VL1HVGo9Pcn9XdyNNmjRMfdak4dY35XSWWgJb7jC6r4DC6caYMK9vXwlydlY
pJEh+vxd6iaxhc7S16TbIsZZO8Z8WcTW8XZ4mxcvCtvJm64YBOtCU+1m+o17OS4d14+6+Fh12VOT
beSQawYpR+BHgseCS/b6QzsmFCp9D8i4ic3HbPiiyPfUx/S5vjej5O72ZxU/fhmjLm0tnGp2TH+c
BUS1CQXHv+pL+2DSrY37atV3LZkONNQqEAn/P9LOa8ltJGnbV4QIeHMK0DQptqRumRnpBCGNJHjv
cfXfU/pjRyQaPxHSxG7sycx2sgplsjJfsyQsFrqdDoHDno2dqjxAT4v3YWj7B9i/iPJPw/hgyN20
10Yl35vp7Chunvv1ZbIz83h/wGu3gACTIjlGCZrveTu5WlFPZp+C9NLnEiES4ckVINdz6INk9FIt
bFE9c94PUdtvHBJr9xwZGjxUoPcWD4TbwHlQYRvmM9O99qOm5Onoj00X7+zfd0DmrkFcRgiMK8Lh
+TYOLkDNqPsMsG9n8g9bTx6otFa7dgq23tqrQ4J/is0Suqg8qm5DTT0qqU3JpWNokWvU7WOCWWiY
/OBlvnH6rO10SmfQoIT0Kaf+bSS91P2h6Vg/Wf0MFcSNUJBVs+kPzhNEQTWkT1gZVAVvo8DGaPKq
p+FSkEA/ksl/aLXQepidwN+4rtdmjvSNqqP6EzKx2OJqETqBYdNticVxXrlW8XpM/zHCjZfw6rRd
hVns7mnOe6zyIPPTzlGjH8FguM4W2nh1KKJeS/lcuIgtPs1YaEn7E1+Cy2LolzvdPlloFofZl/sb
d3Usv+Isn3K0O/Lazrn+oqYWniQheoFlsnE6rB2HvKZpHgkdKGNJFudgKhMuEo5DRYN+me18Ftv9
cazP168Q4p9fvdmGScqlNgckU/rH3Ld3uvoWCLb8ByA/cvZfYRZr2SY1q9WakaT+KVc+dM6p9r/f
H8nWZC2O0rGuuyIAi3tRQtuVqsoLZGvj0Fz/6L9GsVhcfhp2kl4JbSDFKryoDnc2MF2Es/7kgHFI
brhycUyicXb7VUAHOoHlE6jTk4OmftGS8qTYP+5P2Nqnp+sJdR9hBSoSYkKvPn1hhnmQDOAK2I6O
9bkxJDccy90YtxvLWEzL8lYXTGbepQ5ItuVxGZnl5M8OPH2TzDB9ivovikOPLfNC6a96DPbK+Nsp
Czg9YAWgT/gvqcvtyKqElq81sDmT0TxZ09vZblwZ07lKTU5D/el3pxFODbJmP5UjqOssvlUyVnD1
cjquTY6I+o+puJTD5wD+7f0wLycR8R4ybRCkKFK+MASTCytznJoW8qAfIlPGPjs71H3J3TN5VmB6
HO54WUwP96OupEpCMwitA4Q+cM1dkooNbZiGLKSAjX5IHB0N7Yc2+LELeMOT4EAmeuKOUeEl83SR
t3z2Xm43YlOuY8OhnwMV5fYzRqlM7SSlKcC9dyo1tHqGETz81vJ8uQ9uwyyOQL2IWt0u4QciYuzG
GZ6plK2UZ9M+3J9LccbdboPbOIsz0DQqJZ9hllzsIdsnFfCy4XHQWm+c3g/yljr8+tzR1wP2gnnX
0s1GqeY4loaQZCh/k6ZvlKaF2vXbhHMxIJy2gVmKZ+DiOJzkei5tJeDuiOVnrXJcu60e1WGryrc+
lH/DmIvspOolP5Nlwpi8q9LmsVSeTOvb/W+ztgY4bhE01cGdkD3eLrXOtOQhRBjrIscP8pfms9MF
EPe//7cgi/lqm0HvU40gmda75vCsZAjz6Ym32a9bOytMOPpU/GnJIN18O5qK4ZS94BIOYiknpxEQ
Qf99UIyzJUH7y1QvzbKNu3FtBsH78SBXgXq8EB1SatMaZyFZacWyyy1f2sEh6uMdiqr3Z3FtOVwH
WmwjzRzUQc0aaktN6iU8RqNvNCU2RrMahPawhUw+WfHSU9oxZshyIogaopKffW/V42aquhIDxyUK
KDb/K2B3t1+p0fB5kRsZpTg9phVyBiTkZjyS7k/XyndR6KkLFUGZK3ipg1ljyg0FE5RYPkhP5ljs
7MYGzvdpk18q0oXF8UYgYV0DPgRO92LR+b3d5ZIFlqrtRjEc2kEbecTKASpgTZBYeU8iYrDYPyjV
1PFQAq8DbZnA4yb38tLosXKCQ7Mlbrn2cf6NJabu9uOMk5n0sczHyVNnP8T7Vte3lVHXgwgTGtEg
RFXmNkiQhkrvlyRGjWm1F0Rr04NU9zKFuz7YuHxWQ3FSA1ahhAMs/jZUnMMMUPs0F+IgbZvtyMCj
eusxsRYEyDScftEEgoF7GySCrqS1OQI5QfTUVug2t62LFNpvv4vppyA7JoR48K9ZFrJbK9anRKj9
oKmi06xLz3b34/6mWR0I1QrErLBx4QV+O5AklmS51AgRlbMnYWeSCaVPY+MkW9uahihBcT0Dqlz2
NOJcyfyUkg/PCVyKIw1Q2RMOOFYcbczY2sZBmwtAEftHSFbdDsfqm0pPEzW/OMEzDL8GiQAhQSPD
XkYkd39/7tZGJYZExs8HcpYHTmrxerFqB1WhKD/Feuyx1BQctsN5C9e7MixVsGOotzIsUNC3w4Lr
jUR4CfNhTnEB7k5K/jDL0UOWGogAbNQuVkZ1E2uxIuTJtKVQItZw1qdo18pegzT51odai8IBR5WV
Axs5xcWIarWRCqTIwaO2eeBWUhC5bfXPTF6+s+TM3/hSK0hDtMuuwi0GNU9xmFgCLi9/bkJ8Fprn
JqsPOvWltj7q1Xtj/Eb/UJvcLD7YAaxllNSa4eLQE2OH7OTpQdqagZWdd/OTFolYFhRxFjvMQNi/
QgJrHt6EW+3KlYuKEAjC0uHjMll2Lua01pzZFvSEKXOT4FmpP9zfAetj+BVgcRMWKX4yoQhgYV6B
qnZevx2cw3+LIQZ59Xiv4AhPjQTzoLPf9cGHwfbdJts4n1Z4hGJ9/BqIGOhVEKXT+xi+IjNlmJ2H
oGr7DgEwIdswBt4IneSNVgboP5k4gsxpUiBSLiuHSG+TUzs6qRuHquF1mEw+3x/81hdcbJMgC2wr
ERNs2+/y6ZvUf/1vf3+xLyK5nXQfh4kLxf+9YzSvOpyL/iAE1QLSJZJMeVl/7wFKBFIitOToV6nh
eWy2dtLqJF1FWExSr0W55U+IBxZdDedfxhnieH8Mq+ucNAywpMhfl+mLNgddYEozWpbxl2g8y/ln
RLnuhxA/cpFU4pj0K8RiEJM24tZZE6Ir0aUqvU49yO8myjn3w6zNFTUceJ0UOpwX6i663PRx1Qni
RvdFbj83m5Tctam6CrBUd5n8blDkiCzc0cujNHSPmSk/xkHy4/44tsIsnxRmEsQDNrYXvbfc1npU
QsnbKoJuzJWu3h4K06Br0jirDAWbXMV+r9rf7g9i7ZujYCcYSKow4VnsvrzvDLkXc5UP6gNCZt9N
6XVpQR5r5y0I7epY6B8DfIRg+MIuQ8l1KwxlxtKUH0c8TApjS3pb3FfLBSzYu/+LsPgiUmk4oxB4
vfhz9SNHcdGFglBUzXtL/3tMHmcr3Iq4NabF96mzfu4sVYwpxS47/ZB2W9eC+M0vx6QJOR+dqr6z
2JRdFiuVNliCZZf2u1oJvztqvZsT4dtrergKIceyi2fjb3yjTrL/B3U0WAiAqsEkYye3BJfkUzlP
I5RG0r5ycP0wPFe9frbyj/OgH2uZNv/99bg+ob/iLW5BNNpJ3U1uwd74EJff+/7p/t9f3bRC459H
M+54SyiD0aEgSzEA+VzpYCArOsmv0k23G7FpXnwz8fBD/0kY6ixWhRaQ8BdWAC9oir9W6ezOcMbM
5iFV9d1WMW0FoKuj2Q3uFL4YpcFl0VhJumBoIx6bQ9pDLtKnALxhMD/M9tR7iiH5ngz16p3dwm8I
tSI+xE31VMbxp96WWg8KANTDIAiwBYidhwRsD8ysEs0epxu33hCrk8+L2Ba/mItmkW+OaaFbdZZz
Dwc+lgeiB2+445Z0wL0oIA6WlB4Ep3UpCIlSdV+n8kNfv+7qP7iM4fgiwEzxDfjt4qDR86KI7bDO
L77tv4ZzFiF/JYdoPWwB11aPZ4fMGfQsnJjlYxKkajVLObn5oNcHZYzcPFQAFPt70Lv3N8ZKGVMV
7yBBbOd5vLwI5LiFkdCyjKwWoGxwsIed7X+Tpn8GO36goztZWx2Hta1+HXGxGlJ7GuayQQ3ZliU3
cT76m44AW2Na1rD6cqgziQgSKJO6f1shPtWa58pW3aa+6O0+iT/dn8W1MYneDZQqmin8Z3FfZxm6
lbOeX0rruxbDFov39wOsLW4e4GihcSibzrJZ2XSKGVslRwty49knK61qz7Sy8BL3OLTcD7UidgDE
D7gd9kv/T+XtdjCW1vqtNLORjBlWfvHU5PIhiKO9rF5KWXmahUas8T2zt5LptTEyOPqx1JyQPRT/
/OolVMWFVTYhNEarmvZlHHpO9D2eN6hvK0GgocIVQXOKZGRp3mWF8TCqIehdy0jNd3UZjAdt1MZz
2fb+1h2+kpdwgYP/ESUhTB0Xb9QyqrshEOq6ReQfqjB6o4WgjtR2N1fH0Tr7xchBLQ/ojXxQ4UJa
Tv8E3s/NH210qNtEyVzVieiR+N2G5MPK8XLzw8Ryvpppc+hRA3HocyqK8ynEFyailWpG8UNsbRwv
K9BNYBpXc7D4qO2UW6HRgVdPuumAC0MVIofwobMRw9beKNqDX17MMd2Z0X5M4vM8bwE114cKigiN
bzbQUg+rMHo59XkJXpK8cafgh5pA5DROavr3/V2zuq6o8f8vzuJUo5A9ocFIDzcbJv9NO2TZyYim
99Bit6QfViMhZgFLXBikLeFstjFLxlAiMqyBlzbw+MKJuhjNw/3xrJCc+XBXYRZHWl+BqC1VXBPN
2YPgF+HwKrtz7h9mpf+a9DpnQLUHB/TYB/pruRgOltMedXUs3Uye93bQefKwpdq7kmCBdAP8Lqg2
QPkWGwpPuGKiP8KGku3oAb2LXWqMH8y6esrk7uNoj1si46sBQfpz2YsK9dK/bfSHKjQlGF4BpJXC
2MmzW3zqkmGXbHHJVs+Kq0iLfYJZNNXrikjT9F5V3ktx4io4l5o2lcDpIA3vNz7vyo0FoBgFK0Ap
lBaWI4sTJw6rmEb5EMuzJ1dZvDfKIdylmhx47Zj67lgl7U4J/dFFXac/5X1QPeglar5zmHz1y3bc
hXVpb1w+q4sbqpagt0CAXgrI2YM69obwvWzyM9hct5prV+3e3R/8ypkAbJutg6MR8khLfSREu/oy
VuA5xFPt7PTpqROv7KB8CqnW7+/HWpnnn4YMVEKFwc4SsJz7hB9LzgUj1z7XdfsQds0GJWjFY4An
B71SCMXUcQhze5zHRd/LVg64op2rEz4urt+T7ptogCZertLArT4Wycc5K1xwVZ/UIfaCcdxZFA8H
pfDyiZJzu/WbVj7kzW9avIWA3VNkt20Y5on29xzNDymdMD2L0E52h/FdphpurvS7vn1d1w1rTf4S
q8VnnXMm0aONi3hlF9/8lsWx0fqxOskB4IYgTPUTWGDLlZOpPFtd6bvpLGWHMZuHjbfC6ofHgE1g
Njg87MVHyaOwHNqBj1IZceOVYUOyq8jz6f7yWkvWMFT6FWYxtiFqnNQuGVs2fMAoylVJKuT6hx38
8GXbq2GghZb2IFWbnIz18dngP0mmZBi+t4uuLMJqnnVkbaXIUOmqje0+TSOQx2Wr4GTRKzOmME79
V4yB8KnsRuk179FkL0lV4CmSH3t23HRuEfv+RsqxuvLUXz9sMSNm10w++xuYiZxjLFDtpvH7H1CY
2HJXQcTsXGVQg55oTW0z7V0Q7IPAcrvpRxOCtbXD3z8RbyKJw+wqUtskAxQbVM7H7lzBbzf9k51u
qWSt7hBSbjwKgTLxxL0NknQV1RcB/2lj3zO6A5s0br466TkvvtxfsKvL5lekpfyCmrUz34UDXrGG
89w9x5G5sSXEb11UYSjA/DuWZespyPo4bmPGooB9TpRzhuloZr2N5ffiMhHaClBf7w9qffrgA8HN
Bv+xLPyYBc7t4QSSZYYBfpwbP3hqMv8YOL6bdUNEWtTFH+6HXF3lBs8KamYOt9hi+xVqnfO9SM8q
/VOCiqAZg0zcwhqsEI5Z5ldRFqf4bNrTmI0mr6UhvOijV8S7IU/dUZchjoywEPXGlebmXUfSMNh1
6A5J4+J1ieDDWJ6drNkjFuUORuDp9bjT6FC3xi7vfB6v3TtLybe4xytZFL9X9HvA9MPGXsxKP/ai
vcvvjcrQNVGdGcJ/NO2cyn+3j6a19bZY/QYmCQRmMAL7szgEojZmKJ3Ioez6Uc674dh2KsZ5g7PR
GN8KJP751RnQW6PcZgWXKb0mz7CerJbsMJg2VvEaDlUHg8p1hamCwsBuw+CVaztxTZgqPytV7in5
Kck7DwEYNk8embug3b+z8q0ke/VI4NH/k74L7kjsrqvRFWlWNmQL0HfVJ90KHq3e2bgSVpfFVYTF
4yy1oLHp8CIunVO4o2a5aiR/joJX+MOlrh1eRn0r/REL7cUhdBVxcaBOuR+Vk4BtpqH0gK4HjLh+
jx4G+VjgNqHzYA6nWJF3c5j+1VT++/uHw/0ZRfztdkZjXU3lxGK8tZmf1DZ7KKqNMspqCv3v+LBD
vo0Au5SUQGivVIPmdnPwFhLqm1Y3XT3eggmuL0vwgahZU6d84cDRR1IxzAmxiqrz6rg/9oW5C6f5
hBAGzmDa4FG+flc73buwDi9htwVTW51N9NioxSBnYy21N+xBsiRFID2bKW1cFfzlc17V49f732wN
KELdi64RgkxCAW6x+xw0JLQ0hi1GxcSb6VGMmbKbDTLmQPWK8hWt/xbjCP2sD++jdt4nvYzDbfjQ
JppLo/swKdWpjhV0IaLLEJpf7v+8tUm4/nWLNKRs8yyORn6djBdI0NgQcT7ej7B2byuYFAgYuk26
sTgGtA6l2rIC3JqlpwDn2DiqDv0AO/yBS5C3TP+Q6/Hufsy1i/s65uJgSEw7L2DTM+fBl7jXvSDp
vKx87zOdSfPjfqzVdQwPDvAeLQQ44ovEtNfTOrawUrlY2scM4ENWOaciGD8lvYHwqvmo93ulRvQr
ND5HSbGVo6yoUQEVuwovvvDVMWsXcZjZwYRweu8i3JMcacqAv66OfSU/tu1zIIW70QRwVL+qqCzn
Q9i7NQ8nlBx3YVcfAJ8cHFKM2Z89PZc2jujVhwx6HfDLhXUDwMbbn5ckplYXDu+Jokq91A+9vnlW
jMLLAvm5sRWv9v09OnA+cmwb30XM+/Ksvo68OMuUtIHZrMrQzIbZjeBzh8PrvP0+lt+r8bumza6c
0xevXknkNoqv75utrf//GTtgcvRckaVbiu3IaoBuADSMSyeXnlU9FXYuYD5eP83erIKEc7Jz0L6q
o/7h/thX1z9vU6HEQHd+WVBrM2Po+2AQ7t3qJTPyo45VSFfUrmU3xwpy+f1wa3mMeAr/L9xiCaYK
DLVIGK6kwTOsqKMUPjl/AsSkvfQryOIcnaPaVBBY5WGqIXNTOY+18kXJzpkDvQs17/sjWp1AIL8/
BR8AUyz2tF0MFaBs1o5aO1407Gsj9mL5c0mJYY42boitWIvZg7hs57V4cUf5Pm54VDRfJ8ntSMFN
vdryzlu74PE1/ndgi1ksk5ETXwQLs/4gWWdbUQ+AlLyUvXB/CtfPxatQi6tFi3o5kCWVxydqp3Xx
KlFf+Qak9LjwJusr6Vkfg8CrLmXZb2Qxq+sR2jSPXmHLupRbnSU05JycI1GxQ6/F5iGqvKHcCLJ6
r/FEABRM/kAX4vZgs1OnUNqOmYQzebSDcxNnu6TnqPUPbf++U2u3VWTv/pyufr2rmGIpXZ31llli
OTAQ06lPmfoZewkXUswRDtrzHwRi6ugUWtwuP0+2q0CgxG0kICou0HScjsXU9yQp5YwiVeC4bVds
5NWrHwwvXXxuRVNpKfkXtkFdtQNXaIrGBIzgPkJ6Z0ue5mem9eJCAHJDxqmTcS6160w57otWuJgM
Trpr7aY7+RZNFqNUvKyzURNLETvC633+J25SFFdCt1cOKIA9zEihTPZWTXz1YzpcjXjBkTb8LP9e
zXHdymnXOazSuntdNdns2kXn6vq812Ku6Pvfc22CkdimqCD0KunF3i6cwEC4y1eFUYj6QydU33/o
N3e8OKiW83sdZLE6kdxom2g0IJuF5Q5PtAxww/1hrB2V1xEWeZ0yxIPahnB7hyL11O6b0h/NUHNb
GkQqgPz7wda+DwJwwu+GhgXwots5mxxekwHJFS3lwqtyNI3G6dSEaJuxG+6HWv08sO41BC/BZanq
baiSxjBJgA3p1oy9Wt3ljb1DgOu/BVncaZmFglFoMnmG8yHvGzeK9in0/v8WZHGZ6b4yWJFmwWvs
z7akeGb+KNVbO0d85hcLDfyc8JEjsVoqE89dHBvODKGgN6v3FOG8ek4+dJ1+HlX52BTlP0HobIxr
deUBMPupmYORyWIx9GovJRpPuUsUVRfDpKOtnaKSpgPwLEph9ydxdSPBhkZyip4Z5/1iOWi6XzUt
6hWK3HJZytZwtGOt3LhMVhcdCrZCcwcY9XLR9ZmWh9KYQRdInNwTYvyebnYKF+aQH+8PaHUrwaUV
wjuCf7Qom4xS7Bi1DDPBgYFd6h/rMDiMXeJa8YaI2/qY/g20bAG2YKssvwDdXmLLXffj3hk+JJs6
QhvDWbIPkbzmUTPD/jcsH/1R+2ttvw3Tap+Zwf7+xK2tBMSMQbZQRkORY/l6moq00RFeugTtDNDB
1Lvkn8KUthbc2urWuXt/KtqAuF2ESXtN7zqT62GY+leTxB1YBuX3sFOedSyyYM+8uz+stQnkSEXS
APIWeLjFAofEHQSVDHmmqmsvt7/HONsHUnPIh6f7gdZoGAzqV6TFeZRZYCcHuUGexS5sT50QjLWc
xnhqdBv9ctlOvHKq25MeJD3gUed7Z/qB12my5KFydImlyvQaFAD/YD9c/6rFaSJFcYTTJvuh1D5a
9jdF/kJPJsy6P9jhuMUJmWqoizin354j6pBn+Du1nCPYNZjtWRz3QxtsnFZrpzGURWHWa2L9skyE
zdTGhkuFZ6AWCALbmEd3xWerrc6NKu3jjsJotGU2vrZ+2BPAQZEKYxUtnva1EbS5PYHTLrpZc8P+
rarZntKlsjt2W8fkViz1dhKBirS2IVDoNOr/zqN9l8a7gBe778+7+4t1bRdSJYOMR69fRfHpNhKp
TSFLEwYimjpeYkO5+LG0R33gmKbmoUyTjfb52gMGlAhi8WAPdXWZDutKrZdZC/ZwypzMNTvzdTOi
G+u8Cg3hZnDk/3V2RnPjhF6RkQWrLWwNAG0jSrl8Wuthao5SCHvHCCn7hO2THzVvcl7xma0dNYOC
55x7WRE/ytXwypx9NxqaPzh+HHwpcZ+BwocE4e1Eq1McTaoFvceZqvNQWX9lseaVSf9gVVstitXV
Q+EXrCCfFrTIbSjWZFIoBjjcHJWP0RleW8B++sl4tDeT45VQwr9HRzMSHQbsP25D5UgROQ7ukxc7
/2jXs1fj1lLlFk3fD/fX6WognmogLZF8AHp/G0hVSgPBYr5gpTziw/A2z37k01kyrd9/FaIrAVaR
qjmarEu0tNHYCXUr8L66JJ8CAEuZ3Bz/hIl1E2Wx6yp9DBu7L8D4UleKracID8+42FL1XDkkb6Is
ThFtbsMyFODbvpfe9KCtTOmdKrWiS5W30c632o2zf22fEREeEP4d4g5YfKVyGgYjKgXW3DI7Fy83
FDWfTOPjhNiNXO6LunCLoHcr+a9gCFyg5Kf7q2QlFTNYHFTEIRiz3xcrv3ByqR8KmX2uj26Z/eAl
oBcbNZitGIv3YGPSWFA7YmQ6MvTWk2brrvH7cmVCO4h2As907pwlCiBKUxpiJQzwWP1h5dQK6qcY
0br7s7W2p1QU9TmQsZ4Etn+7p7q5kvuqSIvLHOnFsZvM0vUz7XspV29QWKg3bprVaNixQ56kAUe4
RTREVw30VYFkB/OpRu89qKp3nRbu8rzbGNjaJ1K5XqhyUHpxlsDsSlbL0vSl/GJWxT732zN11cek
157vz59YzYsnIYymX2EW+0u1mzE3tLi4DH2KZ+ePrtoSkVofCAoQQleQV5OY06tyTdeE6Eh1ScFA
PhLAdD7I/Y/7g1i5kQUt698Qi0Vgja09R9BqLgpMI7wo+tp12pm+8j6JxlfWqO+kqnwlZebH+3HX
smQKmcDZsXUA97XECZU5CVVrGfBdi1o7OiXeaGWkdW7ktzmnrs1xRXJyHEfV+DhoFlyj0vKSPNaQ
qrf0E902YbQ+Ifxz/4etrVM4V+jC8qME+ed2zst6CAeHUuRFraYjIv0k8PNh0h6LeavYswa2RI8S
HRGRCnGtic9/9XlHpW9IolmnSmycJrs6zMlJq+y9NTie3Xoy3bshch4gxXvBW6c1Dr417KYiejvY
o6fW70x9C4aytqThCGL1yfApDy4upnqCyBlERXHJK6Ny7VoPvFD3f195l7flVZTFxqmHQS16jTU3
jk3NmVMbnopdiWv7U3m4/zVXryTuJPguGg7uVDdu51grCjVS5ryggPLDqhRvAMBTRqLzNsiQ/V+V
ysOovppycJWOdULweePYW9vCvFPQboWmTIq0mNFpyKus7SpmtJF2UXqca38Xjhtp9VaQxYQaYwbD
0qqLSwGoh3zCnioXser7U7kahMcz/kPIElE9vp1JR/YbLbVGgoRPvHG9qn7M+993N+e6E3wErm9h
Gr9IKJ0hmwuu8PJSBk3hWulj2cffVQNiS/on1x+wE+RneSwiDysOgqvd18RBZ7ZtVWJ1hn1SLn2d
1H+ULHrFxro/cWKJLe4JTm8d1iDnCQqH2m2gKZYjqUla/Nx0TLmdUjpIbXC2LVLleNgZ2V/3w618
p5twYo9fjctq/Yy6TlNc7G5y/eKLktDY2HS5XIuCOZ7obNgkKkvQoD9mFcahMusaJGTeNsfgITKS
DXLRGuUH03TeMHwfHUKM+BVXY/HlkBU9luWlkezj4Ohvw+BD2UWPJiyouSl3RfEFAKGXx7Xb+NkR
LAGe4O3Gwl85FBnlTxc1OKcgCm5/BKjlPI26przYRXkq6vqcb6ngrqwQqCiysImnAkvz6zYCZfIu
7eK0vNSYPlT+61A/Buhfalno+vjM3F8fK8Oh+MqVT2NGwxZ4MRwLbwTbSqeSp76izTtWf/XZCEOe
IPfjrA2KNi6GWlAVwCAtDqVB7/x5nlTOC6dNsUxQ85M55PGhx2DQ9UsYKfYcbhmZrwyO3JKWBqND
GNBebOqMRtPQozVyMdJynwhN/yZW/4BBydTh9K0LIg/c9tvP1Sq2ITmjU4LYduxjW0rJOQod6awX
Y7OxA1YmUXwlNKDImS1jqQOW13JHkZL6f8S/cBiNXjvrVRe55mxqhzzHkMgqWm3jEbw2iQSkKoSU
J/rci0kcW6eTMj+vUP+tv0ihAOY6/vH+6lg5P4Aaw5uk8gRHZwmtjnxDrsdQr9DFf7QhPddOCWf4
DwQj4LmiKItFiOrgBrj4Uv2kNvYQ1Vwn8YM919+z+E9IdEgbwFyw+VKi+X8bQ2sVo+60sr5EvXkM
LGmnVMG+6/yH+xMmJv32FmEQaH7TECJfRkjtNkxe1A2ivAGvNTO41PpnE4/FOmvdPtoSXNqKtJy0
uEy5FsMCpPY7K/6U+VBBzDeJ9On+gF6uMgbEBuLT8AJhv94OqEQ2IOi46y9SghOFtcsTc3c/wss1
Rg6LmCR3OyceimO3EWjPTm1pEqH2jxaGpW370Q43NuhqDApfwkSYj7NEr8pVTpUtsLjc6yc7+oh4
Gnrc94exNlEARv8NsVhghlo3QTWafHl7cvNeeCHfD/Dyg6OowG4XS4vTerm09FwOp1RXikvS4AQV
mnKHeWZJi7MsY2+UhnmjTrQVb/HlgzzXR5lezMUsfM2z9co/jZn0KZdBxWl1Vm9UbF4+ccXwIJZC
QMBCQhXze5VEZL4U5p02swwkbdjlGIu4OneCMtR7tf9Wae1uVArJ9adhY8u+PLxFYCHSz1WLx4FY
O1eBe3+OLM0nYwYzkGFckQcYxD5iZOdFydP9T7g2RlEbFQqIUAiW2oSQJ+IuV7lsHau+ZMiRYMfo
o1NqZwcV/efCtlxz64J/uS6F2LlwiiCBBs28mNciKTQuPLm5aNr3Vn9stvwHVqbv5u8vpi9XYwv/
Wv7+MEY8EF/7bhy8KSI3sTcmb2U9cnYzbdxGAFWWBFahauRos9qQ4H0b0tesBRxd0HbdyrxWByTC
oBfInbfU+c2yxrDm0W8uoWk8lBZU6/edVHhz1Z9TY6PnISbn9rrg41A5RNsT35QXGNgCGfBZlaOW
6yJyC5jyekhmuXGErwZBc1fUpwR9fJFK1oU0B7ZOkID5KuKPfXdIm4+/vbJxIvgVY5EbSwoyFRiY
tnDUZc9O43MFsg7nyN0Uyfuw/K4NSJq3arSRva4ubpwRkd/8macsFl/d6745TVkLZ/o5z5+GYau2
t7roeNlo/HlqIUunudQuYKsUTXuRq7fp6PNeH3ecSKOq7u9P4MpI6H1ZtJxERQfht9tTqM4rWcMj
p7tEMFv3Gl5Lp6aNnI0zfeWpRqtH4O3p6oHuWF4irdSGvtPp3WXKZy910o9FaD/2inIYkhZPu+F5
6rJnfc7PRnQ0k7NifzT7z/dH+vIQBFICdEEIePEGWB70XFd0bUyth/Ht5/uQrukhllSqd+rgu7Wa
pPswoO2IjO/JGKfsdD/6yw9KdBA0mAYq1BWWu7styXTayu4vMFq83pndVD5y27qluZGer2C8ae5x
n9DgQHWNdPD2izaRX9uN2Q+XdoirBDnCtDrLWm7vcyTAvGhunYPjZL4HIrV2yzFQDpLcFMf7wxVB
bg8YfgQIe94k5L20Km5/RKRkZtyysC7Z7O/GAN5uPLpSrW/sw5VZpXRGM4n1S59iWb8bfT+fjAGt
InvYx2+bQFCELmGZb4R5uXTE8wpdKfRpSbMN8TOuruqG0nNqJbV8UYxKflVq3fwYSrATtD790lro
C5qT3Dzo6fQOcKq2kSes+GLarBz6qKLkrFnLQZZzP9tjYSkXAxWESUePfX5fpo/ptyHeJa+c+XlS
Yxf3P787GMm5feYPHSf/ff8j198l/kk2I29LbeXlvNuCvufwYbkW2di3E5KpuQGTLlQv0diU+6mW
a+vJyeO+8ozQKKDSlBTEN06qlYWNjA6yAwJEzadedqT6Tk37Np1R1LZ6V4MskjkdhCTbRY7L1Stn
V6TWfprjfW3+/ikJDBJ1YshC1Crg1dyON1DitGhSRblomYQzQmIalyZqq/f3N83KrII/ADxCki2s
Fhc7t0rrHkxswKzmkXKSe7OW3AICjdtpPOkGOLIbZ8XLXcrV8jMToNHHCEVKcrWuq3gebauc1At8
KBVxHhNhjq9pbdTZYzwWkb2xkn9Wqm5PBZoHzk/xEZqKL7onRU3pOS4a5SKbu6zydAtDAbfUdgiB
4jHgvM6A5o+/ffDexlxkCHLsG/VgF8pPlnY5vO12hVF5qCne/3YrRwQSaqxK4D+w2231diqTilyf
YoxysTK9r73ZaJXMS4s65zmRJlXhARFEodgu23kXhDO0lExCpOn+j3iZQpISKz/LrpCTaaXe/gi0
821plHp+hKSoR6oZ9m5EQOWgxLV1MuboMHR6tLEt12KK1BiFF17qULhvYyL5OY8aTYHLONmXyQwf
JxoobqE5NaLC8gWr7I1Brs00DWKHRALEzgvr0xQjYr1FteiS58M/YQiBCV0pNQPVhcDUQx4nnlQ0
bpXUG6t3ZbNwC7D9uV3pvC8hgkodqnU0cuYBTJL29ji0Xwo1c7w2bvppI19aOQlglgvjO0UgvZcq
kk6Wkf+hy3rR5eC57SGeJtW+M5GXIGW4v2ZeJoDcajqYZWro4ipdrJn/4+y8diNHli36RQTozStZ
RoaSWmo7/UK0pfeeX39X6gJnVKxCEZqDmXk4DXRUJiMjIyP23pGOUtUMyNegaapHP2qzGQ6q1Mgb
m3fZCrU8cGSc+zUUKDTiclGIQD5QztjN56q/SatxC5x66RPxqOYvwi3o3YhtfRPPxrErx8xKNN/O
mAYta/1fPQo7rwa8tRFVLlsS9EHQflSvV7tWcdLSJM00JnEbP6fR+Dgb3aM0bI1Bu2iGW5/kg8wZ
hZfTBdExpMOVMWm+XVSUJabQOYoixk1Vy8tGqUpcYavYzFrEVFCyYy72VTlsiWRDakNT9Y0huwOL
4Wn117qRvXz4oEnSkX+u+92FpdE0IWooMBkYirhaWm1ZatTDUvb76Z9iyVwHwou6pWdw7nY0CvE4
QF9U+Cx7ZUTWmeGKeqaJXCKz15xq/icxp3QjIF00ApqEWriQfLVXN0wZN/jzFGJEb3t5V9clnZnR
ruz4vxhCOZNDblDwX6PwnT6tysKoTaHUVXtqkZP3hEvR/X7vl+Hz09JCtJmwDhfo1OnkpdET5syY
zORpc3nfOtZQ3wwzKZDbF7WSvLzfHH4n0y6hBs9799Rc3wVNW0aR5WdW07uDNXzUI/vGfD+5HtjC
/ycfgkGmrcwsfT0iNxlbfiTVvrCCrs67qyoO8DIKXuiOi1F8K29zMjG0WgotxqPGn3m0BDRirN91
Zm+xc86vB2EIacnX2iFB+3TLdKZIzoGdWvR9vrep9KlErD1nkpyy9W6/ZMig5cjNwNw4ez2kpxl7
OagixBrN0vHCES2+EKqrjIbj1ue5buls2swIKkzuZT4Pei57tfuu2dVu7NHusrfu1vOEhUTlf2s6
m/EddbXDgxRLWvCglM0jGiSV1D4qYc0jdUNP5fKqCAoM9UCYc/0WH2uO8VKzf2oSR14RqtGhqeIP
ZV4W94XdbhzcC4EIbI6YBwRwj5Ly6uD2SLT2uTySNUQ0T11JCb9YgCt/XT+vF62Ingx5JhnYmokZ
p6oRFGqtosiRVLVbaGpzVEj+/lw3Iw7L6X3EWPtXpCjbR2658vG6UrqwypGC7aws2yUOTIFMkjWv
NpVpf93UxRWBOkcsAeg58N7T41TGqlKMbUdmp8eDh+DggCaAZW80Gi5bEfPHCA8EcPHnb5ITRAIX
244G6O9J7rwgP5IczCKyd9fXcubd6AwStFFyZsws/66KrtKIQlSITInf56HbBPpLS+Os1bjOLf2j
VrYbW3fm4JjjwYqIL5hoshTxFd8syiiXbpqDrvdTNJYz4o9TOF7O1JmtU3u2e2B2hZKiAxzulZd4
aiiYAMMlitozkGz4gtZtThFL2hpG9RrPTpxOWBE5KuoQJMVrp+vVuSrDvl38RqgKeqY2ZyFM9EH/
mSFS2u2MRCq0x0myh+w+SZL+xdEi2zmmg5lZD2VQ6gawOM1eXPKdqN+1+mT+1rrKqPaBYcXfbcQ3
P5WBrDCiexJAyqnt9UdtHNN+V0tK/ZI3RYoib1U6X8op0v6Wc1n/Mjp1ecoSO/1UpGrznHWztM/C
IE94QGvVxwElS+pezBsrd9XSjy8JtdSnMU+WDvS4I/X7gbLuL7Uo05/5HMSfkiDKCtcoqvI5SBc9
86rFMB80kL3RHoRnxBlDPOFblKoE+mAYZXoR0Tgf1KUdnCM4usw45EOZxp/0sohKV8uc+aHRG0k/
RLEqwXk0tJ9mkMidGwE/kB+UOs6ehxyp58cilngXL/KMwlNUBzQGsnyUPoVynH5brKH8PlqtdZvI
9fwNL08zV6ZzVXoa85l/FEkGpa3Ny0HZSUGZwRYd+v5jSOlCPky2lii73FDqxOu6gkdGFnVt7ta9
an5uF23q922RlIHL8Xd+RDHDIW76aU4cymaL9DzISZ27fVx35c5pIwXp7jpBVW1h+s8/cRGWy23P
3pmMXhy17naewlzZePO9PupWzkcjmgKjybtW0AtOXTxWk6hVx2n0mWVWoNg8D7xj9dIco4O8OGO2
CxJLfukb9FXcPHPij13ZWTEbohW6O/Qln0KpnaH1tFnJfwRVNoH/SBMVrGrCphtK0STsCuW1ncoU
hGGfybYB3cyMc8tVUqt7IKWQc2C+cCC8QCPt81AMlB8oT+Z7hPzrX4B2mnrnKEv3R0IkPN0Vg40W
pD0ChNkrqRrdj5UTfLTiPJduoJrk/cFqh2Y6dk7TzzsN5HrhgmexXqZ2lOUd5KIw2w/TMpeha7RM
Z3D7WrNir2ioFW2kZxdiFU8pShQCVSxyzdP9TeahigqTmvRoVnBKj6YWHYb6j5RtieqfdzsAlMJ0
gCRC74Zm3up1aEvFMKFUR1k6CZUX1B8m10G0+TAnlbwvcjQ04n7qErcubCb5SESKPrCkQ2mBzOTJ
Ge5HvU62dHkuRFBb9B+4HHgMgRc4XT7a46nZ6fnk83iYuQ4k1G9M8+97rx9IfWwvMyloyp1Vyqe+
b8s+1hefJ+0BEguioN1d35q5GMDqILbzfnPUEXk0UBkWqvina1oWc9DLJZT9EqDgUy962laF8+Zg
lcmyFsvT4kl+953HFQRTC2oh3RVrfUlkdmuN7SQtaP8lzh7N8fymbcr+zmj1kuKisaUxIO7Q07gg
7PHJyMJ5uawRokM7lXzUSPajJLa8MNSrB2eQhp0xD9JGjnJWBICxQJuDmRaUarjR1znKqFG3UxPZ
l41gvjXM4ofa2eNxih0uGwB7j4WpdF6mSPXh+oe8cGQEApbiKTc8IN81tUqWijgsVW0B9V17Tq3u
ZXu4GXvnuRfqLOhxqdOnoUuZGH0bl+3kxmJkQBUkz9d/x+vHW202wCMSGQQKYQWuPQocTOsMXaH4
OmmWN5QUzl1rNAc3mYp6H9FD3fdVY3qEysmbl7jynGRoD3ncM3KaSWpuPg5/6tjSvV7pivu8l6UH
WV6Wz6iJjAf4+s2Ojm/GGLnJuSnqqPpYzHXnzsUcHFA+qx/tsOw+Xl/U+cnXYPCQ3EJMpdJniq/+
JkmTq1itWlhJvjbNj5Vaf+0qbasTd8FJ4fMCxpX5dsA+ViexmplBQEYz+QvEjQdVnYId/hz/tNTe
2aglnpsSc28MXqWM9KS5uApkzFuOy0irVL9Ma911jG6+Qawk9/SpmzbOg/irTr2B9XAZA2DhzkPz
+nTnKFtFrNnR/EaO63u1a+e9PBjmS5Fr7T3XtSlYqp1nTGboOcs8bGnynhMUuEUIXYxi5h8Q4qub
pHHoxmiBpvnKRHMPkbrAQRk1/SkxwdaZ961dHfWldSt5PAyhkNi+ve46l3+AQ1WL48ly1yQjGw6s
k1MrAlTInNkp3Kf95GVyjWj68kWRP9eIARaWBjHdfpLHFsDh1hPjwucWnWycl36ymER0+g3qHvvz
oBCTynz43Chw9qh/2LoXBQEox+vrvfDBxdXNS134Mn2cU2NQiZD01TvZz2VU4sifF1RwBl0/WGk7
fhmlONi36pAeCivJPW1xyv11++c5CoUjMX+PGcI43ZqcZkeTFOBNsj+0inNvzPGwN8ukJeE0s+9F
IZUboeE84GPPEGI/DA/hzbnKiQJFkpea3gAtx8S8QSi3uAsDO2NAqDp8yNIgf5SCUX+yS8Tirq/0
vJ2rsr/sMx1P+E1nqYKaBfZoDyw1UyMvKJ3nOZm/lOj+Jf3oGYnzHJXRpzZBslDfQtdcWDWmhdK0
LW6b9TUXh3o02RKrruVC3NheMPxTJr5upm5lVV7cHv/TWv81KHz8TQTW4oDyUI9Bpx5dqf4ntdMD
ROInu5IQMm0BiMd3RV0X7mgpG7YvHB8wA+AHWCf3+npa1UKTgskSlGvM3M53ahoqXpoPdCIHI90w
da4sCvUaUBSFIdGFwaNOlwm515x4Mqv+VKIhWrkFUuI2gpNLkP2W4/aRIS07Ka1vqzp+GZdor/4c
x+Fr4rR7dNn2ARNTIgZfLMlf2HX7cNyCxlw4XCBSKI2ApBAjhleRxKYWViWgwXxDQ/XRLL24/p4U
NNearTCyZUn8+ZvvTY/LlGuDSlyKAJs8PHRmdwgMWtxb8xsvGqIBRXwUugHruxC6sdNOQaNCIHMe
x+Z70lVM1jJc490jk/m0XD9o5UDIZHbSKjAayTQJfITqZ0m2K8wfZWXeaNq4B569kdOfZytYojNE
0BddZW0VkpzAsgZDDzXfSLriJrTyz9zCW3qUF+41mtWsx2LfWM6666CkkolqcgqiAxF1JMX78RaA
B3MpAY8wLSA2lr1pTu1NA0DilnZlv5/JsB5G2+k+068dNgrF54uG7irioJhHIjQeTx2miyR9iJpU
9ttWRQytXdqjWg/p7nocOo8FDLMBYiLIL5Qh17dbClhG0/iQPtL1t4sZoMba34bmRtJ0Hl3JzQg0
GtwXHtxrFAKiXlIqR4vip2q7R078UFeGAGbdz/L0I6jVZ21rdu35KaBpSaNKcInIKtdEsFx3RmeA
OOXr4O2flaoddmkRmHe2CRxMGs3p3S7KA4HER2DbxPTKVVooUcuwy6UhKerU4j4qzRbhrwg10+uf
69wpYAQCoKPeQz/27C0CaKPUY3nS/TLXjV2np+1xLMP3nze6+yS5hjhzDn5x6nqZ1KRD1GIFSRmD
eUMUK8o+tze27Nz1sOJgQ4DtyWVXxa3Fyotg6jTdt6egRn5WUn5y9p3num21/fVtEznxadKOG2ON
6hW6NWfEjjZXljjJEsOXqi45GlXOXSIXMqPkVe04J8P8JZL6rbvv0vo0HrCESQrI6Eae7uIUWEFe
lJ3hx40+5OgYJwkwOIqnuqu3Zbilj3XuGuDfAMMR8wmSPA1OzZXF3FfLWBv+kteGZzMl9tC3nXS4
vpOXFkXlTuhh8RQGjHxqxUGBZqkR5USVoXDL5clJwxslUTei0qXvxcMUlDhHCdbXqm2FUkZnoB1v
+rEdg40d9OzWzLTxxg7K6MbpqHODm303VIRTy76R+dIMhIK9Wlqpm9MAINlA4LAadnYUTfe8ryp3
Vpxuwx8vZLrCFkAHVicYbauPpc1G2uiBY/g11Mpjmc/SfQaf6QaSVu/3VhPeFlnU38ySqXn6qCb3
+TQrW7IXF248moNoRyq0qGEnrhFq8TSE8hAUoAfkgpx6uuv0cK8X/6C/aCL/gnasG5oU5SGWfrQ2
U+4LrkThgVIoFViBlBB//iYjqhpHDoNFNtD2s2JmvkTTTo/myCVzrTb2+6IpXqq0psDCkeGfmgon
ZPT73ga/YEa2fG9osPk/JHOcqa4jDZO2ISh+fhRtUknQUwyxQ5x2DZzJsyyqUQUyfakMgk9NZrV/
qimQN3Lr80UJK2QHQmNMkEROF9UupkR0lU30n+3mhzo42iHT6OS4cdr2Gwfy4orI8+C6IH5LwfLU
VmlJRpZJmeU7XTQ2LiWxsTyMJYT8jUvhoiGayEKEkTeKtTqESm0bRTvwpbisiy9ZYOU3siRXGwzt
cwC1wGKIkrcgi3MEV+tpE3oZJaRw3wid8htiIkB4k1Z6asZmuOtHQ74Pp0W5KyZp3ieQow9pIufH
Ns/7l1rJbvUkyZhxHGR7K6mDoy0N+ne5S7uvSTVXT1Y0mruh6dLfFl2zjQzgwldHIQi9QD6FIICL
0Pnm1Fhjw8M5bgNQpUw0LkMqhWZufDSyeeOTX4hRHE68SxD2DV7lq6y7tyaai4Ya+B3Xl+IqchR9
M7mrsz1Vh/hXXQph06ivh51mDlFxsNOx/DKkhrK15HNRZNUmQSUdxiPo9q77FGWGeqCcRDazj5Nk
VyXy9KmRIqfb2WF6AEsR3AyM9dqlOWldM0rNvpuDxzh3mie0WdKHLLW/6A3aHRmB/8N770PG1VCF
o+4oFJLXqtCy0g9O14c24gnm/MkM6biVeVg9L5QqNo7G+aXIaw4QFlgVMchhzRvuelEjKqr0YXRy
z8x/aagkNgiUlpUDPf7dwQWUKS92VFfJ2/nvqZvNWtj2RmnlD6X9KFghyoLY9ff37p2oplNbo0BM
nFqXUlkKjaNUTR+WgqZjPim/dWVYPDPcHCZ19hpAf4rWGwohnJtzaWkN8VgtCsvsIeAyfcrSWBQu
I4tZD0Zyx9HZmjp+VjPklUozSDy/hTzumukYyVZe9jSOH4pc1j/OFEB2g96jyx+Nf5agM7xRB/St
RJrzojLQfiNHEzHyJNvFOok7ZWLiA4X31cXQ10GnNd1QPgxpqD8kxbLsmZg1Hduo+5NKzAIuI7nx
ENBRPl7/oGceKgwLgXSyCe6KdVtK61EhXXKnfJhqwWfStLBCDioIQsWdVVohh3zpmj9JNb2btYBh
AhR1Wt56QrH11FtjCcB1oUTVQ7+gGA4lTt7jTrFrZ2O3cTDOw6KwBZIKvCURGPLsqa3EKFCC1fLq
wajHYFc0lQNDgTRNKRXlA5jZ6K89JPpd0E1J5lphrH5QnKm4ub7Tr+/y9TfmcqcggjIH3ILV+Rzt
MKJLX1UPi9KYH6GxIZhnTKIxb2lsAHSkZJyLgyyX/cfc6BHEibN0fp7LLnMXJzXvOsmwDl3g/FTB
ix4WZz5MkEu8IO2qH9d/69mNJTZMMPxoW1BsW0fvKh4Mh3nU1UMaJPo+U+3Hgiz7WBW29vO6pbPk
AUuC0MzFqImBeKtiI02TVEF4uHxYHCXe1UzbRC93yjfi8HkwEadL8N5tQxUdrlMHiO02qGOz1mju
BV26q4dCpXbamPlz18rJiJx4Z2xRVs73EOitBsKTBFaUNVZvZd7ic8apNhm5t4TLx6JOp8hFzkOq
n6qpTLaIVefmIHGB4CJ11W3bWVNAjV4bFyRmbJ8BkGCILBqS9oPsAEJ2YzkK23cDEQSyihPF3+Bw
i61rXZXetLU025YfqqkWu4wPTYYDUqFRuJGZX1oYbSvB2aPeewb4wGWWJi1i259Ar3kI96K1DAoq
/TgGEeOu3uuO4DvfGBPu+iZVo4IXGYwutv0e6IrLi6p0zSmx3x3tebqBT6MkBLAEFbZTKzZI6SUf
JJC/9aAetaVBJBovgrulR4k7jhbJgtHppdtoZrqBnzkP+KShVLxoYwiQwBre3AZMMR6NyEFpYtpV
Q3AfTzGN7/bTMijHWvr07v1k0KEJXhLoMTogq7dB2M3lmJAh+n2dzZY7G3ImeZ1tps57c2ym6fDG
QWocfKEoGZ1uqW7XCm+QqoSUlt7EFve12ivS3lG3uk5n7rgytLqpzdrWgsJAPi8zh51a/C3HZ6uK
N+6Ks6iIEV6IsLmFZCBucrqaIJjbKBaqEqXZQXAuy0+F3OcbFd6LRl6RRBTOGQiw8vUmkjIpsJE1
6YcYjJ4R9vGjjHBH8d4zJRaD0BvfRuj0nEUmJ6Nk5NhIAYZxcDvmDG2mK9tuWFn7Nbc6Pk0aA15J
pmm1CrdRl9tNz9Po3py9Skm9vk/cABapNR+n8Pa6V699AFsg0OCivM7eg0p2+nlGc7aMygiM+0z+
YHeTV++srttdt3GWLrwagftNv54CCAiJUyMz3A0qFY55LyemBDwzSr4sulV8GXgS3dWzE37reKve
LcDPjqG2xJ4Npe6r3Jvhszk12bGXGAuGumN7V1QZNL5c/1WWjobaf6KHW/P+XsPG2+SGX0v9mYwB
kTN2Zv06r7Rlbuw8s++BlOVeoBflrYJelkc7pjkiNDXtirmp991U27vEjtNHs22no9SZRUi1rg/u
StWu94FVRo9W2wYPlhSXnxq57F6yXJAI5lE6LksUJDuUcuRd10HUhLDdG+1et0AVu5ECjnQjqKzT
BhYFz1WwQUEaUtJcnXUgvfkyLaZ9DymcN9tRUdtbqf+eUnq4/rG3DK1Sw0qeASwAVr8flnt69p42
am4eP6XDl/9ghxtO4P7Fpb1y3EUtui5mot69ZcxM4jX3ThF/r/R6Py3W4bqpC+eRl9u/plYBeTb7
Us4j275HaexDgLasVR+6+aEzZFdVx41Qdmn/HK4RaJ3k1xR3Ts+KmvWxBrfJuc8GVN5HxL1vW3jK
N/bcP+rWrGxso9imlbPDYBcD+NhFcpKVOXnQokApMTc2zuSmZtHvGjXe0it45RKcmKFiL5DECpxu
fHCNmUmpFCWOVUf+qMZV7aEgHlT7IeqGr204WMxWsUb1RwvngQg0Z9HkTe3c9548qd3spaXTf+pt
uYh2DUrcoUs1WkNaYS5TXXO1cF5+DmaePZuFrGj7ItVVxiwboab8kqtGA7I9981o72iV8AiM1bDe
6iWdqQNzryGVz+NeDKQW0lenH02Z+ziwlCn0nQTIxGA/g4a+0RsjYoKixJSz70PNgCyNGaZt/nXh
/0pwWr0f9rO0hXs7c9bTn2KtXiE59QCljMfQ76S7XE7IHepjph6t0XbR7j2+82S8GkOwxwBg65zB
XaG3zkbUzaEfZ19jTdoP898h+sTE2Pth+nbd1NlFJUyJzgjcTFSI1/1xiWGvQHmXEPXheqcGdxMY
8XlLHu3s8CGIwrOaIMkDS+Qsp9/RMcpBRcM69pvcfuiDL4GSHkdGGOv9Rup6hkzBY7AkeKZUKsDX
i1/yJjsfHCcIonwC46NI94ZVjnuNRLartfLjWGvzMZ3KaZ8pDHswQyX9MEV2e5gjpBfGyB6OcBnU
Z3kE8lsq5G41V+OHgLzxqS+0l3JwrBfAnWjWX/8EZx0bfrTgLIrsV2iErbk8cwwottaSxK+T31FY
M95p3qmLfoQwdbCQqqnne9Qsd8VXDmNmLRvFzovm6cmBLaYJQ4Nu5do1hIJmlo0E8W8GudZwhxh5
cNcZgwv5ARbgRFwxPhjGP2HztW/1XZQAK7q+BRdOFzTUf3/CykFKJU2N1DAZyzj/CBPYbJ0bSLuh
kz1tC+Ai3hOrkEkmK9CetFfE6+rUQ6LJ0lH3ZrXBfDPWf6dgccPhe86YUjX8bDCu9/rKzl0f8iY7
KwqvXD1rhv9YaGgWq33kK7FPB8Rr7HhXOMbeyH9eN3R+kKkg0MKlLklDnFry6bqg98t2qWsRr3tV
AKvdXPqctxvwlUurEfFCPEupV8jiO745XklWQMvKwtivyz+S5IXPhXPfNT/evxLQgjaICy43Rgee
Gknr2VCTvo05hK2XVbuMUYnKvFUNuXC5ADIlJeXMwYeHQnVqRrJCzQpMIwYt/dXS8g9yWB5LK3qx
m/RQLQxfRQ280b85YTW5dtc8LbP0V1BipX7jKXdpU/lsNk8Gmov8qNMfskxz5QggA4JVd5X6OqO0
qXt3nLa0Sy65CN5BaCQpIVcVR+PN18viOoKkPCa+KSVeMcZub0xumGwIDFxaDngg+I9gPqFZrg+Y
XkrRouuJH8q9KxEtIau5PEMGfSPYn+VYdJgBN4Hep5VFCXQVNGRlUKMwAM/ZJt2HUslHV0TY3XVn
vLSat0bU0z0DBK+Yy9QkvpBGNqvuqdJKN3Wew8b+L8sRY8odch6hen5qSdXryXHSPvETK0/cRkqe
ZGncqsmdFbqhXMD4ANakIK5E0WVlZarLqmkyfGBWh+nYRMq4n5zF2DXAuSgm2b9mSZOpcBvZvism
Zx+MTvLuYM9lByBD6CYLucDVfUMaOaFYKCe+FRvRTnLs+wY+3D6Stb9zWxm7Seeivv4VL3k+0zSp
79NBITaujhiSJ80UpMInE+fII2G5IZNMvYRpaBuLu+AvxF+aUqAvIIWtmxZmJff1WIQpEmJ/S/aP
AKmljScYPe9e0omh1YcMo76v9ERKfEPN9iAK74LR8GHm7q+bWTe98BeRuIH0RW1FcDFOvTKELjjk
cZoyy9yp91VQhKM7L85PM8lbj9Jx5CZ2oLhMRRtD6IbjZsP6wqc7+QGrT7dIMTMb6zL1W0X+xgzz
Yy8bT9ks3QSyObqTrT8mpva1DuubuWcKHAVp0C4JI9/zBOmwKctlFzUdbXd9Wy79Kt52hB2aEpCI
Vr+qKEFOQDNN/agxXGtK9tnyYlXGex+tbD7FUXoElBlUYw0oqhMt6kEciLW3D3X9I9KeFDW+cXj1
vH85r+NfIOLz1lrTEeKqNWPZyViO1uwVHZ6S9bOt312AE8vhVYM7vVpZB+xes8agzVO/35t0rKLi
s9L+KSF7fb6+GuGTpyke06cIb4CggNrCOTj12VEbnGRsGFYtqcwXbYaqJJMd99eNXPIARp6RogjR
5LNJ93nYaG1rVITr9puafUnUmyb5e93EpVgi9K9gWYGToM53ug6lzgOYpzUmwsc8eJnS2z7YmVuK
lZd2C0gRlwEtGlj+q69S9winTQYRSyuX6g8g/dZj1oFZbgTGM+afiCRv7axu0qatSlQLotSvvmVp
4UpMNVAKeOeBK6Pd1NTyMcizu6yqXQbWZVb0WCj6xnk6f2bwE8hNhBAWvZV1AtTGZdwaY5L6peTP
cf40ZZ1ntjdjGqEhuwU9v+AgvN/J/oXwHnXgVbbVNwzRsRIl9fNpcTvzb9gWbmYZG254wUeAKIMO
oqchHo8rHxmkOhqDZmZX7Z9y1rlSeIBCzrZu4XUuLodaBOh3OvLmWtkrCe2+bieVi61vXLUMvWW5
m4v3QqFxEsIc51bHHdm81XLGuojbxLIIRLaJf4Se3Db/Ycf49NTk6U0ypW7lh9nIzBfm6KaMgP0V
L8/DEHOh1W7afHz36RXEA0hVuBqpzqp4ZSaBDu7JYSlkjtoYQfEPPS07orKxcbQufRqOrsCmUJll
8MVpnKAk10zAlZivnSPdpH91INlb75W4EV9GdFf5r+AorzF86VAPQT60GEFKOrT3TvikRA91ttU9
u5BwgB4XnWrRJABBtFoMqNmpzbHTpkzgjNN908S3qVnvOsD3ZXgX9fYdQM/j9Y91XhV4RfaQGvOh
OEmrw5oai5znw5z5i/IhnVzmfVU0/g+/9errdUOXzivxnMczeL9zdcFCrmqJVzzbOITgvX4y/cAd
5NbbfKpfcgqhXA1sW8D+152JQW6i3pmz3G+75HcJpLNdwMia7fszB+7zf82sDqzUylM0S8zyrlrj
piii2yWbv1t6snV9XFoOV+ErBIpsaO1+NFADrViYTD7CrXF7QJuHdAxFHcXoN4ocFy5EFPio2oM4
wdfXQ0loeNBWU8TMcC0xPSWA/mFaWxWvC34AkIvMEXQCD9h13J7CxnHGBYdr29iLDMuVWtWjHkqn
dSM6XCp0wC8RkGXUbsS0jdMTZdm1nfX2lPlJf8cwQRcFQzX7WjPssaIz8Use7ub4Zx7+oN5cK4Y3
d1tB/eJaBbGaR6fgNq8yjCRoSm0atcwv5RuL5LJCoDSIvfA/XFGI/0HXcciXKE6JD/umvqEopeEM
aAEi1pgfS7QFKIFJ0Ua5VDj0KrmETqoLIQqxlDVRujcrgHZdkPmphvzpclwyxWu05y74Im2N/bkQ
lLhnITEympk61RqI0dW0dowURyzg6rpDHibIiyT5MZ/16bbqSTlzQO8PMZD3959qAX5FpYHKCtn6
Khzy3lLVnP/5ls7c2D+9nwzvb6iA7wUghMiTkK9alzu0ISirKIwiv+9+VuCeZAPseX+XwxVwNuWr
LkQPiio0UuhqCjzv6gigh9Ca0jLH/hJVXsGA8BCJu/n53aGd6+pVWRN0AdnuqfshGJSrqaHHSOw/
50u/k42/JvNm/kM3RQBr/7UjFvvGzWMrmpdRp3BpGS9mYO166UdSvoCi2QgcFzyd8EeFVEQNfHCV
wCBMOTVIYMUo/iZ7mwxmFxsKRXkldec8/b4M1Xunq5NjvLEISON0ZXqraBXYqxgZz8zTeSGoyQuT
E11TzjbWdtEh/re2Mwm9KKuSQikCir9tQGtxlFmg+WPqrY27ZMuOeroip2dkDzsb+znS0LOWMOiP
vHaLiXnhxuKO5wWnw9/ijb3yPADDQWrYBe2TxpiOjpLeDBpTJK6792UjNLVBR9LQXn+cdGwNGSXA
RNTLFzP8a6Xz7+sWLsQ7lvGvhdU9MYRh2mcKFlK53Wf6D9TAvEa2biTlAaLYjlzTu27w0pJIzekz
vL451oy03kngXJgYpCr/VEBFk+fmy3UT5w6gMXNIAaIlcABs3qkDQLIOJiUnhkuV7ZVR6nbdz2mr
vHm+ccIIShY8znCns1yvtRhyR6nLL6vgkDnGY6J9jk39Ppqmpyjv4MdaN9eXdX6lg6XigqDVypEl
pp4uqwkk3QGZk/uwYtyBi2j6ENqfhq0Ze1tmVnE7roIuaoqKG9DcZ5kRu3FLeSCvM7dx/lxf0Xm0
Y0Wiaktp3IJouTqpqiNldiKPOV26pyCuvnTQfKupfVwqgBHR1lCyS18M1hXVKbI/QSk73b9A7iWq
cKR/UUIrJuYdLU1fah0N66b7C/Rz+/125ojiXFGPJgUTeO21lixytd0kL1Xv61nS7FrABDtEC8ob
rZ+2aNMXTHGrQ2Kj0SRGxK7eBBb9znKOlMFP40B/yKfs25SE6mGxjP54/aOdHWA6GfSxBNtRoDrX
RYkmMFWprofBp1+xk6xqF2W31y2cPUdPLbz2U95ctnmQmW1TsRbOkeT2vdzvsdgcliLtbmioJ54k
N+pBN1pnN6WT8vm6+TOvFOaZvwhmgkYTBedTPxnqIAIkrg7IZR1ChjFb6qdw12iPTE6/bujspAlD
6Mbx8KbMj5b2qaGyShD+sVlna95nKOIEzCBNLJSvfl23c9E33thZLWjp6lSJFBbUyV9S7UEPv2Ta
Bg9wy8TqbJVBLM9xovPJtA/D9HO0H0rt+/VVXPI7FCsgDAiBZlzwdLcQaEs0lGUGX44nV2Y04qRV
Gx9ky4SIIG8cD53Goo00THTJd7V7SoaX60u4tEtvlrAWYsu6cG5jKxz9rKh3pVJ7JQ3hwtxoap7F
OdwKOithB/yDBd/vdBXQ9cas7dLRL37Td/AS41ObH4dh38RHfQtHc2FFMAbJTUDQEDzXEdzurRH8
Giuqmuci+ZQxoiL5dH3TLiznxMTqPirLqrJSVEF8VfmnzH7zXeryqQUo/0EpN77PhQN5Ykr4x5vv
r/YV8FxkPv08a0lQf2j2PxMqkspW7nDZDlVDanqvOoendiBVJOOgxeya5jmj7RU2DzDUQXVn2V3f
vAuxjBX9a2nl0YIqoswWvtCViZei2cqg5n2qeVLAYKWN3btwepAmYiohMrVi5KN6uqpQntXZrrLR
jwEfFPrijrxari/n4sah3/qa/kD8X0Uyg7HJHUL9yIzKd3kdHtAWcHXzRp/ym+uGLu0bhQYIEoKe
xGVwuha7noxRz/oJdHzvxtNtVn21i3/Eu0jpN267S9vmgB561RCkDLoypSZlOMp6O/nI3UGk1JLI
65vi3ckPbHNBeOVfSodIupwuaLRzq5QmFhRp6b35W1LDXTx/VcO9ohyBQbyTHUQt78Ta6szOvLqc
KR0mKq7JLi8Z6Rg8D1tU+gtpAkbIrKi+4+NrMFGjUM5tu2by5/qewWwMaEUtt/6nQWUh+I3Omt5v
FbsufCrKJpQ0oPIixLWuWCNEMEhS/H+cXVtznLjW/UVUiTu8At3ttt1xfEmc5IXKVQJJSAghBL/+
Wz3fwxm3U3ad8zKZqa6JAN32Xnvttby/XeKTQhnevGc1/JdXejHA+fd/HUCxKgRJ5gVrgfvdwvsa
cGELXUBo/Igor/pKv2vU/JcT/N9DXgZbfhk3PgcYMhxxGKUnhtgY+fLb2+k1BeYsoAAHQMDvwDZe
WRD00KMpNKLeW94f3UqrLc4Qdk87N2cV7xuCXZbD841kn98Z+O9T9p+BL9Y9qFI9Gmmxu4rpVkwN
pD+ipTtH4d/G+UvcqR3xaaXKHwlPq9UVVRFVC39PNeN1H8bF61/s8VYNJioy7D4aJeBnFaeERw38
nCwep0c7Brratrxp5QNkwmP/hD7SSVeoyoqyJqIZ54Mb98q1x4Rr1AAPxba35Ycp9P/TNKE7AKgx
OBAQxXy5/oqQzgkIuf62Q5nYC10ZANMCYKRM69xXrv3Q2/0M7/O3Z+kvxzoY9f8Z9mLZA9lYU8lW
nLbksaSqEs80aVFWfedQfyV/gGPpX+Oglevl6zGoWBCTYJy4/F6Ig/gYuMP6Cd7H50lgXx39NjXa
xdVmI/zZ1cs77/nX7X2WcAXiBr7SZfwX6ZT2IsPnLToIxnbBbtF/YFW134Kpjjq3D/ynoD2+/W1f
cwDOL/2vQS9gAzEvUBoRGBTdtfcFXG9T9CT06hrdBGl6Q11dRJ+TXBwJlhyDeeem3sHjXhPEz0+A
DQ794fyMY12s/nArxiXaQmz+VA6H2D7NMd/ZdvoWjvuEuN2cr8dxGSsaN4xb6JPrG3TUOxbAe1gd
Ob0x27e8PM2ivZb0vQPi/PovagsXD3cRUiymh7NcjIejWbpPW9nY8mM7H2LftOYE0SL2EK5H3b7H
WTvvpFfDQoXjzIjA17nsbRikku22nIeFRN5GDzauhaQnE5TfN5/uiiJ4Jyv4Jz96a8SLWYCXAocp
NkbUQ3rctvmKjnWcRlV6m/UHxk5TEuKnzzGB1C0CNxpUhh/dRg6T+a+ZXOdvjiIc3v5c9UsuliSc
ewKlaYRHmQ+RO6XRk47fed3XWw3kORTooeuNf4Fc3sutvq1T3K06XM/yWk+BqSfk8nJDK+8OHlKI
Tr9G2v16e6e9PsUw0pmAC1k0iAhdyryU7TgNmcjWWwi8tYh20DkX9s30LqX49dJ5Oc7FRHK0lG8m
Sdfb/olk1WAOAVikz4bczyAyv/1Kr4ODl0OdX/lf8cjIS8VDWaz/hMEw9W2zCf7m/9MgYOHikEK2
Gl8O4p2I6YJBsmQPYdNx3fDR3m3cPJ/tL5f/+VX+M8o54v/Xq5SbGnUWYJSkfx7QVHIYYKWCc1fE
3+CVV6I9MvbpO2/2OotAcwfkYVHJQdUZQuEvx4RV0OoiGKrc5nzflz+X/pDbDxpGLjJ+52b5y0Sh
NRm94+BtnpUhL242GxZrySe+3ULTBy8z30FMY+vG3dvL4ZXJKCz5UD2EOh427pmxcXFRz9pav2z9
dpurO/VgbnXLK6mBZ0LN4M4XlYWxi8B/vT3s6wWPUeFAjOIvoFTInL38jJlU26JTvNyUoIFc3Qxo
PvN1Gj9RALm2u3p7tL9cmC+Hu3hJtGwBfrIYbuP7lp0SI6rFPLnlun3gaODNg10S74JkvVqZR9Lx
4+3hX6+ZF6NftuzaEeVSBanN2wH69wn5MmbP6xfUWOtl+fO/jIQiSQIqG3Lci30HQz2BkyRYwS57
7INPpP3GzJ+4/Y107e2B/v5FQYoBRSDFDF7WyorSzeivYhvYEHkz9h0MYLoKZ3OArGNye5TpdAth
HxAEw+Bef3OgHb39BK9vA3zUs34QWIEAdC+PmEgSS0qKKV2hKp9Vc3QIt32SoDAk6jG/jh7eHu4v
6c7L8S4Om0jOVpoC+2Qlp2B7nL7DZudLTJqsK9CacfRoJn57xPNcvTzdMCCSYeiqnz1RLtvS8xU8
RE6wauyGllQoDE6bqVBgY++K1r8+aV6OFL3cjFGZ2TBVGCkhhwQoQia3Jt32nDwp8WVonzRLd8Yd
IkJrrcMjAPZ6nY52fmebnC+5t144fvkYZoLFmy/Vdlu2X7vyB/fvTOFft+G/PujFJVtscW8ZGzfw
pqV+KFpA5nfR2PCEHd6eudetgDhTUQWD2MJZcQcpyMs30dMgVjFt8FSl4gTjb1nbeCquAkIE1Ka2
4CSXeapiiPnVKtM7kavxKM3cI3Ol8f7th/nbVwUT7txgA7IuzvmXz2KJC9exi2C/Mv7M2d3wXmXn
9UmOviH4zUEPJEFKkF3si4KFbaujrL2lkjdFgLv+Yxp87DkskqrlvzUWB9aFrY4QFnoQgKYvQ+yS
bTxXnLa3bBirxMJk6r9eI2fVNRCSIK8A4fNLBcFi0Wh7LXBs+Qh9XeMHuYv5fQKVi/eksi4X41mW
8ox2ZpAqBHv2svIbysz5UcfBbQCchHa/Bu0qASt40OFrNb6zIP82GJhPiMRQ20N56iJoaQHjZmrr
6clOx+EjVuCVhHR3gYoF297hhl8uh/N7/Xuoi7PErsZEWnB6itv22PkCvWtjsB8nBGOUyqqHXDdB
78vba/zV4fz/o6IQDIomoPbLRZjBF66f5yAA19BXM33KtsOyXNFTd/T6D91CcOV+vT3k5fXzz4hQ
NTxrqmHBpBdbfFVRm08BPmloD1HajJ5U5Atw3ypvH9Zj3r2TcP+jTP/vw/Gf8bDgATJg/WPHvdzG
Cu2oYuP4rlsnHoVXZ2mtKpwoYqZj/InJx6j7RFs08tyglNKfG5x1PbmDG1jF1srp39H2HiPy8oLC
I6HODzA9BjKMU+58rfwr/FYJFvC8JPREh4Oc7yZ279uPqE28M7mXB9g/w4B2eQbT0W9w6UOGkm43
4JDB4i3c17YzRwrvoLcn859S+sXXRSwPchYyFnTXZxerVgzFOGfhjIzZfHbFN6SDEPVu7PrTfC3G
T+vUpAzimbvA/JpuOZjGY9XJT+m7qr9/2TwvHuPiBizKDmoskWMn0bZViZbqMr5PgobP1zE/9O/x
3V+F/viyUCYBWSPBSRQnl9jVAltcmF0s3an0jxG8Y+MPCzV1jlosu+J3CGtO6XsSRa/Eds5jogQD
jj0a4sBDvnjF0KOB3Zdrd5LTbb4fvaryvcmve9jx3kMJMC73ydhk7ZPoftG9rKBrStpGFe+sqVfh
6+VjXMQCgZCgPWdbd4rp9wX90bDiQK3+TkJA5cvib2b9FOlGD7ssmesgfX57uf3l7EAXwLniAOLK
uY/m5cbx6MTjGk0tJ549Fyyv2hRug23Fv6m8r7qw3Q1QLnh7yMsQD3c/JKGQSaK5Hfpdlw0hm0ZL
7AzM/OT0UwcfbG2AGV69PcarjXoe4yyxjsrNWTb44rUEYw59xM6f5lxXC9p0eP9e2vjqy2EIqFGc
NYLOvhqXzSCFIZFbVrqe1sM2PaVBQ376Yaom+GLmx3J4Lzd+Z7hLAVvHsq4vFwxnzRF6cbABXf/M
v4Of2bxTshpYHR233XST3InuPtAVaYYv75bjX59NL9/5sm45FUUXojC6npT+SIBw7/Mq4hX8DksG
XaYn9itobxQ4XVNwQ4EdIb1EW9is37nXX29c9MiBFXA2OkfI8sqRoHWuXCFXKU4yArpynKZPkxqa
8Vs3PIewK5xQFCS3FKoM62lp0W+EEsdU2alChaaE2OfbS+0vT4PuKciQIaKF8jYa5F9uIcQUwxQO
DKztQQHgViM9YXnzptWQEi+j1u6ilI6HcPV2Z81mfyZDVB6HUskP/GyQLNaB7Yci6tBZvMrDMin4
zuUZ3W0dIe/si9d7D8+aoCvwHCLDzeHirPFRsuUq6qeTVl/neGqcfOz9e02h0MU/H50vLrFzeA/p
GYggICPHdL38Jl5FaoxN4J/iPGdJJQAobtXcdtF9MtPwO01c/3NjXpAafQ7u1AaB/b2uRSYOViaQ
Rl9WOdyaBd3/TWdk+M3Avf7DugbdHyV4llYo0pfXWwxv2L3QvoPUsmrvtsXmn82wgN7Hl5RHlTMO
xkzOBI5exchpDgsK0/4QQn32ic0xDKr6jPm4GlsBFCYlfD6sG6a4ggpfEB5F6tBU4ZZiaAT6sdAX
vST21whpyM9GjSw+6iGI5zq0roPJYS62z2ScponX+SjVqm9TPfmRVkMXkv4PgzQFRQW5aMvcVb6f
lm0P02FIpnWwSVv3HS/gH1ChB7z/sc4BhJZ5DHXgpk/dhtphtwZobKQWimvVCu1NgziKJ1MVZgyN
VGLq+vRDogolj1M5oJ4b6k7zqo3neWmyVGwteF89sGLuppjAVhgHWx2PvJCHaMvm7gqPAkAogIPh
L0sRuwOgT5So03YKURkhQBTRVDCklesz+6yK1vcNT22X3STQ1oF88hSyI4P37cMouIEdr0r1LROZ
dQ045dO9l4Q+b720P8BJiwiYSSY9RT0vLSCurXiEVUU5HnrI4MKLek3s0sBDN21SxR2vqZ766eB1
wWndz4v57UP0vDbQAjKiKQoy4jiM177fr13MIS+OdvKjtjL6PaZlGxwGkFKu034I+K5Thd/gAHee
bh/POTyfhbSsnubA0gOUm+RTmxNUQSPobkUVyBImaGyXTzAXivmS1LYciNydC2InMZUFBXTH9R2a
pMRjakHArGjSxZDWNKC5oulVmHtw18L+ZmOJwTtpZg/dotuwVgGJ1qt8LO3N4ska1h7V0d88U11w
jFUrkbAYG017uHRjVayKpL96BVeZyi5KlLsoiEVcGU/iexMvbV8zB1by1WzmHMoc40RCeDhy9lPJ
Yv5Zxm6BkFYw2fGsD4IKqBoKi+aW0PWVzzbMF6V2JjXNItMhbt+c3AnN5q3JElciCUy4+cQ5aMPV
iE7PtQnk1MWNKTPqqsUhw4AGc7jW6+o6OFeftZVTVPnR6mlWCAj38N6s4yBXGJIAmis6zMYe8h4K
8t4dxHureAvn9XqBEWVwysG8KE5TkMK4KRw6ZfY23RII4OSZ++4hvvYEi4bsfsFnvJ+JLQ9iMBh7
6J3/5cCA66uoQ/ZZh7DuRAgDG2tIKHb9JwlF7U80zVhbRR4urNXsKN5ftVhiVe7n7JnIJceMhvn4
O17ZsFS9ibdr2nfY+hYoJ69iizIzCld2EvXWKmUr5B0l5KNBvkWZ1y/8czhztL/7lZoffvD+GAZy
RXelTNnNkLOz4ELhaFmDXZ5deVX6qcJXVAueYOVYIERG1Vzo/EswgisPy5ZZOORxfbs1WyvZjozm
fMWpNAAVDjalFedy/KR1KmfQnCOBr8W7AEdaGclfwi5jB1HMGQ/abZkoapvKsKsD2IrSOlGkXIGp
F+0TRD1GUiUt6mYgxKYIynI4Cv1KTbtMzbCwEi+dQTiuQmNy+CkHsWFtELJnP0wOK5JqmxTfagYn
8Kehk/67XkYOmpHuc30l2XlSoc1BPsB5UU9wWYVP+XmR4UAoI2uug9aA0cWHDAeWjUQ67LZ8I/FV
Twz/MXtdopOOtiTdxeEInSKUKaZrwte2vWII/JZqITEP6yRZMRFuKZcMpKN+TRsg/guEL5PN6pq0
Mv6ShVYl6OyalatK6GNBysPTyKAldSpgVjsgouk5nY9DBtlNJsc8OOTzIJ8hSh+YY1FO6rARP+uD
TEcVVpiTgO+FkmVxYgx6P/fg/NKoCSZ59iHb+uXGzxQyd+uK6ntlRCZO0wY7hsPmA/sIi57gA+Bk
Lh6XKJj624DMKgR2ncQHFLspmBE49b+gbxHeoTF8u39Mcw6HGwC13XePmsXjCnvJuIpckd7Pc27H
uhhy87RZwfsq1h7miKVOYpScc0ncoUDUtO1EOW/xvqN+lsckOVOCfUH1cAg6SNtWPdrEnqA8EpOr
MJuD7DCla3vnQ9w0dQZqeVgFicx/+AnC1ndbOjpbQ/4zjh9JaoB2JHE76pOfdHHS6MFA3XCEtmcD
f/uIw6httHMTLSldbwK7MNYwErqsmtZ4GHYDtWUInX88fR1ifeo6A0CKzwgHj/bjDJOmJ0QaS1gJ
HBjbjWTjivFMUqygLlmq6zBC+l+z2ExfUa7KH6Dsx772cll6XNAhxKrTsvPmdlracb7iMvD3HGWD
fj92BKi5SEuVVTAzD3aEzBZyUefBGsMK0LI9L9JjRK1e6hgOy+XnDdKrQXU22qRNOpjZVUVgt28U
St2+avGhIfIeLOh2cTqIQb/M4xNzWkZ7NrAkQhM8af0xHU3paiBvXYcQdV7po9a05I1EQ+dSOwaR
EhwKKhPXdOU0v3ddiVWkJclt7TRxU0XPNbQG53nanptq2ACCBRZ33ZaT/lzQjGhwMuF2vQ8FhZ1W
YnUy7Ag19I9Pudc72af5HXSFzikSdDx4I5YAegNTtozYoB3A6KZFTdA0waKiWcBgMyC2pjFGOcx0
hKJbFCCk8cYwe425IHdB1q/tzRTOkl2lM349+LZ02cGFyj7lHfqZatfqiezHTPLxhnZdcBO0VP8a
+lQ8rKlbfWOZAGKbUT136Ei3S4EsXCXTsYQCFdphID8O7h0d8hIr0gMqUHHkwj31obsXiXX0UcV8
NPDnnBh9Sq2NPkmrirKCRX043WQ2Wh1u8xVqaCBGjKT7PKCLQlVL0gKmQuSB4waCtevSJDD269E7
u1lbEavnZ7WE5M/mhB7qFXX65Qr1oI5WiKfLcN/aUSDWQwwKIB1Gx5B9h7uc28887KC8R4ZyByfW
QkNXxy7pFY2ikT5sQxmxptDQSGgGPofisfWQSGjI2vafLIHYYUNJK5Lb3OVb32zTrOlhY0alR6iC
DeUReQZSrhBkyOF7QMucPrbYQ7IKApD6mmUuFoIIiyN+QrRQ5Mv6qDiUGz8MeCrVuNzHzxar41vU
ZqHetxv+sTBL5b3qkGOBNWzJlzgMPKtjlP8fpoBuP1NLCrYL20LeSyCP18oVSCFcJ/gjhU/HeDSz
JA8g0wNfPV+6CCthJvAL6Sv7NjO+rg+y5QWFZzYdET6gwY3tCRs2XbM5ZF2dakV7aLW5kVUKEcOp
pMT/TIQrimpBt1DZcNu10y7IDObQ4BKLK5jJJPg1ovIXVFpBZ4Ovh/kjhWo/jbkLp92Io1HAUj4t
bBUXoKoAJjS027Uyj1nloMx+G62Dk3scZOjd7/qcfui7aELgQsboI+6QTFS8WIevakWYU8FqHEnF
2i3YR55v21pJiq9cFUvHSuQfwq2/Q5v39yFvN/BcrPwJcwXd7sbJ4WDs+pGBAw5M9zka0gxRRwBB
WdSd4/VUdhND7kLiTe6iHreBtgxm6j6Xn7UP2wMfInEq4Sl14BspnmmAFnoXDO6eGNK2tUjaMNnF
zoTfSkaAE8D6p8d02CJpSJ8m/KqIWY4JVXPGDjklo4V12OyH62gm2u26dGlJhcYi8FsBocOtekqs
WT7gEyH+7goDGEqUJhDX5aiDa5oiX92lno+f22gGaMQKhPkVeqjLFIowfvHVZKPCQwWal/mOGwVS
9TJKFyEYaZOuSaEZrBokM9uA0H0DngkACpwT6MVoVgd9Xo6/1yXHN48nSGTVpu9kf3BQtbE4tnD9
nJB+KXMwfSqPKTUdv0KPRRI1ETF6us+ncZPYmLizBBoUAjCGQdFz+ykXsaihsN7fKZcASyD0HGlE
sUCMRjwE/OvcADCDu1rhuwp3Z/ZlHob0ObY9Eg6dLFCZD4p+5NVg3fIhmA10PZcMspfAzFDpQgXa
eVOvihaiUlRvuxQndVhHBoB9lcFygNR8GSFwBSWi+YamIMnJVOKtymRRt9GMTgtEVmFxPXaz7+oy
m4SptiLQW8VJ6YFBd/kXGnVQr5tgKujR27bKsE6TobzzsUp0JUaawWZsTnl21tPlvC5EF4Gan8zr
z5bmglQQVhJ9w2zmFFh7eriHyULwi6DzAohO6eSK7mAjhnrOiqHEohSDqsuuY48+Ncn9BN+WYpdM
Jp+qMaAeRkcSVqvwfIJJw5oAWKzAswOeONoOkegy0eWPAdQJ9mnikpsRv201cam4A0UHabuMufzt
ooV/CDmjw67QBluyz4aiqwWiJlqLjsd5Q6M8RVW/H/BMaeLWj4Sw3uxJhIMGJ8qYP2HlsUcHCVhV
4TcaNGEpFANsFpk77xU1kPdio288NGCR+idq+SgpFOx2dOQdUihX9NfxFnHYh2UaRsPZMg8f5gwo
Ig17uLQgcNso0ljv0orBKxIaDKjKP9tY9A+wTMsA/0Dp5IkoTtQBXVhZVDFNxrWKsBvgnJFAA7mS
kea/e2lCgm4zimOQuQLW8GW2sZ+QPtsebLckaxO3gDjwv/T9Db6sgfRMmKkPUMkILL56HjyuEVpr
QxUrsiOmz8AKC3mcNRF0FWgVOgq797bwsuG0R4tbi27zrCmQ2X0tRJuQ3dJn8k52m4c0eCDY1xXZ
alFlc2rTaoT6na0EEwXUMqcBJFJYOkBY1QRd+bDAgEQdko4z0YCcgUa6ZU67HeQAQ3clAfijcG+U
CCtIg9KvYZK44RrJhAoREs4A7roiQLo6wDc3Qh4mRrWDbDcNdzSGn4Ne+jXfLYtgP0fh5EcF9JNd
RSOPx6tRTqN+1CUVuKxnMql6cQOKUGKUkj6pcDAdmjc2mzSFgmX20YbSfPFcFbgZp7T8TKXUW32+
QvMq2YhGGkw0UhYKR8vwahN+5AfVpjbehwzxbtH5UMDDzc0wSwKsndZTEIZ3Ge1xcvuBTHcmChWC
ax5E2PcSd2zVqiBit8qEZr5JzYyEEUYWAIcTlpaI9ZOEXrUrvHbBzg7n80kZgdOnWTIgiLUy1lWG
JQhg1/ctPleUwOoSzotJUZsOeUADcPQz/jp/AO0EiBOj6fy8FUr52o5GIRkLAO3fyYDAUNfByRd3
uWebvo7TENYfyWhN0UB7FqzrDishqkOYBoTVxEF7qPK8n6CvhvR5xAk1wSc366OWNIos4kNcylJX
SI5w2m1kSGIor9Okr+OcRmvFJ6ryXas2eH1YOYygRLbrHOLo6+LdEvYcnjiLQiw5zDFS3zVugxF2
ARkQ64SuqC8VSE9+k00FX7cxteE+Q3RtcWme9ctbrHWQK7PZlncQmihbQMs8v9OQOi8BE/pwQHQJ
l3SEhAwkcmVoVFyJOJXfynDcPkdBtIJQ4gL/J4LEP3KZeA55kyS+qIt2bR/KMcCKXyKO+y+PKa7x
GYWv56AvHPILyHakVQnIasROHta9LnBEI3mfz6feBjbcHvm07upMJFN2mtE+0h7mVeSiCqIOZ+zM
MaM7AX1H1LTWfJ7qpfekqPsWlO2a+cx+jafBqx3rqUlgJw8qRsWWefteLHP8a1jjDPDNkEaPblyn
pWITYqM6HxJsZojcKqi8Z4rjDi1j+dNx6FRAjAgRPsBBI3GAT/Ts+W3UPNQwUhhuFlEKnGNLh+Sp
hURTgLzLnU1OI67u2mUttl1BvKaN6GUMlUIPE+Ca4zj4LTQvSeUSok7KDDGgwU5Nz1GYivgwkM2e
imJUXbMq4DRVxyYynErOM3aV5W4K99G6xNG+DxwKP4zLAZsMijxuj8rCAvp4GltQuSNDaBO4MO6v
HM72j2Xai6CJugwAE6CkvKvHLVXdXboGfXezxD0sJaYwBOndLEpHFV+LLqnXcbY/Y2ZD3aSAViBx
FSm71DqUXbFzYxL9gB5kjrnZ+OjqDtFOtNtgqWdqZ6LluXC5+yBX5XALRFrN0JMezbdgDkpEr/Dd
mxs3iBQBAOsFbrdQZ1+W9AxBepAMjqoM1HLUirCx1tDhV7tgmNOrEmjO2kiwcsJqgBz3VT4jAdmV
pZDdYVilLKpzRyTOUhoUH0YbwPNiZIiqVOU8joYmB+EH5MEVF3awAp+ZqREPo+QCkPGisvzQWyik
ozFzRq3SrYWH1jKHXM+egVmlAGomRVuHkhKAy9KpZV+OBsjwiLyMNYLCjZGPacAb8CQkMD3Dkpsp
GXNzRWEDC+ly7rHF0MRctM0GQJMBGZbG1uHo87GZh8h/67HKVO2E4Ah6NeSxQ10y+Hm4qL8O5kwG
IEoHMUAYfER+PXHcgAizEn2jHAeU4wGWfkhIspi6RNZ2ZWAlMzVceQKhUi7VrWUzwSOkMyqHIGij
o2JT3c+CFTgD6Uo+A9ThaxOqNUbANICGiFBmVJDaAQHQ1hHcKUcgRbb4E3Zlhj595SZyiDTsfKt+
ZcQ14K+T4QqBiFQ19A2xnzBdiArWhOWHHO1n7Mscm/Y7IrKV1az3HaTv9aij6UrBz64DsEtkcN2H
w7jsN4c/KhR4UIQq4nlE2zyuifLcolAAFlrnNW9ipGpmD0vV7JGPIb9eqIBHZgqXjlTUM1ibn6nz
XN8HwtGQVMtGughOqCUE1TwHN2j0fl1RSZrbm34DqlIDX4nTigjltsbw1usmB0T8Ze08IiSl+uWB
ZrL9krIt/Tm2/TZ8gd3W7D9OuELSpwiX9nrcWjR2f8RTetZsZEpxtbWljm5I2kbtt0WZDRM2jPo2
1It09VAKqmrsL4e2pzgfeUN9TL8aEhZYDMlQPI1LASZWS5xEcEJ8Ozyumi841qScgLFG00qLpRZW
SX7QxXRWFIXFWKLulsRP6kgjq0KIjMLQdHiEXmyIudAug2VK3/dBA1e5DDNtVPcghOoSxHlh635B
1NUWAMhRLECaj3ou7KpNPMDgomWQiNvDXSAoa9x7C5j7s4Mj0rXtgzzCgT2woAkQrS7Xzm7hJ6Dj
9jTmSOAOHFEE21Hj+vQE6R7zg4rCrGALD4n9EAsCknnMVgkEG9kiUu9SFXk94W+SR8mdG69s5r1o
5in37tqhWoVjOghFh8gtnE9yMqv+PK2Z6IA8qIw1ZwQ+afJJJ1fCz0RewTaSBUGVFt62BxCDeLgb
+7YI0eSbS3at+Ybpml1AviLWzXpI+nJ4SSaFTFEPQp/r+ZkSTNeiCdoXpFrweLPM8hsAdtO0Q2Sa
wlt7mMHIT0IDNkQAT9ao5tZl+sEgRxK7rsA52sSUt+M+7UPaHkC9iz8lOaIUfLaiC5rOQjqOoW0U
MeSs29btNnAu7CFcnOiPtpyS4caHsGSFA0EOy9iMW9k9LxuOxGPfIrxpgfGtUBeocE3Y9HcMFcv1
hmxhdrQ0sRl0pc5N1ACAvshg0uuvztK8/Qmkzuf3uF5jJCHrcCbQGIkgiYXj9ZYolaN21QlEsQOQ
GoT2LLiakkQB6DJMwTajBbSFqgA4NasHOGbQOH2Fk8qQeisHtf4xTm3yJkiZXPZM58Pd1IUjaCTB
FiNKM9M232pmIlF3ox62B4445HPQI8Cr1ywTT6BjoJRT80CtwXXZla541iLaDmLcEEts6GUSRwgy
A87UBZG6oROcNg6ZXFR6Vy5hh1Y+zacfYRfDIwomSYJXOkxIdlXMwt7lUMPMqnWy4Q6mT9uphUlN
BJlnhHy7WMntxitisoq2JVg8yWD6XxHjJD85Nc4EWBSAMASpmc9qHDgTu45jZ8xDqiKPOoeShO27
niPYpVwmgKR9IYFw2oIhFYk0woJBbsdoLPonhroZCKVBBpYSLAbswwgNkQeH6Lo7oqYPeGHA3ZhV
WitkRKwl0Wd8zOIjMgx/4nbJvrkSk1WphLlD3m0tfFkyOX3d0tLCKSmF+P2ejVlMsQryMQIfuLMA
SBeT3YfAMSXwgixfq3YcC18BBFhVFf4fR+exJCuOheEnIgJvtkC68r5u1UZR1zRegDASPP18Ocsx
0Z2VCdI5v9Wh9dYAuVtp0RtCHmopuAs0qL9Jk2GLOkDpyld8Ggossog7mrdodLdDxGn9prdB/ijg
u6d6nZnDyAnpM3/fg0vVgj0dho1NL3Oamc9U+a0a885f7f9k53hz6g+j86strf6H8kRrSYfVdC8+
A5afLyzd5jC5Sj1rzBsixQm8fy4trWzzEMvgsJfbaLL+OmDCX4TNRxnuLOVdWEL1hG4pPpp2ChAg
XIH6mcX7YNAiVMyyY63z0qyVztemDRPeB1+9JnDQYFRztYXZBJAis6kckl9biRLp0jL8P+xoeF+L
aoXDE85Iz6/Q6/bYWgoI2tnK9acQEeN+WbXSpA7I2c0k6yY8akfWFzHpDUoNTggDA1AmvyOLPM8o
CUNnKKCAgabuwqcNDOCDy8H7g6oEZohK8R6OjWj3N6vmdmdjWoYPjy+SZqKOOz21VGdtQO6V+xMu
U/wwteMAg+GMY5NZ8bxyiHmu+pgTWzw7Po6AeN6Tty0WjQ21s25W6lQKoL9dWhA7UznqGcVwQBZa
w30NhFcEn4ury+o0RqY8lfTOVamCh7ozmqjK1Gq26sYzyQw70/v1qrKQCfBiEp+Y1h125m8RwYGk
gJ/dO3U0EiAM0PAFc4LUB0wvU0JH02bjRHTKycuCliGaHWIV/NLl5t1EuPTqdDTV+qe05ewTJLQA
1DqBHvWZGXL1AemhsjPE+B2k2eCb+jhMwn4axUi3rDbgXFncG37fxbdp1VVDD0QxV8htjXapIdjW
1rw3q6j/00MyyqyQcwSLVM/hm7Rk791Nndd/wPbvMk00O3AmpzbuT/zV7kNR+tWeTrpKTrXHxAAH
Iebj1FXVixp3mtLGZuah8quNFbgbq/b6km/9eRjrFmpjE81rOU57R6cyZbuHYMHSltneFv/Zaw8t
9dIJ/YJAoHnq+JiPSxFonojpymqwFM+/emvu7wAGir/bWk6sjkxtP3QB7fdd4wLhxFt40zlX7es6
J8GrV5aBnVqyDf+TZneTw1ovoXw1HlQbz+A2XJaZx0rZvvvJbnGFzNcIRdNayP52XEpyOvbYnZiH
bPdStpuIDpMXbOiewqb8SVozPzcDuEI6sy1vR/BJIzJyMc2P5dOpeKROa/iFSoKpJy6CKswZK60A
ecAy3Wh3wwVN99A6AkNW43hpuk0Px5qR9zUqvX38KkuUIOiwg56IFc9CLJd1kTUeLbJGx9tlSmCa
Q2+7PmX1uO7nULulf4avcEvocuJvL8uw0i5sQuN5p3K2dvdct0n3WfOq+SC1KvB+g8XOznsbaU99
MVsWqCs0Xiv4b688ulbdOxkHt/MFAC/D02ymyj60PYVWKWtDSJMVaU1oKroIddWyOBhDkAzOwZON
LoBxsBLDeBPsTLK5CyP8FUqo8VxwRtkH2TY+kgnofaSXbB/Vmb1M6Cw2WiTHfZ8xtvkN8NQpqZ12
RLq9jYAUke7/xQkEFMhbPX9ELGUxT3vIF7kik2syXoj5TxvHXYeYckcOnSzacuhPLG119LoFEDzt
6lG+ywKS5k/M/xzdDpVtVZkavISLEwXBAh1RdF6+q2qwCJSG+ohyRdwWVopN+MntIKb6vV3AzzlP
RPQUbKH/3zJutjjMsTM4abFV0XcsnQkswl5s2GCY+GMY1JY+1yXyYXSPLKSImWxyC7bJXxso07kH
MojLxpoOgTYcssYCnjxSzBBOBx47UAG4an9O0QJJoiJXixdVEtj75PVNVT1OQQ82GoKeoITwUdfc
MLf6C8RpTyrLWvkoiARXbpe1JFvKzFPuxuQ6xsGr7ST7Cmm8sUoG09jA23fRqFn2khIozbOb9ogM
pvXTzUdyBOsZSai6JXbeG9e58hwtrq+L2bSI0j5eQ4dzOwnmrC0Tlp+FiT5OrQiIVCdwvBlwfPyb
99ggGhmWGUbSzBOdEzgvtne3Udz4cadn64B0aqhvVGXXPJh7CS22IqMID2vI1ppxoEbLEbpv83JS
OSq+oK3u+rzpXM88FnpyYHgV/Nx+sNyp3g/LQCbpk1FFWBznCQbqKfDQ45Wcp2u0PGnQNJ3T97qX
N/2wds2jCu3SPq1+6+pLojRwfTfVtvWEpMqU5ypsk4h108h7Wn6LmSHcStb6HQCvoS7WHlT/4qmN
DCsYH3+o3hwRNMkl7iNIl6W1goBvGJj5k65wZzxJpwOjT3Zbv3msZ9eWS7Vd8xLKqc3NlujtlIg+
Ar+rrZa/3hrMX7RiwGG2V0frMSnHyjqBVnr9sWl26tDEBtna+5v+vXrWshwdS8g+l328mczalSgz
7fcI9DY+FwQL291TV65LQeaknXA/SS3MLcK7ucvQ6IEXlQSvAKwDQYFcdlom2UJLBElDjU/kVNu5
FZks8w4iG89qGF6KrgSp56LV+8FpAnTGY5VchUW2DmlwG+P5iy2neI5McS38iCqSkyd0DCPIB97M
w9zI9V7B8+/HzhqLAg8Tg8Wveo1mnfrVEIsjPzJCONnC/qYdkuY5H/TQJ6gq3D0B+pBipHOwrJrU
J/i0PlTUccd8SM8gKlNjb361SBWJY1PutH7s/JX98yRQ5h2WoPPKl3WBPf9VxFbjI0ITRHsETt8y
cxPSuD4qFML3o9VV86fjEqOa98jyeNtWLt+MGnL8/oUzkT4wFGPFVyG2oa5euw6Ght5US7fAwJC7
gFrlLu432fvQRYTmlyk8RigvaCWNfyOnwNoPANaVOQ5LgpdkHRLjHJlQ4/AAiCPXtOQnF5etKtSj
BYnVnymZtuvXJQHM+rDjoXRvJFdP+XeRUTzfOhuOIGLh7MCcN92Ed04fzeWJurhuz2S5ORj0Q4Qo
98K02I9QVeKeXPYddK604p19G1KheqfX3pvuXARqycOcWPHy5Q9ezdPlF9q92Zlzwhy2T5H+yR/b
5fusa+hIBCMLDsnW4dZqRBTf0doVJafFwC+e23ZOGrDSkGkumyfenxNM8LSkhPL6zpHMMPrUR9I4
E56yOUKQEUx+eUNtDU+lRmRlTmNvh/KfM9o05e7CQ+g2D0nSwYlNvbHeY7/pgkO9WKI+odIwTW4F
qzM8ciq3T0PncA32TjTop5Y/LzlLZVrxIRfLrC82yS98dK4rcd9owXhrurX441hYnu6uSW9A9GDU
1i3sISk7LXivzolHduq/2oQukUJTTzFLYXof9hQcXlxoLuIGa6bdwEhxcJv2sBvdOkebs3l+s6B0
5ittA9/HvBmjSQSkFuVlKdziD0iEpi0T0Y235VJtggxPOLz2ssAEwCYnHZGGlkwsfQzsgOCXza3j
4ia0+tk9Bbuzv0Vk5+5na6vdkjg3+O90Ur7404S0Qx8WDF0tLAnXdp+CxQDsInlh2WA/pn0UYH5Y
cphxtN/WOodcHwmXNeI05V6lJFM0n61+sdQtrzlChnjv/Oa3bNnHKEEnovygk9UNc3+lzfltdNwh
xMhrZH0b9tF6S2EKK+A2W7g+Z38nKns1tQN43flWdbS2BsGIF/S+n7lTgOKXW5Jr1R421gIlmKVH
alXjU4/22KQdQ49K7TWerbyTkpySRdA6BuVvRdAYCLT8lBsICWQtx7D+avrZ/pb+uI5gDgodHrqL
RKVKR9EXDLEfnYK4d17ZjwKG67H2OfrqaaweIE06fTISqudSS+/6Ls+24d2vOxNCW4WGa1r54ZiN
jVLBrbXb9szihoPsxiosl4dgDwC33aCp95RmKPYrtbjehm5FOvFFooDfztbe11CyXcFAZvmBd50g
JnbRa0JGkkuBbII1sI2Hi7vsZGRTDDT91/Xu/l8R1nV46OBWnvc+BK1JFmmPB0aZ/YOTI3z0R/bQ
Zy+BDD2NYjLv2irxziW9nF4A9IfHJB4rCmTXaXutcGbqUzVKtR9blvsdNeHo/ZM8TUEKzMNkUzne
5kOZ0q2MS5remFwk8fxfYE2bfy7CxeGPDyLRgA4R9sg6FVg/kChzhepuCF+mDaYtI+BXUTUtZxRl
qrDXe8NVu118JhTn7GxJQu/MvG2Uf5i5/LSrxP1iOxseVmI/VbroxG6yFbWxc1bQbgSV+fWAcDzs
VGZvQVPk8K7U5QxRPd73zlaYLCYakrpqiIP3CCFgf442NEK/FXD3gjSQgo0c/XhX3QBT+CP5BN1q
p4vpY1RlBc/8Ac0YpW9sEDxwDaU4oAtTaP5Fa7uPmF+mwTrOxYqqwpSTs1OPvdt3K29Pk9MqqRlh
r9mvaRJ4DK9qqtwTMQ0J0gAZd+5BemBr+YJkl3vG97aKEq2esM/Kb2Z5kn01lzmvK5a4iFZ5IJ24
tC+7F1vcm5HXrjghqU+37WsdrxqKVnAXcGmhMDAljapLTcTj6jJ08IJNcjjMtosc0YQQuKxYV/1g
6JJTnOke3RKsgnY24raog6OvZmPhYTayzXnq6vWhRCkugeKYIFK3rTGZKqBlfWA0rs8WmbrDPRR6
8pbA/7eHyF8sdPJTFwbZYrW7d6mRo5obmAPeBmtHVn3oaO8t4B9HiY61BhbKwqoYO4b4yLzHIftR
BsrpFCcdtnD4zZSo6qDCzncye19tWL5uGV9UbTNoBBEJfDoMBiS12yrCs7vEfGZFXrA3N/G/oK+t
VyQ50dMqFFqDgexs74YPA/5lardtsyHUK2rzMcZKzRqw/ZnJ+pe/jBrsIY3k5k5pE9ZF8ARZ4ZV9
XnUW6fI5wfWOe2nh6HjsIJcdVPhojQ/KnoL9vYyBb1MQqIru7tnzyqzxh6U9TuEePDj8OknWB6oa
765amh8g8Y6atH2spsyTffEiasVE3/Fk3UCU8Ox7ATvlkUqe6bUkY85Pgw0y8TTPhQXaOdniF+f9
Hh8ZQXeRd2IAmlMTb3gWkY9r38vI287ePhVobbdZMmpXM/Ayf3lj/YqiXbF5NhVellV7vvieYYLO
19yvAKEGj/B2CuxuQuOvGvNqWT6d1WsM5PEtZ0+xrwwj/n7SRiyHwCROYqCMZnvuxCbReIWKyLBo
wFdypIxFmZuOI+4NHib+owLUjZc2npbvEQ1FmY+Bz9vloi/W50pFHZbCaNrW556UPXPnlttUfka+
LvWR75YoagZB62Odxig81AXncDa2c2BudF8IFaHt8L07jZtjRYylPPxdFT3PKSjCvh6jRiThca2a
/grLNMl3NDjxb7m4ZkAFLL03q1PTL3+0bDxKEFP1QYZi2bKl2uPnaWhq7ltOGnVsw9qx8FkWQ8mU
7JF1CWvUeOIBQWY15fMar+Qi1EswvsKmhG0e9QyiWaRD0pTsYQDRpvLR/l78tXyqp9Kj6tfbgBrb
lnXtwU32QeVDURnUMNoaVZ7IOXbzq9NjBMEw6sPV0h0z9CHiTWsBa6rKqiq4EjjIDmzG3W0XzTGX
ml+AQjNXYcAATm4/KcGZ/zI/N+a+bxSYTaTXJT5Yyu3LS8Wv8G8Ohqb59m3sIGBSnDz5umjQCk8p
rtBksHaTT0FRzoewnIrmhx+QktiKDXXJDZZRolG4jbs89PzmZ+B6fLS1bb7R4DZBFu8B+qXRWYMp
2yc7/FmMNwbHmZOzYjEMR+vdaa42MahnbmnZi2T77eFheGwGtGa/laqNdZlQRds5er1qvK1XjpnX
vYDKzKqwBlWA5QUPPmCi6doLaLKY/jIG+fZxjkPj3jTGyOHRcpTiXDO79lIC++FHAqU8B6WDIxrv
dt6CSeQIBLF4UpG2+i/BYHzrUtccAuede4G8tEJXaPEGdy1Pap90cyz9aWzPwVR00c3KFW1dwIgh
QJ1+hIengXZ2cm7H0j4WbgA/XrCMgXnExfxSTQnbuh3444cuh3BLhzCG8XXQTL2GyVxR/sD4TXyI
iw0UaUUJHTp38cjhvofDw7BZaMlDuKf1iATb4VOLDVk8wWkGgd3ucWhAhq/yNCqr9+94HKPiYGb2
+KxwAMJT4m4t/8Q5uC9Z5xSUPCa2g4pvRhXG19sMS1ZQz/2N13h8bdWsludkaj3/0Gtb/A4nFCdV
G7Qi11KUfwvjCy8tZq+q7k20WQAyWLLKO5e8nN8gG8nvtY9YgRtjB/FLy7ZPzYRE0dacGugyJMYw
hcurwP+EFKPsJsbPIDC8i3sk7ONUzVt50QHyX84pu9S5rbxxO1IwFos72xYuN5eO3eGJRLuyyhdF
oyIkQhhN8bdvsSvwkLbbp6YB0Tk5jkLwHoshce7WcIf9MXLfvHvhI4A5OpG7M2g4BGdHw0FishgX
FD4tAjdQMGmG8hRUWzAgaOidATyAMOYlYxLc+DdZiIxll/jWveMAyxa8vU5ACw9E9PDWQTnKYwcg
sGfjJFzOhqRr/lY8b+gp4U4j1h9nXujSkY3FPXeNfqztWns/UeMR4lsknsa9FoCt5KC15Q7+zCym
9ap+D/Bg/5LNl2HDJY5EzTKbpPZnsOIWGGPY1FtTk4bDEG65Vn87203DEdUWw6fC9AZ5tNr91z6Y
9U3Z2+K9JKYggLIfFvnLVd3iZ2s3azsNpHTCX+SgDShHK9S8qVuajgdw1yNQYs0w5WbaBFt89GKM
43h1or0/mm0yt65PinyKTG0vHzVIlcPKXIHQLOTx9H/8YQc4nuN+pugM94bXHSYd7x9bmcRPHWYl
xbzs1tG9DVzZ3QhfzMUdvcR1fEDFVTX3vq1k8WzorvIU41NSdSgZGK82BJS9iZ83JM7rO8S48zXZ
MEQHPO9WeyhntC4c02XERQu+oNNCLjv4uBOUbySNNOt5dVBZQ/MY0z16wr36bfDcaRZAcugOorW4
NURb1n8g1m3gPUQDS/IUKnsghyEmryXjSeR+QV4df81T3b01ERwPTpquA5Zlf3WOU5OEPE2inCmn
wpJ6B/XL9jr1fveA/vlq5DV099K6ugVfKrL37gn+k+nJEDlU5JEzdd/gVh63GFwk2p8l6HFOOADv
a1jTLBzsVYhnQl4Fznbl6PgOPQJUW7tE9GKFLGFtVjRVk3AvD3D/IuB//Q/4tyguIShSf6xCpEpM
HQjtOcVmZ8wxfjrdvXDa0jlUTLyIYOJ2RRTZ2l6nHwsmxuqio3pfTrYt1XcNe+3k4e5tK3u/QwFX
VJfjPxOY8Lu0x4FjQjp1Vq9x89QLHf9ysIJ8R1atECIWDuZCJ4qnIJdLjz1UOX3zrfRiObfU5eCT
QMperQe3SKZLo+cgTgVaueDOm3W1/KpVsIiUVzhyUuSbQuURTax9vvgW6t8h8chNq2XrwYWPJv5k
rKaWIsSUUKZYIfClofhHD5mIzfALRYswV88GHUp89cxbazMHY4b/ebYZ0gO15cPUOfprmTzgwbbr
TXGO/cHHM5pcnXeQSQz0mQWFVOJ/3PCXuYi4nwO1evegFfMCxtrOf6SJI/w2AUgocBM2mv0f85L5
MJBty7EYBsbRYxGhn5XELbc6d8OyJUCF/Y7l22/MksWVIL1vGnvp5qJU2CykX3avfRKWA9KRLlTZ
vNajfeid1erRawj5jG+Thy1xV/uGQV3EuU395Ss5dL51u7udo/LaLGJ7mMKyY/ZVQ+LnCSB/wQgW
clbxUiDuUMqZP0k/ncJsiWD8BNEOKwxdbD5FtZT6czc7YLRyw2pB2nV9THXR+P+Aa/gdavyX4mwv
y8jszWvNr2R2z80gDwN+SX8lA9FHmZVHo2/FqdFXgEPs11FpLDyculMCq4mgvrJvtyoRXep2lf9G
gfEosAO5CHHCopjA0wrLWvJtX5Y3iF+JJqfFgwD+XwmRR67StzMSZGBRvslHtvPmMZwFliKQqL7L
gn7RyyHea3tNl+nqkg4sG0q3wu5J91UfurdgI8v32jirTs1ab/cdSx8VAI0Q5iTXq2QTFtp+NjZf
ysM6w1hcoNXWgfydSf5BPD+wplMV+8AXWBtQOrSt0CCVp45O0vTwDKvvYDBC1ohHot/V02QtQ5sX
bc/GbyV8iEPgq/jH8xbsBkChqNA7310YxQuynwie3vF88zp0I+qEq7RTW7SJZHYsbey7iAQzYM3k
M6S++re0657/DKr9Obe2TdccI3PWwzp9FIKROfP13mMdWETzPGFic9IY1SIoL+BcipwcfIVLCc3v
AMz8h9OXSHeU9FgG+UmMdzSVME4aeO3G+14kJI0xLS3RfbXb81NRWdtT6TrSzqGou/EUdon5j84n
a0rrYIY/JAh9eYfHGN6xIHFNxV7bBGdnQoV/q2Au/3SNwLWwN94aHMqwbF5IrFpZ+UdveQgGaPqr
HIBr2Exj9+ob1boH4m1QTha7qW8E0bo48qTdXNpwCCKWf8cTUnIEV0NyzxlsIf4SgRujJXCsavj2
0SMRdYHLZ6p/KhSRCBZ5Irobx7dGnasgSDCOFCQAPts2e/iTP8pY3XB2rf8RBkBMO4vWUp7GLpCf
9LtYAfquup/e6sHvrWMl2/ihAp/kbq1sflj+EER1qw00ku69hxRhqH0IPdbU2b918ESO2J1a4+tD
J0EyP/YuKJ60gdijgm60Xxo7btVtnVDkdpi9wasedDQF6lZI7yrMXhKnPLSG6R0jUrP/wUYMf8Se
w2DDGgjxDFFcfMUTsxP/DxH850Xguvy6ZR+lDv8aqN0Z0eFZ7TpOMtm64pFMmGo5rCaZnrVlHO8S
wBY7v4QS3ps/19PP7jt6RKe0DIT/twMrK4KFZI4QUHQNBWZLkxAdHUUi3C7Kbu39FjdMHz/jr95e
PdkgiDD1iO3+OpjNN9MQkePIgY/ND7cHbJpp69jK60GNCCgr7YmDa3dcFgipxBmqYH2fXel9Ar3U
dYoSisR+FMVxTLtiob53qpARea/2ZqeYPqoftSfzV8IkxwtofOwoBvHpX5cJCRpxAsfJkEeb9VNb
zQKVt3AqHmF+PJ8KcsNejKdopjHEbrHIJQXHEUt8kydbb3xKYTsk0ytARM+dsEMRLtR54pqQQxke
fZs5/znROkmeIlxDqPwiXbxYoIbrowl1QjiDx2ojQd0tBLcYOsWcGUsiqukwqc6ZPfbKO/teiRKt
YaeI8g1iL8lGv5jeZBOs+OcWbEIwv5E4rL5n+5dx6gcomzJSX4Oypum0di1e1nJZ2txRVRhyegs5
os4nAppxy/4aiBmGj5ZDD+Bae93ZAe+92thUdwCZCCbeH7N32Vq77HGL75ZnTYVKcYMfXqBvrxpL
/2La6TyAAC2rhwYBzfyPNU4me9qKjpQiMNI24l4vt4cBF8GHdmfEs3Jmlkg919Xj60b6EXq+HU0p
HzcO2g9m0qW6jEOz/m1KDEopgqWR82GIvK9AWttDY288hH3VD81xHZfh3dSme42qdgeS0OP2vXBZ
/12RqYRXo9TyJMvKGnLqVDYXdb+NqjeKTfAaiA0NYaBi77Mth+tRsEWiyzDdyZbfg1EPHSDayrQa
Z3JbZh9ZWJ7wOaN04yz6CMiaQHGlquJjFmVTvXroueD/OVfb19E15XvTxWZDqzgvT6DDauBR3DHT
LIUdr2cIIYD4oJi74Gg72HXTAQDyX7QxZ+aTt9cP8yZw6OI4m1C8YI17a8lsEmh0XRJVSIffMNlQ
ifk970OM4VJbyFW5Gn9sXm+VIyKV3xH4O9E7eBHXHDMHOQZS21EGRa0/SVTafLyIdf3YSZGQOx3b
ln2aGTHv0UaUn6iRUNQHw14Tz0Z0xycWr1UdSd8rxpNA9VQgFJ+a8WfnHmcGsxvvlT0zLrPOk2j7
7WpSz2hPTHWDbqngvw61kZeQzJf+bm+75TzuSvGUQClVPLt+iBAaYuBzm9APZdE0rw/N3vvfykV0
mkYUFpBPpzRQt5Vg6EFQFKKaAhqe3nyW9D84Pbr51Anl/EduB72ohoReImPh6Ak6X4vrr7G4FQp7
8ov2BYbP3gPMIsMAwTsObu9lUTNs5ZH9R1oPkdr7DwAyqJ9CaPnJoSsfDDOBnYHTxkxLU7WoNPLL
6g8nwOKkmMJMcreRWgFh7NbJDXixF5yRwnbNi08qwMqf2YMGqmWOGROTRt9HPuosjrxBM2WMjFRp
1bQcOGsbTOH76rh++YNtpShPMlzrO+RTXgK+SLQPDy3ajAHA0pwBV8bxPJULsQpBjYgyC91aQL34
duRm+xBpvAGBTP5eFVb3KyyCfdqnWAcM7OOmbq9Y8k9FYEWDRCHy3pvATcDOjS7jx97R0/gCW4XH
rIuv0QZW1TjqofXk3ByWSAa/5rrY6hSjc/0oYJ6Y5RE+/RqcDVPL6sod0tyqNkmxwsaKnKzNCgPQ
F60EObpqN0DheRB4FSh7ae1VMe9H4+Y8yGkvHm2sN3eLE+LDTjngVPPaYdtLHsJIS4cpba5xfme2
b1uO/UAIC2vEsa/HQMRIe5dg+r13pIerHPQWuWzaxX6kzZGI/tVanpHjO6PzFG8L/qqTU7pVh6cH
P2BXvCQbCQvjbeyhDGZTZN/yikOIoz6IMKjgDq8uZI/HFm0RgdNazKmqHH/CIdxtNkBUT3lTrQPG
dBlG4lgJkmRl3ivX7Sukx0zfTTautvxvmIoRZSastdb3Vk+f3isa9T0+uL3WTF52RYyC18+RSBfP
2f55ZLf0N7tg4IBi8Af5pivRDTclJ2GQL20svxMyleynCT7/6tbmkI//Wmuniyc32hKYm9htEhLd
TNUul8bqov1ELeQsibEOV4AXXdCTvG+h6i7boEvvPIN5FveJdu3wpk1Kzkx32ssu13YdmdeZd5ru
CBmFId4MEhE+xsWt99spbgJxj8MIv5XLgoqLC04UMYTD2z+7KYI8bFmp5O0KmFuxkBxAPpT1AniC
dcc0ELg3FpF0lI+RAcPbs5NRQI5RizinmJONfyxU+pqyeesr0DeSNa87iSSOqsqnZYsblPWLcXas
xAk0AbqL+j1YVfjjYqLhvhh08uIMu6SDwgXy3CAYMQu1Xc1kw70jWcQTEaRNJLYnXwT++ghBxR3G
G+m/T15MvH3BO/6wWutK4AE/d3JjBSr5Y8qx+N3wBeyHEmG4DdAAsnNYVDj96UrN+Kj9CiA0ojmM
RCLNP7MSu8Y557v717AXlji7zWCpMySe+VhlpI8yDN3pNE/CrA/SKKJXYlQFr2sC0Id4Aifw2YgB
1ynpP5pnJWpIC1x5Ah/2nhv2towQACGe5HQgMKgWB+hudd67fR4P/Tz2L9v2//vOc8z76EHF5cot
4TIx0MgwK/n3RlmpE8eAlAcNXpNx8c1Z9E35SehIxdawdMkddlYST2hy6uk2dWj8Rm+BVrUKEKOn
ALhLf+Z4Hziz/JX0n70snwG7HJWytgPXTTYb2BW4crzDhBPzFSIfgtobW+txK0uAW1V0WNfFmiz/
aR3OrKe8QMOhRlXBqg5e3AMS4kt7KLCICoIfevqjDBjKbbzPSKcNzTCUE5Dh494u3hAjti4mFBQ2
BO3IC9WZ+lB6w8SfVoh5v3MjwFDM6UqsmZ7ApkkXcXYWksl3nadWeaY6xVNcXm1a42jfuSvuAggE
C9xuUGY1ud2xcWXsvzYKiq1GkRX1E4aSYiVoAV6uTovJ9frcbQr9DwE9u59AdpqkThkt/qmfogIj
Cff1qSdDcD+QDha8lCOZCTnJHeuzrWOI7kUIFidUejxnLaq391mMPpRxMk155IM4I6Cz1TMBMBV4
FsYFdRcRNPax9dqIh55Gh8+YYti8cd1l/do8iG/Q9C2pmXth7Xm/YWuxy5L9h8pRrUkKuWPLjERA
Al6cGijyf6Sd147bSpSun4gAc7hVlrpFqZPTDeFu28w58+nnow+wp0XpiNh7bmwDBrRYuWqtP6xB
noB0VZAYAHbB00yCsVloX7Px2bNyNCN3+WI9i/eWOjhvhWjAeqZ8q70YmdivoJY3p7wpos0A3NUF
Ta9XvyDxg+CBH0IWHqE6HhsDyV9xzStePCE3Y418ZaqlCzKQIYx1KNzSWoDlhHQHaGSQhCAnIJdm
A+V2OS6ir2HcRs6DGUVCB9I7EldxoCMXYEkm/7YyDZWzVmuHY86j/SOFbABVXWiDZ28oNBkqHeSY
BTjkWqFaCcJ4E6CirzDPrPIhFSVHzsgyFclzprrkURIxKf8kUpO9p6SG+YIiMXmkkzHo3xstLoy1
aeXdKSa11S78xFGs37ooUEhSqNBvXSm04iWIo+oFEQk9gzluxryKqizBLlrPlUOnFlRSykTz3H2q
l+awsihEZWuzlpG1NsHeP0ij0NC6T73mxMbahGvKTWDRJLYDYavEqaHYWVz37QN8AGgTLQok0j73
YYhZPKpBA4pl+a4bhoXtVyJa+pn8taXCjoXYYXQWglKNgGltCNfQE4KdHtdQwXzV8H7CGwjABZdW
W508t9PLo1J3IzqtkfyjCofCO4V1HKtHsXE6yiYQWvxwA5rBZOK2IcRACQ7wh08O+CfmZtkZ9BCY
by4UjYFMkAXjkX/L6dGA4CDsebU0MuzgKo3WObWoFEUIiDQkJXyQaguHu5SwtJAwDzdFxMOJleVT
G1z6hSLgDRU5pnNgl0M3UlOEEUqEuB5qNM3Q1mdg+ejbMvEzE0kTdwD3Vy01X62Vk1tSM/AW8In9
lkPNg6FRLCU26/iZHNAAQxNlc23TVvgs7SwthJ5Iya1WNgNKkOpD31J6GzPBMpOX43fF03Twln4k
Vb/aOlfOsYoObLS0arI8xx7JfaSoEl3Efg3ZoCp/AGoTq98kBCUoBWuC0D6RovKKL2AmPQjVBlgC
dRUAegETI1MkJDeIrkryxTca/SNiowEDolCjMIZGperT6mgyAmwzolVbAEYHE075dRNnYeXso1Zv
jC1aPUW5tVouLByIIDnwzAqKMAPxrFtISnZFUB/SJIaT7DWFcuw6V3QtstSepLwPiVo8ygnZ/W8G
sC7pXAFAFJfF0Ffmc5BVufNoQZUke5EJAnK+A2G2ObRb4Zuklk2KHQq/9hIZ5Pt3Vl5Q0ocDIwPC
gyQeqvFKdtz8qRKqRN7X5BZMJJhk+SWQfddaDaLM5ToPW/A9wkiITChGiAfuvG6w71xW7M5jVJ6r
QuKVaRUVUgOxYXo/eGB25RY1y/rcyEZerv1WrxvAypXg7mEWu+Iya9IeThdUBEl4MEneI9rlWJ7z
5ISZ/BFkgpvvMzPHIFtXLF4hEHz1H2wpFfpCFSU71JxcswlJNhiKSQmtBBiTf0sHDsAMFl3shQfP
C8Tqhyly3yY3AA9+nfp9rtga6nTeLg3AIyCMhnrUQiORh79KFLjhV4RaWndE6mric5qXWXrCQgWJ
6kJRy/JcWjmgt4EhE/ewhVzu7LKgKfmrWmc6heq6JOnRtCi+reLSU+MzafOuOyg64B+hUXT4AIaa
OpDZ6kblpoiN4xF12eGXajaaDzi3Ct5n1EWvlWxlJAzBkmgiVuCaPNFLD5tYMsE/VUfQw7X/Ikfx
OgaJR0AgTuJiENxXd4g2dSrtzV21XDJSc9Kzo4DpVMzTVGSU7hH8hj84EQ0ViNFEhlsf2yjv102B
nHkBKooSbZvteJKTCuQmr2zDLq83gm58T2CR7cXGk08urAFnRnD1SutbkrHohdBGFXsUMR0V5j9p
fWs10jZemtZHahHrpt8F8W/L/YZm1kzPXynV/42D3w3wKoR4zEnPY59Vy9CF6qP51FWv6bLv9sZR
E9bV0pBe/eRYrBR3G6ONsExxbjjFczLrN+OT1xvNxGW+YBrf8A05Fav6CHd6OdT2gJAE939X3ELK
tzg7tAyo/R9eYmRi19mIxa32vfJHboVNloYzs+BaOZaclCiOnY5HzpUFSFHBfGwQ8zpS8Di5+Yaq
0jHIn+/3+c0gEvrfzDJDl6ZDS9lS6SKQ/UdJjZ8AuT0o9XOgvvyHILzeyIxzWZHViTZtmLhKpatO
c0Tf9YulS7+hcz+ZnjKjUjxtC5OTUxmenGGRatOmWsm6YJWiqWXIC/lfC+lZNt7MfCbEdCUQQhJB
XSCwq3GNkiYzhMueVpncH05B9lSFz6HzR7bei/r07/prGmXcHj6tNx8Z7SEqpOBUFu+y/8u0TsOc
U8ONvrpoyGSHyYTO8TpfCU6G/+ZotqP+UtMZ5eO5vho/4VMr0PLqVKuhFa1z1lybvhKD5778l3Nr
2lfjV3yK4jUKXB2RKEjRLSMJtQXzm6o//d8GZLIB+sDNVXCEwUmBwRAKv1Ghg783M+rTc+f/tYSb
iTI6SYrSpCUUmDMhE/XgNIpZLai8HMQKPuf9ltwcFJNqrsZGrgOWuuwuXgLAYlGgP3nZyUSSNECz
UvJ/Fe2c9bo03UzH5sgay1ExeIkrymQSG00iiV4fRie/euR57JePZo0eMDC0Ifvea6R9KJQgs7gZ
5JNjfAtRiFYw2utI7XtA+CzUpO43fVSg/3yoTj9IuWx6Vw1qLzh8kDfI6wgVLV+TqRW6q0LIYGa1
i/Dr/YC3+vpzD0zWmNCkjl6SVTg11lb+mSBQGJsUxmZ7euqEN23YZKENRk7WLXejU4gMZgz0FcIW
8BJUw6wtqmwWDL6w2xhA6O+37++MnPaoqRicEYoEWng6Y2szlEToBdHJSoQT/DuAWWc02gCUo/8m
vITPxjtPjeYxPuiPMao/5FHnVPpv9bGpmhR1xguKqk/6OFA8re6BgJ2ylVevPUFbQMVD5HuuqePG
ftVUTdJlgOoaZiSTPu4l0wG7VkWnvHomZ7hAdCvili99dxbGk7pBlwlEWLSc6eCpBYEhY5XB4a+L
XEd0WZ9sCSEYoYIMRX+W0YMQeQiViAuoqyxonvX2VUofyCwFvPhrY2vK710encexAEHRozKV7Xg2
b7Qmnvmqq4U9+ajJZlj5ft+hHNafa/h7fffqw6e3UKiqef5K6eZ+F1xtimMw7oMK+iyWjPvA5aLN
EJHUYoceMNxnUgeLovj97wPo/P7oxYGOjzo50cl5gVHRsv7cUgZSFJSehe/3I1z5E42j+DnEpA1C
02kmb7v+nJHW0s1HT/1Fm201XLeoP1NX3aMk0eTWzDj9f+LyejAMjeuKNVkbJA2R0Eua/hwmdpN9
R1VvJYzsL+skmKjpvHc1qoX5zEq5WpA0lm408AbCKoIL3+WAlTAicorCw1lAk7iKQdizJoE+HNU5
8/ZbkbA2k3ghqaTPxMl+buaOU7RuLp5VFwVvlImcYI/8NEib4/0BnAs07Ucr6ULVjcRzDUndRi5W
IN+FACsLN9pXvWWu/kM8QybB+/fqb07O6J7XKa+4TjzLZbiIqheL+xMi63m8vx/n6kCU8dPVdFWW
ya8ZsjwZKs0F3AJwQoRHbZwqLdxW+aubFyjzqOT35XOTii/3I8rXewchDe42KC9wRZ9uaDEU6VJt
e/FspMhzRqrwXjq6+RYP1ApiZKMeNFVJDyV1n4NaDtIv0kX5TiWNtkJytLTjgJrIIEEzXThuED90
FWBpRMC0A4IUi7rKflQQJ2D4atWuQd9gUZE7XwqtYMemFuyRhvS+w1T2ZlbarY5URuNjyWTGy9pk
JoLGSOExyOJZal+S70HIPrgcmlVV2NnMVLyxpnkJIjVIboDtUJo6gZHPF9Iys1heiE+HmbTJdH3t
DwfF7JYZIi0dVI92QB5o6Nf3x+566MZtxELgmk3S4GJ3ubDTMpTxfeiGs6ELG0j0iEgImyY+eACg
SuXH/WB/H1IX561MNFUx8fzT+EMe1+Sna32IvgwgS2M4uyUqOJBUHjxd26lB/E2KKZ8hmIvIVvWO
nP8W8s2qUoZv/+ULLHJVjKys8Ki8/IJO1gAUI+BwLkuB6VV8IfW1d7pVG2h7GL8/4JsCZ9bNcFFz
s7sf/FZfc+ZjDKhhJcnl6jJ27btDUFI4PStJ+WoeSmNpJclLPPwxs+3/KdLUBcyjcAkDQP87qulC
hXxMSfMQD9FeaKGKmMmX+/Gu99IxzcCtmPSUxgExGddEATliha54poWHWnc2qOlCrs+ezWYm0s2l
opPGY9biWMRr57ITydt5gyrGrMpTrqdg5z+C8hUjpwDWkODgSx2J6zw15lbozRZ+CjuZN4i0KXFY
EFYwyk3RbP2qgAOQHaPAeXUcGVju2nPLo5sViO2ukEuqhfbgW+E6I8FZzJkjjvfS6TpivyWjZWio
XOmTmdTJaZMidCmekzbyt1bT/cGxpd11IUzr+yN7a87yBtBES8ILRpvOpFhONACBtFulhBEOKN3u
wJ5l7ZsGDfR+qL/ut9NWfY41ubQNRZflahSK51arIc5gzrGkgrdTheSNurTdyoqwDNTucciLJ+oC
D/GgvsQRdsXIAi2R6g3WZQyeVEOnfGFYyB4lkgIrRjy56O16Q/Xk+hJCcEIxrFIyTogEkNt2pF+e
qW1lEGLLXHbWetOCa5XLua3v+spLtQv5ANMSZbJl1qRxBn7KIPgKjmVZQxpWqew6rL+K2hAs4yjJ
lkDQ3tGU3ae5+oPyytE3vUNUpDJUTGUHtHWYOd1ufo+iaTrJNc3iqy7XEZcvMqZOLZ4rTtNFq8nB
EniiOhPletmYnJAa/iHYHZODnTywCujJgqK48tksAIVn8mNs2AO+UcBRxd396XMzlIZtrSxyxbLE
SShwl4Nfk+Vj9vBqQbrNQ6aReiaI//uBrhcfbeKiw25nkcuf3gtQMIkGvSfQUJeIQ8j5sK0w0dm6
qeLO3OVuhtJF6nMW6gy6PF5RPp2XgtTHWc01+VxQZvsDM8Vfun6bfOi+/nG/UdfrnEaNl0YQRTJ2
uZP9TUH9VrNcIiXUfakML6PmQNU2RrAnjWbSrdJ4c7pc6ATD9dfERhnL+OlrIozUsMQdQaY2m6E8
CrjHeMPDZqcar5XxI6ZW6ftfIFuh67gLoZMp3ow56PXkpzqnc1dlSzMpfkzmSuJBVMpb/AjMHsQs
14CYol6s/4eJwl3fUDnuJSBikygoKUlUwFr5zNVPpACvAluSk6X8fH/obk38z2HG//80SdQC3i9W
kPI5jdgoDoL/hHgkkJP7UW7c3eiz8ZinRcz7afUqK4dMcFC+OgfK7x4IlhC+Vug2JvEujH6Di1io
8dcqAUr6dD/wrTXwOe6kF/uMLK1i9PLZpTSlxuqD0e6krNrcjyLJN+bk5zCTXlT0TGmHWJLPSQqB
2nSUVYrl0bosyBGP4DOMA6pmz125sNEM9g/o3MXH0Aj9xx4m9MzXjMEmC8Rk+1VV9mf2zqn3sVol
sItb1zj3AAR4kfI+Qsxj4RaGskbptF7fb/x4XZiEswxecBZ7NCM7DeeQbNdDFa2xJvihIF5MRmXp
dk9yxoytIBC49YOXlzNr8DqoJcLr1VRTJwnEVfxy2oLYb2DLhMbZz6WdkCyGl0g5t730GAbPpn6w
9Jl4N0YYYrxqcV3C39jEtPEyoOIEHdCt1jrLUr3OERoo/ac83KMXjfJVscgbqtv1m6pISwNqIZvH
TC//vStddjNYSBPm17jzcXcbp+CnhWqB1DcDtfee4vqnZp1gxi3UYCuBvAm7ZQ2KoEPsjS5HTF2I
n4BJDf3RgJyB7kyORlGtx/jf/bK0fCYzcatnDJObu6XgVzj6MV9+WApBE8SA5JxDkP0gNsSSO9YB
/GsD/tbDwJH0AZzGb/rGn/UgHXt90imMxlh007jNm8bkiGsGpQLg57pPbS1/yYp9hi97vSENhdj2
0ai7tYUOZCGgdWMN2zQ+av5ZEnauX84suRuHEqVpLro8YLBU4aF62QmA/OFiSKH7BDVrpWhfxIG3
d/GSfshUpY/gBMXUXSLpsWqz74Y7c/yOrZz2wufgk17IEg0Suw8dNkzMTd6jpgy321J/oC29zAAX
SU46M+i3+p2Sp6JwPokIG09Wg49nAqwVxX1CKQZ+kw94BtU6a4c2w1w2/8ZKHy8XLDsATKoxzeZj
EzT0Rm+4T/oRDTvV3yedbbTWItLDdZp/F8y5hXZ1mVGorwNsIMfAM1GcpsBA8cg6CgjB09Db7i5S
9717VIM/DX0aBq+1SnkURexs0+uuHbXk/pZS9xGsUGURlrKwtYSHEjlUBwXFPBOWebuFI+ShZRwF
/sz9+Ooicvmlf59En7aEFgtHPMTa4Klsvyv43da/7+/sVwfJ5PcnWw4ST0apO/y+2kD9N/MldL3c
/9nU3/99HFPWSZXpHB/K9EZnNkWV9EMfPFXtV7UobTNjxcZ6/+S7rTDTZ7dG11SZTtyrOLbEycsl
ybW2EkKHNhlxshW7NEIIMOcZNWTpruzrZg/7auYSIl0PFBUibqoWpSJLU7VJR1Ylx31VhtIxjsGO
ejy19SctWLnfhvZJcw9l/CSTN1Necf7A3FFYGII+0+wbXyBL4vgRusE9fbpJl35YyVaXy9A/ajvO
izeMCrb/dhT5XaypuQVYrBxx/IRPs7HGuKGupUI+BjqGj8iOiN+N+I9uzNXdbjVFFtn22REUwFCT
vUeBXS1AYJcRWgZzHm5KbWba//2Fi/0UeN7nCJMTDSKya6ghEQQgfiPMftT6fhAdGL/pOmnsstkW
2XudCPtM+2rmK0wijZn7xs1GsqePSF5DVKa4FVkVDD/2NfmooWs7iLgKB6v7w3WdCxtbSU4Br1hR
l0CoXI6XEoEvTLVAOcaBs2m8R05sq0mwn0vhdv+yfNvEm0LJ4pmj8mo/H8NyQlJ+kvGen5ZoSuzR
zEGJIQXFy8BPQHD/hvNbmfvcexSChzz9er+dV4cjTzWATDqpLpEtRpsseK8dQnwlTeuI99oyCGGn
RdlaznBoRzUlR5Ajn2ng9V1A0S1TVVXqswo1jb9voU8LIcyDzJQo9B81qPxCgXGOg06chC50X68S
jDKM5ADTZCEgmCcVVJAEpBVUf3G/3eMyuJzEl18x2XPYQmsXgXznaMi/e4yUklNuzKz4uRDK5QwS
ZANeVR85R9iamyDaW+2hRUHtP7RjlMVi/MibTMtD3P57UjaNcyzdEqXNc5U/1tYMyu96ThrSuBi0
8UkhAbS5bIiKf40UDYNnm+FB+yadMmUtBr9K6xQlWKMW/3ptX0abvF16LDvGdKlnu9gbLesYyrxQ
guC+32/S9cQfr8bcyBVFp0nTHJ3XenGQGT68ziHZx+mLjwO8s8Qdu897iM9fYoxW4MOvYc8Ww75V
cFQyspEMeILftg70Zu305sxHXd8oLr9p0vRczoQqbN3ADlTrgH+I0lp7N3pq0DCfaf049y6nvwmp
knarBscEd8fLIY2QlzbVNgxs069WufE1wzLPWzgn11tZT1zIbCTVut+Wdr4fV7nRQskA3w06g2cG
T4HLuIMVVDhVNZEdoffpoTK3wH5joSOEkdQPjfQuhcky+aVo2wAvEkTqENRcCNEOESJZQKR8Ef6A
pWXWD4KwbtHDC75GFHk82C5wdk54GQT5CR5u9EMpqDgtTfGrhf7H/TZcnz1gZ8YcqILiOhm2yWoI
yFDIeaFHdh6lv0zgGyqUu/shrneOyxCTeYAJn6VWuHLZLiCZtNl3+qovZhKFczHGGfJpG1YaX+vl
nhgaio/iQ+mvZXkGnned1uJkBjtvwILChVKdbhwiyoeaU2LVIBT5pjTOUvGi8iCCrA59cxVpe6gl
i7YMt94cHvT6HnsZedKDTtvVypBWOBCaLz+UlMJRhMPrroQQcn+obtwTLiNNZnRJITbJ3Dq14b8b
0so18bhZ+JSUzW11REzbmzk/b7aMZ6Vpck0d19HluGVKHAcWvDk7Vr8LVbFoEBWWs+859DQfHdv7
rbuxXFXuB/8Em2wTYqfGo+0FjYNbAZtYqX8a6RZw/dxta+ylyX5EIKgDqkTm6gq2hZLpUIQ14+W1
GCZIe907wOg2KkBxwREVtk4/44FAAT9t7PtNvD2A5EbAS3GjhMhw2aFYSNRSKuSpjTZ84aG3+4bl
aJFC7HwzxHPhPHbBzC546+whEQIkmnoutyFrHONPa08sfRNMhZHZff1T/R1jbeg5WPCV61J4HNKd
3q6dDxkzbPPYnvrQQqR92XXfjWat6+76fvNvHIN8hE69XuZsN8RJ6wNccEQjSTI7zWAPaM0y7N0l
2MdA3slutnCVfmZK3QyoqwbAD+4rhjYJ2PaV65GwzOxS+waCfym2x8BxV4Ful2kLFnMm3I0ZDHSX
uyaPWnARU2pKbgwCejFyhkWeB6AaE3lSXggVBfUceOzGuaAxe3VE7sZ63DTRi4g3ZfI8zm1Izeij
Bcu2nLke3IrA/Yt8EpOVbOv4/5+mjZzVEMqVJLdLP5YeOmhQawQ15jaY21FIV7Jlc6dUJ2t+dATM
EtSQ7MwsC0RxMukM7XgOG3MzCnCNcQqQ0lAmbQGjGUdl2OdISqDgGT+MKur3Z/athU3ak7SrpY0V
PnGyynw030vP8nMby56FAqzuhESjWG2tbeIeJU5WE+/Q+zGvDlU0vyjHaiTiWNy8qy5HCFfwOisT
5gBMmXRZIFa207FiWReq0azuh5LHA/piy5zEmiwkLMTRQ3bD3I671zj49RsTs2ZZrYTqoccV1FRP
JQT/7MlJVlhda9Up+MHf/TuStM2buy9RjHTlmeZfpwYm3zS+JD7N0BZJKSk3+SZd+da5CNTtPelF
8L5jGUCye4GoSbiFy+8iGdJvhxaS0uZ+r1xfOS6+gEfR5RcoltIBtOQLqvaPs3OcP6PCTX4aFFRc
ho1mfEmHL1JuzeyiV4fyeJvVmG3c32V2tsm4K5lY4UNV17bZxutMf2qkg2wky6gbXXd+3W/i1Ryj
0GKwz4AEouZCAuSyhb6h1Hmu64Wdx9G3LHQ3SYYRRV1/uR/mauMc6znWX9ARbE0yA5dhEmiDGrX4
wsbwcJ0qL76Wbdv02GLpeT/QrfZ8DjTZb8KSro1rAoGTeMXeG5K0dRzUdKbbbrRHI+PAowOmHG//
yY0QXZcMerdPe5CMxcjR9N6MbJMiAvqvm8NEYOfk8OJZPj1QMwS2TZwxCtugyFQGZ3898Eq+H+N6
lmvMNjgp1piB5wkiXw5OFaD5pUnAOyVd6I9pkyvU+KQCokiPrUeA1FJYOngMNSEyjEjKjCBHeOao
e27uf8mNiQ8SnOoW9Wv+mIKlxBimZQY51RaNZoFXz1b0P0I1WTqGv1KtuWfr9Z5Hu2HgqCO/j+TR
9DQPkmC0CXApE2ffB/cjzeFqeCtFJjW2HB6VNt0J2RkP9bcu21g/2srd4kWLcI0n7jS5WZJ90Y16
AYQ8ak4WVrAz43Jdhfz7fTwOR7QuFbfJJAuLEO1jSgF2XVi7Cms8/cPDvEFRfkgHNBPD18xYIN8i
iIcoxP1b2WfdsfSgIiD+oR4La+FFX+4P0HiOXpwS4xchHiGpQGooIUxmSo1rcIVqJqd5n3+F9bKE
kj2THrqxgIFeQ7zUVRBCHLaXkxGmi9clbV7ZmTTgfnzokOcK9Znle2OijaQAkLSKTnb76jCvSyMf
wrKy0/AgDX9yy1oFgbWUvdFhZA5Ec2OvuAg2OVojxPb0RC8qGzmypVzD/Ppost++PoNbu7oKawpj
woGhQPeyODsuO46cUofkQlrbevUuYAlkwjeSQOaT15bFN43k0/25II+DPZkMJiQ2nnMKORgmxGVA
pXUzRdXb2vbMrVIFa56raN6U3yrEfxTLLvcJwjDGuv9IX8WHcJ++Ws2bFR6Yqbb+UKq7+59zPW/G
yjQ3TMi0QHi0cep+uixEMfa4kepTcEnOlf7bjB8DtKf+fQzelBJTBlneq9KSp6aRgHpYbRd4Qfnu
KUmjZdXM5Dmu15gKPpcVQF4IjNffbv/UEE9p1YzEVm3XCtqgldSdZEwtZlryF799OXiqzCvVZLdH
TpQq0mV3+YaVFrWCR0Wkxsf2VW+5wVU4feVLz3+Lvaehzr6JHQpRpXPARax3sENS8WBQgT+u3Vcv
W7fo10XHFDu1/AXBvkf8OTdYZwnO8/1Ov9EffCm1PPhX7DzTeY14l8TlNG9sxyyFfRU1OC2U/e/7
Qf7W5K7743+jTPbarChwrUDKyo6HY40gj4qDG6eA+tM7qzG+1JiqYWltpedOTL5kf3Rvg6uaK0cz
s/hGY2ExMLvGRDJ08MlnNKnuYH9a9nYgY/XbIHk009AbywS3I64SynjUa9OUqeAhjiGUcm+X2Mfr
CAxDYovKanW/O6+3PHxCde58CC+yvf49eT/NYR2R8XToEDGWkm6HAOVCw205Sb7K2Uygv2f05bhx
dCMWQA4ANgbT43IeD+Zg4DieyjYWfOEyMfyFI3wN8DBVf2viOsaoCfi34bSL6DmVvxTlBoW+TZi0
J98BeswzEUG3XYNkYb+W5xDZ1zsylalRP4CcAZfEaW2q8GJfB6yj2gMKfMt0kNTVgIY0ftYZjglq
rCMdIYJWCRCnu9//tyNzjhpcuzkWJi8Iw0x5I5dELsi8t2THcc5ZiKgh7tPym49j7/1w17OWtL8C
qoAKCPcDa7KZmIYYCEMQqLZfABwRsk0l+DO74o3TBsATkB+4puyNnHWXAy3hVEyOy1Ltyltn5wDa
Z7UfcEvcxr8jO37MbFT/Q3nRPoIQVdRNhTicdJY2/kpaojB+v703dovLj5nMusCxEqSOTdXun0Qk
sfUHSV1Sewf063f7Ev+XTZy/Dl9gzvTVTt5Y9X7mA64vMCP8C3gakGNeBdOER2rmbQ84SrXR56aM
u1SkJ//BMZK3LJAXen2IvKNcH0LzoEmo25qoQm8C7T2on9v3+1+ijNeKyQLkS9g4ZbzroF+NG86n
pS5ouZHraMHbxocZUcJeqBX23ydh6Z81/4TZXC1s4/yYP8gH76DawZN+Kg7R8/AbHoa8kL9Kxo6C
lAXVZZmxRmb2h3HmTb+Otw3ZUYstldr+5deFRSmnWcDX9dVHjbh+ZT3Fyp8/arMq0FhOs68zvSHf
ijeSXtAwARaqTfZvFw6djPuGZiundhQjXlTnbti4z/461DZonEVbFIva7plaJJZV7kP+xZI28rH5
PiDnehQ2g7qWq81gPGn6LkHBLHOHNe63W1+d43BcHwQjJ/Z/v3Rsyadxq8IC82g91qhpNAsdkWYk
LjR1Ljc9tveq/8nJqToFG+o3k/SC7Emda5QtAhdIGhVojqncaJ59GQtrXCegpKpqtcBZbaOv74/E
NVJy5PxybzBBrahkoyeRLUwG+lhoNNvPP7QHwVkl0golyAaT9H5X+acejdlafB78mSbf7NdPcce9
8lO/ar0j1VpZaexHXwr/NWHEs/80diYIIJpHQv3vmvwUo6hadFjTQbOxorIHI9w1ZrVF4H3mKXZr
kyHJ/U+YyWQmiYoTZddpthZpW62N9KXRZx8FiY5oNAtEXjSbOUhunFvj8UEeirGTwbledp6E4l5E
SUezo+x7WDz4GG2HGnZlDhKfPqhbYWaW3GqhDluDDAAvGRBbl/FSPcQyxdU1G+1iwNNfNbndBs7L
aMreoUR8f0reOiVHcACPZ65E19xbv+h8EU6RbZJVws/NMtZpAovxfpQbWQ0K8KQLyFGz73HLv2yT
Vwujx7is2jra24nZLrXwOY6+qEimiOpaZ6KA1BUX3bpFv9DAAvc9TDa5ta9GO4uNpXxH621Ridqi
jtdmMTOlbh7jf4HyFBst5arHNfwMajnUVTsJogMWzAsHmB6y/i0+DJ4uL5COX2qOsHQcxNWHnxF4
+rrcxtJSUV5dawcGzFIXzgt2Fk39iDfNzIS4zjmzbcB+MsjsGZysU75J0Q+VgnK+aksAzTUFe81F
W5Q7Z4XE4E9nBYyj1p79cyuYq158Q8ft/ujdnJCfwk8mZKfy1Ga6c2XsYhzKvL5d+0GeY5nnxwt6
M+dl3Sszjb41MUHJGGBwLfboKbAbqTWjNXoOLUdGXJ7iV7DCWCra/PumgVTkMOZpMCKALucleP6m
KjEMByKDJH7wZvQPrZFvGukk+cFMN16DQBnGz8Emu78Tu0Np9qpqo8y/zooDtV7ZeFOTjfSOm7yq
ruM35WA+BtmDg4Tk/YaOm9T0zPsce3ICkN9UStxPiR19V5FubYtV/V/uNWiSMWrUu1APG7/h0wkQ
okyJ9wYbpdv/SLtdMx40eGINJ798ELVNgYDo/UbdmiOk4wATsn2NWO3LgHll5ojCU1fNHayqwoPr
zaSvrp+M5HupHZOU495KYuIyAMbcaCM3YwDtobcRTeY2/YOS1Mz2eGtwLKCJMCmB6F7xn4fcMxMf
dXy7wVat7g+Nsktxs7rfWTfb8inIZAsWtKqwPLnU7Y55Z1IllkyUDBdG+vN+nJuD8inO5HZbGmRG
MCDQbVx+E0RoSoBPedjPnFu3u8wYwV0YcPOkvRwZsTAxfWg63VY0TJrURwQIJWXuSXXr5IdpI1oW
Z5cOnvMyCBYRjYs5g273CJimX4D2ZG9Gh5EbT7n0/X633RyeT7Emm4MMTVotMECwXeth+BChE8Ca
kcq5y8yttwcczb9J/JFTOFmjUlOjW+vlup1lyIYq+7IUobjmq6574pDD8HthWc/3W3bj+GCceHaw
v8LanFbbzSwJXEwxddvC5PTBlLwcKzlpO2T6seRNDY/an4l4YwpCG8Z0Ca8BFvAUgIEvnhG7AstW
KaSvUsB7uClf7zfqxnBdhJhkFww/lROxjnRbCtUFinkC6pvqsInjf020QTkH2A6XM4QMZVBxl3Mw
GjAMDCUC5fkvam1eDqW2m8Gj3lhMFzEmk2KoRMM1CmJU4Q/aUhs7qZtRQLjZX6R+VLhrDOoUOmLp
fRPhisruE+kJrpb9q67z9FKFMlqEoKHuj86tKQd4EZCCphsiV7rLTpPdJE7LodVtAePTdTNK+0sD
ohxO6YlbLfa9LTJVMwv4ZkxAgFBbgdtSTr6MGeMQkoCoZ6Cs6rXyO3MZmjVWs2QYVatfNBp0yPut
vDVsNPGfiPJlRDSrdQkgpW6b4GiL5wD7Yn8GOnYzBCsXtgxTkO68DNEmXYyCpqTb6nBq3ZcB4F9r
ziylW6uVuvU/Mcap8+naYLllIfiVypY0tB+dVH0gZrO+31O3xgbTwvFRhbsWMLzLEE2JxWKfGvSU
5qob2Y30rRun3zKM1+Rajk86ELnV/ZC3JjyZDJTaKMbDJpuE5JoUSq0RGbZmvPXRnltfGgRLOQ3/
/UEItQHWFII4oDKmac64R0a9kHyD4xaclJgg6h81VERavFZm5tvNXvwnFCn0y16MEq3INU1gMpTF
S6A2X9RO/mr4UoWvXq9hUNc1m/udeGv6cfRCeCVXcw3dS7A36CK1MGxLOAj6kyj+tjgZ78e42SoK
WyPBkHN+KqsjGKHWN25q2LmHmAb55HOZ1jyoNDJBynkItvfD3WySOZa4FESEyJNcdiJllkH2nQql
txiTzh4bJfNnNbzdD3KjkgY+j+wnOkEKsAV9shkZvadif1MbduH0C699wPm+YVfv/3TVGS/extxY
JghU8ZzjjlPhDFwvMShIhnKR7HzhuWvCRd7iJ4qWQu+0RxfnSCdalfVZnAPhXGPYOOAAq3D1kSmw
XxG5264qyqLqDdvxYkBTysarHtBQwYYU7wesOvWyBy8rW/9hHAwGQUU1C2GRaZalaBUTXpBi2FI7
+pIa1ZMgJPHWIUUwUyW4NeJQZeFfgJeT0S28HHESSokWwf6x/UF/5fB51Qsjx+lIFmdm8t+b1OSR
9z+cnVdv3NqShX8RAebwys5qdbcly5blF8KROWf++vmomXunmyKaOOfBNmABKu5Uu3bVqrXeKdvg
vwMH8YH8TsrRg8tcyzhHSEyr9dr61qe/hXanVTsnOerxOfDQx9R56VqgBH8KEqCq1C7KQ59u1FZe
NUO39UvTlnIgPcLRUg5gXtaZfuzLvRIczYCHA/3V6PkpNMl4DzHSr3V4KettKUDqQ5wP2YAtnn2d
HGpcrlvdsSE10bJ+haL2/S0+d2uM9HT/Gev486tbQwi6qhs6gx3eSHbg00W2VECa8+CUEKhjjNEr
KYJbC2UYZuxX1zwb3acKKdjIfzGVZJXWC05u5pUBt4+EgyM1rCv65MHU5HJlKOganxX3h9j/GBXo
0ELKkx+06m9UM97cn7iPDSocuGt7k9A1yLtcqTLsGeZP0T05tPRGe71sz4YHSjvLbTFfxShmRGvr
6Act8hVbJzl4SJDQkFvJiG4UHaTKG6VHtTE7Et+vHBoD4s9lvo6ktx6aO8ddxcix5M9R89VsPocO
KjnhPoSm4f5YZp3HOG8j6I0q3JQWqavb1M212DxHB7N7g/7P9kgkHtR9Ex4H9dwt5NHnUjjGtb1J
yOUZoW55OfaaqloNafyqWa9i7a30CwyzrvWUmbmd0qcw+Bs9fEKMxtGWmnPeL6TpKb/+hukN4tEz
MGLEaDy/iB66PZ8NGbUgdOEkKFd3YPJk9Yl7bqVAo4yUS9ttDPGH6BfPhbfPPMeWFmHbM69Kahqg
9CiqgPo3xqN0dRgrSI0KP2RLtaz/Wcl5Raa/smylo93l7mmuXlj28eh9mALMUW0kKiBjcmsPQQn0
yNzMPMcasOeN9kkbzvTqd28oiselDdVhmS48KT42dXJsxh71/7M5fVP0OhLspZuaZ63bVqV+bODI
0eNmBexWL3deX66qEipw4ORH+JXLdAl4PRenXNufbL26c4NKa7GfW9mDInxDAMgQDyK6xJq3xFE1
u57EJygekHsl83U7v4HqoejuFByrXrLpIlxZ5ToibgiMo6B/kpV8FS4lD+eP8pXNiUOPlEwpFIAm
Z0XZqLvWiFcGk0uSnaoSkgqv2RfJ+Xt/H83dzNQ1CJ3pcgMtNhkm7J+5IpgtcrqauK6SbyKVzjR8
uW9kdt3It8DZBncMBaTbuaQnXlLTwjTOQRCvfHnvtNEaFdVKLVeCu9DxNrtuxLE8dTD3IUL3BOTa
khb3pHkJwoTsiz48hvWaCGwb9t33sECWMvl2f4Bz9xeJbZmS3wjg0cYJuDr8opTWZPAxapYKItex
Dbf3rrZobE3RPpS+3Lc2u2ZX1ia3ZV4VYZBrbBOdg57JP1X5d0+ket/IbPzMLQnIGY0TdsdkZ/RW
HCay4OHQhK9xjb6Q/rMpD3X74rrfomqPfE4NQED08bGnIDnH0r5Ddy4WYQcwfgbWqR9bPuqBboRs
UyjZa+VWu8LfZeYua/f3v3X24IyFfRo1JV64U+Y6VxoqeEYa8yy5G0/bpOkufob4WON94YE2kp7L
Jf87t+LXFifu3ohVNwggQTv7PiG7OwhvbgIXC4I8vvGrCNtvLXfO/VEumZxsstpJ6yDqMdmH4QbO
fui0XrrokgLbd6N2owrawlFaMjj+/GpXo5hoDmXTjQYfnIe49B9D53fuPhu+vk78Zn9/eHMHl7Qs
kSZ1k5E74NaaVstKCTsXwAedN1BxlMx9K9g6EITUluDlXiJBGVdocoGavA4tTAHlpg/q1p7kNr0l
SyRE2Dwbw/0pZ+W+Mkw0fcuFozTj/m4sTeYxEjK04HIsRc73SizsMcBEIW0dhTxMhYVpnB0WwB8L
tDEe/T18u1o0t0GsLWg8A6VWCkJesFVlRK10OPrEpWTIHMjPHH0DL9aRNsAaHdWVrRA5azfPSbxQ
7fKDA3i2wTjo6a9h3QhvYbcJvWwdfqkFu/oJK5lfoh8qr+TqoT4o3Uuv7+RwKVU85wn4JGrFPDaJ
hd8/+eqT8hARQCGGIzNG2lcdvhTSs2qief89E+KDkX5S3PSrorze37qzC3xldBKXhCTT9C7BKBq7
6E3/odS/rtI/NXBHEssLu2k8Bx/2Lf6YTDgXDkmb20kXETVP/Bpjoh/Lqyii5C5E+VLj2ew2urIy
OR314CMJPGS82KUHKDQhPvfNhoaPNrR9dGDvz9+sMQYzChRRypqKGQxSHkRJUJLjCt7MClem/izL
V1lYqv/NTZ3OFU2NcQTif4hDIK1Smpg8S2e++MPZrH7fH8fcPhhBIoQ6cL+q0zaMwmicCtidcYb6
xNbyt06NbCv5ioY89LA/7tsancZ0GwDgHKcLjOeHfoxcaYMgEGUSHepmkAs7lT9Hg2A3TyW5nGjh
6nmvW9+xNqVDIDkYyUCADMShzYOSnsRUWqnBWyEcpOSHp2xDZ1Vo+BovOgaRt84KaROJw0MXFRv4
oFCTee3KdiWWB9P7anSx7VgXp33y0k3jrNBB8Ds0eP1jmD9I4mFE1Q/lA01PB6hxTPji02cQ9zSN
2YkAJDF5hDOm7m0hfjaQFZT79f2ZnbmIQHr8d2aniUOYVhyfzivjjAj5c1vtTF1YgeoConsES9oe
Kmkp/zq3L00a8MfGNapQ06xya6FnG5K4P8dGsAoS8WQK2eH+oOaOGFsSJPaoQwHx9a3XgKe47mmM
N85hqiIsGMnWCvVF2RZjHs6Z6xoL19DH7ndSivSgkHol3Uf2deKmPKhXlFZ2SPJ2G6W2IaeP9WPo
7fX6IA6HpgtX7bkqYbN5ECnGD/CBAY+gjtjb1VLD1tyxHJm3wXeNDfBTbadQVQav7YnO3bK39e5N
dZ5pYkPR+lOBHPX9eZ6DIFODoHNjRDnSGzy9Ey2jT1lP3o3kDUnG5HvP2w3Gvmdw6K4DhedOCNdh
jbqu3Q38J6ykwYvWvix8yGhoemSvP2SyAJaJcLpk5uZZyPd65e+FfKMz8P45hbnC2vGATYK/jrIq
CO3/0DPXL5Vl5tIFN1MxuUNyqesiJE7Nsxd9T41tWdaHBsFqQdsamt20TyNQcviToX4bp4duqW43
94AZsXZA/MnHsPUnK2HWUSOkTWXCckPjUyFv63j4rFIMraLPgXKRnZOM2nHwq4r/agrS4If+1wC9
kkaSP3gT/X7VZbaklHYha1QCSluSf1dv8efOWHCuc1uGxDj4HXK5IvCoydmsVVQt3bw0z471jSeU
GzvrBrS8CYe51iMnrIZoMB9RvvU+KVayypx9P6wBm66lpTmbcUSQqxP08hfwUn3y5mtcKfazVuLN
h4YjDF3REhHZTE/rO337qFs03pHvi3YVn3mukmZ6qZnnytzVxtraC9WTpJ3Gtsn8KdNVOy+P/hK6
ceYojJzx/zU62Yht7Ze5k6jm2UpeNOvnmJOvlO3CeRvnZnLeRmZcXiig9eh7Gef2amTskiYzUwEv
Iwb5Wo+hlIJrOd/qRfolqRxj1XhdsO3AWlFq6YI9vAvFSQxq80mH6tCWMutfpMvwwGCqWFC05qbc
56WcJ7FUsZqVcJLynfNJ0I4ROdH4+f7QZ0IREjvgTKC2pkA+7dosqzxQ85DpDclHiMT8cniEd5wc
sDu4lN4WPNvcal6bGz/naqJ7RLydslBItvinSv6R+TDahgtufGlIkyNpCWFWDz1DCmrSqaltZluU
t2053xiPwb+ItemRYpnQNeLlOyWNNNEiDms1tc4xHTGh9KLUup0J32p5aUPMge9vLE1cokoXdxom
CU2gcvYaAZjtIzsp1F3pbI0WIXXLNvIfZc0zbl0tIclm3RwUxZBHI7tBSWlSTJJSpbRqP7fO8k4d
dmH4KTKeE3S3FPkSShalkoNWP1fWQ6a8CFDFBF8UeoXqhbhkJg56f9WTiITdEkT77eZRe1XxS620
zg1taRUdhQOaeGbhrkpzIXsyE3VQmQOBM7bO6+C+by0lqexXwSBYoHeTteY+9nFtV8FB8p/M9uv9
Azh3Iv7f1Ac6jAS6tc5qXOcci0ip02NH1xM1zPtGZiI6/JpMRENzA+1NUwRJ6vhBLwRsHj/6nGvr
JFpp9Tep5Onhn9z2EFE09Q9t/N0QqJTnsE7vnXoH2KMS9kvMoB9XkfSGRGjJP1wk0yRHBKqkanRO
TJSJb6mUfxMCBZpJo91GSrn04J7JKdCkRLMMyUU4lABk366kmEtgc1qJlZS0FU3UWTEGdBqPAdPP
Vn20FW0129yf7Y9Lik1gvbxVEf6VdfnWZhuSZu6qwDlXhMNuta1lb9UuVOXnB3ZlZHLdl5Xci6ik
OOcy+hsEz9Y2SWwYW/RDMfwSFHGdDEsv8I9+FZ446CppfiRfDmH+7bDoBetFh+z92VMAazlvqa+f
C1fdNd7vKHmkhP7PZ3FcNfq2oadDD+/WXKNmHn2LgXUWaWroh4d8lB9YaJ2YncVrIxOnWio08hWK
Z51Vrd5IyiMiEqVh2XIl75LgqbNeded3L2QLZ34mkmIquS9AZ6Mdx9vxdmwJ93EZDpyBNjmncvDg
WPkavj+7ONQjosHYth4Uva4PafXCBTzTjHFrejKtVpxWlikU1rmgLtWFX5465Jv2HUqjthPskrX5
24Lv0Wy2RroRtCXrHyufo3X61qi0Mu6pHzJUeNUib5xvKantpP0TAL44KfI+GbjNBhKdK8V1v5SL
Ujxzm5esKqnpkcD6AydPkMdK4ybcHfoXrVU3XB6yvmnIM0ry26JK9ExHDgqVcGfB/0dBmbDydn3h
569T3azYuyZMcT7vD1/b5eK31rG2ReGtzGLrqPgGyVwVDk/L3u6Uk9ENvKa0ctX7a7H+LRZbIyIp
BIlKuTOWWurGZb6NeMcvhAKLVjT47cTRS18FYqakhK7uDdY50fVPnuC5dlG4C7Hlx1sUG1DsQ+9A
F/MHguZUiqoSSQvrbMHXV9IbGnTPZdrYOU/JRWKr2QUmSTCWIOjhNSYRCs1oqQmZJfu6VFahdOAB
5gIbM83ULuXEDug1UoSLGO58xFoEuVuZ+g69RmDj4aY0kfkwX9x+iUpv5q4Dea9YNNLT5wFY63aW
1ajwVMN3uH2Ura4dHTJmknzwy2rBVy7ZmbjmWi7KIReJV4RaPZV+sqdV4kHlpRQsAGpnt83VgCaB
kS+lcWaV3Dp6E/4wvRAOWlgY7zv+uW0DYcOIQ0b++ENTU6R26giKcc6G5tkJcQFtHkryKpay7TUL
uO65q/ra1sQR0zwlCU2ccFW3O0P9nsdPubZgYm5jjvQQBrEAeaxpStIvncixKobjdSBd1laAlkl3
dJSDpDzoxvb+3I3zPz3WoHaxBFAdbbPJ+uh5AqR6KJ0z8qKPXFwrILxrwRP+6KRjC1N+lNtfRbsQ
LS8YnbKJVH7lZzpKRee6TwDfkSe0joXIqwDqrmqIYrs3rJUne0sByeziwXYNEztca5D2356uWk2y
OBAZrJv8zcIXU/2dC/8mQBgZtf9jY3KCY6d0BTUonLOGKED8IB+KjYoiaf89CE+wlaSuthSqj9Hh
hyW8sjg5y4pSwSMjY1F3uktTId1h2KKJKFh3ctPnjBwgzD+69Ni18baQvf39DTST+OOVAEGeDD3Z
WI6f7KA01rOhjzFvUqOwJX3Txz8z6QdSKVb2WYr3VqXYomJH4UPYK+vkX1wZV9bf47Wra2kYxip5
VjkAFyQ7B4+gdcbeaNfxiXfNgtOc3bZ0egHet3RINiZ48J7To9UaZ9/nvl4ZVbnufM1YpY2za5pN
960aRdel3cL8zrlqbfzVAGr55umVULa5ZWaxxPL61SqNd6TNQmHfDesIelc1/1aZW7QYffe7Dy59
G6SrPH+tpUVy9TlHfv0Zk10miilYwJbPCGsFtlXklT4P2cbd9Ftt161hv3Co3EP/kTMrwsIiz3lE
pNSAvoJ5HO/q23Nbmr7bpT4esQ/2VfgGCy0oODtDUrOUVqm21GY5u6XfmVKNMdohiXJrDzFyWOlE
Fpo6+KrT4y+NekCZXHX0VZo8VpWP7C+xt4hcKcltUT0kS2rbsyOmlUumeQP6qSm5QJL1gSgMeEha
LlZSsLWyHbBkJ1/L8qO5JCo15xbHvrH/GJtEQiaCUq0mjcaGLyMSvThB6PtvvNS1kdGLXR1UMxp6
NxbwvdzRTlGsQ/l7pEDiJb36TrySWncf09tj1+2wRaI96aKlczQu2tRNsnmYT9EgVJjedE6tlJEX
G845IBkUqSvQDGtQukBAyGDEx6rZ1tFPMzslvrWX/a0hfL1/kOe8x5X96aUHvxAdH5HuwJy+iUqe
E130nK96cZtpzWeR15S/iBaeO7NUpjk6AF9ANU4WtheDQGhki3PT6rs4PGvyr6F4LZyjmEY7R21x
XcY6jFZS9TN3gw10PSfdWkwFzj3hSAJw39KASWp6ciPKlVhlsJgJuE2wyv1nrz6YOZQHUJ64FXQz
XWMbdMXlSnBOU+nz/Vmfe7CbXMak5GiZ5mkxmQOvbssilFVh3Hd6FK49fxurz80mvFihjeKDvASZ
Hm+ByT7DIIxPND+gWjd9sXaOEUdhJAvn0hBXVS5sgAfUPeIvJTKJOyP7K1rtSlnc3jOzfGN29ChX
50uKJTVj+oRzGn3u4HdGJyg0kH2HfzCC46pbEW2V68JbIrGbn2BgOFRb0e75kJ6TPN9Thqx20H9A
mdS3gdLHw6YygWLa1bFWoUJaIvGYuRJh5R0l0aHngzN04kt89npnFpjsBejglFXgQcjpakeaHA/3
t8+MHzaJamgEhJ9PpzP1dlartG71QODWa1LzYPIQNP1jHJt7U/dXkvJqQCR03+AM2h2OUTqwaYGF
SBG5p1uLWdCVea/K+EmBxC6pctgnwLB3+sE3YzoNnpCGWcGyuJFSaDAMeNVA6ag8kok714H8LXE/
y+4XZekKnqkm8F3IBsBUzGR86A7xXM2XlSQQzk0E+bOw0RL+PAYKnoOXipTYSInt3HInxy2C4v+8
qn9rfbIOmuS6dVl7wtlwhtguS6AZ2llHvrzR4HZYApbNrjodmuQ7wPdAeXi7Bn5UyDC+ZliDNd8L
2NZxve8VlPhq4L5RBtWwtJhZnHHWdDnA6UqudMxJTB4nSVULNespUMHuAbrIKCddrGqbOpcEnXYw
xzBZkZrwIFBKj3J+SeJj2i3cUbMD10duHPSxyPpPphlR9KgW/EQ4d/rOzKutkftrgyIYp7lQfsN/
vbDbZyIP6HGgvoeJB3ZddfJ2KHVI+TqEclHa0MW1lZGS9gUpWTdGutQ8POunJCYXjRfOMUmW20Wt
OtFxQ7fEFi/sFXt5L3hid2i8kOp7lJ5ci+a/MEq1hzb1+pUn6Us34ezskr3l7UDtlJT/7RcIvRf1
tScKZ4eda0W8dT2S8MeabumgevOi1wVXMncTYQ2FOkj5Qf1PXMlgtX3nxKxmGR+dIFyXf1V9pVXa
BRJNQwttHqjiUv1kDMWnt9+1zcmKhrAU1IqEzbiw9SGzs00N8iX66azuD25uLhH2GFnlKIGp07G1
RdNUgmYJ50J33pI83WYRjDl02EffgX+rlbtAGTBnj/IeRW8ef1x2k7dfGkpyHYesXW2sgsrfCZdy
J9XySsxfunh/f2xznuDa1mSfhL4vOum4T9pusP0a/PCSO527QK8tTM55jkxxUmW9cP7qVfJGR9pX
2IzibPfHMRPxmqM47MgHTPA1pbXXC72SYovQS8/1U2fu3e7FdA5ZDimklHOBbLyn+wZnhwWuhpYl
ksekdW8PmIZmYDmWYc/JAJe0YCHOC7euIu7EJUWNOcdFiRAgOdwHCtTlt5byWsrkJCbIy7Svrf6Y
GN+8pWad2Rv32sbkKOURu7Eg3Xh2oK9zNuXXwdwbKGA5h8Q21r7yx/pjmtv7M7gwLmOyzTuzipyh
waYl/43qv6Z1yZq3+yZmHfHVuKZuUFcEMhk621vBB4nRUYL/TDmLzp4sZ/HHfR2KJTKouQNFVxeg
SxAytD1N8gdW3lZ+bYruxYhacT0oWm8PSbKk2ze3+8j6QePPg13+0GGdl07mSAolc4SbIEvbNNbP
ppCgWrQWtvlcSc6kjRuwJZlbMAeT8ZiZV5mmr1Obsup1SNeEP/zIH2jpT1rgwBlaiyfP2g64/F4i
i+s86sFbPDwvrOOcq7/+iskZ0FLPGgTPAOIR/6npq32ovhXWFx4DoHc7G25CEWpd1F/Pnb9y5Ee+
RKgfh3AJUTc37SPzDUTKugwAanJMIhGSv1bunDPkAHYWAjMLTvlg2U1YLfizubwQaZL/mppeAro7
mHFkDpTQEdAwVRtZZPMh0YM9HVqX1mrIzjyHCbR+pnTS1OdiSQJtbh/DoTq28I/E1NOnZRlkpZYk
vEZK8dQLHr2/C2dzZkk5JiOKZcSwcN3durVGN1LDHBL3Ulpwd/gux5MbKPzu5TywyqWQbFyZm1gB
LY2REnaUs4eJYpo5dvsoUPLG8FAmpZy5HsudKhrvSNv4j5mxzduFO3zB3rtjunoi5/2QtFWKPclP
UGb47skodPUXq/wKof+6SB6KJVmwD/PJCA1yTozPQolYnRyRWqrctHVU99KU0SZP1H3R7qLwKbfU
L46wvn8eP5yD0Rb4gFGp6B36fLt2cZ79ny3QFpTEdzmsHpUh7BaL1UuGJg8Vs4trNwhN91I7n/JW
gWQISZxYtvOlTtJZQzxCZPbGSOY6NUTepiCOdi9do6wDug5M9VMwWIdU/nl/6j4e7HHuLBYIty2C
Hh8P3tXOiAIR3rPW8y5wRhQtKgpBv+bpv1bj9KFT/GMUgWFB3pLmAPaImH5fHOvc3rz+gslYx0bT
tO5C70Lht3PCg9A8lLp/MNV4HZbhqoniteT+uT/sufmFNMOQeHiRVJ/WMwwlKyPFir2LyJOLdmAV
oT7dOSzWxObtGFBOAszhLIw/v5rdpqSZUesy76JGe9H9M3as03Xs/WPeNRaRR+t/zUycV5DTDqdX
mGncfpP50PaHmt2G5arMxeU2549hzGhuhBVSdibDOu0vynLEh3ibYK7qVxI+7C3wW9tB5NZsNtqX
XvgWBtLCGR/9xdRjmqOsOq3OUCwZk32aZ1XTeVLrQb8GQPzRZXOeHP+LIO+8pc0x/qoPpsblol98
RMONG/Zq0UJl8JUm7byL6wbcdHqtc627S1fAR3mdcRbBUAN9I3AnnL41A8+NXoQwOV0kLbD19EeD
LLQXAi7pfyGpM6j+So67HfK85ETydl8NxQrypZUYvhT6cwL3cSuktBcoayANu/vHY3YGoEjiMYG2
NfDO20/ThS7yA2nwLiFcMmFEJ+dCBDVngIYoVYRtBW70acanbkO1aVOL1Yw0jnjOlvV6FG/vD2Nu
ikFqj/lZKIkJGqbPSccnHVGZ3mVsOBq8GDJMaWNUF/KdtrH/kxkvprTW/a9CHEGIZ3fqOuvtMDuI
0l8vinDv/wJMRBX1+pMmU9tUtZabPSNvmli9mJkmHRSn/X5/4HMnlBQqiVTGR8OmNbHiNUnjk6PH
p4YeaG5Ix/fIiQTKE8I8oU2YutTa+LELZRzXlcVxxa8ODS3UVegpjndRwkfR7Aih6JIlATLmqfNI
ByV3UvtgHaFYZdTmUVK8XVcBPjoK5u8KeUGt/5nJb5770na0rOyaYF1rsFB4/oodzun5dH+GZtzJ
zedOLp0gbtvG1QV2Rg6tjbgOAM7U9Cxb0Wsa5fTtpZv7BmfioRuDk5sgjN1SjFXmh9LAJ89y1qV4
tBxvLaQLaz9znWIIASIy1fQHTwlTlLaUfa8OYZgX3/KmstVkrUg9e3kdKzCoa2/a8O3+0D5S5Yxr
z0Yb2YBHEPjk6azqRRIUaeRflOKbZOKVpAqBXU/eyUK6EhzrAPPGxhK6g+5/UQVhVVefBpmKfrtE
kDDjVgC8owYBcfaI3p5swtIvxDJ1GXtnSB4MRT1sRHH2j/vcx+FeWZnsnSoR+6SCEfvSBN/VXaDt
au9rlWxgyrs/r3MrSfsu1kD00rw/CaH9mqitQlr3Ug3g3c+p++A0CZxMzc8k9myLzpsVkeF9m3Pn
4trm5O5zdMcXYgGb1r59ov1no27c+pR62grO0H9uCjwZbVjoCNAUNgla9Lz3iaHT4CJVq2aUf9pU
VDXUT051EhYfsO+91ZNLHUgZLaH0KlLNmV7qTdNINIdWWIvFjYDyQxOMNYX2Rch2jiud/AYhFWRx
9CfB2+bhzizAiFv+Sxcw5W17zps/raD8in+qj+i3F90P5Hpy/7WmQNFxcQflwdP3Bt3/1SGQvwfq
EgnBnP9AIJP5IgYiuJr4D18f6kEI8uDiD9WOBDoIFD1+jCVokJYqf3OnCGIBxOmgU6UDYrIwTuWH
kWBFwUX2f5OYCpbSe3P7WqfUA6bm/UE/+f1l7veaFbIUFkGV0AyHYDjl0SPU2DZgorZqwZT/Y8kK
ThEPbtoOqWsRCUwuxMAo4RWB3/uS6ICnlcYOggdSOAunZ3bmrqxMQjqV+JRccsvM6YFlx5X5mwzf
kkbA7PRdGZk4OSYt0SWrDi5i+reLT5q1lpKvorn3dET30rdgqQ9t5g0D85b4XgYepU0ng5JapSeO
Yuokd+2Fj5GIlLkK/0OyRHc2t8WvDU0GVnVaiT4FhmTjs6iVG8ng/r/4RrlN1PV93zNrivQ1AcuY
7JmCjOiX6nxhKDlNVbGWm2erpkAkrKziayAsPDU/NjCQkyAhz8SNAmEk6m4jIzG0DIQ+iPNlV/sU
98neLER7pKp2wn4TOsNa0eDMW5nCF99fQkjOrB22R/JEYoKR/erWthqpbSTI2G6U5yzbJzCd4tKX
5L5mZvPGysQ36W4nWOQcvUttSqmdARnTg0cF9alu0J9D9XB/7T7mgMe2XYYzksXSN2BNzPWyryK2
6PmXOpDFoxNG+VqMjH6F0ne9ccUo2mhtO+w6Kc/sIjOco1H6wcnTDWcL6j2hPJKmX/uWV1Nl1P7C
zpo5nXB4k6bER48Pj4mjKXVXcgiFCb8sd1fS8gtPx+9Kje0upilOcdZSWX1HG+3H/UkZF3Jyvcnv
9Bhc3tRlplBJXUCcTO24TNsuewnD+HMCLY6iLEWxcw8LhXfbiNCmlKxME4maXLpVYITRBfm9ftfH
Vm7XQ4BUiXtGtVaVK5eAL7Uh5a6JPLMlwZyZYSI2wRn6X3qT6S3YoCQf53ETXQoISsNupb8N6Fzd
n8qZ3YwNem9oSoFEYfouD8TEdxyw2JeiMMMNSyeeSlOyAL4k3jdDKvNPrhov8SlMjZJOAUM0cipS
QuaqmjgJTxed2Kcd99LKDXC4neGeNaAkuW7sAmUJqD167OvNMhoDpg1bNU1+I0Ds1isogqcPlYIx
V3zL6m4rSoItZ4jF0XVvXixj3UhvdbFuY9F2DGkV6gsNedNVHO1rEAEjsTuK+U5V0TrdsbqkcKKL
4kQ22beOYm+o/RsjY1c4ywhr6LQEG5OstUKAl5dCK21de+2KyhYWlV5mh3JlZXJnuUPMTR368aUn
39wyf+nYUwxD5P09+eGJNU4Zf0Bwjk8Blu92yTq1LYO2kqJLGErb0kSZwkNsL3xRnb30YEg7UUsO
UmxuVaGyPauE8wc9qX94MMZvGMlrCdvGptRpDYjCiBubEcuWVt4zrDckr9gpzlaKNqm4VEH/kJh+
tzZenKBDqfNNi1tGKHuiUrB+8QDtcLZuCDtIE41lrojHehl2B9/q7JxYfYDVNvP+xpDw3Z/2uVNJ
mmo8KwqMKtO3NFzOTl5AVn0R8a0rs+W6cQkbNr1Bu5STlY4dpZ2/v2/0QwM5I0ezkwcRyUeaoabp
VXpFB6c1sarRry0439NhL3fpWySvrJbuX4hW2zV8X4r1U9TiNRKPAa0rOHttIZPwYfRjIQwwwajk
YfL2GH9+ldIR69SJPLBfT6YiiBvREVc6Qi+roR9cEjcaNFlpXO7uD348LzeuCZvoG5PJBt1IuXES
bAqaJ3ShYvlPadV769KTJXCq8rC5b+Xj5hrNwAPEPYLK94eyuFqMlB1Iuj/R2l21f6osXym9tE0q
f6tn1rptX/Pq6PkNTF0I+J2rqFrwTh9Sk3Dm3HzBxOF3IES0tjL9Jz2ilz1aC/2xCR81NXsjj143
kk1hIupi6NB/dRuB937yUGfQoeh2JZ8EZw9eXFn6pg/3wvtznDuPuAXl1ilOPBuExohrFryNpfTg
p0G7CyNJelAcGtdyt1DsISglQGLoAIStpp/CLK3WVenLWxFBm0+qZ44dW1XVPgyVhNpi6EQrIUPL
ROQaXWdx9dXT1J9Cjdga6u3BxvNIEt1f2mnEO7aw8/1UJnAaUPZNNi0aPnnU61F1Qra53iSqqKO5
aHa7oAvcdYz0z1I0OmsQgAUy5GDr2Te3p0QbPE8Qqrw6ee5ZTeJns3qWc0RAiuem6Gyj+V600kFI
2p3zWh5a71hrP3Ffg2csXBHv+ZLrozOOnE5hi4ottQt8x+2HuFaD2l5aVieYjQ+u9FC1r3CYI/6V
eyvX9TdqDumPc7Qaw84FKK2bT663cT5F9U9Xa7aZe0pUfZ8WbzTTePyHCzC9KS/9V12Qdu0S+dj7
Qf7wtUi28DFE8LAN3H5t55PLqqKuOpHqeOhS26pViBUNu4/QAaxe3LBGEumPDoibtOmDkgybstLW
0C3H+qHNHuJipD09e6W2SmC406zPWt+N/GoLhfP3l+D0O8H+vkMsCHintONiUVSwz0X1KTLibLCL
VsueEmnUUpIHrwYF4Yq+uo4KPbLs2jW8o9xHvmPnHbpuok+NzKRJC2IjFSnklzwDlmjrtWo+BLnT
JZs6LqRzENY0LeVOkIBrEMz41xC4wEEztw5+5bnWurBoFtmpI9D+7oWFSFJTLoJurSaVOWwTJVSo
LQ7xEl3L6IE+jJw8ELc9GHeagm5XSFV9iCk0snElTGqZ46+15m8ifUcUkP7nR/OfIo+5a7jrgQrA
b8v7YsoOo0sdHJJeKpxc3znFkcPGKB4MbTiGwkkNK8J9R3r9h74Ck1SHJEI0Q4FEdHLZeIOrFBTQ
hJMePFBaO7TVqeNV46tf/qkd0gy0KKDSgU/iYXg7k3VnwYraE9ILAxK8ZrEv8geY7DdN1i/EDtNw
dLxTri1NCl5x1iZFGenuGWHylSwMoi201W+hMhfKJ6MXvdkbEzuT0xuVeeNSgMCOWj8Sp62zxD1q
bkxrWPArKv5pVpphjTHYyKZDcATFxe0ENkqq1F7NBHqR89A+K/nGqU9h/J2ohRtxYVd82PcTY5PX
kSClhkqJirEl/oMJuzPsr3YWa3S+gYwoBxvqrvv7Y2Y2r4c3zUbpbj1AQYJFNf7sh2TDTWc90ERK
h5Tn/r1v68N1dTu6aWNUo9eCGmaWexYpIPvtSm0eE6LnXl/Ig8zsxJsxTXZI55dGo0bYGdI3SrAw
S8pbKdveH8wHoOhkY0xPMPFhpyYhVlrh1dfN18aJvyaOfJRfoqdcXQuu/ywn9EloQ41EyUIv9zRW
nRqfvP2GNLOUQnLYlcYXq/3Tx/8w/n7//SMcjeYTorF3oqKr+FtPnf/h7Mx247a6JfxEBDgPtyR7
kOSmLMuyY98QSZxwnmc+/fmoHzhQs4kmnMBIYgjQ5p7XrlWryh+yWQi81KK+dpS06LXT5cEJpLo8
9lVZeFU37iGGW/NG5SepY8hHqHWtzqo+E+ZpiNrQG1JxsGP4lo+ZMeVcM+JeU2uobOkfj/MlYOF9
TmbjelfjChcR6Dah16pVLBwoICZCK5oMFhwPhM9pkwU1qkpVMZ6queoOvhj0e8o5G9theQHg0UVx
hEp95PU3ZClHSzBFiRcMQ/SHElmwSDt/OEhjKzhTWTc7Sa8bAI1O4wWFBSjuElTKrTPzhZFa82i1
iTf2uHfIPopHwFjYrAT1cEjmBP9n3+n0yJPRPtnZLcvcrU5tlK3QIwJLwORtLQJQNZOqzZqUeKj6
pd9iqxBPk1JhYmEpiTOmpURBryQcKkv4o5WGwa2qIti5oDYOV0JTsC4QUrS713mY1ihjWRiVxCus
vsqO4zxrr01fQ7YwrbCojqGuiqmj5FUeuX6UhHss7632ubtQzeYzqL5ZzXdr+Lmg53PsiZOC9URc
pSeta/o3UQ5KJ+HN+SSGQnvCmV7eo2JvLDUY0uTvlihSZQFcL7VqFicp6boMOVgpeC4QUjlZbY0x
fGEe+7pST/dne6s5XnJsLgpQkd1c7a4p7uTGqKvcC+Yc5RGeaEXWORjpOnDQ9wyUbvApljV1Nlga
MT9Lyc0y7h/OqrwXzXoI58KTW9M1gs4eUv3Bj6JzIl8wQ3YQZ8Cz2u4k3ckk4Vklr9hkylOHmfv9
bm9MMNLUGv+QIyDuX41y0oRtqOpV6VWgJqVB4WlYnKzEfCzrsXPiuPsiC9Hhfps3KR56/15qTIn+
Imy6Rsbi5bXbyF3l1YV57oM/heqlyr4b/rOF7xbZYS1uz9H0Gsh72rMbpzXsUAM0VWambwIjcyoo
TZTyypPU/N/WCA6xNlB9FO+ZZ2+1Q9Z8wcPRu4BccT29Q+InvW9apZcknJBqmum2/s1PNX1n9pbf
szqheEEvhdtsEYXyret2YpKLWFYVlTc10SGrqTYEa9KG6KimXxXt8/1p27i/TV7t1MNh+kVyeNlB
H9ZsEHW+QM0d8A4OkS+SkOenACGqnUBoq0tAWpjiLlkLwv/rVgo4n75hRbVXKg6n89mcpFMVB5e+
eRvEPRrWxj5kBS7Oc1ynyzW+ao2FKlgD9qQepn+YmQiUTj5OHY+n9lk7ZQe9/OnPn3IcpDLjZ2zt
LcfbvvKMolCWBMayFdZkYlEciklX4tJLe+rsgp+iEoCrPXAZuFak2L87fdeNLWv2w/R1SSFMSZmU
Xt6irF5DeN1Th1gG63o1KiiSAXarFFjwLl0doYmpD+gpm4knielhRHAjoSYgbvxPmVHuFLbcbrDr
plZP0Q47n0VkO/FKVJkjXHy+JOkehWSvjVW8KtSxUCOxlVIrk1MA2ZdRiqRsZrp60bbf7k/Oxkq4
GrrV5JAnGLJStBIvCyp7Lh6qlJVgPolK4czmjmrUXlurNQ+Wq+WRwTSJL4V+1MZv7V+Ydzlptldv
s/HcuJ6l5Us+LDmNfHYZZ7RE4UsxOyPF91YKeDUp4WsY1m4pvGbxpyHFQBde0CDtRS+bPeV6g9cH
w01RVjNotX4XgiuzIIfcyYP6e9wMR3EK7TTwsQ94uz+Ht/E5gAzXCuuOxzc1RNe9bY1p1kcxSb20
wvno0pUnNXFb7SwkF795UcVf95vbuEWv2lNXV7c8N6lVJxQctMFBLJ6yEAtT3KUmB+HDoEaTrmlt
C0CwHPccJrfGFewJhtAyqlRCXPc0qSdTmRVIwPUouJEdqJ5pgnLlfyd71ZM35AUqfhaY6/+bWi3W
MKkMtS5oapy/Y0I7S74ty/3RLzBgPBfJdFIMN5gHZPdwGcdZLvKPejPaDZZs94d7c3Y/fMhqdlFb
rwK8vFJPDf6QntT5D/Rh0MrovmZ/i/nOS3mvreXnH/aNnxI2DGaZekZwyjGYBUJUhWNV2dkvZN20
fq8U+yaF9j7KC6+eBDflAmvpk6Uu3JeMLvVm4TgfG1w3hL8yCEvZfJbmL0L3S3ns50uk4/iVuXN9
mLqjvgdabTz12KFsH4T52UUsrOte14KQZEabZqj31opk8yocAzuPUdl1griXFkTCqFpSBF3xbwbk
i0GBKELtqzCN/Q/HMTxw4ovl7XVTh9LE49iKVZF6mtocxewss7yn9Ckrnsd03FlYW9fMx7ZWh2Ql
xnpgcM96IOVB85YKnwVrB5W/DfIZWRTkSclyK/KOvB7ZRNHLrms4maxkcPHa453qhia6K8i8jD/M
eA+p2GoP6TPGD9VyRKlWgYDeiuqc91Xq+fMlWByJ/tH1h6B/mvSfg3W+vy83LxnUkA2kMBX4qusX
TBRGZjGJAo0136bYznDZQwsl7keUHSVbFOw80B2h0g7y/Pe0h2lt9RTJJIWEBwbj4KfXI1sodR6F
fZJ5An6jWRZehOCYGfj6dIkjmAc87u73dqu95VVBvpdrTVvDkXWgKNEojdSeReKjJjxJteD4/pdA
dY2cIvYOCYD7DW4dRUgZLPuAoUWe+bqDatqLVZepmZfYpR7brf/yzxTy/9+C5mug7BEItrpnLrrF
rB0eGuuqpdHoZoqvrYxzyLcDqv/1gCrl3NEinsT5axH6O2+am7wycwdQhiskilPUFq3L2I00kKS6
EXJvnsktg2R1heJN1ZvSPbXK194aXlLTv1C7WGrKASK7I38KyARCcirnnnoxzZ2jv4Xosft+f9xv
1H3ePwxImB1ESRWVd9cDbwUlXsF+WnhmHj9EvfZUt9VfilX+0mBEolA1sOA0SgDVRjxVguzUvFhC
OwgJr3DVPPq17oj1/FmIT4ChO9+2cf+rGAsjTcLXLQbx19+m6PWg6KNQeIb+z+hPz7Mc2yZ6wsXs
BsKXnGry+kWfE7frQ3v0z6rZOQIwpdA/zP5ozwCl9z9oaW/18KCUFUCFJ9TCO1l9T5zVqi8MQeb5
pu9oKrVeqpFfoiGW3TJ4vd/WZt8/tLU6rus+F3V/Vpe72RW6E2ksp2Lgm9TNjD0Zyb1+rTZfFkSp
Ce7F1aCEB4XKNvlVENtjPuy8prauXpY/VTAmwRYX8CrgiAEXzMLiGKsH1MkTtSSLXGAHhCxAIjpd
Irphqhxn6m+MbK92d+P+o21coeBpgSuvIWWKTqc466PMC7DmLCLjIZnqN2tXYuSGw7JsqMW0FKAe
wWTOl+tFKyW9YDR+k3kK7Na6GQ9iNHzqgtfO+CsNLLfV7VlX3cGPzkEz/Kmqb+mu88qyZ9frFBka
cSGEUsW3NoGqulqZZz/neNPV1JHNAkMYS//n/gLduhAJoxaJRogNOrn4647CEkhCraajUf6vmQYP
WZgdtFH/NeXjowblzogMRwvyT9qgXUzRbbrRvf8FW8uWC5FLES6UeqNrJ5e9plZplVGCQ2stRAX0
5wMKCZpg2jm/txYPaxYh/6V0j5zEdV/lXGGyhnZhNoiSbXaWgGKiJR8kH7P1+73abOr9lsDID3hj
lStuoKzrVIotTeWHMVCICJvmU8Sj9j81tMwg3m5I1q36xKOuaiNjYP4UFd3Dt2iAIpnsJFa2egOT
H7Ya9aroaq0ejwolPVlhEUgICJgdekP+NdSFaOutvkdd2Vr0S+YKPBQqJiTa6ynys6IUS58IohYG
wIyXIhp3BmwjRtGWXU3ZqohVhLpa8Frfm9ZYFblXz32BI+3YAtj7oPynUpha/yEUFJ6Ngj9ZsSuQ
ajpxUYnZ4beXB5AluDZGAEu2aPURaFJOddj2OfQUrEWtI4RuC/u6+41s4ZWoSpHfxNndZHOtps0q
zUyNs6rwkqZ2EZpFEXtEWn4qmkMdP7SWM/aomhx89Vwm3+roUUCI8P4nbIRomozYuCpDc5TFdT/7
IqXSQElyD2aNfjSi0D/UUOkRc6RSwlTKY61jMjEr5R5YunWAIw9FkdVC2IfuudoXWTQWcsi/PC6R
8s9KbAdMZUfVQXB4eIhac5lcKT6VU4Txe1bpzmCR/Y2kOHuhAkhwUiVvjr8/GOTGcJ3AoxFCzCrw
GPGXSUs0tb1KSMynurCkQ0OI8iiXlfgYVFZwqIdycjU1FL/cb3lj/0KyXXyKAeKZj+XnHyACMZx6
1CXz0hO0+eiX/TmPnakST/db2Qh2QPoX8goDzkNutdxEK5zHdi4Kr/MPVfWn3J+/D9q/u8jZVjMw
ljGz4MwDf1jNLJm2sSnEmmEsE2YxjYniRvFhmJXnop81Fzxgryh148wA9yfgWF4a7NpVxDNn4Zjl
SVGizq88SjlljkiTpMalUCRXS8/9SURh/v5gbm3ej22uGWJ5qbTIMpBra4dXM7hE4s/e/NKl4kOW
j6zOZxW7u0b+PEOQy/KvdVCcyj1IduMwXtIdSyUBuqicxtfLxpJ8oaaur+SJMzvC+LMp9kLJ5Zxb
xTiob1PwS1KRq3993IvQIJK8GkgoJmcpPoiwg0veb4e+/zak36Sps4P0a5oc9lyLNoIOKKxcywBI
HMPrKqd+0kffV3jIdancHDK1/VNBf9xJjEi0s9Is3fuTubV+0GNYilDAPwlArgdSFJKiy6apIMbp
5srWI7G0A7T4XqSeVEFvPVQ4tz7UfVxh3SaIO2HPxiFM/EiIBR8XBdB1RUoB3GrEkUDiyIKk2oQO
jgFJeqyV8yDky1G8Q3XeWDZUGhKSwGzHGWmdi1f8KemVsiZ31H2XutaO93weNjoE8CgtVbSQzCHv
XA9nnEIg6GEIebGi1udgQji10Mbpc6OkiWcVMkwXQQ5QGg2MnWzIxkG6gEZ4yJgkrW74yIMyDo1Z
z6WH2A/QkdV+6rvpHM//If3GWbPojhEJUdq4ejfC6u2kYUpI1c6jEwa6HSiH+0tyK/AntQ3vj+zD
klFc3UYUu2eFbJFWD3LhEcPs135uncpwTb+2g774EhoNchb4zw6VafttemyzPUvNrYUi89DCs5Dq
TcqVr+dx0tUAMz8S7H4SkXH52nT/3O/kXgOrYewbc6YWJK28Jn8axe9j4e+c0ht3Ee5FRMaQ4oF/
1+W7eVhlcTQFlZctipCheDGQRFUPhYI+3fH3+0ItxVK5wawRjV8PVjaXolkWTeUVBsbYRTOLTpBG
O7mErf4QKEhID6k8e9czoouJXDSlWnlqWTvdLLsiatB6E9vIqLzwUtyJxTeOYZ62kGpVvLg4FlcR
A5JYozn1RY13HDYbwfhodOpJ4bi0w52ObW1cxo4HxQK/cuWsRi8LRaL9pPaS2KwOqlU9D0lXnPNo
Z8VtDeDiqbHQHpZ6geXC+xBpzSjxjk2n1kRa6XEQQk8qTxQ0kZ4tv+yqhW4sb7T9Ce2hqCzWn6vl
rZd1mMR62uDQUnybrREz5monGbDVBCEPnAcESMCQV5FPkg3TQC4L8k3TU9tv+PGh79K9FMDGOjCJ
MegFgAthwOogsHwOo1SCmSLX5lNvxLYwo2eiZ24fne7voo2WiBwx6aEG5z0JcD0/gl6kqUJhjYd+
gKtGv9rim4gO1a422e24QeZZ5Lbh2gDfrLk2spCVudrDItVn0XweNXP4iTtz6t7vzW1cQSuk4eBR
AFZxLlz3RozkeJAC4oo87D+pQ55Tbu9LrhK01oMfUy48jmaJ21kjHMx2sg73W78dS0IaAkQYnhwY
sFqvW6fmsyy4vgqvGUp02tNYe1F9I3X9YgQ7Go1wp7cbOeyF/wbsSIYepG8dtY0ymqehWpaeMgTw
KWehlT41YmzaqSQYn8Ymj5/nhnvZrDN4nnrj63/ofYlPQk5hyfF+5283OpPLic8XsZCYhuvOR3o2
hLrPkyqSpm/IcH1SxB8YInRN5RjG3rG88ZqlNWQ90CtchC3fL/MPx0rbJOGAePxCEZOLzG2asvrB
CaMNttqn8stYFGC+Ql6hV5ELkfoHmjCq/GmgqBLHz6RGykzphQpPjNkof/sKJKRc5L+QqF0A09VA
xHWgxX3mExI1jX6egsI/aX4kHdIk1lzBj14RVpF3wrCtlbcgeGwuWMXm+m3UT2IeqzHhUVuHR1EQ
ssWt59Go4tKp9ObP+zN9G20ucCE5ZsIU4tl16ZeUtVqRyzTWFJO9IPgWAl/z5Ew+zsKJdQCj3bkW
t7Y1US0iADxQOBJX12JBlMntzHHYJK+y+LOUDqHxqAR2+9iov2J97/S9vRvp4IfmVjM4dI0lIuBS
eUPcfsYp4DzqP6CE7Dl6bO0YtFMW5T8TQvgafVXjoKyMnGcBPz4NaXBsxuky9oTRcgpjOP4P61Ln
JuYVwgl8Az11oxB15SSWnplIpyiEJjtb3T+zYv4lTn+HFOTfXyVbg0hecEHqyQtC5rw+D5KkE5q+
UUvobBQmNjBxKRG3pj1hw62Vj7APUi0c+IzlKr4IA7+yjG4iZMZqKG/E0p204Mc4q6+Cqn+736UN
ogfFeRR8QqeGwk8ZwXWfpMbwQyGRaQz8EJeGczgUx1F2qHyKFEyveZqUR3n6ZlivYqJinUGcMzyL
xmWK/sNpyzanpHFxHLrBS/N2LJS0Miuvmg6y7jXRU1N/NYKzJu40tJHcos9ApYBllK0hJHzd56id
k5Irr/JmPLokUEMkux7SengQfc1OLYm81vgWl+nbXO49azfoS0DB2ILwEloIpms0pM4QH0rjufJ6
eEsExND06+rS1j8yQ7WL+JJKXzT5T5FKydZ/SgpU/DLhM9YPvx0rs2MWgvei5bQkuq+HAK3mOQ19
ofI62fBaMbIj+QmLq6/3V9cykNfQz3Urqw0zFdUsRxSheHGaPuq6g1abzav60OY7U7qxM98fmFzV
5A25Pa+7MwRFpGlRVXtm3x1EM6XUW35olfHX/f5sNmPoSPUt5cpwWq+bEbqgGv2Z/qSCYlE4J8No
rdL2FAKN75w1G/fDElT+f1OruF8QsfZCiK/2wn6wzeSixYETxsJr1CIPWFmxnVRoZfh7mZPNGYNy
BXKNSBq53+sean5BhFWFy9smtmEjHwoCHTW2DkmxswK3WiKVhQcHjzU2/TLWH8KdrmqaaYrr2gtI
Lkep7irJIwWDx6r95/6kbW13jNEJJSGRwwpYZ7asBm/BMRhqTyqk7iUppvooldP8V67J7akui9gu
JfWpj4z5OIvyYxsVe9q7G9fiUraC6cLiZ06kcd3XGO25mnqg2kP4x9UzjOPGr4FwjAT1WHXH+93d
GlfSADiN0BKlMqvbQygQbPKTufby5C1IkfD+CXvMl97ut7IRMFGGBedDpmIfwcpVPKFbjaC3CXcU
WjjZc8h3/MiE4lGM+VtlRuYhbfFhxszp98siyayA6pKhpGSDSofroQz6Rhj1gZqDtDuU1g8tfDGb
HSx1a+t9bGK1Mus+7fJQEysvSQFrc6RBRJJI+fRFtdqDKH5OxYNcne6P59YKWUALYmsD7HH9zO8a
gEJ+VnkswF7r3R5/YMue+85R62CnWnZzQyDvSQxD+ElCebUcxT6IpN7Ua68u5T+FSJSOvWEGTq1q
lQtnXzpi2L34hQa52wRQZrp0sHYC7q3+YsFGCpinHvmy1SdYWR+gJwGG0jaPZWR9IqB8DaLoJAXS
c6vvABzLhK2vIYp8QIYQaGfprLZEDMZb91HU4jWWHjhKEQNJfWnnwN7adx8bWZ2cQZNDvZPD1msx
Yxzi02x9Fga7nP/DsYkRJRkbQHFy3KtmBIqIQr8ridesUbzIUuZkk/HYxJbqhoUSu/eX5VanLLh3
+iKOjvHlMo0fDmm/zaFQ4yrnsQwqStORw22lenBTrTr7etvuNLcxUSRrlnTCe8Z8jX+KsUEKLvUb
r25b1p5uVg4IdgIHJ9yzPNh6bpNbtCi3Y1FgBLgOfBU/scK6az0jLEuo1P/m2KbaUaAq7jTiVd/C
3T+as6Ce005Ujo2c5c8D7q7HMAtNmHRlvzOzG50HkkXgAMYAQ72WGqwic2qMMW64JCCuBKat9J2r
KzsHzdbmB8qm0HB56RL/rh6eljxWXViHnaefrOrRNw9R9dQaDfmAh6IojrIRsfMf7i+jja4Bj4g8
MbCcIfJe7fbcz0bOgKZ/D2Y67UspKXbcic79VjYW61Urq8XapEGl1HPde8Nsl9O3rnUL6fNA9u1+
M1udITZamGO8mBjC6z0hj7Gftnk0eHrxawgfQ8lR2r/vN7HRE9Avsg3LUiBGXx1Y1MQXIhDp4GXz
JY7eSliTfiIfLOQZ7zf0vspXRyOoHhl9EMblKbAKnJtJHJFcbQavi2HXTmH5qa6+g++hHaUMGcU5
cOpB2xTrXGTSl9qg1PlHHzidjID+X4P+c9afizy2Kya0VnlDfk7zZ71/0yPdiQaYJ21y1uPq5f5X
bw0PrB7QcKxREMxefXSUURk9+9LgGVHs5paLHrzdaG+RHu2cR9sNsWhRa1xgr1WUM01pmepGN3hN
mZ1QRegr5UsQFZ+nADfY+31aVs3NRPAQQ1ILuAt1zutVNc7iOCaJMnjTKYgfBl07ATnF+mDXu3V/
t7EbTiXsQ40qdfIy61gj6tNxFGNqUfWe3DuHefsUu1H4dyX9Wwr/3u+WetMtCokRXF6migTauu5V
wY1xBsLmBaiN9sgBO+4Vod5uR0yz4GyY4EBgTuvFUM+VHjTZAt1hvekCcNiDirmSpP6uBRBrjYIY
zBZQqSJlu74L42bWicxi8oCp3tpiiCdvZ57ECM2nBHfVVPSG5z5Jd4K1jQEEKMD/GBYu580aBvVH
I23miQeZpFYXVJJ+Sla+cwhsYO6kiBfzJmUZxZua/lFsTD2JiAc75ATcdJYwpjeyZ70NU9eqUMfD
WQPX7RrAXQ5NTNrnzPEpnd7ZAltdfefLUf/N/WSttnVXpqVZiDzicUw8JEJ+UP2/7q/G5TdcbzLS
T5S8gBiy9mEWXW8yUGa/Dxuj8sqytLNIwYo+6TNHrv1LqUqtG5jqv74MT0ysdu6m2+1NnA2+v3QM
UsFaWF/oNQ3ox6gxsk7PGk96PbwECyEmCT4p6uv9bt4eW/B5qN1HT42sDfU9192UVQiPVKb1eHfP
ykOpoP4sm2Hshm07PRhKIe5M3EbnGE5oU/CmiCu0VSiFPHIhZX1Be0V7hofyvfQRfxBwE7DVqX9U
E/V4v4O3Jxgd/NDgaqXUyZQFpVz1Xm4ZZ5mSjLByDRgbMys08eUTxSKn+y2uhpTLHl4Nr01eu5jo
3DwhJDVQhhET3UsVS2is6WP+oA2p6ahSPD+lrbaXd1udau/tAQ5Cf5e4/qFtX08hRj2m5otFeTEo
4FHJAUWAr5Xx836v1gSR92ZQJqM0C8FekOal2x/ie0NtzJQsC83EUM+x9NEeUf1DUzYuS2c2BuXv
dkqTL/2AuJc0TcaTL6mjK+fD8DhFfrbzTluto+Vr4DzA1MJggKhnDUpaJcmdSJabi6BOzVGao7fc
iL/qGkX4VpCpD4KPxMv9EdgYZ65bkpukDxjnNZyQZ02AWZHSXBRWMLWFQojsXzgQ5szhzhJaF/C8
d48bEHwSmWLukdVgq0WmoEAp484QSolxRMPfh8/XUZ9mJZFABB7pSQV5q66/h0XSmwdBQpDbLhQh
+NvHkOqPrumFl6SbatPOurlGCA/DPQVV17SoDzUaMKON7p0Y2hQQljugyDpR8P71+GUoi0cW9+1N
TDpwbxiV2VxqKS0HOwni6hwYc+YWhYH1T9MPApB1kB+bTi9OiTCKf0KjamU77CrhKFQxEkii0D3G
EaZ5qo8UZ1/69c50rl8371+5QOuLOg5wyno+k2QOpzA3motBWTl113H90ggBHJcxnZ3ATKuj0HSp
o+mhBfKPTXOAo9HORL/vmg/XDB+xvGABG96L5Cj/vt5VxeSXRgBSdZn9BH+kTPa1wJXHean/840R
8coiar6xv/3uGEJg6o41fLPWzqcx+GvofQWezNBWRGZSXz2b2aQ5tabFj2gC5AFIvTmVPBBHJA7N
MNTzv6Jp7FsnR2yXd0IfKF81hJoEW1T8eT6kY+c36MaM4tff3TqLzTxaTAoGcAvl8bqXdTRPejJM
7aWQpeKQ141E1SFPh16zdiHcJdBejyj3CvExJzC4+2pEu8owYtKNtIXCqusHqaw4bRPj/mP5plsE
vv82GoXvqkI4nWulYyPI8w8c6uKdBbY0tP4QTgv0AxZxVORIrjsdFHVUChrrqzBGC5n86Kuvp8kZ
81RwmBivs7j5vcv1fTGB5lLKthjG4RZ33aLRqFqdqHN70ecSlU+DsKudVRSLOz04sM6GE4ye9uH+
3K4Cpf81Cl2Lx4G+CIyvAqWoD7DYiqX2gg1W/QItJEJVIy9co+qmA9Fgc+qkUD2F0xQ6/qzn/6V5
wm328VJ+tk4jiyh4ZF3HdOulXjuqlg0/EJKWEOZWfyVZkz3oqtA4SV/LDsDpXmp+naNbek+qgFiN
G3FhuK6efZpIKtL0hf6ii030muoNNgiqiG6hibd9hLLWQRmj6TB2RecERO/Hpq0EhzDniwJLwmkr
uXKLfAi+G327lxdahT7v38ZLHTIdzCP5xhhb7EbKPaShvAQByIPZwgzvVXzFm1myK1C1F7M3/M9l
aik7EeztTckdCVpL1RxlLTcKRuRJyp6kVH3pMfQZ7TpoqOWyBL0TT7iUqsbOErgNuKgxQGAMlArE
mam4Xvaz0YVDDDf9UpCcfklV6khUvZkcUythjCelFn2/v+SXX7ja2VC3ORnfpcMRlrtuMAriMJ4j
q74IcjwfhWXhAUzvZYI2u7WAR2AtgKrr2kYyKkNj9UFz6UZfzzB47pU6cYCtSuFz5KczkZ7gK8O8
84rcaJZkL1K0i+4J4g2r0dSjGSrT0jl5+ilpcHbgsGZCj75ju/PE2lifhFHasjphTYFnXg+jUUpW
zWuyuVQYw7Sp5hh6e9Axrusgt5RGcWryvWLfjSiWoASEgQwJhS+AJ9dtlkOdJ33X9RdOJut7oKXf
Rz0tDmWaaW6oYRJjjUrq9IStdoJ3iQMeRtIvUjWsp3p/T4JrYyGh9U4NIk9pzut1RdYYF6XfIEd6
oVpP/RKOwXxM+2YPKt84oYEG0WjDnhCi17qmswT9r6JI7i+Jmj13ln9MDNGdBMRA5oeiRtHGUL4O
argToW+sI1AjChEhqjHa64N5lPA+N4a6v9RB19thMeBUl/0Um/Bcqef7+3EjXIa2vsjm4D7BXbvW
wsoKXuGNr/UXUWqjV8UXOv2cCXFvOXHrx8963OVfEt8sLTtUOKddsWygv7V1lf1SAjU5DmJh2AnX
2HNQRuNnMn4/qqSRzsS4zUOdCNLnXsGW7f5Xbw0QvlxAqhgPLCzr66UYwN3pxjIYLi1M+0GzevgO
/Z/KWJVOWaen+41t7DWQzkX7m5h8gfOuGyv1QcnqfLmnxrp3pno27DRNf7WB/DPsW7cpYbCp7V7c
t9XqYv1LIS+zwov/utW40zujK6PhUuvaa5N9mqu/+/SU+MQh7WExtb3fyY2Fzpm1QG7vVUTrR6E5
xKUwtsVwaXr9PAYGEnPfcvT5yuRgKfkp/+UP0w7Cv84NLZcsiYr3+44MKbDfdRfNiSqCREyHizGb
SFtkk/nQpzqS7ogmnlpV7E+IEhbnIJoSN9PMP4gz24ME1mlnVnjSJnOvzHNjWS2XIMfc8ueGBCwF
hh/EWTNcsLWIn9DJa08TyPRJ5mB4ENJ5rxBhqz2E/SAssP+4E5c18AEXmLtREjqu+Yukzm4B2ddm
5/0ZKMUfxKLt7+8ZmGdEM0ByoBDiakFlrdXqWCCNF7zBf1RAONb8b6lNb4Fe7XBK33VmVpc82BvF
YCShePGv9b9iLqFYtKLuMuny9BU5t7euiX+IVV+6YjzPT4GcWm5YK8ZX6PaFkw5N/YxhSXIwxCjC
MjLS4syeyvwfPI2nCuq1Vb42dOzog+DaYezLdlwk4wlxBPk4gDrs7Ph1voaVyR0Hr2MhSPMKWccP
TSEYZt0kwyVWjZiCYqFLH3g6mK9BoByTvo/PQdbWL2lkBufQQKhTkqHoDnrOSzfKjGMZKiNqa7ri
tmRNTnUVW8fO0tpz0ecT3jBSiwOO7ttian4Js1hwQ6vjnYPAspNxCrlJmT5GfQ8zsG/3ytw3Zgff
UXItJtEXZIg1v3KkLMWqs3a4VAl+NZBmote4b4KvETm3wzD0dWaHjfJGueLktLMyHHNjGg/yVMdu
3w3zoZv8zh6bvn1EStV/NDmgnJoE18nSAv2UT5pv52KE2Y6Cq3fcFerOQr69+fn+RcB1qaHnzFpC
6A+7phblpPM1bbj4c+lTEieUiLBgI3b/QLzdm7RCAMmlz7GIGvJ1KyZ1qmKScxaordC6eSLNnwK5
GI6pIfauMXbyTq9uz3vgeNgnC0ZIOLMuc5D0RmnmORwvetbLTmIawyf0aWZbDZX+YCRF6LatWSB3
re2pnm21jJgMKAqiqXCnVnFd0qOV6ZecQs1Y+qdIDt7iGcXAoddQAhXl6VPbKqeyGffw7Nsrh4SL
shQdgt1gXLGaRz3rdAx36/nStyciMBcBkPFF05tHSThNpdPsiRwtoMH1qbS0h/zAOxCpmcvPP6wb
g6TSlMfRfBnK4SRHka1I2BEFL5WkOnOu76yfzd6RAZGok6JzN0nNbhlwrZsvVIx3bm1VkCwsQWGn
a5YtTYYnQA50p2pBnXR93llNG6sXIJ0HEJWdSLus6WltqaRFPqEdV0vtz0bK3Cj9Oej/hJiq3N8m
G4NKQxbiP2gYQzlY3eGUxhjSIDbzhbKFsH4WY0/r3sRkctDmud/SxvtjoRfSGQZmIW3K1/MXjr6g
i6k1XYKaZ4UCCfUQhW6cOA34gOq039s2tWv51Ouau9P0sgVWS2dx4VwKkXjgUSxx3bTvF30rB/N8
IQnaOyBo7eBwPZhHJlJ7ssawsgUtAjfTwsydDKRJwqqPdl4FW0NNrRUMS4aAqHcVhwZNF5qVykd0
0eyqqT2DgUiPWho6nMg7g71xJvCoBFQBCeQ9u9Y7m6VRHsdCFS+gFJ+Ay82BKEjjvwoKWO0fclnv
xJ+3uAcoBCfBQsUlBF3zhECqxyKpJgyOtfRBIMb+ijVjZJe5sMc7vB1GWkKYH7s2yA0M5/Vc6mVY
Ns3gS5cGnUX5xax+9fojohY21ac7o7jVKY42EDZiIBIfq/hOrpXasNJIvuB41D7ltRliGSAox65s
hR/3l+jtpYhG//8uDkD5G6/EtpJqI9Am5RL3eXkgN9I542zudej2WIEyBRJNeLTswzWtfjTyPBMH
Ub50vfoqo1gu1pYd4Qpbp3u68Ms0XG85mmKXK5wrMs/g/+PsPJbcRpa2fUWIgDdbADRtyG5JLY2k
TYU00sB7j6v/Huhf/E2QQYTOiRMzvZpkFcpkZb5mdf+Sh5vmFFnqCUmhV032FfkZafp9MMkHqM6H
mhoHFNeNAs71B1vQdzyEKMEBELVX70qUV4bEaXsNvWGBvh+lfwlR7x5RuI2VcePtQ6RFGpKzmcRx
DUTJ6zlI44zhlWarnIy+/d638IS63Cz3WRG8Kjr+bpWEfEpv4TeRKNXsUsUN3XmuXqqo/Uu1IDJe
Sv6AVegIkgdQN7vcFRTG+kETsnYqk9yts9+a+HJ/gd4o9/5pKiwZJ1N8JT5vG0Ftz42i4dMkx7Gr
dFqDroBATVafOL/kRq2/RFU05D5ZOa8AzahTQLHgzVqviaRu3A1dO0peqBpF6KVyiPKK07XZxka6
0dtC55Hsf3H7gLyxRsw71RiW8WhqJ6tsdDdNUuvQJXX/VARO5U9A+j1jZtVrmsD6q7J/dlI3bSzD
G9sMmR+WIM2YpQGyOqIGI7G6oe70U2z/0LpF0OaYO9k+E+rGqXtjk6FIgrsZmxrG8Lr4MwlMReKu
0RFNngCC9HippZZkYkecFgdDLuNdWY3pXkrb8NCP2qb07PWpRW5NERMlCCzcIcBerrpAKuNa6Uf9
BLHkSS/wp5fj16ltjqMcPQUJrGXtQY9+REpE1R05WkPBne+1xyXn/uK8se8BaZEpkWFYzMY6NRTG
2PFO108c13AFlMxFCv8J9ujb/Ti3Puzi3rKk2gboxlUK48hJW8dqaZwc1GCdZj5MKLYPfYAF20ak
myN6F2l1fKpRbReBXRinpK6Bnv0TZdFjI/+4P5zrq5TXF4wg+hV0LEg2Lz9fXZa0XPFDPxk6lUFj
GAcPY7LPSF1AJO5gIk0K/rz3Y94aGLoNIHjxPr7Gheq5aLhHbOM0DhRDh8kCKGGn+r5sqy03iRtf
i04FfTmegbDY1g2qNNTMhn/op6AsX00H9FkoPxv1rwqh2fuDuk63cIuGJwdEhD4cj7DLiZzKKHQK
PPROWFU8StZjqUV+KCOxrPzU6t+5ur8f7kYJgHiUaBBEo6tI6Mt4ANT6smsn45QZs4w7LpmDypJX
poPSzWPtjVXoPAUoU361sxxV35YW3sGScljBk14VzXFQJuNcKU4ku73ZJ7OXGtpigwFtCx0cow1/
6WoWAim30qFwpWCWnyfLKk1Xi63o5/3R3HgYMBqyYoZEXkypdjUaoZi4garGCZ8KtYpcS0xuKiWH
EjqnLXuxguK9/NKB956G0WXkG19vjexbLk/OaqprROePdWlN18i+ljLIyQowFy/ExyGF7dT8o4Xx
uf3Hkh+zbnDbdp+G6hbi7dZ1Rf2Q70jOzAm+bpWPVQI8DW2Wkzr+iGbDA2X3PWleUamksQZ/Vos9
Ux1LiLSH+9N+4+7goUO5FHg2+fQaO5UlC4zeqMyT6AGmiDHod2HWSse8d1AvV+ViZ9e2krhSOSIm
TG9odz/+jYMAb25gYgikwZdfl4EqJD3Jr3pyUeQ9/WAsUt8AbutVkbZla/1nLKtklLsBQTbY6/Ci
1sAIEc6GNoVka/Ec79Bw9GPnWxWJlwSAo9C8KWxg7mEmFPR7s34L9EVz9zjlx9I4l8HvdDo4YeQq
aPA2lBzSENKBsrda6O/aw/1JubUceLfRt15Ax8i0rG4yYVFr0cxUO+nKN1FFftU4v+jb+bb6vJQB
urLf16N2bJItSb4byKWlH/eHGIo+NlN1uQvFXEh2TOJERhscVS04CNx/deOrXY4e/umm/Szjf60n
xsHSWl90xzBqjyIf97URHtPQ/Hh/Jq7vJn4Oq5xiAU2b6yqhlcxGiFTiCfvHwsMzOHpM4lrf8azk
FQF6lbKB/deX7iLsCZhwsdDhdF09HyYttkshItTsmhkj3UaUfqyqmZv1U3y8P7zr3bfIyJBFy6gY
8bhc3e+1XJpm3ep4G9eOV6bahzpqvCErzvOo7e2g40Vmcu+3r/fDXl+JhNUAti95KXtv2ZTvamhl
aIQgskzzJOVvU/0ajv+mAXXDrfvw5ujehVmd6KqUp5Mc2OZJi4s99erfCrgLLe9e4gH6AzkiQl7+
IG1Qg24sGQaHIDKZHlD6dYGlD7u6skzECKt6KXeEZvAUjmX1kKZ55ttS2e7sEs23+zN6fYwtM/r/
g65mtA1n0woT5NV66Gg+rQhKvn3xNahEu7sf6cbZQCjoAbw2KWZdlSTzVkzGkLBmcudHhHq95RzZ
z56aysdcfUrqxz48huXWt7w5QDJElNHA9F9JzZilDqCkx4WbN4WbYpmsfDHFlkTFVpDVsaemdZNL
3bJgRsWvLdMVsfFc6n+dezKBwKVooeH+a69LR4ETm8geOZwpThDsGspVXpflvyg39RsZ2nJYXl44
ROJ6I6Phi/FGutxnQV+OlSqF1ik2wL2ZSlx5Jb30/yEKCl5LM4jXLoosl1HsSq6TRYTjNOQYqduD
Qn/OJmG4v+6uk1vUC+mnkmouKDNttcITcwYHKlr7lMsZcrlZJXupk9p4nTjNIyoVszsU1c80tLY8
FG4FBtFHkwsNRWpWyynz7rBCF36aJHm0T2KYcXIxM3MP5SvD9y+ad2NspUelVZuDkeTFxlb7Y9yy
+n6Qf5DV4UrkLl7rfWjaAEBYGuyTUb7N8hfM/vZZNBznDOWv6PsIYDJRjroh7XrjsV8KCfSvoAq7
sT65TlMc4X882oi7RHL0aDUL5myzDbhcRuufyBJbcgSKeegvXc5OkKVxaUWSeTLbNP6NtkP51kmy
IFMQ1Ysu6YVnV1ri827XD6U5U31Dph3Jt9BDGEvy7VDr9pUyGC+0qWSvjnX7c+wMJlA9s/I7Rfo5
ZnPyMZKlYWPV3rgcgOyj0ka2Td699uYsu1K304ljzJoVL54MX879ov8nlB/m4t+2elWMb/cX8I3N
yEXLzQ5SEez8GqY5RZNTTiJHjMWQup2SWt9FC+bpfpAbPWcef2z1xRKSfbJWkbSqvkCTUJindKpO
hbPLrCcqxy0q8m4yu4ET7ufppyl+53HoZuFLAA9EtE+BedZovSj5sI/s4akh/67dZNjV9ltnHyv1
uWjg7u2SkH5Xb9Yb6cAfG5LVImJSaPKDDIO0tda1lXRq6YJT8STPSsHaxlP7k2LWzlvUmm3mjYkm
H9TO6jPsb3Q2uK6GTgB0M5/+6/QIYlxFr2feo/QT0XUOq+KbqJ0ocC1VyKi7WmkOCHVAwCW0ErX1
1QwtldDI2n/H2ZixmBmSSPOVZNb/jemvh76qRbnsNWGKxU4fiR4+VdF26U4y0N/zyzDuMmCA8WKs
kE/Od6NqLNs1pKw6LbaRCXhLAQNbTQ10D9pSnVP6dVPzSCokPmIMpXzVw0Tw5m1UHsyFkSgdZ5mQ
LLdLlST2EN9zDqk96P8Es1YPrjMa9ec2zOTYrfsm/ydFlb91g6YIyJINp0NuLSgTH2gd/XahSoEn
ORGXY5NNTedPA9pOj2Zv8aCpa6qCO6MrzOiA1ItZPjRt032Xe0lRdxJiGvrBNKbqe0Hx9ZsZ9FmO
aa0hAs/q8nk4YjRnaW46q0a5Q7Uv/yR39CY23sHr/AmgOpr20L25IhdO1Cprw0rbaedGojQTyeWh
UJDOU8ox9p2iF0/RoLY7EcpbWLnbQQEC8vw3FMNaJcJyrURy0UfmaUqO3Re70P252CnNvo3+9sG5
DA8lSm5L8l94D6vh1XIIg0gryX0dzRWh+cWpugde9htZ6PKfeb+laDFy1pBfwxVc+KOrSzmLSr2U
M5kHvcQOMHxVoOgzHDRtC/J+VbZYIrFnOZ95s8B8VC9vgDQvxdz3rXGa4l9j07xocXUY+ucoz9y2
N15GWzvI+Yc2cX4kw5aE2foQJzYQG0B1y1phpKvYRuXM0ixIpcS0CPvEe3plbp4bj1ZcuwqUNgV/
2G4jE1lniUtQViZDRvSNP1ZrJXXMJgGYZJ66KnbDNvZr8O0BIvobR/n6aiUOHrdA2xDD4R247lR3
XSgUtVbsk1Lk9iFtbEirIFk9KDLKXu1a1Q9SM/DQCGge4tCevzZmU+7t3vmaWGr3NGWDcpoEaUFa
o7Y4Ga12kkxcoKQ2iR/0HvVgYeTmXijhljDk2pcJRhiCNvTbkGOE8826uFwT0YwPk97E4hSlgasl
eDKHUva5D+S9LJ6Ffaj0J6e2PHmRMhDS8zDVu7ycAPx0Xpn5hvTJGoJdHShuTRM8trd+31Wtj+Ia
RRhkw/hp4CeujLHrJJCpVoqTovwO+YhxtVeaD8lOrwI/l2d0/yk1aBzkSvNc1Ftfdp0JLNEBHmF0
sDy+jTUcWG0xNNCaVJwy6DduEUmyGwpzI924OUbE2ajMLvuDNvXlN5CU0CrRguRSHar/NIt2bqwe
xW9JeJp0ikTzZgTD3giUPWqRWPRtIU+vd4mGvLqGCwrVBfRdV/l6WKiU1snbTraeu4Gc7WVIrQ34
+fu7ZCvM6jjVTBEGdj9JJzWa3NY4SOUvBYec+0Gu3rx8sT84aoSlebqRYV3OZZOijJ0IRzrVdnJQ
h95FJdEcaO4a3+oerdW0EZ5dtl46pRtwjStk9RJ6cYrg1QNEGf7nZegsbiXA8HFwFgr6V5Yv6daR
6Ib5KpQWzcvanTXjZ6r1n6SufcXs7d8BYcpWJx8ZH9XcpDz4GqWePX28PydXmeafHwaOhfIok0MH
7vKHhRQgE7PKgnPf7JBCQJ3c08zoXBX71Hiw4N1CWQjyjxnWnkgvt6igqcXHxSQBwxdfyY4KCMEu
/hwXO8f52NV7Nc535XiM454qX+1F5aPd6Bu+Odf3BbkxLypuLObySk0B/E2sCbXkN0v7CWwpkWgs
dBHSabHl2TJTV9qQOiBt3p+t6+t4CbxId3Dl0xxcT1YY6wZs0uDsROp5sAZ3gtiO/9MuycKHvw31
p4uGWhNm6Jxvy+nz7r2aKlagpLganith235rxftGV+ZdkH8HdL6/H+uP/MRlmrEEA7ZFEgDWYQ34
BmKjSRKPQLxk47l1zSSoU1c0EH88VY2V0U062qwaOnijK0nkIXropK+WhM+0G87O9FRUSGfIs63u
tR70uKv0yvDLqdPgS5YVzcZmuv4KiELgyUS2gLwU1YTV1FBVUDJ9TnEqoUdNs+cY5OKRxs9CW9vY
H9dL7TLWqoprqWlZwQfBlHVKF/KvGPximnwHFvc+D+2vsaTP+1BOoodAjpvj/e9yc6AOeR9QTGr1
6xy6Eqx+qgrpWYqf5WBvFs9pHflOt9XSuJH8AYZcClkKePeFsnQ5oxRQ68zJ4uzMu8nrAlQx68+l
/h9Fgd1M2y/t3SE8VLnkG4W1keFe36IGquF/mAbLe3dtZaTZYyoczOzP/LL2U1rpylNmJNqH+zO5
rv4g7uKQPXOPopuHtPFq41aoFNjWiLee0YvocaRd4wF/LEGXjGrE4GTtc0aND8/duhYbu+tW7EV9
lOMCOwbaU5eTmyIslI8SVnACEbQBNxa9SrxQQuIDtZ9E1T6UWvn174cL2JOSE2tn8fO4DFkpnSo5
nYadH76T0cya1Q5W/JV53idNC4vzy/141+8uAAy03+A+cFwh5nwZz1anItdGIzvnPZxhShJDGEh+
WYxD/lqPRawenMSe6yPQk8T+dT/2rQW0KAVhssfqpbp3GbudirRqmhk/vwwK1jy1tNI0Pff/PsqC
SISdwYEA2vwyiorVDAAVGQvWNs84imXlxSmVaXc/yo1sDyADKEtoXuifc7VdhgmyQc6SVmRnmlmu
ZYReO8A66Y8y8OswHPeSEewwSQwz+5MkulNqbyViN3J+aBMgPcmpFznS9WqVrSBjK00Y34Fwd2Uz
bveVlZ1lK/uhGp3Yo1cTuklhcRyNrfByff5hVe0xruVpL5AqP+Rt+oauUuYlvOvcBbDmBa3a7Swt
0/eR8r9clEAlKI/z5geNu6Z/VTPuvwnqJOfWkfZo6ryMJCRN/VqLLR/0W8cxgIyF7ohcBo3my48D
NUTtZLnPzmonki/4HAofI7bxdUgdndVgqBur4dau4jHMvkIJRcVZ9TKe1WlObmasbDn97TiJCzgj
Ix8YHvNgy1fxj0naKgNwHPCVvPh4Dl/Rv01U9oATS3x2HI0+JD16HGqgyEcDI+DnEPqx37ewc+RM
qndOJnFyotjpAwiKD7FZF3tNy5xnHguxByJU86wh6v00qKUPWRDAHVYa+zg5reU3TWg8BUaVHOji
vQRVKe30OC8PQ6wFj7I2mK7aVv1v3cZuXWqL1MOSrELSUasfJrXhrVxY9p4qmIAJlrQb9+2tk5o0
CLIue5xsePWB+xTAISU47Kuk+Tfvh7dQFq6iJHvWtac3gTfJgC7vb/mbi4ou40ILQB1wXU/OJFuo
9VjnZ4jPT7UyYb/wrIf5yWq/3Q90vZo4VTgjea7CtWP9Xq6mpG0jCcMGDEFJZDCwzZTUb9nQyWy9
ZP38dj/add7ERYusJJQHKjqImFxGEzPPUscs87Nm/ttbx4XwkNVuPfynB+kTYOKPeLvej/gHBHy5
hAmJHBI9cECMWBhchgzGNhpkBSF8I8STBkzp1BZuIkXOrxZtl9ktYAvy1tOcuvAoWwDyHvDHedFw
a/5HTgrjs4rWyuRafTl3rlWYWueWcqI9zG2ufis6UX5yQqP6EQAm6H05ywJYXUZpfG8wPdvrIOw2
BnTrg4HdBhbxB7awvnL6IK8ALg35WWqhpJSyS/0YINH0ltiDZ3TxlsjirU/GQ5DeGFPI/1bHzRgG
TcLrraCnbj5MUE1PQT7tUyz4QiEfHS2BtbZlx3e94zg0Ae6hLGVDG1lTU6bexPl0CvKziQJS6exz
83tlF490wJsw3Dm8x+8vkhuZLgEXEi3kggVdt2zHd88qO1MjCwgtBrKy1FK7h+78NQNB/RgMpfgM
IcHuvUxL7E8hcGCTvCml2jn2BWpXoTECSr3/e26OH20CNgh0GfDflz9nnlOHt1aVc6UkiafHdNXC
vMfmqk9yWm5O8SHQESvCMdDZiLycZevdQsmVFwRGW0tuehm5o6sgywkb1B51vzclL0kOWij/9Uud
aSb5pnHD1HGvXEYRyohvk5jy86AcIYe7afyxpzUyFLNnyQPA/WRHZWQDMX2dES5BEQJAvQVEzLpm
pTpJn8rTzNkzILugv/DA3sgGb00eymsLnQuiLuXRy2FVeeCIwFnMbuG8F+RjySndbJXf2v/aAqel
IU9fdv3MDS2haORR+TnAJjIBBF9JH0fxSQDBDOaNZ+71LbQQvpFgWVDuPKtXeWcbjJU2jRpTpqW7
uddJOjtPy+ed2jdbAmjLN1+vPGBBiArxpFv24Wryoqluw2qxz5WKJxF8ksvPsu7qAYYIpDY/Jvt7
42yJVN1aEoCUWISweVHAX8WERdkAV8NDlc6f2DeWMfsxWgf7+7v5RoERDjvabmwpWNzk0ZdDm/qx
geLRFGclLLEpoMv6GuaVJ6a3/Ihfrl/ahptsZRC3FiNcOLYw7ACu29WR1mttYs34mJ9166nM3lLj
sZa3KgS3zqn3MVZ3A7WVvA97PHabeEKH82Eu4faiX4walgbjbGM13lr576Mtv+bdIY3qZ21pdYCl
jZHuukT1cqt0tfJL3LRHQ9tyRbi1NoCjAK5B/Je7YbWZ5aGLY6nnzWUYgCviljwPKeitBtuNHQaB
CS1UhyQF5NZqTOmoVO2cJ+U5MPN818yWVoFN7tTDNGbRMUdtZ2MSbwyLMfFihQEGuWDNmZqdOC3z
tMOcuCjDfUCf2EW85C8dNWkR0dIC37m8G2y6/quNNdp2FE92X5/1URUvfYfyjF1Klr+xsW6siIUa
DCcZoQ8ircJIoI4TVNEXhwUKu8NbOYbPifym1wOPzvI1pbHcatPD8m8khXYaYg0hThOo3btF1u/p
Bvgi1DdKV3+AVxcnGZU/KizU4PhRMHtX37RCadNoGPO5t7rxWzolUeyVMexQf5j04thWWiR7HZ2F
2NeiRPL72DAPugbHyVe6rDJc3HKtHwlYgh/tJHAhCKpWdVmFdeNN8aR/QB2pBkReO+FO4Axi7fQ2
HEavqhuQgZNRtSDY0UD9JXWqHuwlCLimB+9++B139jjuU1MM3cciN9vhWJd1orkVciyNaw2OGu0C
q1+qiblI+DOYTPAHJRqiG19uOfKu5oiyFxVzFv2V642aOOXglKFJFltpD2ZWPgg5o3DeDPJDDgrQ
s+bWmtwoDBvVbWokFXpHXkylhujZLqp0Q47iOgHk1l7oIkBUAKJRyrg8WzBa4S0KSuXMZ2rdItUe
iqz1NeegpBpqnMEjWrz7GTZOkMQf5kFsJERXh/Wf8BSgeF4CvlzrtkZ5qtidlZrnoQn2eWUqvFMi
LxRFtJHpXp3YSyCqBouXG827NRe7quIu7ufSPBd2DngECY205gWRuXULUbl9HsTGHt0IuFahcipH
AxZVmGeg+G6HPKGDxGlT+oqhu1byW3K+bKysJSdZrSwudLDtII+5bNedq8i2wnaQ2X3gg/sdJ1Xx
pEX6f3MH8D4LU3zComLW35oKSHmfa8W+HAbzIC0uI/d/ya1vCkCYj8pZSJzVksqyUO+xuAF8VSt+
5xx0ZUcBbeN73g4CsoWPSlK7Ti1I0DITjTzz3AIEbGiS0lbn3N/YrltRVq+CzKFkE4icKM1jS6HR
yg+6sZEAXi8Ulj7FaXqN1Dv483IHolcJH77QNeyJMx+ylqocRfKAVJOn4U0e2Rvr8k+X5HKdsNPA
/9PZWHbDuvARyriD1Easn0mhMg/c7IzQ7mTIuyz6oCavk/5NVr/IlI1lPfda6lZ1P+3xFz0FOvyO
dOvGvDX8dz9n/SRqzWDUgoafo2nPukC10HxunS+tuh/jpyHf6HtcZ6SgkEg6QCIs6v3M9uVks/aT
2DIkC2NW2Xwek9xygxL4oCCb24POrM9qFnAXcKV86I1y8iq8aPf398dVJsJvwO8FXQg6c+hzrQoz
qhYmICkt65xyP9J98pPs699HoCrPHQzUDEWjZc7fJYz2oszjzI19LmVJ9xI2uy+n5ZbZxY0vR4kC
OCb1GCRn1kdqUzRdgdEhR2o37CXtN4DZZyk66Q9qlPo80//6WKEiQlcD7AdINm0tUdJHeAT2UsK0
2fKjoVLWzrEG1Atzy/zwetPTeePhwj9BmoI5vZw9TDhLRUWjHbfI/ilv2ogWf/RBEc7GTrxKgcHK
v4+z3vhqQ/NAJk4yzK6NVEUSfQG8uyuHv7/kl0igVmgI8NefNsu79RCxxO1+0VXJORT2dtdorhwE
qduB3fVFKqSHvp3FEY1VhJrEKO27Ljc4fnJ7d39hXhHdeU7rWHbxvjC0JQlfJa4yunmSFQi8FSfJ
HbB4yrIvobrLM/1NwAesDtbsV+X4Ehv5p3Ic3+jZLQDRNKk2fslVdW8hCHFZLqkHh+CaRGAGFQjS
RnXOvFHo8Sp581Cl1nCctDzZkXj3sAOFsq/awHoQk6o83J+IW+Fh6iJkyhfRKDNcrrHQrMrYyQkv
DQ4KkUHjlxZpYB5bOPw6DzPayWaOO6OxMeyrhwNPE/rLtCVxuaTYsDr/Ym4a8P5Gd9anFxF9Naiy
RfNvO38QxsZr4HqEOgUnxDSAgyHJsgajiUlKUPipx/PsIHcpdfgcjJ4k/qFmWA06xTzJQ9t2476+
3lIEXdBMmEXhaLtmNUyDFg5GoI5nxfgIhorrFBXu19ycNrKPG9PI426JBY1uUW6//HxNJ2NbE1rj
uYJVhr6I29k5xGCw2conJao2MoTlwLm8sXUIZfAWF0Aoq2a5UN5t3zKQu0YM8XSGC/I80KAvJSxa
8i3R4VuDouwFdQKj3uunwGjHtURXazo3DczU4TUMgUnnbosK7d/Tgpen4vtgq8Ovs8G6Y2Ewna05
ZCF4clH7jhyctDT7L9d/1M1zL5XPRXmMpI1vd2s2ua8WfvwCPlsTEWVJ1nuRtNM5NB8iS3rIE9cE
UHJ/f9+cy3dBVvtszgtYiHI1nSn8HSw9ctNheuqeg3A3S1vf7caix7CA/1NKQT1krY42QiFzrKSe
z1oM5DL6pjWqJ8s/LW3jvrqRPMGJ5wJBfR/wDV3/y3VYW6zw3Ozms1SDbrIO9le5hTrkF6SHCO3u
8nTjyr/u/yMt+z7i6phMBjWB/09Eq5v3tl587F5nhJY8Shk4ZI7FM8bzx3x01f5/ikw7gJo57xh2
3+VY46QeTTMY5rPxIvJsV5eHjPf5noKlmfyoP4D/aeaP2d9W6pf+FoQwIMZwZK8uJZSBh6lSsPGJ
Ywp9kbRLyuTvj2WoOpR8oYeTY64bPsoUJ5GlFDJNdG1nSCXJGzarUd02HM7Rrpmis9ZAT9fljR1x
Y5VCgOCqI3kD/73GJSj07pRJq+Wz1XevfXHMs4fG/pno3bf7O+/63vnjLAUDalmpiBNffjgATfVU
x4FyRoqwaZ+dsnezEo9Qf1J7L1e0ndX8uh/xxr6Awadp6NSzXOFArF+Js562SmIqZ0Rw9Dlz40bx
1Pi/IUUqJX8yu8ekHx7QvnzdiLsM5fJeWJiDgPWpJS1KZKs1qhmdTfZrKOf8WbKPs65QVkMTfvoX
yV94X23+qTLznWL9dQ6xhOUqAvZBiX1dYI/Tjm3T2co5bmD4J0+J9L3FlTF6iaSNd8z1C+My0uqa
7Uu1VeLR4lu2sdv9kIM3Vf6SV4kfPgoE0Damczm+rqeTBjMKTLwO5dWrSe6tFnFVxtVMu/nF4dCG
mi8M/M9iBbE1geLIr4AT737YW2Nkvmgz0QDSSY4v12vkIHFj6Ll6ti2YTM4+bF8t/PyE10U/JHlj
Qm8tVZYoHbRFphwpguVyfJdK1HKUzLFdqOcMLOsw+FHj4n2MVNMuq9yoOkl94qZ4e9wf4/XeX1iu
izgE5Q2N0/QyatmG5jTHqXqu5BMIri5pdvn0FnTDxtV+Yy6JswxvQeeTLV3GqUSqRZVZq+exbDy7
+BFilBRHJRga3OUc4xEt+PsDu/JZ4R1zEXH19dJ87GfDavh6ReImKXrkhZv3X2mPS5pXjdWhl3y9
cTAts1ze664UOoDG/YI/2/HfxqiehHNoM3eoMJNgmTWRdcgD85CqlmdooN23QFs3VwBYLY6LRb+L
VXc5R0WcqZ3ZVeq5lPaxSFw1rv18D9RTqRCQq1xhQW7dkky8UWZGNoCsgZcORyUAh8uo4aSU9KZ7
1l1o/MI8xRudaCdrfsnDQP5Fxo6wce12Frq5mXO8/5GW//ZqX3MlsNopcgMdXpPGFKMe5q7uVPIj
20APoin2s0iT/f0oN+4dfGjIFZCaQSDBWd07Q13NdhYKVkKcfxLjfK5mzSuizpfMHEKwzOfUqGk1
G4fxrZldtDd5WANk4nOuvqcZ1kMtUe86F/2/KMANRJgk3HFdbfQn28UJWPvdSKp/f7Q3wy7iIX+2
GX3/VYIb9pVaNrVEFRG0O3bmjTT5o5m59vhgKl/LpPxsSns1ekbV66+TJDQj30Ve3bYF4OTESgLj
XIxVDet1IHNpsUa5P8Bbn5NrAH481jMY9q2mVUsjLY9FaJxjQR8tga7a/jdVDxKKzUHf74YPVWwd
7oe8tTVpWi8iTWAP4VWs8mt5Nuj1sGXPQePKu3b6pCLvV8WHofgsp9Z+mBNX2cghrvcGeTzJ3FJU
W2T9VpM5wf2VEJifz6kaa7uui8yHRrLqh/sjuxWFjjKp0aKpdbUDp1CftSIs57M6k9BOEX41yOX+
resF+QjXKK9XSoQgp9eZXy3QpE6qaj6b0pzt7QjlFXvUoo3T5Pouu4yyWvhF5pi0rHkY9JiYPluY
tuzwoWuRS7WlB0fow8bc3YjHvcnrn14vpKk17G10ZjUVSaKcRayZ3wvDmfZKb5MeGCKsXbABW4bb
1+9j8tg/AnL/L6NdHWSLL1nNO4Ski2Y38GXRhjCvkMuSiqrtN7bZso0uz2a0ijGBBg+lss3WRd0w
H8F7Yah1rjPZtabADceJK+mjEfye7Sct3thi15N5GW61q8dKGjIHhCdApdgz0sljw3n49tZ/X3G9
DLQcL+/yLJX6sd4GsgUIpfgXC9/nMIpnt1Nd1QpdyXqSJGNR6OxedPFtwBnm/n5bso6rWV2qmvDN
eWqt5SssuzSdhDz3nEGk/TUFD+a3Mv2doM11P871vgb/v9AqFrlgtFFXo0ybKKwkDObOcx38zECe
c9GJbOOGu16PBIHzRUeT9yplt8upVLA5G+0is89OmkUe8DzGRMcI0H07/C/jeRdqlc2ZWW6bJfIr
NIHs3LX0Mt9FI5Kf/8OsvYuyWoRDMMd9MTEgW2T7tp3x4tvSFbq1AN7P2erDoKbc5H3Ah8ksP5fK
3Mvo53XWm22mqJHEn+8P6NauehdtXdRfRDAKUzBtipE2e6cTnR/M7afJCZ6Tepo31sOf/9x6dVPC
4NGE6txSQL9cEPrc1FGvVfZ5mnJfRexKtM2pcZSdHNv+3D86bXfAmO1BVztPfkym1I065aAU3Xcn
Fl/Lj0lv/XYS4WrzQVN4/FDwDxPlJdNMdxK+hdAPq+AwAakvdLdPelLSj/cn7PrzLOtYpQBDYsGN
uLpD5jpC1hdMDIJk4wwCjrtd9dvR18VDrttbZ+yNKpqNrzDblAoyxf81b10f0xLn6kQj+f4ndo5Q
UbMCzxDJDWs0CKNu8sTY/qdJr2Gmul0m/TUzHL7eosFIUkOqAcbx8oM10gIclUrt3CPq59Pp0lw9
lrcQHjfSJ3DTNrHIHRaR4lUuE1SSBPslMs+VVrp5gxPjjjef9QVzvPpteMnDeuOYvV73FP/RULKR
M0C19g+J5N0h7xTwNgJRA3ToUeCW7OqfMqPoJCffpMrpN9Lea1Iq4FqeFtDP6Z8xi6tjQ+8SZGQi
E+RQou6qfKY/p+YH4Bu8bx31JxCoGB9WG7pqnz5kgn3RtsnBKH+PInrQ1FJDMSGtH3Wlnx6n2vh5
f0nfgBWA/cUGgMwLDBz55OVHtjsFaowIrXNgK0+DZD7XrfgEldotnC8qzyCMYn2z6Y6iSffIQWb6
s6E9Noq9U/oXdQsD+idvvTwjll+zUPDAsS69/stfM0jj4AhBs1j9MpJY2HCivzlo1HqQuIzuZ/Sv
MnjOq9Ud78/C1cZGMAxwBfPN7YpWxOrc7cxEbVDQcc5zn++m8Ct+u55UvFrzGyqj90Mtn/tihEso
ysVowNPRpZt6OULAyXqWx60DbsLcNcUn5L9dCW/WFD2k4qv+8X60q6W+ira6hDWlD0rOU+ecm/+1
U+PCnIL9+20xC7wf6Oq2JxA+aNDXFo4qK+lyWEptTlLqhOKcmpNbcTGq4Xen21LjuRWFehRNflCK
NEJX3+n/SDuv3ri1YEv/IgLM4ZXsqMRuy3J6IWwfmzln/vr5qAHmqtmNJjzXMHAOLEDFnWrXrlq1
lhi1KE4LkUdQXcESsZGyX0q6ciKugiMSUDMKGY44QiPePpcjkcEg62LhCy+antabXssFW+nl9Hh/
vq69nkwPL5kN6R3ZRgP4pRmA8pWQKaLwIlZPESW7UdPsOv6BsmPXZLbqbeQCMIa0skzXG52XiMlx
55kGqHZJpYpkixBqheK7dCHa3fSf1dR21/4ypG9IfazYut7pZPHJHLLJgdWyZpcjLKMuioVsCtw+
+zOE0mezfRbjdgMyAyosddOvyf5dMUBzVZHWo5gG4ARs7fK+bKugriYUNlyVM5XWP1snFl00SwDk
0/g+PTXa7x5Cr7b9BHIevTWQxELzCHXNPpyLDd/QSDAKmE2txPErcvFrfA83Jh8IDGmC+U7n1bQ4
jNM46Z4V9qFrek9x4ZNm0dCU/lN439DiWgmJr9j6mAzyhOwrujzZxstWCBC9fe/Bue1m3WuUfff6
t2l8GrXO9vR620v7SfuvFOyQKJbmxOx3VrkyVGbq165QYC6ZRFuBMb6Zsbb+Gjrv+oQRU7DvZxpD
vJy62Bgi8svjmCqRK4VA5+qM/GsyeNbKLX9FcMwMsMU5zOTLgRsuM6bT6JEupEnd1WTfpp96k4jx
cX6LFPAw+cKpyctjW4gb46s35DbvcTmgpAzmKvUpACVf6Y1zBKLUsdiO0a55B/YN0HNomzRcO5ez
47q8FcCWzYTb7+L18hJXAoLHM4JRjN02cOrsVc2rXTmTL+u/Wrk/eCnaDCsO6MZmBIvFc4byBVW9
Jc41yGQpmQwzdivrIag+S+0p9B+a+gmA5oofuI5jqR7Mf+gARJ+Ny+/SEQR+WkKQ6WVukHc7IHR2
GI92xUh7WbMLv3J5irINvU08fpG87Lkcun8eLHNLIyyFDBB8IIovv6ANY6PovVJ7EQTLCcdxC/FL
QtZCkpO9uVKCvp5YKA/nqgmY+jm6XARUvj7GlWyG3B+Z1uzCVAjscdDkJy+XQPWrteqq7Sqb922j
EKxBXU4B+kp1MQmmNDRj4SUsJLi71aA3nczype2UgAIVx7p2GqDtX+5fYtceHlQLGTtK0hznqxMm
5XonFfIgkEcwq8nJilDTUe2FMAcPn9eeXY+eRQ0uFGtxC4AjXROYu7G13nmbqfPPNHaw/18uLFmO
VJX6iS/w/CC3h4QOfUBgwVNGgtnpMg5ql6TZRoAK0c7SGB4XvToQfsl7rYFc5/58XIcnJtglpA6Q
VqCYtQz10UlG49YUEzcQB2mbCfLgYJPCctGuVbBumCL1RqvUu4ivucT/Zz150iqwYrceFGUTz7Cs
oaLtoRzGNb6pay4FxgTrCKA7uI5xqvPm+/BeygXwWWEbpW6B2FNDf4FZ1pAFVk73qBOr4Dfk4Y1z
/IQT6cZNVhmHJkn3Rb0ztNyuqmE3puWvmg4yeeWsXb8XZgJ7YgtIlEAGXc24pHRJEDRp6oqehc4j
V72078Z04xVgon9IVesY2k5BZqjZN8Zjkgr/vOKQKJlzaxJyDfiXxWHHu6qNnBup64kPaqZy5pJN
ulZguDrcgI3h3oPPwJwFPN9DyQ/z76st9EEoVRDXqA+BKjttfbagKGg1lzrm7v4evg5MF9YWQ9JU
oW390c/dyeyOZtnboncshs1bBH0eZAbai6ysRYrvRC4X199sE8IOnkPzsTEWNgnH6s4aqtytYS6w
A6nLt5Gcnek5+lmpY73jsgofoy6EnbdNx40y1tEDzcCQb4pWvim8SPgZZMJa9fPWvJOLhSUFfiIg
Pot7y++UsRm7MXepv7CLQoOGwaYzwL9GP4I+KbeTus6wJnOYllNB1QBOPtIuBOkLo5UZ6XVf67mb
9agpaLUqH32VvsGyT30SIrV/MH2f20sQhI0ep94jAq3fc8koj33ZmH9XNsM88Vdfw1egZYy8HJCV
y6NfiLDdGqWau8OUH0pJt/1zNRabuqtRpw7tWH9oLSRANsi83Ld8c+7nhwpN/CI6FQvHboUj3eaT
X7hi27zV7RhtvZLWZFmb1H2UiQaEd1P2677NK586g/rx3PPtTXJo6b41AQiUME25G5LoAxkfIcxV
tIJTAcvf3jd1FQLPpqgXgqoiCOM1cDmv+jTWBD1S4RreD0V+0623+79/3iWLdaOPYIZK8wajpDEP
9YPL6CUEKBJLKVzNcg3zmHebJnaG+tP4KmgblHrvW7uxWBfW9EtroTzpfZIYhasmrxrCwdo5+Omn
n1FuuW/nKt7gITm/GGCr/7//vbRTolQSa+ZYQM+9GaEd7P+W3PKi/wq9mRMP5ea+uRuLdGFusflN
SxgJXDA3IVkWfW7Xiri3Fgm8EgAC2i4JHBaJT0swzSwk6ekmcmUL9Wd9fIi9v155lEpHR4Cwo5f8
30eEagFsWrR/wHW1sCiTpKFxgYUys8dA8LcqqiX/OwvznH7YeHUgQjxjYoHOBGGbxj7cJSNpxPtW
5g213N5UyHQIXbkQyTFcWtGjZLTiMC9dX98FUNImZznN7MFYwT7e2gAfzSymq4PSJq/r2Qwyhk32
EMiH++O4ZQAYOthfCBJQEZw3/IfZGhp9LIhgS9c0a0dKn7P14O3GfTLTyiNwybMAEMLibCZIXWkk
HirXaB/gBW9VWz/2m5iYTTF2YniS5AOa2MN2OFj1WxioW3TIY7t3qnajSTuyrelaL+2Nxbv4ouWx
yqIyrQejcgehOYixOG8QOwv+duJaUvKGXyIsm4MnGkfnpo3L6Y3StoHF0YAFuh8dsfurm48h4YMU
+bCsn+8v5fy7FluSvhBeQdQVoCVaqiMMop6URVo0bgu/pENqBwnbOkoOSUTh899NsWWQjKTPnxrG
4vLo9Y5UflA37tRLjoqaaMQ7b9zfN3JjlegCnQMfSnUcscXWxO5oTkbTuClckXFKI3oc/zTy8aHs
i5W7/voVNyeorJlxn+QAaatF+Bf1NV4JDmkXTYlHqd6PBltTfVWMVyPWnVSNdjGsmJ6gHmpB3wfJ
GrXh9Vhp7SMZShMFSCzopS73iQpTIzTdZe3yIYDo/iTyZ0/YDIh53p/T6z3CMwU43TsbGhtysR/h
0A4j1PBqVxIgks5y+CnlvZCvJVyur0ngNAyIZMusQrnkvmvgWZazbmrcTI3sXvqcR0fEuEcFducx
c0r1eH9UN8yRcEBpBRAsf5bFk6FRlKaPlYawSf8itDuQNV3tiO3nyplKca1+cuN9AifO/5hb5lck
mBLh4h4bV89+j1GHNPVjVX6XEBvyNmFoHiNPtZvov/tjvLFyKG+9U9iQaKCR4nKHeHFSpRUaaG6I
8JbaPc6PWa9Y2R7X7momoOCokVEhObqMP6UkLYox9xo3KejFpHO5J4PiZYBMz55RrPirG3t+Jv1G
8IdSKO/HxfluOhJFZti37hhl/00070dgM6pJQvJyLZa/MXkgyGZwF3VsxjZ/yodbTurFqGgUsXUb
9c3yy1+TFf8Y/H+vHfJGoyZPJopnJBmRhZlW09GHj8rW7aNnL3I1xX+ttK0gPOjVX72nWdonsW9J
h2hCp1TJP2X+4f4mue6SnL+A3jKowGjWhLfgcqCT6ME62Oata5kJ1Gt2Lyp24D/K+c7TTtO0mZLM
QaFiDKAdPDW8dAvraQ1DdOM0XnzDvMk+TLYs5944DV3L4Sch0jy1SvJkoj5bwz+IENf3SVwjBb+1
vNTkeLJSQeX8L7x33sp1D7KudeXxEIx/siKwi3y3MrWzC768XpnaD0YWEV+XwSJqxkPrJv1jZ4CG
kZxBo/1W/KQM+8Q/VvrX8PW+zXm1rkwCkGJPUby/ipxyGbnuFOYvtm3oKOgHIT+SffW0tSTmTTvQ
ucHcw5sfWNblik26FaSJrrRuGFk/e0RezED4lUZfR3WtZ//GRcss6miQQ3XDHl2mq6YukiaxwJQV
5U9h/Ny02baks5PE5aZPjG0/Ufxpe1vqPGgmhjcxq1fUma8j3ssvWKyjUA+VHiKz5CZddYrk5k0L
1ubz5n78MMjFfLaRafUZRW8X5tdtLQW21T2p+v9yHPNHfDhmiheEud+quE8523TS1ujXhnGddp29
Cbw8oO/BGtF3eWmi7UMRQS9r9ibq56R8Dn3aVZ0wcIrmgZTNUUv0hyx0VODNQJ5fYlN78nXf1ob6
KBYUVtTOVoXR1hBZMfuVl9H10/Xy2xa3R1JyH/Ymwy+3iBTznDjrZyl+ow3CHvTTWMkrMcbNnQto
hycS4l4Qn8376sN8B3Xc1orgd27bfBJHKpNW+OyFc4lcfp6GTxkJm2kqnlOx3leaeEDvfK2N8tYx
5WoBnQI8k/tsESTqEDGMujz1rtBXNlKgtdzbSvVbXaMuvrV9Z+56+JPBDSPWfDnSrKZ9ObaknguM
Z1FxLH5N5Wjfd223LgnEWeilpct7JtW4tKFANFzJRjS45VRuI/HJkLdDcxoGb1MM2zUVsFt7he4e
ukeI2shpLo58arWCJ+vp4Apx5/RBtNdos8HJlE322EWGXULZKI6b+yO8FUt9NLpwApVAHSRJ44Eo
8U8Q7wyDovY3PT8SMN43dF1mfkfxwOI/wzlALS3Wq++gt8x1LBm578yKpZlZHVqx+UwX3MaLf6nZ
96yxy7B2QzpYkJTb69L3IvyZC90PPTT3E4wKepVtBylxCsXblSgOtK9NCfO0mO7vf+w12ouPBZJO
hnNmkQHaf7nwkhYEkF6zFql4aPON/g3JF3/YWmPipMmvZpv+Dmll+wOBxOD9Dkq7W3nqzb9/cade
2F+4TQjphpqqP3shko+lIbyaQ74Whc2b98oGjbIiLooc6DLjYVShlGhlObjTEGxQHPphKi+61jyn
uRtMpl0D287bv6DetsakrU3wvJmXxmFonCsGYLx4n19OcNJqrap4/egmrdU7sjkeRBSRaAhTvM9C
2P0SFegA/EbYh6VcbgMRMbfWiDbDJPUr83DjjGu0ybPgZMmoqcz+7IPH7AQC4iaN+BJV/F7mf0Sr
PaEC5vQCAPYforWGc7zht4CbUCYhwchDcPl6gY1MU/umG13ZKBzJHw5qse2M3hmCxJ4CWIr8B7AV
Y/EzVb9WpeVWP1vfe0iiNdaFm3ucXkW4Rkl8M/TFvWlmtZn49TS6TeZG8Fi0gS0rj0a3N43t2Ow6
w9oXdPVDB3icW3PEcCdCFCX9yTR/ZbffurXoAaFwR+0Eandx4fo6dDT9VhxHt84f28KJ/hQbq7Mn
kC8vcrc1nifzm+GvdIrfNEo/Etk+EGagOhdnzBOmEYaWdHILZJYGlMCCFuJqaNcnUnugW0xSDrId
+5NdoGToGdbqE/36qgRHSU0e/A28MYTQl1tPD/OhMjRlcsvoKyRDT/VPpuixjKzSKfsSHubCEUQH
iS1Qr5Vw8Nvalvz/uiz7L4h/3fd41w4HxhQySlAQsQ50vlx+iqmMSL7I4uS2A3gmvZyONAj/M30J
RUJgfHRm0szNdbq4bIKu15SqqURXi3wnN2SbDvK/Sff534dCLxEzCnyKm3Q+8B8OtBmh1KMJpegi
AfvYy0ZoK6m5khW4kV2hr4z3M+8RgNHWcscKFegSmg5EN2gfvAGV3odQeG6il8Sr7YmYSkHqMlDX
+m5urdK7rjnug/LbkuRTLiL4rD2souAy2jDdxFu0rNeADLe2JVxKdJMCx55ZYC4nMIgNLcFniG7O
769ibw+y4RXpvJ9FEG7/fa0+mlrsiMnKErFJNNGV1Gnbjc+wfjr/OwuLM2aiNKaUpYoFcQR1Uea2
pSQrUfe1S+fh+44hJMvMnluEvEEUykalpeJcpYzRoRARcZWmfx4ID3uVByksDBRFl6VQI6g7CSuy
68Mn2lT7BEGu+1N1PQx+NVcyeSGqbEBmLtfdqgWhjupEcUVkNKOk2vZg2lNK2PfNXG8vgg7eJnMt
B2e/fK8NFYmuvJlUd0R0NRaPzRTak/YQxmtl0BuGOJxglOeOSSL4xQVnCKnc9bGkullT7iI9PBWe
+Vepwb026df7Y7o+mLAbUnIF0jaDapelBp46WQrdr+FyqdiB+KPAs923cN2RPOO2wG+Re6dwAgnm
5eo0o6plU5ObrqE4Q/rUlOO59iTcaG/ZddRmAFaFn1rY14BEny14r1c+4Ho2qYbiEoDmzid2mb4O
Af4PkxpablA/t60IK+2zXqHxEK5glVbsLLuthrHz66ALLFcIIscLI7sDlyRbxy75dX9GrwO/eUDo
yDCb1KKWgdgwinI1drHlFtbzKD/wprY9eLXa7KfkS0dasD7dt3fd4TJvj/mtCqAUPLuxWMFc17KY
lnLB1YJGRQrqUEsPYt6fKlOkLalzaP2GIYMuqWdrOk9JYNfCf0WvcOfTLw3cJ1yJgG5MAFX1We6R
hliK3YuLUoGnbq70BCcjFzaT8DNulUMllNvQg6C3BwqxCgO7WlsM0ZUwy85RB6HmcrmHTa1HY9kv
Z9LYV2uEiFfwq2bTGcLfHhG/+9N929bsY4jqWWD50lZTtVUamL3+0pra+BDW9ZtZozpRlZWxizQl
2d03NzuTiwfN3FQMmxM4O0I6AtlLc1WB3lFTabAqdpuihZpS33dV96rq3he9i9esXeUK5t6YGU9K
VQIEjrhwbX5RqE1Nn/RLa3zTja9d6T+iFtKgsp2hoYsncdR2bUKvR4hNFSJ/3iwogy7bwZD3zskk
0HRZdROkWGVzIvjaV51X2mkyao5mAVC/P6nXR2YeJ6dmBqeTMV/61T7OpKKNG/OlrOCDw+YhN/R6
n/uidKBQ+ai0XvQUxEKzj/Pse85r2YEIBe3KYNJfc6tEXqQ+Ufj2XE9H0LvsVgkqri7NWUaRu2Ve
d5h1lvVfo0e1m/5v8yUSUPdOIcXw25RGufR1ZSrmUOhyg2EI8j9CP9wHDY2XGywVpA4xHR9Gx2fG
+2Vq9pDXdSgzNW/Aae3wVfk7HkmHqeip3jd9dbkxxJn5g7cZ3T70BF5aritLDbq2gMwxSvqdVNH0
QMeAuRJEXYMbMcMrkPiJwJrpXIQfmuUXXpWo1oshVvqP0W/x/VKgWt8Meap/lU2K0xx73/o20SNZ
2q0Xxr4t4GuK3TD29Ma2YWAkh2DKu31amf0aH+ytaYCIGak2OGcp4cw///iu8GsxbWeK8Grypyc4
1HM7kMd+ZbJvTQOy2DOmEfAW+ezFNOg5nZC17HkvoAqKx4no2LKlKqZIjCaRrU96vo+N0dyqca+9
SAqQtUwvfKfp03YrmJGxLVo5QbQrXmMfuvI5YIhmVrw5MTUzhiw8XF0ORSxGceqmspyc1TCQ9r6X
NGfPl2onCOmTAFUMi5RZjmC66c28vwuvDtq7eVRzZr0SYGDL6Q/aUGyLAAizkVqbrBPDbTx5Ifm4
8p+RNzrexiSS0yhpyVAMX670WIYJZBRmcIJkuP8vSQm4u1CqDmOdiEBvg/bn/aFdvyYxOE/ujHSc
33WLmzjWM61NQj886fVvdfjco9UFxdMufCtkiP+DcucJjqCuMWFc3ZBIZ+Gy2GQASPGwi53mBwgC
lLEZnjJFRayxlP1dNTXqNtbrwg7HbE117ireWNhb3Mg9ygQF71pGaTyW/Sf0bWJwqxrpRSeFnP/+
nM5O6cJdcu3PgQZxHa00qPhdrqEgoR7S0tV0SjUSORn6SlFHh6yq/YJG61eM/vRKAHBjNomlYByc
OTfnbXNpUG5VVSjbJDkp4ZM0obk2nd7Geq3X/NZWuTCzOIVSWatQRacJ9KX+Hii3kfmPkh/u83ib
+56TUMRrFfNQSObK+/Pq+DOhH8c3j/+D+4PaPRmMWIhPIuqA2vAYJW45QKJyom5hQ42pox7770v4
0eLi3umFuFE5FcmpGl8Eq9qgBuM/C8WuQizwvqUba0cWFClA0sAGr7jFpBoCMh5yKKcnFSHkqQv3
afhFSfuXSV7Thbmxfnh3WKXmHnKCm2VnqVlFVjPJcX4acwPaCs1hHsPBgaM9SiMoqp0sb2wtAsl+
f4jX6U7gwLNA33vXLgHLYv36Kg/l3pjo1q6bH+XgjJNdk+q1dnKwbdKjlJR2Je6lMDnoq0Qq1/N7
aXuxklbSQAQhStgeXgMYYpLskLboK35dGeMV+uF9jEiAkY6hyrSkOMyivDGjuMxPgnSq0VDNa38/
eE+R9Yj+Bdk62htPmvD7vtVrtzYP7v8ZfV/xDwcjnV+sTVvnJ6kRNkJscThUJ62Okgi58FQ5iLJ8
v2/x+iheWlw47ioYIl+cGGZXn30x2UjTc1bvynAT9i/IOQBe3d83eHX3EoxQWWfLzolbOmUvz36T
FlnHxZyfKlF3OknY+KZ8SLMVHujrFMcc87B2KF6Q4wAddGnG84eMN2NQngQPVSZSxd2mRx3GVpRa
2TYl/1YPsbjJB3RkEmVIv4JvTp3aN4rj/fHe2K9UhOjCpFnpPbK//JBs9EKuTq04hWrPo2GWbnkA
OwtT5lrH5Y2Z5YlK/Q3+QOqMS8xXXlDoIldTnPJ2tDNxOKHNbkdAce8PaJ65y9uQW4mMOzk3gmMK
bpcDstQ01qYuLU9mlnS7MhDh62unNUG0G/uSRg2KWtB3kChaWqmDqYyrcCxPlP12mtc/0Gt5jh6F
cPwuCebPMZn2pb9yFm75tQuj80d9OH5B749tbtblaRTyYxx9KStSJdVDKnR2Vg22obUAEY9D4WSC
8OZX4en+zN5aQJpTZpEWyleIRVya72RjCNJOKk9eo6GW3Dhd124bId/8f5iZH/rkSyktLL23N5FY
sQq1PAUCBbFSLZHLNXdjof93384NZwYo8H/sLDy1GYRaT724PGnGUS4rurk+SxnMlU954tJYtgKP
mX/bcluaM7/H3KkCvn+xdn7bpnGgVdVpqLPmrOaR/qXNY8uhtgNBei4X20iK/l0UlBCNqjenjc6I
a/4DIyH/VqppddKi4IA0bkbVT5N+k3CLlU/QSxDkt1O2F5I1Cp8bkwvtIcUvAB7Up5YVV4kSr1nQ
1n+atBxRCPNzh/rpZsjis0Z3S9iYhmMJ1KvuL+n12Z8zxjJGaXrmIb8IbmKKuGki1PVpNCoqzlIS
fKl1PTrft3IjsJk1XwhuNJ7I5BMXd0RWpqIQpiqDS8f4UAej/qCVVrhREDGnl1ysP+VlP3yJhNbc
lHor7GIeYYeVj5hvvssNxUeQpEC0ACpUyiWXp1GPzSZOJKs+KVUp2wi5kfiprJ8SrGrHaQQZZnRz
A6ynpU6etPkWzWqLlGD0zw0rcx6DFBlPOhL2QF4uvyOvYezk5V6fWp7DW4rvzWGK0nLlWr61sh+t
LOKAzqyoZIRkuGDi6rfE77CGjHWzvT+p14d0HgsX78zCT4PjwopHa1cdpsyp1JaPSuNFcBHovyM5
2Pu+rzmB3q5AJK5dKgY5opgEhMl5uZw8uQxTRbAwqIkjQm2B9FuWPMTI/WpNaPD6nudxqFMhmptp
55rxpSXSbAZNIVVzqqv/uuGL0v4s07fKW/GpNybwwsriKZqRfhyUMm9O5I8gaoa72g7QXYIuBz6y
TI1BXGfGWsf1cm8QjlApnAvuiGvArrAY2ljRQ2G1WnUCd9A7RVFWZGkDdeVReBWyLc0sxiY3RTYN
pQlG1URoUKabH5Gv/o/X0YNan43gzzjWR0Dk+T/ukaXdxbU79cWQkK+sTpb+pY/2zfg2RF/u7/vZ
V3z0Je8m5jkkEiXfvXRovkq5MKn9+mTEP+QaJT3geAjLbUGKQ2kIcF3VbESoVrz1crPI4JvxG9Qt
yVzMyf3LLTkiQOF5Hsn1MLG131kfHCNT35QoWuqqtRK7XEFnl8YW7rJIAjlIfak5WQkZjZ2YqWJp
19koPlQdpP+I08fjwzDgHg5qNhj6VpCzOnCatoLtSTM0L9yjT9zN7XKFnBy8sjZMJ4lD2iP0EPmv
TdHV4nSQ9QQ4hFLodeKUUzf9vb9Qy1PMKECwzQoFZLHAvc5T+iEC5Nnl600ydSdl7KK9QBFgH4/B
IwD76OCNVbZ2ydxYovlkcdeRWaKuvNjzYZH3Spok/YnWEPk5TBvhrR5T46iHPcKdQldzvospBrtT
d44SF8KmKBTYy/SocyiLyU4+yYeoKCRHEwT5GGGM2Cet175z+RpmXmZKHyRhZ0wCvvRyXnxhVAfE
RfpT1HqWrcv5o2ZV9XcUL6sn9KsVeyBntS31PDwChJceKoiSV5Bd12doBsnMRU9QMlxzCy+U9ZlS
5Lncn8Je7R/IQbwI9G5+U6ui2YbCkLtt6L0ZvvIiFd0aL+R7QeryAM+FBFwvOVWelUv0biKPSYL8
yXCKfLl0q8QbdpqsjBQRgskhSBB3sUK7SysJ3ZM1oXSkpx3akaVVbFO/6H9GSZS9xI0iO1EvQPCU
aD3ve5QnFHSf7bhHNwVtQxxdURkPiHWUj1HRxS8Q6PROY6mezYsEmrLc0xxdHD/p4WTtOrHzD0Kn
v1Z52TnNKG4FAjS7TxvY8LMsX3n33fDP1OQgYoOwbg6ylzilzI+rJBDD4RRYv9pc3vgj+jzBF+j8
D2YsnwYP0Iq8IxJ75QvvH8sbx+TC9MJFUyqEF3tEaCmTtRct9l4rXfo2WPFL3T3EQh+tOM6rAHTe
7hRg51Y+6qJwZF5u97qAPWUQk+EkRRHqCOomghYOiJ+TyIqdC42jNPlRKAAT+Oru/lCvijZL24t9
rmZda1RGNpw6Y0TloKSzYJI3XbJvhZ+pZziy5W3GjIZhtY73fbgzRNMB86kkawixW5P+/ryAzwxo
/DJ2siJx6hBOZr2j1qbDSuQi7pAeGOu/1N1Xbv/rGAMmJTwureUccijlLmfcGK1aqbuJAxYJVKA8
TTpolVX9+z6CKGhOkig8YAD7X1oxlSC1zMgcTnqqnbsAMSaVppv/VIte87eVdbwxfZRiVLBv+Ct8
5/zzD1dJbvgNZIf6eAqb8hAGml2ZX8rxqNJZMPaCLVnTg1ZbboaWSUD1kbGOVmDnxqE2fmcgV7Mq
2d//pGUwjO/mpcirH0wmmbHlHI9D5WlFGU4n31N5HrZDDe9a0jyEIxfxfVPXy4kpjMyD5/JePk8t
ZIWUbEqnUzyrwoRE31svV7LNfSs3gg6uItwRzfYgfXmFL+a40zLBDyvpFPtds02SsDkWoprbhan2
+34U5PNI+RZaQd/f+aVibPReNTbws5kbrZs6lJs94ym28mznB2n53OSJtDfE3nCCqkXFJpBa5WxB
BbcScb7rll5eJ2QqcC0amVBg4st24a5IUD43I+U0+umGlIG6DZD//au2tl7sNMOuRiey0Tqhszfc
QNGTfZvmc1fZxVo278aemHuIKTYhBgNN/fzzD7t0anPR16VMOTWEolnxBQmkylqDe1xHVe90wzMk
kIUCTHFpBDqqLqijVDlV8RsULbtorLdJjwRMsBanzAd4ObF0RfP+mvElIKMuLYUKZNeNniun5Lsu
HIxtuR+jfVbtSP8ID1Pu9AdNstM1Yr8bu52UHXSCQB1BGywJhKI+ZDnDSTtVmv4wlqPqaFpsbe9v
9hsrhcea9XpmVAO6vJdDU+Q+VIe4Mk+N1FUbI24Se6yqp6kJ1xT5blrCWVBXgu+AmO/Skip3iTz4
snmKNCHcaEbYbNRWTTdWTk/7/UHdmDmay0QQwFCj0DmycPuiUjdpEBnmSShVNKPJPqGvM6xpGdwc
0Oz1YBkCcbS0Ygi10hSDYJ7SWqmOHfFaiL9to68NJMTn+yO6skWEOLMpUybmxU8m/nLyDMEvkiJM
rFMti/k59vxc2QmyOXCo6cNZEzS86n+eNx2If1AUcxcIaIZLcyGdLmZhGAJRcWJbEFxb3g9D6RHj
2vdtaivxdBrLndp2NDyVtl95e/5p2wnI3fgraMurteRTZgnTdzoJUJCLtZSQZw3rLvHPY07z81RX
f+PJXyN0fX9pXJxwCg8ix4CuL6BcEHxfDtho2jylGSg4j+FXzuRRU13hG3qpWQ1xSjLtFPWoxZ+L
4CXzR0eunn1ZfBx0pzKtlUDtyqnxIYCOmXiiYXCPi4UWpbSuI9zauVGjQxAm4NurpqCfzMjsOFRW
DsoNayRf+Mvjg3rkst9B8CQhocM2OpfdZLPFgTN1GxGNzGR7f//eNATRM5Efrhh0zOX84r2KuK28
6GyawuM09QcrnX5FZuwY/lq77RUkj80LRnwG4ygQgfC6urSlpYlq0pkWncMoOA3F93Tai91rm+y7
4ZdGcCLqdiRBeQ6oeyJRAk6NvLBdoYgY/dGF5HR/5FfMhu+fA1EwSTwyrQQvl5+Tpa001mIXn0cC
jn1YR5liW1Zf2EUfPFiIEH8aBhT2ZItUZSTlNOxpcXDsO61/ZCoDx9fq1e7BqwsNByyBlJx7emai
tNndfLif6RRCEGxQ47PXJ5+RtHFjs92OYmfLn/NKcZR8n1FLJGLpTDGAIXKyk7XQ/Po1NJPRkBQR
KTRQ71uqpkKlmgQNjPjnXH/k2fQSxecy3gfqMTeOtcw2FCj0i/HKI+zakZIfnrMiNPUBVnwv1n0Y
OfQfvslLPj4Ts9nhzG9a/G2DNWDIDac1i2ySWwc2xfWwiCC7wBcrDZDWOZTMwSkzkadOZwqbla01
O4OF10IcG89IQWEWZF84iyIyVE8z++TsySkKd7tKI2cbNMdM2ytCBnnD6CQdbeb5YEtNuKnMxy75
D5zXpgIRowrPqRevnPOrYie7nfwWtzzUBPyfuhi5HmiF5jXA75IgebU889jl1W+t32mZ9bssOmf0
PFsYUfn+g1hNE4+7+1Nya+IJCGfWv7kOuexBEYQ+07s8SM/ZAAJRGsZxp/mwsN23csOb0dQ942NQ
9CBxtTjSUaRmvZQ26TntEkcpw+M4fZ7S6FVI/7/GA+CAzk+gd2SLLg9qR8GqC1Sd6cxyJN6OjT+s
bKJbB4K8Fz3qVFAYyyIsC6WpV+QwTM8VmGWn7vXf3tBC0ihka907t0486DO6XZg8boJlBBgnIELa
ssjO416E/aDXd/F4GPSzF35q5ZMwfi7Ffz/tcPCAXGB4AESWNHmGYk5pCjD3HHeyhtBKJ9iWoBxF
+e3+hrjKInLKkYvjyoY8WZKXG6Kwcn/M1Sg7q8rn5ggptEgSy3pr2qeo+lTJ5cqwbpz7C3OL8Myr
ImNKxiw7i1pOS/yodJu2aP6E44B4aGdVD4rpr6l239jz2OThTd4fHailarfe1ZInTdiMpD9Tm+w0
tXC06Rz+MwgTDwKzt8q5IliA+H7p1DwvFdSkzs5+6DSRtZNQ1H2j8STj5SrynLy/cu8c9Qsfijn+
wrdNwdtcVBi8zIwg2U7zc5RM/pMSquHWa+LuJNfZsBEns973vjhsGp/SUVXI6q6sZNkxBB1+ZD8e
dioJUyfXEHmoBKX+P5yd2Y7cRrBtv4gA5+GVrKlHiS21bemFkGWJ85Ccya8/izr3HnexiSJkwIAF
CFAUMyMjIyN27H2CcF9jOlV3vDGpzDsxjvLCbRsd1ME03CRKygc5b5SLEwxQCIWoFBRm251q4tUp
dsbpWFVTelcnVfLYiNhwe3DLr5kyW17AogCAGwjiYVS8pOhUn+scjb2+o8MkifYQSmp0Tzm1ulcp
qX5o5hoaaavrzreXbAnh6xXT6LQuMvU8vNdSorXKbcNflv6k5/lZC5TiJKH34hkWZc0xz5RTX1v1
q5N1e37/vliMbyDvTCZO53wJJNfhMJodrcl1XkAds8664vWKerbnuyH2R+Oc1slByMt1V536vLu7
/dVb/s8QBWkyduk2r0xXkj3bok1Kf7BtBjf+6OPKt5aYvHO3bIWSt3ZWF6hqdGqJsmDpB+Kkpa/F
B1mXXCv4y154Mfu/2z1qzOV3r3fzrb2V/7eMnoYgLkq/jr/a/csAValzn2ZUu/Ce20u4cdVQRAFB
t5DZ8qfl8n6Te5WIhgIhcQpfqLF+19sx1X4bFbEha3/ctrS5iNC7Ua2BL/KdZkbQ52VW5HyU3j+W
o+HZdEfNJIIm6Tul1T+BCjV71bdfTLzrhaQEzOwFOR9coKuNk5yexLOXCJDRQamQG49cu/4W658H
tXONLDmG+cU20pNdemUQHQYS7sQ1LrxK3VS6DzuPLFuND63zOMnZvdmjUGGAKbA///7SUK8g+2cr
lubT9SZY3WzHgZGWftHaXjWbp6ZKDzNFf8keTlUgjrKI/mAKZsett9yMiRRI40icqNat3MwWuRJp
SVX6NuDsps+9qPgZO9/N7HPivNz+wq349MbUOgfsqrKoa5WIbtRaTXyGWUnJhifbBGKnzWp9ZHoc
kbos/12W0uXmemt4dS2PNBsKqSkJjGPxaTY7d1IeK1EdxvivLP3n9kdueThT0PbCTaIwP7xaz1Qr
utns69KPgtitxIeSgcz0g2wnR9WJn4fsSa5/u7zM56GKSyt7gZYie3PtOTx31Mrs0sqfFauB9Edc
CiPPXUUTupchG/rg9AaKr+ksnaNxHi9tFJUn4RTwAGgzlGtm/M88ON2hEXp7sZU+uxRB1V9U7tlA
ifLD7QXaiteQh1C/pzvNZbXOnB05oD7GVRGMTs8MTp7f2RljgWEphe4Y1XvQ0q2XD8d+qfLDCkpR
ZXWw5ixD6zbIK1+zm5MyfErzL5lxFwRwSXyg4d+V33o7PFQ2kPad4uCvyY116EGrArEKYMnIra3e
I11VOBN+XvntXB2D9IH3/adWczw9to9C7T516T8wPpjj/Vi/iKxznY9z9jAZmceTkqx4eIjks5Si
9TDc91kGH+Z9mLi5tEfbsL1ES7mVOjrF9PU8b6SPjePII7+zD/tzVI88VTMmCpAImL2kVrP7iGjt
juooLq1hTM9qMuXnWOucA40TdWe6eDObsDg9jDos1dU1/EDvhNKlUlX5ehUehXJpEF8P7wrrvpC8
+UWzJtRGntPvt/3yfXeJY4SmiKzSq2Egfx2AqetM7WwXlS/HygkMcMmQdfhPFlWuHRo/6mrMPTHa
X9PilBZo/trh0zAM3lDN3FnSXyEMPLoIL5X0s9FS194lP9gKLAxv0p3mjaYAL78+5RXk+aY8dpU/
VMNX8ivHkxrGrXU7b+/UilF+LbUB0vSSfpS6sjndXp1ft+TaldkJavdwvCwMoNfmW7srJLsQFSR0
M+xwYsyplCV22H1xyNIfB2EGC/B+RgkG7770vYAXx+m15q5NErVyJyusHmS9Cf+sio6GKA7VP46q
Xg1L9wQW0VxLv+z85iWuv/vNC16WaAOyfD13bCZyKCpdxo/U6b40EGAXgZsUJGtDeMw/aeZDFHhz
rXvwoexcq5s+zJWKIDtsx8Tn1T3QpmNqJY5a+Wb+0wqeInuhV37Jqi9zbXt0YI+O6Sp28+zs5Y3v
kzm8dyEoXSgXFs3J640SWSMKK8eNYwBVcDlY0T/5LhB6z8jqRrXHzKEaSkxV/XAu3f5zEzyFg+32
dXVIkkuevWpfLOMxpUwIFOZQVryBdq695Va73lzeGgAV6PADoSe6r77TEIHeTkPlj3p20vL+cy/v
sbNsFEZ4V0DdS0UJZQoO3bUNGEXlfqxz4StT5KVA5zOEb0Gj38X5YxTCsWRNnpD/KIOdb9taXko/
CzoN/CXD29d281KzUawshN8YDgly1AWeZGiCqa9wF4e5+MN6HQ3uKKIH73q0LK5t1aPUQR5YC79A
Xyhu9acKxUKLkVwpJLqL6lIl0oMaQOznFB93Duhy17+zTaDneubhQSno2rYI5kmMjH34Djg8Ble5
JS05MgE1Ja7DLNQopvLQmFAYJk2THYsxrj17Gpq7sqnhbURfzr39i96nqGz4kk1RA6ddv37HBgQH
Yxpk4WuF+gnY3YvZF6y/9b00JhSIi4s17gWKZS/Xa7CUbTAKwyE+fb0GhtozCj2Uwu+b5GhFMCeb
1d00+NRKVTEhjxm6VNu9FK7DYkKlJph3vnnL2RgOWWpxyzSKvvoBWgcSnBYDzmZ2pEWZ6UaZyUWL
/sfet77P/ZhSfmNq+SlvHppJm5dzqsC23Zfz13FMuFl/hkP2M6yU+9mqvVobHmPT8WR9csc0f2h6
3Qsji+tePk/GZaz2ICVb3043ABFN0nX5HS1WlwpHpFYmfCbzXTmTUeyEGaHYWeGtz4YtbynRAXsi
573+7FTP4FXmQe+bQX9uKtVtZOdHpVcXZnKPtx14K2RRiAEbs2yorq/JdnQha/HYObVvB9JRyJUn
97aftbU75pRg5l76XJYSFJoifTKj023jGyEZUOuiTQsEitxtdfVQWi4tiLlqQDSfS/P7ZO1c6Bvr
yEOeEQ2UhBkVW4eLSpWLUZ672mdyUVJpgM9PavYU7uE7NpwCpA44nV8FEZqW19tVN5PWzd1c+xn4
dzk7TrCqolZwe602jZBKUVOlzwf04tpII1txVoG382e99kQEOzyN0GFvmmRzxf61sq5/y3HfmnrH
iiV5f7IyyZO1n0L9Zkf/ZWfe2FnnA6Eci2zAztze2QHkGmHtOsm5SveC1UbXlrhMe1SFuZmAuS5y
SkWXDEmp4t8ZfWIIDrSeSmuO0CywB9eBCBJywOJMZhW99r19vr1r2+v5r/WVa2RxkQ4CMSEfBnhP
02oXxB+5PmOt8FzeNrUkiKt7YWHZZ+SbGYIF7nHtIMWox0HZZA0OYsonTUjZWVJ7SD9pzGeDUsGf
pcqLLmH+ZAKiOd62vuWeGnwZ9Oq5k9BMuLYOxqRUSiD7/lS/gIQ/ZX3izlO5Y2Xj4blMIQEj+UXo
DzL+2oykFE2nmlXji1hhOkj0p1JTT8gqPBhqd3JC6bHKL9BY3Dlmd0hm7WQY0uX2l25ATJbfQFfy
Fz08nYbr36BaUI4odt340JN+qewnA9QtUprHyclc9Gw6ntxVIaHaoLqq1RSuUMSjNGuXqA5PvfFZ
ifae44vBdztP8k7eB5nLO/6psES6F86expek+TwhFG9Pz1r9zQ5fFJlp+5092NzpN9aWHO3NnWxH
iSplQHh8qa0YLOpSdzL9XC33/Hnr6CxPkv//Ves0I5OlhFyz8dvA1YvPjj27rfpXsRsh3hc02U6a
mNSzNUjv1vlsL1d61DE06JOcQ7WvHsPoDuIOt1H042TsLN72R/1rbOU7cV4auRFiDPV3x/kS2q+0
3jSKb7d9dCsWLB03JsuBzqFufb1Hoyi5FMep9QX5v1x8742/evBOw3iW089q+JCWf902+P5gLnCr
5d3s8N5Himh1lcdaP6tGKJVkpcKLh+LQGMIVIJZBpjryJX1MOnE20tg1gAv87hgfRIhLV30ZkwEC
o66H6+wpDOO0pNSROa8kLEnduk2v/u6aAnGHspb5FNIleMJWWxe2kyHPpsk7uXsZ78K7zjxZwVmR
HrSsR0V4By337pStrC07/OaUZanUpZNsVICNfCXovEGPXaHu4Svf4wMXM2TYC9iY3XNWjmIVTpAE
jl35qNAvcwKm8DJL3I+hLLm8MfSPg5aAPuYhdcntojyrkiod7azTTvXUPnCRCZfKwnCIlpbhbZd6
dy6XnwYkZnnVAipaF8anLEGYI0E2tol5zVTFSSOaZYY7NPKTFu4Ye19+uba2Tnw6YYR112Atq5is
gitUT1oP3QovLe0nuezdmlJQm0QuZ1dYyuX2t75LhFfWV9sgtcOctbNV+YYUwPVlzoEXW9VeR3Lx
0Kt7AiugQ6hsExgMeESufcomO7D7gG+08/NcXRLj0ksMBN3lNDasndOyaYtC2kKIqECts7ol5Dkx
yyiRKGdZEwJiwhuDJ7t/bGT5IsrkM4jfvUfT5hYy348UhEmGQE3r+vO0ako6Z0yFbzAQzgjlP1b9
SQzKsUpRUjrUlnJspqFdehhHxrD92zv4/h21LC6CA9wiEAnSW762Xkwwt+Q1WxjpsJuXP4FEH0q9
/RwZpT8m0lNvoRQ8hC/mvMeW9u5O+WV5GRhg+I761ir1mssyV4w0FH4r5HMLPYv0rW6cMzRDd7e/
cSsmgRRQ0NpAAAUGvetPTKIaXo2ah7+coUUYClvzIrum90t3Zuc8vj8QnGaw8vAXLbTl6+J13029
bpeK8LM5m73REiZZRrunk7bhMpTLfhE/8a6i6bM6EVKWmdxHlvCjz02XuOVou0N2hnl2ijTPDE6j
ONn5cyb9cXshf7GsXZ9E7OIooPW5U5gKuF7JsUW/VmlingW1SoM+IoM0RhKcWK6kM7QCKt03M2G+
NR0OA4PyDJWhW+DYTFXLffYKWhAirLCuXjQ9Go91IX+eYeO8TEhdeYM85KdcEicRyGQxuvxS6mH0
lE6WBp1HNsBJoPenuLYVV7Kkemfj3mUeUGww2rM07MjT3zXs51n0tpZFPOm1+pjU0RFs+qmEefUj
9agOVTpX7frj7eXcchZag44JsxwdqXVCboB5Tu284v09OyBdZQZi21kWO12mX5Tn602DThboPp1v
kv9VfJGKuoTcoqx91XgIo+zPcWo8wJkLZy5lhnNbJQdTcqDUGQ4ymnRhOD9HM3M6yDvY8XfNzNlF
pktKr6IumGYfqoFhWPp1lfjr9nq8DwgaSFwmrKCiJqtd32Wplld0MPPaz9NP8/gQvgYMvCg7857v
r2eMcLdT50ZT4x3vBH3TcXZsajdq8FG082MS914X6ffUJg9OtDPc+z7yYIyBCQCpTMfD6H19XorA
YfY/rSnkWLKnpuIiJwFJyh7x9KYZ+i9MAC7V+3UZPWo5Omoj134L1cVhLu2Yir0mXxjv3eOY3Fw+
HmuLRAH0/uuHbK1BFjLqSu036n3syFCzXBAwd7Pwz7DdWbytI0lvgMF15icp2a+CXBwLESYwsvhd
LP2TLwTPkRshIl/TwVaoqcrVn7LYw5ZtGqVNwEwCQEomMa53rJzLEMQzhQ+rOwcBHH597ELwU3oa
+UZundPun9tOv7WgXEn/zyAQzmuDwWC2VT5LLKgUSJ8MR3yLlPZQ1SJ3rXwomLPW7J12xKZJOK0p
RxAOSK2uTdaWCItkKQSI9E4/ZgS4VgEmfQ7z3Tme5Z9axx6Y2KCZhAFhcZhrU5ChKzR5eOJP49eY
5NRL9JOamgfFuIts4yTkF6feI7XfCqtgi3hWkTPCXb76PDtSW00pRePT3aWp3x6U32WXo3POfOYy
2LuUNOm7Xn8V+p1loStjQ870khRfx+aSgRx2oiMTh8coLDw92qtevM9LMQkVy69xYq7gZU/fvKts
KU30qdYaPw6Ne+uvpOzOyksG5SPUAH/wFtm5DvfMLX//xlwTZp0VBHrjy83kBjCs9wLyi7T4VmtP
ivpQ8UC+fQw2DdKTom8ChPkdMiMLS0vqKqWhnG/Mp9BObdILOz0jp5tfnGFsj2VLQyFAbGYnzGwF
T1KZpQJAU4pX2/Wn2rWWQPZksrJNt2ROUXMKrSQ/lGGbHW5/5JZnLiMJyyA4PbD146KPxDjVQdz6
2VSKYzuohWuFBNHbVrau0bdWll/xZu80ZVZS2Ula38wCN06Mox69hOGrDr/NfzDEnbNgSGDmW7cp
zLY3nDboWr+WhadK0UHrX2Plz9bZM7SxbqiiOcs4BUhRwCvXXxRXTp22VtSjzZ7MRzntimcrCNPf
bUYzqrUM5RhoTy0wwVWs6rNgiMIeumZC7iuYBn+OEHQyovPtVdvwN6o9y4gIlAjMba5emHlWOLVW
Wa3fx4VLP9Jl1TRlj9pjI8YDzmMODbESnGE9YNXLejA5cd75kYksptQViVcNzc8eUNUpZ0TnsRrM
ZidobH4ZFRmSGeoeMGpdb1Oa5KoipAib8d9t9EHLn6V45wWy4ds8sGiKwbTFfLm9MgGbXzPaAGv8
Rqb5kQ2GepAqUGMdijyHBujLjotveJ5Gd5x3I10yWP9WPgEcwpnUyOj8onHEaWrNGd4KmOluu8TW
ZnGGYISER4mG38oljGC2AjMdOgoc0K4E9WM5G572oojqZGfFy21jW49HRigIab9QYMxSXG9TU/Vy
FMbG4Dto0j5HbW4cHKlWfWaVjIvEw8uLhANZmpDUUybH6n2vmv2pTuFGuf1Ltj4bIDvzf+QhCxvH
9Q8RekL/0UoGX2nN4qxLAFZrZTyYbfFZNdMPE+6946Eb5V4gQ5SRGIRk4gKewWuTTlM1jaNLvW/O
MXcnSLhDrcTxyanSlv5WVT53bSEfyC2kZ+6b6iEPHd7WMpBq2ZL2BDo3ks2rX7O6eiSqEmM/mL0/
tnJ10BDsPvamI3nQeRSHMdXi+67SmHLpmu5e6cM9SMbGnQscg2QClOXCgbYy74g2LvM8H/yCi9aq
7a9W89Tmpje3P2cxX6JA3lM+3fzgNxZXgZwxJQfdRixmERIV/Rfxmgb1ZZkzgGrJepyiP2972Ea4
oGLIbCLlJbp76wu3BApcBGY5+jMMh4U/OKMbTBQp9jRCNyKfTrGHoT9GWt9PpGhWbxjQVo9+AmNs
J6CcSOf7Qvnr9tdsWKF9h4o00FWKTOtnng1gqc7UYfIRUXlEwnY8hHp2lNpmj5NhI+px26ILByaM
cbl1ZU4e2nCGr2f2k96U7qHhbg6iUsVO4vXeytLcRgWXCKDx/9VZFOYwCfj3el+KSwBntavv4XDe
LxgWaJLxlgMzztP++rSLKJTCMMDdmkkcHQEe2rISD+G7vbCyPNKunzmLIXIgWsnkdmvl1pS0tFfG
dvDl6UnSokdRQpU1Jy9LB0l1q/lLEf0Ihu8IMe/cT1tfuCDwTcqbrKWxOlBa2EcK82CjX08CPcaW
6bvSa+2ftx1vY6fA4lJ6hxoAtsm12kPTS6hPIoTpy+GHqkrcbv77toH3kYhdAjrOvw65PC+A641S
+j6pzSKU/doqh2OVyDqvfXP8CGLpUOSLXhDaGcdxMPKdy3DLsE39jYcVSCLuhGvDVmMoWTrHMmhf
G3qakzmiHyJ5o+zFPf3obI8pdGO/6PmxUwxyUZNbN4diO0gHvY9mX4ydKw8XM+3dcTrfXs3l4Ky8
kQEAqluc4WU+Y3WwUoopHNd89svpkjd/R5qOAPCHpSxslDum3gdYJuN52FNNQ/PsHXvdVBXjoDn1
DFjbPo1Z/zIP5mFAX8eS5rvbX7XhhDraURRKWUCYO1fZApXL2o7lXvb7PHM8q5OjQ12Laucob2wQ
PRjm+6A24L29pqMJrAySd2eU/TAfvCLz51B41h5xy+LOqw0CbAs9Ij4PD81aDTGNa6kNJE32RX6c
ZtSsEWMPM9Qwz5oG5V0eHFX52+3V29gosF6w7cJLA9HGmmYQfGuQpoYk+91oIKTQ5JAvJsPspqa4
a1NH3tmsDRekUQelD/Q0sLevJ60DRei6MIXi58+1UXjCsk6B8mADLxmLvRH1LVuwSKgGIZBn/BoI
UXaqUzWBqfjUjON4PDRj7MVp9KFSH4ZPt1fxPbUHk+pM6UKdrCM0S+/qOl5ok9IlddaofiXp52B8
iqQQyqfaNWE1q+S/p8aF8RdmA+WkF+VT1gdHOSqO81DddZHyXIX9SQ6cP2//qI0Y9vY3rfnPOoOB
s3KsVD+t4uMcH8bgJJn3rX7O7ddOb3cOyEbDcKl8UfgCRcrurueaxsiead2lsi+ZlyzM3UD7HNfZ
AToeK39OpVcaeUw3nW5/48bh53pADmQRO3sv7RiXtT60VqH4bT5F7mD1I2NmgbYTzTY86crKcoje
VE6sXO+tuUkUf/mu0mB4Q2mhyJ+9UJ1cLdmBSmxZW7QiCQQ8ShjKubaWU42KUtErfoOeMLzjavDE
KN3YHvJmx0M2Dv/y5Fk0lCkwG+vKhmqklRyEuuLHtXU0kj6FXTnpoaQFUVhke0XfDX+kqqESbVDg
1bjsrr9LGEMxGFOg+M7QHAIzfGbQPDE+K/1XRUKdZvBvu8bGm47UjvEFmKno21EfurY31FaaFRmd
cZVal+g/z+VPrWi9QpnuDOM4ltLJDmD2TB+d1Hnsg3HHad6z3hHflj4FGkpLMru+MhKrzUw7FJy/
/J8pCf+cYPuC6v1Oas37ytLcCehJWmtnMqdTosjfmnHyQrO/E6UPw9VrfIoeqxemNG8vy/sxr+Vn
GcR7zs2SA69CVZchZiEs3vVlWx+0DJv6x9r2leGU2V+SJDpGFFtpqaQ/OsdFwruvQc1mrz30n438
Azbax4RxlsDZ+2FbAYQfBuYSOJkDs8hqv7ICuntgQqwX74oJLYoknA5JXLmW1R3DznYnHWaCbDo3
uyotG2HEIlWhBLvIukPmde0qihgyvbUH1e86NON6qRcAhaU9xZKt48aQCWwmsBQsc2TXVobBUApA
Maqviz/GITkYzUyVQTsFxR7Nz0YIWf59cLogjt7H4iaJtQiVbdUvZu2Q5uEBRAMcFaEbwxpR2cfb
LrVtjSzZVkmZeYdef1cejhqD+mxcntjWSRixcwyZhjuNcNC5I9WEn9IQFb+fSSDABgMNbaRfQOhr
o7FpppFlTSqN+T+MwjqAVj120tPQdmez2CvIbODKuF14LZI+L++d9Qy9Xkddi+ir6ivSfCwRgOog
PzBD7TjL04HhYy8wq4sZP4fxN6dK7rvhn0q5DBqz89Owc4C3vIiaBdO8PI2Zc1ut9mgOipjVWfXt
6c5p/hz6z4n1adqj6t60olNNsIA8ceOsooTST441tjCKykn2UenHJ63Oy7Nht38HjrkHeHgPQSYm
LdMacEXRMng3hjKZSV6mRCw/byhK12cnPYECPhlNej/Kzacwfin675VzbDvdnR35qGbtIcst/mwd
LLHHh7zx7ZxQfXlNyLza12I8czGMRVJkul/mZ2ccYLfIXWP8DAHL7XPzHssPFuitodUih4GhFdmY
Ykh/kAawFGF6mDrUUJ3xUSvST5P9AhdArdwVKtIbc/ZH3kg7OjIb7xqmNEk0uJd53awfnonVzxXg
Nd2fiyA8xm3ZX4Kklr1SB919+3M3guxbU2sYB0qcsSySUffzUn6UxuxzCv3XbRNbO7eMCoDpAhTI
u3MVFGAbrvJY1325aI2XRqX7mg+ldDcic3rS9wv0W/bYQoo8vAqZmVvZK1CHMQZOj99PxbE22oNp
vVaGfgjbnR7U1tq9NbT8kDcZqNLJaUI8YO0ErApF7A62f3vpthyBow4ejggHcHz5BW8s2F2d9aPa
GD59GoF+pwVUdgdis3XMqc3/a2O1XAhaVJac1wYGxuNUeVFz50jpgxI0p0m+q1QQqnP17GSHbvzo
GP19V3+outdBPtXMINz+3K2de/tTVgsqLwy2ORgDbsjsWKqNtyxqDH+9s3frby4slxSJPFTUILqu
F3Yymok3IwubZZDYFChsvarJTsl0K9elxkxWRxN5GU9fGXFMIZg1tgw/yNssc1OlIc+sDKqOVt0f
ykALH1Wlf+n13MpAOMd3WsAYQtlZ1aOtR3vQ8s3F5WJm2g9qTRDm158MG1IwCSi0/FLVXWt+CKKP
WZB4/21p39hZVeniDqCW3DuGX6eVmydfdVi4emkn0dg6enQV/+9jVgej7MIijGqM8CGN/n2w94C+
W6vFSqEvBTkok4urWyBwQI3ITm36kfO9VmYAf19mreO19/O3XZ7ewK+wCFMaJdXrXQkgZuljvcBO
BE1Kg2TCEZWn+limsXhizGbvu7aKIkuVkfYKE2tgtVbbY1VNWydybPqD/EVtYPC3nq3hoWiK5ywK
PRP2w3QyP8bmOTHd3LAudnvXv+opxB/HYo/Vc2ORkc7738sWjb11aa3Tyzkp4BfyA149efki1cHB
qp+daQ95v+EuV4ZWvt/VnV2BWcBdzNClmQh/6+9f2TgKxY5lNp9McFXwTOlJy3Ow7KM6ulVCObrx
jeDltrNsRC2chDci9RwgMOvOBWSVrR1UnQl9w5mesBtHL9DI7gThjZazQceZvFqmh2C+4y7rqzYy
Jl7vvsiS6XEwglcJEptDL0AWWVkhQ2fsRFCh6kZ1p/S2fU7nFN5XAEDp6fe/lzII2AiC5wLyuz4c
GkjJqewzy1ecV8tAONM8if/SlQHcwVgPnA0LK8f6/ouHcRBWa1FEvoPERFMfgmYHw7fl529NrL+j
C6tUKTHhaNSMIuVbV/3VZSD2lR348J6h5VH4Jl+IlGhkBEBYvlZ/SSP7MPevYef33V7Pcc/O+maT
AlO2uw47zd08GJ/ycHqu4vhHL++kWFse/3blVmHYKOysr4PSwuMZ0BvdJrJh7P/5H9zsXw9Y58Dx
MGSBUlaWn8j0NRGq6uP7PDjcNrIsyXUbgWoe3UZSepoSuPP11lhdG5jZ5FBoQ9/sSERSPTOdtGNd
zo4Xg2WP4jC6RHa7V+F7v4TLjD8oSFhfSEbXFa9Za7MOdQnNR13Pi5IPFk1OhAt//+sYyIMZk7Qb
yrZV+NOSUbMCvdZ8e/hmAcYaqK3Hj2lw1w7HvtwDzb2vbfD44e5iAhm6fjKr67WUm1r0ljpqPt1A
RsiS+Kh2WXPUY+tQQYQ9t/1O9fe9v2OQeMt/y+twrRnojGNNA0bR/GE8Jp1fA7MvsvvQ2VPUfH9P
LXZoj9ACpxq15kPWQsgVSzpdfg3axuMJaLtaqOzBpre/5l8rq0NVxYMBkF7VYPPoXaM5L4XzMYRH
ZtoJR1uuR1+TLjTkVZQ1V9du1uQiSSAG8nVJ9vKyc+PScANzx8r25/xrZZXRhKMQRt7yObSDTkP6
XGsIDSi1K8ydhH7vc1ZOLkW82UuGxn28z+2Kl0j8YVtfbx+kLQ8wF8JxHv/ceOt8cJ7m2Gg1DhLS
0PpDksf9h4WpY6cvtBWMeIkzYM4zmRRhtTGl0w2ZOre63zmf7PCDwezhiwOdSaX2n0JJE26sjuNO
yr51aGEyW94exCJ5jVPRRNUlPaoCPnyLR7v+AfHUnEMf2k8HBC1Pt5dxyyfeGltFCDsYmyypJHxC
fariL3p1F6Fcbuw4xNYnwdW/vCAhyqEqdx2HpL5tZ+TmdF8dkj+M8Tg7qKc9KmZ0aWkj3P6iLVu/
CvAIyjAbtN4yLRNxRwzSmSKL+69mmbuh9k/e9sek2lm7DRfE9cAJkGfKkMUvx+BNEqHq4aTbY2L6
YTDXd0OGbEiSpfXvf88S5RgYAbVEqFud2prRsLoLU9KuogPk1Rt+r9ReaUIAKQXJ30Yc/nV7ATdc
AuAzBC1LN5hq/2qzjFlPTVCvll9x+mBqyQ3PEsZDRqvdMyb58h+sAWL7Re9KHW/lgG06QO3ZYG1q
DeiT+pBO5QERg7HzRnW2/zaBROzpcyxfsEoxFipJhJQgTOKgreJ618XapM/cUpJgeFnz5tyViruk
sJ/LIPlQh3t93o14qBJFgPgyogVP4+obBSLsTt4Ymh8ow8Esv+XR6M3jHlB5c9/eWFntW6G1sxAl
cUOdL1qvuEUXMjXeQ/yxc4/sfc5q+RJ5TI2ECRxf0efulCvlN3PIaHQFYk+ZbOMRDraDrYJKgBiv
yOuV04ao7JJQh1Z3POuzL03xRxH2DwW1kqx9djRPnUpXpMWltnu4Nz9oSDWGHlpVc555hhDazqNv
+bZ3rsO4ChN9C/vpeuywUPNaDqpAA3v51DrBzylTvfg5Ms9z4FcN9e50CP/DCQEesDSLIHSB3+w6
zEAfwWxRXlGC01TXkotTn37Kpx8RZCa3j+LGvlLAgXRqYdCk2LLEuzfxDP1XS24lSjmT9GxLPh2D
3tx5/W/46JWJ5Se8MZHMU5U0Wsvrf57js12YdxT++kOQQCVAtCl3vmgjQi/I1QWrA8E4t/i1ubAf
4EexA+6dMg4fHMrrrlYEezw4W+umKpTtLeheiCer82Cj+RK3fWr4YZuQzSc0naGH2OXU37jYaHWQ
VS/og0Vh5vpjGpMkfuoLatz6MWF+Pivg85BKmnmv8lifb/vChp8vsH3GoYEF0dRarVwOUDbTMyrM
gdOfGRryhv7Q1n8X02uTRScZjfX0j/9g8RcF/CJjAang9edVzhD2eonFKVRftShK77tce23q1vKY
juAOyuLorp8kiVFQOGRvG9/yS1hLqO+zwOjLrIwLkpdAllrOGIKvufp17CI3CxovdfzbhjY3kZkf
FLd4ljGVff2VJkNfpj5TyZPa7NjKP1rtm1W/tN1wGoadBd2AJJicYyr3uAzITHN12FrbSjIlpdRm
99MpGcRraDZIqf0oi9yjduU10nhuwuAj/fadc7e1nHTSafOiQ85I7WpYsQM/GZbODBORWSCWjZaj
OgSe0TofbCX+eXtF32uworj01thq71o0JZm3h/bIhOcyRgPFlOVjbmTVo9UrzncF8OYl1mLzo5P2
930+V09S06VfJ3TVTpFiz50bkLqGXpOqeyC2zXWgFavSHwZSuvbpJBqUYbQztFhE+X1qv6phB1NA
/jUPdruxy1euLiZqFiChoF5GTHE9tpYEQvxvZC0nhA3mg6QcgsK6tC1ckIobFcKFVvhHO+YnVfl2
ewe24h/RTwbtbgLgX8vBtPbcTGBuLN8un8MIGnD1/r889zQIhYDo0aqkBL5KBDIja6moUt8K8ocS
MGK3N5e9eVqIOkzIIQoEcmDZyzdX06QUuT326ObIUngGa3yXOWiW2JKXQv4uQq8e5bu4HrwEtsvb
67flJcx+kXNDjcbWrQI7RTVemMtpKYMj8xYHpbHcVr+HmmEnyi1Be+0jbwz9WoI3n+hkvZT2MLb5
ZgRLQu8pxqOkUDmRYMJDM9nRdqpBW44BHgKgFjTgC7T0ekk7rZ5spXJMv6oMV3ZKJmADN63/Q+EO
yrD/M7Oe/FbaWRuSGTNRbdkf8kYZLuMwfoepaOdS3Eon4M5mBpB0HuzDKtJIMMYIqoSW3/4Pad+1
IzmuRPlFAuTNq5S+bKq6q82L0FakSHlDSV+/hwXsTiZTSKHvYjAzDfRDJKlg2BMnvDTMuywSDd/9
uy5g5hTYc6TKYLAxr69smi0M084p3pIG7KRoI0BlchO8FYX27zYa6obuBUbU8HFUwNpUjURDuOee
Pf1dIDCam4fECOdibRXQgse7kqMoQdKNc59nOBFvjp4f+2Bt6r1845nnyetXyjULCvefLIwTKX4n
ED32/0iF0zsrNMeD5mMjuH34508EJg+JS0NChwkL5UDzRIYAjBcfhgKsQlYBJnUyN5HRACjdmN4a
q/GC1gHKZEDd0P/E/IMSigWd4Se+iQy57n6VhgsI6Nv9Ay3e2oUA5UBZOs96gt461up9Y/y5tQic
1PG+jAUbh0Ogv4+6Ahhm1ao+A/d1W02Fd3a6o+H8reZH7FVoWbBi4eRPVSzclRjFiNuDZWhNj6Nw
lyZbpynZPshRvC1Kg0ZtO/3oy9451m4ZvBFerZi7hYYgYDSYPUTBEKe82URvBT1J5mL0z07WRuYw
HYohtOfPSA1C32oOhLyZ+Y/eAZBhbQfQAoTiWrRimsxaq2fqQbQFmYbVnZpm3huEbTAaJn4VNo/S
ZNymln0oAqzpSfhKhW/57Fj3hc4gOGhApXJtuATLdLMemA8se7nrx/Q0cXJCtrrt0Bq1kwfTJQ+Z
HLPK/DIu2df76rX0RuBkEPugZiqnmq+l19xm2Ig4+WdzwLpgzk0WUV1fC7IW/Cd6NoFcDwO6b2Bu
r6VgQoCXeQ24seQgGJtvWcl3AmQZGXie6E70f+8faimyRQUYZIqIrTAjoGZ8TuYybUx0wJuBgR3f
mL8pS6wQPAD3fgC76qZzm83sf9KG8XNVhw3WoQ3BWgV8yXwD1wHoD5KyAK78+szMwTrYdEKRUxPu
VgTDIUV03afbynWP6drs9JKVAJYSCRgkotGsWCKvr13WCnTU+ViJnV+go8NbyznmZuXuTD9f801L
lg/5HiAeqALKmcrrw02TlmpY/4s8JQDWQXcqK0RVFIvnMnOlXbF4MmyHRTYkUQ+O4pn8gWMf7ICT
TUN36FoPWHBRGmGdPhLqrjioBZA81PNCmPIWnQ7Aphah5nk0qJOFYuLuoXJKn4UAjpSbWZ8HUJ/Y
7cZKabk1xnzrmFkZWh321CalHhYz4KvCAsWCSDzj1W+rejvy2johzC8O2pRl2OjXrkTBS09YXg16
QzrYw1SSOYKWl97kLtAU5fRZt8wjbmvFQC+LQMQTgNdDzt1cf25G6mJCt9Q9U+7+qYz6+6RPa6we
S+9F9pEBs5ZUmeogkZmyduw6B3fviAjt8j3a/w+jn0Sp0ew7k6z0/Zf0ClVBmT2gBYFVx9dHAhVW
TkuQwJznXBhPjsXR7pgCsbdNMv3k4zic79ukRXmgd5OroOHjAsUcBP3UukOAqJFYbuhM8462ZdiW
T21Q7O5LWvpYeC+Y6sPBEGspSpxroHoC+hXx6eDRHXA2Q+S69Roj+eJ5EG1bEiyO0XDFAlStM5Vu
JWOfQuyZWR67wYzmCukRD1ZCoMUDXYhS4jjfodQYXTRyQDA6bCgYc0I/d9coUpZMGqJEJEQO0HKO
muOZsmGdEgoITQJmIc3FOhDizcPOD5K1XGVNlPKFgAYZ0JeS0Xbp7kXu+mFPsU6Gj/NKgLqUm2Nu
H8OQ6AKAKkBlU0+qbmSunSErKl6z4a/mAavM93zcUY+FWNa6DehrugZEWVQNVEDRsUTcil3QytMy
gjoLMgh1qvKU93LOqHy1if3guG38P+g63Lzk15XrcBTVIHUipoEDjqTb/NkiaKro5YpTWDoN0lZE
pcCqYdhTca0dT90myEfvPNTdUQTNLkvS94roj9hJ9/P+aZZM4IUoV7k4LnxWzz5EMbs9Oe4fan0x
+3oXYPAky1dkLR0LzFqgm0bih/lV+fcXJQ0M6xqVkcNKmH3+SOnJTDGaNtaRBkTI/VMtSEIpXI6U
IPxD/KdISrGoFIT3iLCrai4iZBBfDUym+h3owv2gXstkF+4QURcqUShJ4auppRPAaq3JakhwHlu6
L+YAXhscsNGkldHI+j+5lfAVBVkwT9joLMmoLFQRbdVxFcAQ1f1YBmfH5X9qmtMoH7Ugun+JCyYD
I43wjWhjwT9+RLwXnys34Bx92gdnA1j5UM/MNGxd+qmynf19QUv3h0IN+F+AfQbnoaKDSUDqmVhN
IPcqt8UpaLSdC2G8xJJh68t9WYuHClCEliTv+K+iGYgsqylopuCc9jHQLoXxxPqVyGVJ+ZAH/D8R
8rgX98YyQjHaP+DeAjtC+XeHXcUgkyg2VKxx1i3dHGJ6GYajbodI8VqUOdK8FjVOM3g/h8w6lZ8b
3oRz9QOxzv/wpNCwRqMJJPUofiofSWC7N0hY9eDs0cemfTDrx/GLq/++/3UWSgLgPgNTPGwBcBRq
RQ0Dm1rrY4jhLMT3lr4b9uc82IgW20bSF9NmYCRa+VaLF3ghUAmRBkc4fmrOAfAT2Nvp8q1ufGXz
K8aGhrpdebRLqgfKMASAANzdkk2Vg25MTuIEZ9c+t+LTUL6Kem02fkn3EIZJzdYBQVdX2c8uqHVz
8MidB1NE4BtySmwWtf+a5o/7H2rpLBitlpDPACmgSu5WUN52RmsE54R0bAPoVQUaTT1/Ksxif1/S
4okwoo6wEgQtmIu8VvG0Qw16thPonfWu20ZY0jgPENGuKMLCDDVQ4eiIoOZlovl8Y+3yDitydT0B
R7GT7XD09ugbXRs1NojrupoUjwbPvoBQr9mi2jBHwhPaqSi9Yt/nhvaSTcawsWcy73Ni6VtrYIAZ
WCDjMbHjM+wcw93evxcZZijVs4/uJ0YzMQ3rqMif2vamscNUxRmDKU9Jk74W2mORvPFh2Dso3k/B
t/vyluK6S4EqyYOu4SCGkyRn4pi/g8TwQslR2SC3RKM2pMxAcJeA14OFjb2WOS2pG0AOsi+BwtGN
uvkzZxOz/OBMxQ8wOoVa99Ov1rLBJU0DV6EEMyOMRBfwWtM8wX2LdllyziePS4J/tjeY9a3Drt4Q
tfdqxaAumB6wjErmSrALg7lL/pwLN2EI0Ed0BE/VcWKT/q177EGlsUvAN5St6MqCWUW8Kpua0BOw
Piq2O6hmIM8qrp0x9L6xy2xP8ikyhsdpwNBIFtkMuznLNYex8M0QuuKIaNJh0F01EXWjgbx/srVz
Jsz9AHBxUpi7gK0c7VaKhIqg5AWP9LGE8/oWU6N2xrHCRzODFvtn7NAKhtC0VypCt/HWtRQle6rs
xAjQlk7ObiGixC43ZG0w+Vb5pAR0k8DEjpKaGrEmuoSliCLBAjlMc38FEehG657y4fX+K16+rv/E
SKW8ULpe6Hli0RI6XmjNAw3s+WQkxaEsMN58X9KteqO0jL4L8kBwj0PDryXltIWzG8xAgufzxI90
feehcZ+1WcisFc+6UND2QFsJWRipwSCCyt7VWGOXG1WF79Pt8v5Fn4bIsR8nkUca37nslZufUqHt
eFCuFMIW3IaULJksP6guVLggQsmqrRx8t7L9aWSfGyssvDms8l3l7k0rnsmurQHkoP5L8lo0O13b
ah6Grl90wr7aif+pydfmCG4fO34RLkMHlTGuXx2vJcngWBS1Q8DtvxfDGFI3GsoTTPb42exJlK58
54WngS7Ox2I9IHnxBq+/M4oWTYdoLjmnHKakGUDCC9aOtd2pC3orQ0LwiGCkBSTe8u8v9FZoejoL
0eKasRE5YVuEH1iM/H5fZRduDgBhWGTEEQ4QEvKoF0JKjzKhaTCTcz3ugjbiwzsBfgr+ppo20/Qr
937fF7jgU7F0CXUzD60osFSptRLDEnZXdI129sp2bLa1ZshtsAAxY6313I0/sd4+M0MgcfNPGgre
fVQDWIUVTW0X/HvnUiow+NpkSR9bjZTDO+1QY+u0o52N3EE3rq5/jNinvpJSLvAQQIo01chV0Ci5
ySKmYQym0sKBfR6aZn60vWKDgdXQmvwo6Ha82Lbdk2+xF4BJd70GJL3Y3r/0JVUCqyQwr0DggzFR
OWjVTMxJAk87a9XX1n+1pgL0iP8ctCK9xISIi1IodrCoedksekPMRp7GWQr+cHfDqqdgzqKerQRl
S2e5lKMYWQ97ZNvO5WlMMkBDpvpUyzGEasW8Lpjyq9MoToPOdZs6LsNpshlVypNkbnDcsMA6vmHt
5hY1xJMs2DDjKK+p46D1iJEKbOtO47n8xq0ttzeZ4R+wpe/VsY+k4puseXV4HY5nkC4c+7FeQ6gs
eGIHzKMINlHzwH4OxaAJzTHLZLbTWKbvmgVmNevZ42S/OnmzZG6wngs4LKClZQhzbW6CvPA9QhsS
d68TPbX0z9g8dBV2wKU/QEeQ6HSt7SvDvOuUAQy7/wlUw8Bidhq70TsSF66L9bt/ai3bFvKACdbV
6o+lgfVLNK541q6Eure5CgSjuIO1Nsh8EV9fn1QW7r1+hmDWVDvmO/CHXwT6EJONovCTj/1B95/4
0ie8lKfkjGWXw0B6LYmD3gjb6TyzJMRa2WkVtbn0MuD7kJrCfOMPysFqx7TGthAkNtnBmb5U7QNx
fwm/DBvvEWACxDxl+mS2cq7KmL+PxVurgZhr2NN6xeAsGYLLH6Kc2KNEB1rVJHEzPPD0e2u+k3FF
fZZFYGOWXNHlmab8+wvvyINsnIlpkbiCnnSJGemsDLthrXS7pCsoEIPCAnkKJk2Uk4y9aWWBCx6e
jmyM8vtY1e9Gfsjizut+MP/TvyvKpTDlrWMrVMNE5xPEaT7iCfuBGa+YAjfbNdbVJY28FKQ4nTo3
0LpuPRJTyjbV9McA553dGsgr15jc1fsDCBx+R+IukQ8H+FzXn8nr8JqtBJTmdbENMn3XGpuq3gGQ
siHzNkhWXMNN5K2KU3xDb9gZkO5MnG1YahS9zWJjkJ+z9yt1Y9M1Nv70e6I7h660UtWHh6YzBugR
D36MC2Br7/UpzcqhjpNY+nlu6h3X7Cy0fRE3o5ZHZcuOHdX/3teUJYEIq5FCy9YFoNrXAnOjaQaX
5QYwUUFYFyCe1N+9joWJQ6OBpisGbEkaomrUICQJLDz8tTRTlB6ICSrjPDJaRE7r/UwKfZc0/td+
mLCAxV6L/lRf5OFZy1kSEIgjWQeM5VogdoCVbQVw63nWWQQu8cfCmt91rTxhXDfCKpZXq062Xb22
B0h+pkuPpIhVu08T9VJ3YhCLaubfgLAo0Nv3+x9uTYRiojOMnSKfIMlZMPOU826HVsP2vgjVMsr+
GSCGKAziGWEcT/laTZWSqvdoGgdpvpu9ABy6xoE2X+5Luf1E11KkzlzYX9DL0yHhiCn1Eezu2BtY
WEGUG2+csyNB8tkFT2gBvN0XunY0aW0uhHKaJ+bQQajVY6wkBZSoBI25sfKa5QVdqwGOJtk6gSMC
NsJT6lMTs+dqdCDFLtrQasB33IpI9CeerfX1F88D9nrw+aHEB+ju9XmEU/RjWxVp7ICusAgw9Fxv
Vj3lTVoHhUAVRzZu8aBQslSk1Fql+/ZopbEYPUAZUy1sPUzm8Nd2VzDyMRDEDJdvMFB5vv+9brUd
kqFeCChRkAD/1fX5QKVqt0Uf4CaJmSPswNaIMbO93X0pC7eIRBHxHKIAjGaqpT23sFPQHSeIr8zi
iAHDsDPSI3NXSLwWtOJKivKsUo2YjKA5GBu+j0W6nyv3RLpqp9Urc243KYf8XKiMIuVA9o/MXx73
QslHq8osO0fIYSU/WJ/vfJCMOMW5Gv/WzXPefu91I5ycoxgBhR32bf6vU8Mf8lH+A0gHl4rRgmv5
ADAC45QWFP7L2BCHborx8/QGVORaXLz03STqUuIhQfigUnCbae63AUGMnyXzvhi8J33QDp79el87
lr4bJjN8VH7RokYF6vo4I2AhPicjjQ2HYuzZA63wS6sD2latFN8WBfk60gqM2mGCSTFOWNnSeL0/
0djx9y13j6O+JXoVeWOyUrZYelVYcopCJrhAJGmPcqK0Tlkx6DROLPI9SXMWGjoIFO9f200oJWnY
nY/uBm4PWqh4KkzwFVpRVCzO+8/5dAZj2mY2uiO3dz4rd36TRjMIKJFcrAGxP0oe1/ZXQuzwD7bw
frzo6/OZ/aT7qWVlsVzk7oA5bvb3uovxs5dRmw+1R/deFfX0wfband7Vm4Z/bTJ77fy3nxNAfZl3
owH3oTnXv6KwRaVlXsrjNAeS9BiUR5bEY98/0oEdQMXJgOSgzx6r9j7ZB8X4EpBDCY5bGIWV7337
TuRqHpAsYpcGtFjlYG1siuHwYcrjif+yqt/BsK3FitFRIzx8bIyXS8AIMD5Y7KTYHEK4U5pNmceJ
44Ra/VCFBtbcOU8Zqo339WrpMOC+Qtcea+bRQ1VynClLurwXdR6LfjyK5OCWYEWz17jrFj6ePAlC
VTRqgfxSHE8zdw3Iko08JlghbaNIa/KfelK/5tPv+8dZcK4g/8WFyawbCaJaTPBopadTYuYxWPAj
ik03/deuwBwvO5V9GxlTFrk2AqRkDWtxwykpP9mlYCUznVPXn7QMgt0qJqIOh/IztU/VaO95XkVs
0DYV/scicC1bMN399BdhmdvuuyC+fwVqivfxQ1AsltxLwH5YyhcF5wEQbrObx/XQh2mWhqn4VIqj
i8dre+DXy1c0aFHeR2wLgCewW8rBPcJ9Dwk/noMxfbarzm5CXhVNlNejexSWkWFqseC7rLSHw/2T
Lr0SJFyBpLiAk1axdrwctBGD2mClsfuTyxHlehtf31Df/jJq44qwJTMIqokArkSWc0BmcG2Aau40
dYO9Q3gpOdw9Os4vdlbRTV8lm0wTVZR3tNs5uY2VXQHR9qXv8cekFs3RKHNySLuJbfyx4CvQhKXr
R4dJEhbDqWLLz/XPEhjXKKa6KuImKB7txPmcu/xo8eQ4VclzXbw0mbbWVV3UdQ+TIZiuRmqDttq1
TMdoydhTt4g943n8SsR+sGB9x3qP7lWd7oeahOXw6non02hD2R9n7/xUrRHeSL+q+CX0IoDMlls8
gHNQFL0EWbqfJkUZNynQ/rNV+1tjyKb/wdpjc4wrF05h9eLHuM5F+Gc5WCU+65BC4GKp+Ru7ceyV
T/ihOspJULKQq1MlXg9Irev7bEVnChQWinjWgxD1bFv7ihUr4pe99ycseKg2dnIwiR5i3W7jnjj/
AYIM8ZCA2yz/O5Vfi2eMfM7jVnR7gYzCMXe9Hv5rwx5mBReAxSIA4WEqyFaeeaf1WTEamPhxs2k/
de3vygbhFGnWKnw3808fgj7I2/An0IUoCj3nTm8U9lAgqbSxY7jyNzTTI6AAt71z0n9W9L1CA65y
IpZstNX+6IKnQrsNEzogBpHS5d9ffG7sw55FQVCR1UFW4D/P4lkzToz+uG+5Frwu0M+I5gNU4+Qi
pGsp1A3YBEgQHm2iIZBnYVezTUbWIvqPcp6iWCiSyiQTQ6gYdlKCRr0IEk0jeKjpfGgrEmrpy4Cq
cxuAsZxtRfbUVPtsFsjQyijw44Lu2vQHODCwCzwPqX/KPlP6ko67boyMqg95MO4L/xEbIE+aWAnX
F14zIn/UJTF6jvBKJZainfAYjG4R8xKEBo6PcY6+YuNKGLn0eQEEwWg9tuli1kL+iovPWwXjPA6u
XcS1+JFiuTwFXV85g8jz7/0PfFuOAaRFcjwBoA3GF3WGX8fWLp91vIxr7y0ARIy2f7FaK5qAQgl+
Cn4Wibvihhec4ZVExSZnY8czgqJ77INMpC42dVZsKvbXrPPNoK2tdVt8pCAoAFgROEIglBQFNoiV
W7MtyniaoqwU+FTvpfcatC12XnVRSt131h+bwUZObp9rupL7LyVD8PeSoADWH1hQ1UZwwG1QZkCk
VVYhaPJDnZKnxB92tae9imr6XpTYctQPn/KxDZO5nVecwpKy4lWh/ooOIAIQxWCTiSYDmXgVF3qi
7dquLr5MraavpMoLUiQdGahvkWzA1SmvN3AJz3jNqnisW28r/Hk85lljrAQ2C6qKrB+hDTJXHyGc
cpet5taBN9hV3NtfefpMC22f6MbBoAa2jnqRJ9A7Hv4RMQXbCiQOIE3AC8PlucozbOrSbXqjrOOc
dT4YmEsrGgZ7jXNq4UlAALQD0/coRn0s07h47HwmRappbR1j6PqTzrc0HQ5eKiLq/snrFfO1YNGv
ZCl+o7Izvy6R/cbOhMbXbD+Qdjo5gVjR/NuPBaXXURIC9B4IHhU35WDZIG3rool1e9f3o3Wwzdre
NWN2yrLq2aTN967TzZ3nk7Wpk9s4E5LBeCYDISBhVdACx0OYsLqhiaf8VGZIYIJnVDq0jG2sINaT
tTHo2/uU4tD7lrNCqPqqGjKYALd4bhPn7qYdHrTyGTCDFZO5cJn4xcDHIJtHH0WdGGsg2wh40cWG
qB+AsXnx2++MPtAM9RTX/17SrbUa3ty+6eBjyRXCZuSLGM64dkCiEWbttVmHK6uc3SQyufwaGLD7
7mfh9jBAKLf7YLZPFhKupQxuU3CDu33ceL807BZwStDSf70vY+n2gCQH1b8k34PPvpYRCFZTr3L6
OLOMjU6xLQTV69PQ8uiEJWZ/WYXNc3a7vy90oRoL5mqsCgPQF+k9/r2WWorCbRnrutjJrZeyCwCI
so7BkIZoO9TEeZwpDRnLvvaMbNyEbobsOePtimFeqDLIXyG3EssmI3KP61+Rz5xmSV92MWhxN+64
haMMe75tp2+29WxoeliWQ1QDrLty+oXveiVXfpMLi4ZFjLUQ2GQU93+Fv/HtkGlxBSKAeeM8k3dv
O5HtiL6IFQZF5K2lKQte9+rUKnd9ns4OnC6k61T/0Qy/hdinqR2ORruFFZ/aAwg6MFe/seF07x/8
1pLLPgl2DAEBi3RTZV8agcXxsqGB5OK34xxNcWQVeml9OLft9r6oj/Lddcx8Lcu8vmPQWjGGDAAa
Jnke9lXy0tnvhcAEJhiQQQs41VpY/fxmiZeiTVFveMyDX2h/NWI7rqjZ2qmVBNee0FFu06GLTTIc
sQ8MO3r23PmRm/7jZNMVYQu5gjw3Sr0wS7hPNQkFA68H4qS8iyuXm799S+gnVHOCKZxLvfnbz71o
Ijol3bxlmEvtQz/JdOPImqYod/Yg+u2cZHn1WndowaS5Y/9si6ziIR2591bmhVlhppQJZzu7Jj3b
WWO2G/CTMm1v6LzK96R0ev04tm5mPfhaQV6oJYo1utBF84FCCSp1oNFGyUQxWhRYYOz7nLu4+4pt
d3aYns1tzh7G8desH7K6D71jU2+YsRIv3qYduFtIk7A1tOzVNb5+JTLWkwnvlvY8qtwkCXuzyA+j
lwxfvDxJ4xUl1qGkN0p8IVBVHVaUTQCCgjgb6zCn9cEEAMMzj8wrNx1Kcvn4nttzpK2NLSy4N5Tn
ASvGf1F+VGkf8Ey4XxlmF9PctCKWMhE6w7y2wWnJDAITC/sLHk2kV4oT0Jyu6XSP93GdP3T0W2L+
Mf95RxBQhqgC/CdDMfFeknp6Ch752HW+6kNc89PQbMW2rB8FBjfbByAg2s9u2D+Y7VNT/0gp3698
Q6mL6je8/AWKsS9MMae9YD2C5BNJ+6emxQ695g9hmLDbdg++1T00ov/UsbWJ1aWPiAII1FWOKYJh
4doCVqQ1A62p+1ibff2tzBA9APubfL5/vkUpyOhRppYLkwPleJhuT7EFuuljxyn1Izeb+uhgLm0F
l2ZKTVdvEUOjGPwGkw+WMyuHIdbQ9RU1+1hQDG05dGRgZhv777ZwyWausv6xarT5BTMvXkQso3iw
3AR1EcPHzjzqYWHtnHYb5Pj6M6bzMnQsc//IxwKLcsksdq2GSS7bTOr3mgX8udTn/iBSuobavw04
ABWWiFfUutEJviEmnZAK2C31hzjXKvLbqjmJCtEYr6VIjce5xfJk0FdxTHeCuBaz9NXcnQwwtv26
/8lu3h1+BdIOlClBEAjmPiXJ6S1vaKeMi9hm1pFiXLoh6bHr1ogPbjRDioFeoGZlYWmT2urUyATI
jNkLPD2Hf039zh2jqhRAS98/zo1V/pCDciu4CGWxRjGSllawVEyNiGuw6G64lf8tBrDu2HwCZT8t
N/elLV4e+Gn+rzR56ovYzcx8p0gRQMRuUCRR4HJtO3PwdzYoHOz+F1FoishxOJSsFS9XsLoZk7oV
MQrkYW0mJ54PG4/OK13K5e/0nxglUqoB8sgsUGDExHc+YTgyOZlDQFYy3sVrw3wnyPpMaZMVM0H1
XlSUDLi2rNkXxrh16+YkfGN7/8oWdeE/MSoopw9s5g+YsYo78083nEQwRUP2VpvjipyV41jKp/HY
XDmag0/jY6TOQ3U/w/yy261tPpNW7crqoa6CN4TyHNAcmPdRPGQVMJOyZBSxntXkW+klYA0jTTKE
QsfWTBto3U1CzWmDPQtrWfXCCcF8gV4UJo0BV1ENLq/AT+vlfIx7rY18jsTIbbbYrLySEiydECRl
sBS6HDtXUUbEoLg1oxxR3NlWdmy2U0j5aEQNwdF6H4Dd/F+x/wDiYxU27AQggWj1qh1As2pBB2TO
IyAIVh7WTV+Gnp79oaQESn7spsM/q+SVOMVz+Y1lDZkrxlgIsQu8uQ07DLqGVZKPGyfxVxzlwmMG
ZwkUBtUCjMndwGU6syksoo9xwfODrQ97NHv+Fcgn7+9ChPKU7d4UoH4xx9jlX+xWbFrtidk/kmSN
K3xRA/+T8+FMLyxt0fTAx5rWGDP+BVzQW4Nhw1sw/bthgn1FZIHlFAAaqIzkQZ/5Xtt5UEBwalvd
b6P9nMwrcfzSSS5lKDdW9WQURamN8dhOEalZ1DeolCbv9xVNGgPVWICT8gNWg6K6aiwKrQLItiFT
jOROfyMdiLkRkmWHujLyrdZQ89lNJrFSAl56vxj8RVkWLTAgzuTRLz5SHXR9j0mwEX1V2xUbNKpy
vFlST9Nupnbzy/Go/aUsx2oniJa0x/tHXgqogFUAOAwQZR0BqPQHl+K1edZyDTcrUDf154NmPToc
dZvhOAxzKMws7p1DIKL7YpduGu0SFPM/au1q3ch1wFaQiWyK7T62NSyKxhxv/124J0E+3Ze04M8w
JoESquSDdTHKdn0+ytA1IQEZYy9ArOgnzS4pmRt6Za5HVmKvdYeXvqYnx6EChKmyMHctzsvZJArN
muIptdo4aMVIQydr3GEXkGnGerHGt8ZwSiewVyduma41ZJYuFh4HnCCA3+OrKm7V5jMzisGc47lq
HkVNN34eHDD2+4dr4zfY0TUTcyMPibztgDnYBgQCzXDlegfdxqAOADYxwe7DCXsJwaAVNcNPjfwq
ih//+CmlLJQasfcAnQwExdd3a1gzsEyaj0yUil0BGAUZsXRkSI+muaKet68CotCYwfoDrP8EqEQ5
VsnE4LVWM8Su229d8QR13dvJuOuT39yrwrRHEYfQT727RmEsz3BlgmyU4WXNADgW1JNvYFs5vB0T
GNLgVRqN9KdPThhaijh8+Lchcfb9P8d7mDWDi8C8G8Ad4NdQYn8OQrC5LKgeN8ZjBQLthFRnc8x2
JV8bqr95iR+SQHkOKkysuFKP5mOIr2FlpoPG4Qt43Oppn6VmWK0GRAtXCJ5aoNZNZOxojipPIDXo
OGLjrY4xOu+5Mrutm2coxIW114QdeB6rMftZ5itRw9LhLoUqKYCRApCMgUw9TltA2clRT3/j/U/W
z39+Api5RINNcmEgjVdCoazoSA8iIz0mv3W9D83s3TXraLJWvMKNFYMBA8gHG8KwbBQBtOIUKjAb
C4O1RlwR8s2c7LArN7ltPNtkeGRm1JM1mpbbkjoAApgawpI95KKII5SDpYOR6tZo2zFe427upsgq
nb3Pg6gweZhpJvgmx0jvq7daR5WS/rp/rbdALlCGy12TuFVJA6kmV9gzqZWOO/tx1/b7jjwXYFku
GqBD8m2pvwX0bzV+y+Zzsa+tQ0bZ1nW/a6/+v25dgbtAX9GHfcPED36L8haDqcAqF+4mMdcaEFa7
hfYgUIfAXRhrZb1buy1Hr3HfGL5GxPNRBL9w+9SfZF/MJG+5DjKQx0B7Qe9tSqsoYZ9X7lb+6muT
hluFJkFh4YBvknCBCYXcm3r6ZrXcOaVp/VUIajyzCUQnTqHlXwJuGptJt3jUcn0+1ob70mKH1okV
HYpQ2hpvrbTdV78HoFhUA4DXQE4IuKRi253KQrvOwO8Z/Jd2+CQKsWWetVs59U3hWUJvgccEMBBA
HnB8XDuryjQSRN4DfRvBUdvPn7z8DYvcwRS3Zebfsmq2pjmE2AF6X+xN8iKlYgPYx9QJvJeiQbqZ
eqXJcTZWp1tnsqPOKTb/fyIU22A7Giu1vqNvIK4JE+s3JWtbiG908wO1DCePCBH9aHUhFcW2XJeZ
kJDBcku81YZ4IIGtOz/GAoTvuZmu1G9ujLciUNEIzgngaSluDZvFwzxIT5n5s3G/utWwImhJ9eDX
AUFDnQ3uXfk8LW04M52RvlEMhG4GN9FCjggjEr7+z3DNjzP9J0pqysUDBxrZ1PISoib+Nmk+dlUk
IaLTleLDrd2WYhBqomwtTZbq1N08ZeNsJnhM+p+0NPYu6c5tbj1RtF95dbR+CNAPgCzkmXlrvdDb
HpYiW/G5PLEaE9xe9M32oplH1N9UO6OPmuRnrT3VWCzGjukQjk6IMPj+G1hQGHD4YaBK4oTQPlO+
Y9o41DUGPG7dw/hFPcWBPQYhL4wzBgDXwIsLSgNgBmCxMCJABqrCAAPUmKD4ko3F0wjZRaw5vNgP
vrVyqoV3h+K6RDKglClHXa5VphA+xw/BtzRenP6ttrdYokSbbT6vyFk8EAADmIJA3wr3dy2HOx6x
CqrRN0RwBy34jAUNmW+sVCVuokAEs6DuR0wG1AxQOor+92nfkL7h2Rv218/ZI8WWec2IMwNwdBaO
Vbex1mY7liVKZhikJshSFKVoM6cGqWGevQ39KfhS8TOAyhhLtuut6ey13/c1cE2YcryimbQuw0Te
W0aCbZUgjk79yBs3nvaWB5jB8xGkpdF9mUuPHXf63wkVOzk4TdbzDCdMEyAd7U+1Ho6Y07fACm6N
W5b8ScWuQdbrrI0B3cIsP77mf5IVp8NdbunjhK9p/MLyxOMAbLj2uU6nt6x7HMYUptSL/IFEQfbc
t8NKNCzvUgkYro4t382FKbX5UOt5g7sGTVux5dUwb/8PaVfWIyfSbH8REvvyChS19krZ7fYLcrtt
ICEh2cn89ffgu0wVxVdofGVpZHmkCnKLjIyIc05agjdgZXYXIgaEvnArAASiqDSPGGrKIHhPChKC
Q1E3XdXa5uU+VaF7vqmhdC2Ow4rzXtxDFwZny8mS1qCZBIN19DA1HRrhgFBfwaMaVB3lmZA0uD/E
JbeJPjP0YIPPFbCkmUFJ6UuQEGD/DOxxHAKl+J1/r8sVI9OP3KzWhZHZVqm0mPC4bEgYVSoNOmF+
JGqtoGMDDQD3h7N0AWHFJvkppAumVvnrjVEAcdJUOBRhi4KoYh14EO21U9d8McxDTH5W9Y6f6wz6
IKO8chT/VK5uR/mP6dkorUY1Co21JLTHpyj/1ZhHrfWaCmCj2OXysVH9uvppnrsfpPP05musJ270
M2fcbaoXw3nT7YCwNbHN5eX955tm54RSELVCdALugUiRb1QZSL9RlfMlRw8lsUZQtToFs2sEORro
BFglXGCTBLU+wM/nPVrzP2Kjf27bFO4QYCiPscP4OyHKfrB3oxKQbAeFV1aitV/APb9o2r7LE//+
zlj0GP9sjDm+3EA23DDL6dOMGqBoXqd+o6PEed/KbYfW5BXBvjTliyYe+emAXzgmKemkNm5RnjPp
RnYeI55vy/5carXL1aByvuR7Un+B4NaRfdrNkXegANmDTUV5v/8dyyvxz3fMPRdAHGMn6zhyIPwo
hWcEXQFl24fc5DgVT9R8NInfssZVDR9CEu5YQgOsjze6dcqaFynaddIPoPH015XPusliXE/PPJ4h
vWBabmJ6+j55hzJi0ex4ssurJwSJTV6+6F3lCZMdarbLnJ8qeYeqUqq8IjHFNVA+dbqbRDvGg6Ly
cyNFZ8ZDTEFaXltHbXBzm29oupb+W3ReFzM5iyFyjaOL21ZRcI1iEfDGHl29imqvtYY1+aobTkaU
GianNZUn4b4gMXS9e3Jao25owYUUWuySknopjffo8NEcn8m7NhHIt5w1EZitJ+zejeiZxxP8Vqde
g8jGal0ar+yk27zr7JtmLgT9KYbE2gpRmy1tG/Gug6kmJalfSiLQ2p9Zbrus/47UV3B/ryy68svJ
mDmTQVOFXrXYwkl8LItQK4mrpU9WBeGYpzINkNSODgPzmXVK12DzS2H3penZKWZDpVlEwDSTpTcs
hUTiE2UQuPxmq2vo+SXHdGFrXhE0We2QFn/CGko9upy649oOXroELi3MHhG6TgCK7LCCVOW7nKt7
CoZwAY562UpWoAbLuwU8HqB2noCJc0iiEFZbV/1AwgZU0jmoUPzeYke2idTazbqdJL5xc00w6xb+
Om3RC6OzIyqZKEM0KEiHak9dziABu6tVrz5DCJYfyjh18cZAz1RVvljS14aubNQlB3FpfVrgC5df
jE1uqc04RTd2uY3xWvOdUYdnh7bR2vUyvZ/nMcalrVl4kwC8XJTJdJ+XR1N4VH5QZCAdKajoXGk8
9UPqxfUTMALySmA17fh7hmeeSRmtUWQchhNrN2q/KzyhHG90szbaptandb5/9peuicthznxOJjlG
zRB5h2nxWEPdjXSDF2vfo555SSwQV/n37S2PDv3yeMvD885VofpRUiWAoOF390a1R+9cr3ts2NLW
t0OtXsuSLJ54vLSRegU6GDmn6w2DruSO1pFNQkCxHVcbUuEKA0+K+2P6AyG6WbILMzP/qaYF2nBS
XFwkf0o0VxGBVT113QHHxdVHdzB+6VGgSRuzcEueuBo0K9aE2G+T+NPJvPiGmSMdmZMLg+AbBogl
b7WjorgylKE91rzVn9oz883sMVfONjs0UoGSxhoBwB/Klv88CeCpuZ7rOOlTKe8U3F4ykteH+Etf
uIb9pQPenW4rFujZrs1es+Fkv5RvIOhwpEOag6sEZAy9SrbUSt1GfU6r98F+JZRv/19rhHah688r
8q6rIgefR+VtToK+e0zabdd+iCwAM0RtByJ6kbJTK/d7WRI+Eb1rV2sd4ItJBPAuAQ+KTTkRM1x/
Ra5COEeO1TR0jhlB1k7lGz39pNapaL+TugOCUvFre2P07/eHv3QxaWjIAtszmrJxaVzbZS1PaFU0
SIgaBLjtJ5l+AV+rB1KjFe+1dOIuDc2OQpqLFs1FFdLX4+CydPAM++v9oSx5rEsLs40e9ZVhtQ2G
khlQ1EXbsxhOWf40kI+qCIx+rQ110RyINCC/h0c7EJLXM0eVVJeMgadhq1QeGBb8KMtd2nA/sgzi
leAz8TVSr1x0S8sF/LkMuyBWQC/DtVElpcVgDkhGkjzyzP4IwfU2fjGdFee/GEPoE7gObQyQQJ4j
aFGZ0nuuISdhZp2MUE8a/VRNyy91Wp9UUCe9gAiZu7SqnJOm5O2znhlkf385p/mbu43LT5im4uJO
dxpbk2hHSGgpvl63btLt+4K7hX2U9L/Ym+gwQDVOR7oe3OfXpjq5HQu5wsM0tiv7QFltuHgaSys3
3OLD1EJYhoWzIFQzh9BYTV/iQkAQaPGwjw9D9RWbUhO/q18FWir0F6XL3PRTGAH5iGR/cHYR2wxP
9sf9eV06iJdfMTsmJVfQedkgsI5j2dyaJfQ3Czlf679czE2iTwSlVDQ2gA15NqeiM/uoIQjJ8mSj
WZI39urGkIDUfI7wfDNsr7IfIJTTfo7yWqD0py493zqXtmdbpxXjYNXOlAEYnwpohUWtdOhKuqdg
sZcPvWx6LCNAabyr7Gfa5x5XggyCFhLy+vu++eAGcIE7Q9k3Jfj/Oz+OfkiM7DOF7PSUejGV9gQ4
gbTf3l+Z/zBniKLRXYOerPmcmWZe1C1HDDTQTdx+lPKDEMZOAjFP5IqvSbZPe/BqscD6et/wtBa3
84XOTh0o8kl/+nr/t8JxGhl3bdgkeuOy3AHGSkuqLZc0M7hvanH3TYIH/2NKvTZl5gPSUYMg4YgO
vw3Yt8SOKcqK+5q28L3xzB4jPWS0LaeV8Rhhyg7omJp7Zpy5SRyFUfwjGuyNFdtrsd40SfeMTiO/
8Fc9+t1VmWLxbPAZxpHhGSB2sDQ8QrrUjzXIfqB7wRQnoB9lwv3707q0grYOyDwCPdT/5tFzbqK9
bRgQz+rj2G3U0igCKUskPyNm8Rd+GREKyIRAZIubbzZOCf3WpdM6U06AgsK5O6S9D8bKjdybm7h4
+YtxAf4DxwxEL9L/15OKzFJlcpJkoRYljYsyKvfSoQGrUiHWngSLU3hhauYX9YKjgEhpFlZtbm4z
PHI2WRangUxtvnLfLDooFN/+d1hz6lq5y6RIJWYeyqwGT31r123uxk5jdUGd9qJ6iIQyUH6QDCQN
PHnQdOYO6QAqRCgDGJsMpYR0w4CU1HYaiTJlT4UVd8fWUUfVV1OCv8daoVVeN1gSfbHiMq1/K3JS
IWFjquOWA6tUukZRm/xoDyoIX2JzbKpdLbOmBteCDIUMwZNyklUAb4y1Mv6lmxBBDGJtdGuhv2kO
2K1EluMEtnlY25+KWR9Akb+JdLCujZkcSuWvBvLhiYSkWy5OHS8ehnSjZ+diiCBW/GuUwsj4dNLm
8/5eWwjoNLx4ARlAY4pxw6dROEPejiymoT6xeAOlXchFYOZ847AAwh8uG97vG1zYcahoIZhD3yaE
p+ZiK2UC/Xq1T2nYgirXS2zrV8KSH4ZC147s4nxfWpq+5MI3GUMUQaQRlvhhyHZduUWqMuJftLL0
oTJeSg/FRsKDw9hE4PX5astvxrAjvU/Yl/sj/g8fgu5DgCUgKjy/aahdMIvRioZj/TCqm2z0cnnc
OBBV/6J+q1+ralO8QOyQAJUqczdPXwvVTUaIkr3e/5CF4HIqJv7fd8yuodqqBKmkkoZANLsO95Xq
iMKHGL14jRhjqQwwtXlN2LxJaXHen9vmOkCGZou5j57rvWk/ss4bfRm6Pp1bv9e9pww/26/xeCgA
z9M2Zfdc9a6ytepAfC/W2pSWMhL4mj80v5Ps6Fzjjxaiz9UKX9Mdxpx5InrvpSO1kcblbNdKRxSC
EuNdN5/GDmpIfePmUnowkhVKs6XEMqBu4AtHNzggb/MiRCuyUVK0noaQafwhCiBI7dq1+k1ugInC
V6ERooS69A78x6CteZ/pgppd1BM/H25KkNShrXCWj5CTvi6YLmjI7AylqOZIQat2f3stRXK4iIED
wp0F8rk5T5iR8waCQDIWXRxM5oGGtUFm8JSYnvG1/uJAA8Ha1MZKavLWgaGvA1fz1KeC3O88k6E2
lUV0nddhDrYNTc5cJwmQOe+wz2jqggB+szLK29o8yI2QZtYmfhQwlc3iRmPQbYq+zza0032C+kcH
TufTMOiuNTJfyvYAzHNjpYNlit2vVw82Qaw0vYAnvu9ZbNeAzKMqy7INdWIcFYI+dCf5rHst6FX2
+/74bjcKWKRAIoVHMKJV9Y8zu/Ca0Uj11DZYG8aNfAK3JeKPdCXkv/VD1yZmQYdNhoKZvGpDC7jc
vGHId+6qChyVCipqK4duZThz+vKCZ2ZnpLA1tvprnGeBFq11pKyZmG0ImZmkVLppOOBnM2LDJfHb
/TW53eNYfAS4wPThvwAAX99kSROVVW/kWBPGI1dVOr8B4bYAHNfIyw2pht+OXK90sa/ZnF0WKAfq
QK/SNqQR8TSz2nPgZgv63KJRv+tRCtR39we5NI2AAAGeM0mwQQ74epBEI1ahF5hGQ3Bzwy1iuLUp
f7tvZGnr/WMEMKdrI8qAn4xbHCSj0TeSCA2nx3UQ0t7r1gTYls7spanZog0ZQ3FX4CDZzU8Gavkm
D75Iq8TLy1YslPwhRIEzO/MMil4lTZrCihgln7JtqmhBrZGPtlsjoVyzNK3fhWNwnISMpdq2YVk4
hRup8WsKZgDU+L5KVbmCirwNEieALvoCgSGENt+8d9lo2zEjBm9DXsV+kaDyrXwIXCD3N8PChTWZ
wTKAb2FqnZhtuWEwBFMEzCT1QwyZRUWtN5JT7JmdulayUa34MYk0r4y1bwYTmzEe/3UwjA+Y4Gjo
hwfKcK6FmMYUOKpCbsM8ey8dDDM/xclaB8riZF4YmU76xcKZHYjlaKJglI4UJENyzKXhmUqrYlmT
276+pMDMh7sfUBHsQ6T7ru1EsSN1lh5hg9BfEd4yaBb2UIqV0UddE/DdUjcXvyDUgvQfRWvZhvR0
05VISZXkychKT025V6VnJpIVz/LHyd/7stkMoPBVpV1twX8i5PSl2o9ea/RC/Y7Ehj5au0FBQ4xv
fbEejT4wP+3QjhrX0MNuZVffOh9MEGoOiIhB14Vc9vUEda1e2NHYo582c7xEfR5V5ZjTA6i/DXM1
7zr55/mYwXYGGhHAQpDTno1ZkiSDNzrrpkYckbqc7uvsR+lsjO9x9QMRsYuuCon+AuBzZZS3fhzl
TMAe/0ifg9lnfruzETguC13DifXdMI919rFyam8DMBiYICQ6MrpABsxuphpM3mWukz5sm6EH5z7L
ZOWhz1AJOdHOdtIt/u58KJLdab5ObWG5ZlZZO1VCAda//y23RwsIi4lFFoEnGrLnDAlyJuLMjpIx
RJ5CSX0ApcCYxE2Z+SDSXYME3TpgGIN+CPisga1Go9ds+0hUidWqGEMpz/c65Y3HFPiMkYzcHYu1
OHBxaBBqBYAEtRe4yWtr0SjKzm7YGKIqJx+4GZmPoy5re5DXkOe/mEUARyGkhC4kBLozU6kpZ2A3
xsA40MVoB893qlFqRy1CF/N9U4tzCLDTpPg1RdKzI1jbKYi4I3UMSZk2bqzukowZ6MobQaTMxea+
sYX+kAn6iwc/SmVTL+RsDlF8GRAaMh7Ko+Q8O7HZQLHaiAE+BubTEV5scZY9I+mYgxYqrgOLtlZ9
SCsr/2Bdj35fq4zyEfq4Sn9uB5rTr/c/8Pao4vvwHATcE2yFeLRdT3zddaUo0GscRmjUOVJLL6bm
3zV9tds5B2RmUjHEC21CLM5CFEvEllRpEg8r9PweAXzhBxMMzCAZbtKzrA+r6jS3fhYGTeAWUaQE
dOEP/dHFhWdQonWZpnP0OZzy9pg3W+WNmN/Hejuit9DWX0fwH7SuvGck8ZCMdIfxpU4+K30NG7Lw
4r/+ktmRFcw0YjZq6E2PN1p3NH+Y7EHF+7j6QQLIcMqF4eZbp3v6cX9dFyqZ13Zn2xwsXpJAAo6H
nfONQX0k2zUioFGAnPxb/HONlWtpgdHBPbWVQOETPEjX20jrIaBOm0KEaaaiylCmHJ1B0ZOTVpHb
q2W98uJfaBtARIibBSEGdJQh53BtL23anOMOEGGnqb6Z/spStzpH+3eh7Lre9kBqawf3J3ThoKBE
CqwtQhsgJJ3ZZcodpUm1QRaIfc0mIDJhAbfatW6B6Veur2wgWi+szOaxyp0E9DS9CO269Gol2pZs
2z1kGvq1j7ZDVh54S6cEai0gXcVjC5fY7BrN27wgCnNE6NgxfZQRDLt5a1V7RWq0baOXYU9Iuf+L
ebywOVu5XqmHAZ4INuWeoBjKxi2tSnv3N1ZQakAKA90lNz3ICCihfZkiqa7q7UNui28DarIrRpY2
/URy4OC1iiBn7tXGDAoMnYzMvdqO8UOsWIEaaa+5ZRc+TyG8e39It7cxtgag7CB7mir285sECSep
jBiVQwE/7g521/7ENBePUGer1m6t2/hqsgUWb6RtweQwJ2aMe13oTWSLUIADbD9CngMViqb0IIHN
vSKT4699izy1NTAQENc5P1iDY66EBIuzi5IE9KOgEYiI+fqIT22VijXggS6Q6TqQzG7dVOs4uP4M
hM7C/rw/vYvn20YrznQVwtpsX4pMpaCdBLzb6scmEFSRXbtm0orjWrKCvjtrksTEe12beRGDSmpl
DAnoA63hpciyCoTR3eu/H8mljdnEVU4nWWmOvZ9RSXHTvo293lntc1jyVIjAQdqigZoCodv18liZ
VdgaHWGlB/MY8A3N0bK5s4/Gic9ThiBbZjfOpo4tQCH1Gn00MTddJYr5phJDtjFSyQmGZqhdpeLC
7yQzPcdMz70kh7Dz/RlZOjrAFiI7jP52aJLN7kKUXqrCoaqMPpco8kH2CYBqCyBxR/Is/BtToH5G
4RaEK3P+HkgdFXGTOTJEizvuqXnSfykbMBIbHAW2+6YW9xLkZkC1NKFuzVnoNhpGmuaNhr0kd/Gj
gM74Rldb+W9204WV2R3R1lSzUnjsULU7PUg6Vu7NvNO398eyuEKTfjlKo1POZ7ZnbTUf+8yMlVCh
0FEhIKfcMKGSR+RdzJUjuFAKQpfJP7aMyfldxIZMR22TSLYcUjybkbO366I/KSMvh12sCbk79TzV
uCs1oq/B4l5RvtNSB4UrBWRjqGLlRoc8EJjfIa9gNLHb1gagLaVO5Nb9m1mxQAEjg7YcDPPXX9rJ
ZSe1SiSjvTtjB6W1jG9cHpoXcGw7K0nyaYLngQdoQNGwgCAdnWCzI4LSv8VaJ1PQxaF+GYXxUVfq
a2KEsYKmTETPUy2yXQmplhYdIObpjnFAYTJXra4TXVRjA5tDPYmwGFXnMSlJAtQT16hxlyIdkJJN
Ir0m6DTmVzVHONArJVPChBRuemxNf4w2fRPUw0pMsHQoLw1N//9ic0VRlIHSspw2cvFMk9TLY7qS
XVm4GHE9oZaJpA5obeYkS4M+vSenXRE38aFomy0BytE1BupZ5Zf7G3ApzgY5BlwmcKiahd1xPRze
14kz9hiODM41T41732wTCNCP9fho67XktWk5nNpa173IsB9MKEu+UUljK7O60MyNnAC6gxGrYq9A
p/X6O1gOME48EgV1S9ONy/xh1IG9Ur/Wdu6imdOrDnoLeGys+gPDM5abj03ebbq8f6JluZeKeFw5
mgvn5eqDZtcfq0tHGtTpvCSQzksDNS+PEWah44ObDRx8Rid9rdlpYW9NNUCMHu4Ab6yZK7ZHpstJ
2sBmTH2dPMsgTL2/3suj+seCdj3NI55cDjQJUYOukyjIUYNxxrAb0i91X+PFnkLeNTpVzhob8VKW
5Gpks20mkLtked0qIS8+zexNeowdpEkEPxNZ35YkdcsWAvCp52jVBniQR2iJpM4K895CKQCTC5p3
0L0jzHbmZG2FKBBTS/ARaFTQIjBKSoOXWQYYhRX0wBQUGbboQMw2iJTRdAuinbRxjX9r2jYzN3z1
DbNtZTW4URyOe7AGw/UPWZLx8iv6vnsbe0RKAqRjpyHrVV/Qolnxxotu5WL4syvYHOxCSafhW+i6
lOyfiF493foQ+b/PmE7zDJV2FD00RC+zbVxHKYhrIdgTmu1J10KpCXS+wqyy4O6vTMz2cd+rec6H
Cu7C/JlHLugkVPojHmzcL/v7J2Z51v4ZzGzntnQwBtPEzqXC6wXdGTZ1S7N8gibBfUMLLUTX0za7
oREEchbLOJsdsoJVtq9pYDa6p+m/VFTHpGTwFcWTiPYsMhqM9pb1wxPSWbXOA96bbzrVfhmp/Hn/
qxYdxsVaTtNzcd0peCwp1MBE28p7kvpQb3F1cRjS7430VChPWhLet7eU1kK9DHk9E4RNgALMDBYd
SQmSBrjIe7eOXMA1OPthflLVtVW3Zq/NWh/Tslu4sDi7emgpZD5O894k0YZVlWsJZ8uyl5THW136
UWanoVO3rJRLt+m/Gu1KjmbR6V+Yn3mEjlY8MaNuagty6m1iK8Rt4ops7s/r4oFBHRLZBdCk4Ka9
XsdWAgeXZGMb66D55CBM72x1IynvlCV+K77dNzb92I2TuzA2W8O4a1kqHMwoK9n3pssLzyaK4tI8
z/7mPruwNFu7weLWwEdYEka7ocZLZm9qbdeYJ/BYMyY85GpWLC76gwuLs+Vy6EDJYMGi1RdbO9rx
/ltD0TvfB/fncPqde3M489Z6rSq58WfBauom4UC2cgvdDj12s7TyFfqvhadApY8w/X83yDyhFo06
yVoD44J6bQPqRD2C4LW8EtmubIx5XxVVyjTiKXahOjgbdGNkjnAj+cv9mVtYIdRgNXXK9OCtOQ+f
6eBoXQSew7Csa+PkoEP0NSoN+SMZa+LHg2P8+zzWVBRHzzOidUebd+7oRLPbpIK93tpy4zgCai2p
RcAla3d/YEu+8crS7GIdHLmskTBTgNDdQO22chS3KB6Ir1fvTf6EZhpkXv99GIycmWWATHd6wc1h
dNCvUMYSCmghK8Swl2uWv6LLsAgcvMM2bSeLV9Dd5kBM6fq4i0d9jZpyYcdM0jxAL4ESC8SlM1ci
9XlrlkiQhE3K0M9Yb/IWcpK83axM7ZqdmSOhjlUyrYQdlJt9I4mfusr2Y1scKu3AWsXLQA9hUENy
AWV5YoOzt7PsICfZNsOTROFriJmFa/dq2DMvQ6HIESeDgWHH4hzrB6UUDynovLmiHdNc95pC3khk
TQNq8eRcTPbM55AsRemjhNUh74LWjIMIePMMvI1tz1cmfGW+/2z1i7hilEriWIOiAGSYuoMuvlnN
o9BBwLCyrlMgOHOjlxP55/17YafvyQB9BQxJpr+p9a2v8wN4W12hlCB1QpiVS7sEfhX1iqAE/A6J
Xc/M2MpgV1bzTwRy8RFGU/YlUu5KKFHmpoNxsMf6USfm0Wh7EOd0eyiYbFptbY6XHvcYPErTk9Qu
qqSzw1OR3qxQccAkJzaYTfDiSdGHjUa4EZrsOFSeEBDIMyxv1GSvcdb4n5YScWDMg46hPvU+3fRk
O05mtFVvK2HRDRB9IA8DoM+y1j+KxkTKetiiHo8HtXlsxElvspAT3RXpzpSE260xoC6uwcW3TBvl
Yg3qUWlHhWAjaHkwyMRrQH3lW3xDQLUFXozsby6FqZsX5TfwJM6f8nIsVXljSnjwju+V5g0iUHS3
6FZiR3Xy+Dfb+8LMbFSNYjfFAA7QsMgb9NXTFKq3rG4TkH2QXgK4GqJcHhmAgwEwMvKoMTK3admw
0ezS8RtbZAfQS0RbUAuNm17l76k1QhPSaaID7ai+EapoQaxYCj9t9P4xpoAL3j+hC+HvlE6b2D9B
KakYM58zIBFg6nqshllUPbV1GcadvUZSsuRsQOk29YNM/URzcEZqk663FIJZMjnfpVps7e0G0s8o
B611UC61AyCDigZekD0gDzkHdpXgVGuUlKmhlWnfgVID0GY7qI+qRlzDCbNU9XP5R1Ihb5g1G2Ms
Y69Ax9b9Ob0J9kFUiSwo8nm4MadOouu9jiZ1EaVW05xlg7kycKB6GvmR9puZsR+rr/eN3QSqNlqW
kL0G3AHlRAhdXBuTUonritQ35z5joVSpL+lYBjFrO5eB3VcSDPteHuTtfau3vmUyC4j6xL040fvO
kvxxJQ2CamNzbgQP7LbfsvxUZy84aMjrBy3/VucnJp/jdtMr/XZowLyx1Y01co8/bJxXBxCfgV59
NE9NekNAKF6PPmtIMnDbac4i/SKeINwHAYC831qdGxmuvuHbWNpYxan7DWFmzo6pGVBl070wtkmM
A6RT5MGtTomyBfdml50gCaJQvxuPSu520lMTrhG4LuwMIHVQSkIshYTvvOBAO1HFDppRz+hkG83S
69Q3CzJnSglfAa+xskY3l+9Uj4MgK9hIDAXLNZucquFDhDbf5kx6trOK+lxk74D5AoPYbts4PpUZ
0ACKAfTo8LuVfnX225Ar/spH3LjI6SN0dK0AiWbjz2x/kqhVe4mZzTlDHzjaZPdaRV7iF6P0ia56
vAXZFMSinH4TVYPlos/w28oHLByQqXMGeBxUv0DiPgstoxR0+3aRtmedvEVD6w7lLzDh7zVauJ0l
uxZ7YlmyH7829X5gDyyPd3UCcj/NN+JvqZJ5TNVXoCa36VjMCWpOGtCueLeAMfV61yKxbXQV1dqz
Bn64Wjuhf0eKtyPiIpA8lw5427rf6bg1yXMlj65N2SbT1JW34DTvs5OjQc9WRkP7dIbmKt/mALoh
ENV057isFJc4XHOB2By9ldmfhnJjBjhEbWKg1KB2dj1U1De4LCt9dwbjZRN7NNtk9tdUe7QqkCid
o9KXS7/rPles3m465w+vPJYdWw+ScTOrDukymaC8BokVQQP+yEdPH3vXMI5QFsVd6JruOO7Ealx9
c8AnnWwbbyUQkePEzaGXYGFo1THtnTApz7b6UEmg06/fU/aQI8l+f5A3CwjJHCR4J4gn1PkABLwe
o1ASoXVGJYWWmrgV+aBrose3Y8GhBeYLJPlYObSdXRswKpQr6rpPz1rLXM1oXJsFtuN48HCeEq+p
Py5ZQwkWrEnAmyMTMguWdQnoALwVYM1GMxYKbuW7+qaDR3GNN2jR0LQb0UqHnT/3wbnO+7JotfSs
2tWkOEDPDE/NalelK8f8JuSFjDc8DgqJyPjh6T475R0e7oYlpeRshaAddxM935RR61aSl6O8Iqub
sVo5bUtDM1HLmZge0P/y59K+CLJNgvZlU85h0eVIDlueDrgzO2Z1eH/r3bhUjMya/BfaA+E75juj
0blpFllLzgYeVHaRuI2HsrdrKS/DPl+7MxeNYaMDUgmaZ9uazvrFoMahxT5PdXLuO8cl9q7thN9W
yg7cVhObEF1ryLh5hWNwqNKj2xzxKujwZ/ZUO3Oo1FfZuWzMfQGm8zLam5J1ktZeD7fvw5ml6f6+
GFndVbgvR1hCq5cWxFVQdUFkHfNqq/sSApZv8lpz4NrYZkc6qR2mSQXD2DrhkuS5Gx/7dHTXcuq3
5WTc9kjHyVg0xMJAZFyPLKVZoZSZRM6q5dfdkebnePARjiZa5mp9CjZr1eXi2Eu7YZuFSLmzX43j
39+kt2PFN0zYI5xAuGRzepVczK4shsRQpDQ7m3xXW09ReoyqB1X5uG/l9sjB/WJjou0JgShqJtdW
8jweIDIwZudECqIH/bHJdjyaZOH/bf/IRPiP+jwifVC448l5bYexPq3Bv1ucJWBwhf2i5Q8Gf9I7
z6m/TIzgZGX2bt5sM3uz2WNSb42GDnty9Kj2ua9Vx3RVvmv66KvgAPcLWmHQooJsB4LU2VFLzZhr
Vi0n56b+kJU3thZ9LAwCEGn4J+gl4C6e8y/1hVP2aKZOzob1ObbPUrFNo7XE/W0wB4eLzg0bLYfo
1EMB/3plEMwVUsRKclbi13LMXZs8K/mDzLel8WmrQXnW46N+Mn44PfWQ87m//eYziMOFAB/vH+DO
AdO5YcEXQ9pA16w8x2AZygz0jKzxUs7n8L8tgDYIw4OV+XWZlWPFRk7Kcylyf2xPeYLruf96fxhL
RuBzQZGBJPcEmLiew8rJsBdMuTxbRorSx2dl7km2/dc2wH0EeWkIp+F1Pg9440LKqlKS6jOgTCR3
XBlVo3iNtH9hIFNogTIOMgDA2c42Q6blVOmhZH1OlT0BACJLtuhhdu+P5HbRcTNNcR/CagDk57Nl
5E5doeMS+QULxLUkNyXQwuX55v9nZTYUuZOKoZRhRU/Q5V26JTBQ9y3cJBEwTRjI1C2IoBkt8jPn
aZR2SpoIJjrlIHS0YziBqXqmKdz4GeTpPGi9vvSgECNpblXsi2KljWFxIiccJSg74Ffn0bqSmZmh
xbQ5j33ruNSqKJQuubI2zGUzKO6hgAO1q3muBFw7EecxUjS14ssGCCg90HZD/E1tXKS91W9y9r0X
37vGT3pfWSNvmF+D0xwjUzM1QwOwg2T09dGC3CTSwxEyJIzXO0N+i0yy4erXhqztytutf21omoWL
+1ZBGpRPpdlzW+Cdpytuz56NtUO8NJUTPm9qzwLAbI5LSURpUKqw9gwajOQVsEHHFyJpdvc35k1a
6c+koUYJFgqwXiB4vx6LGOg4yNCYPkPmo2w/rLexOUTWtzYJrDeie0oCN98EWeU2yraQBNgVnI3m
y8Un1yokGE4g3DOt8pRmkg9tBA9YE6BPqYN/Fa9dvC3HXwaHKDK03cqdsybDvTRH8Dx430ysXVj7
649nHXiDK0nuznL3o4ceizKsga7+i7Mr220U2LZfhMRc8FoMtmM7MY4zdL+gjMxzQQFffxeR7jkx
toz6qKXuh0Rd1LRrD2uvde1MIaGiTRgRsLrp089/bTUowlXSx0l7Cps4vetZkW/q3KjBYG6aaFqQ
KnthPyZH4LejMO0HPMlJhhIVZWTPzgcU62bUzDZr4cvRxNjGBJmioxi6JjxngQpIlHvZ07jSyxNY
DtvXPKEFggPKiV2BhN5WG4c9KfFW+mYg35PfTVsG88HOH+xwyW/6CbtvfepsbeS+EwXZL9oTz1ZD
skJxoxDfkfkIamuS3/Ea7c7MvIw/VOVIFb6FbFMkvpeQToBmNdxjgBkU4XU0rGRPatvU7cE8dqiZ
JI4K5Ih6x2U345bAv8tNzamUU0lY1clDkThQoTETRwLPLPQ+/EPcUF42lo+uAPxi2tDuK8lW7c4o
nVF3lU30EQfR1gCyFSxdvb9k9OaJH2zZBKKEVwLbDlKuefRb1xkaPgbYVrJJRfEj0tu9+hK/EWGt
m25es5PRPsf/TGT6M6wqI2+B9wQ2fbJSv46mUkSpP6GRT1wD0qYZq79qbL6KcbA3o1FcOJcXiIBp
NEiHgswUzF5TpD8bLa6jvNVhXGUlBSr21GiNXYqqTeCR66+x8gCNg2aZ1HcyP7MzBuaGyaWdnI0L
yTZOolIVOuTuwDoZUdNw5Tiw2RPaP8F0BsSW5MC/eVDLBQ/qimFBoPOj7wuJJ/RIn88WHISZWotB
exK0fSEHYE9eys1clG+mBf09xOz2CGFlyGPvs1MlrUosYpijvTFcdYGbCHelVUAIlvL3bhXw59sm
5qcIfLGmk/OJjCyqKPN+GxCxgTFNDdtTqTgktfxVk95n60TcZtDdk6n/IFaOyD8XRp2cqMtRIUA0
NdNCXWT20BiC6OdKA8MmffQbHdCHgKp/RUdV3CjYJJYvHqRhBwL49lFNT21DBVu2WLIQW155uaci
zn8+YmZdeQMJ6lDHcTLSljshusIsHimF1enly+35Xj1BU/8XcoQGOodnI5lBb8pFqaH+AZqKYi/W
zLo9wAUrGg7Q5OtMbVPA718IbMc5St45SJpPrNrjPQ71eqXFT7X6VFfjmvVOUZzKipop0nBo6RfX
gJRDgJ6GqMUUd3Xmo/suXxe5C9GU21927WiffdmUSfhlmVpeKxI0Y5AJj9dytdWQ8O8OofwnT2x1
vPcFt/rD9uNdGr/fHvjiiEko0iGtOiEPYY/nScHaCDlrK6XyUPwyE7fULVkNju1wgNKJI3EfcJ6l
1PSlY4/E4NRFiR0AeBU7cj7XKGjUXtXLxguFh2DwfFOwe/UhZ4Sil214AV2Zou+K1lU4lBJtdCSJ
7dftWV+U5g18AkJ+Fb2NoKNDEuj8E4rSCMPIZI3XEmAcqMCsQfybQp84LERX0gRLJ3iU76Nhk1Yb
EtpVdpCF73EAJr6rHkzo0X4GAlWg7CYsbMg8ofnzZSj6gG8KpUvlwrnUWFujSN14ShPanbqrhG/W
nPjwynRzrfhLnRQXt3taCF2FSjmyp8jmzx5iEO8LAOuhqwlUtZYabs0+svTmcHu5L0/3bJTJg/t1
ugvgstMBXJ8ez74J6yhjxDa7yoZWiC5AHDpxY3md+5lVtet8fOqjaOF+Xd/wX/OcmVI00GhaAKyF
B2bTOMxXRGDg7cotIgybZixsKbLUpIQ6Ic2SP3/6aqcmfxl7AujS8UPbL+5UaGaa8QHlPinIFyKK
q5swSf+gBqmBcHZ2IQowEEV6PDbeiARNG6x7v7HSJeW8a4PAK0edDV3ZoHKfDdIaRlQz4jdeZwjv
IKyv1wkZU3T7mUu4rssACdsNnXYkvqbLhTrA+XY3ShsySAcwrxPZXz3ynaDfj1FjM3UlB9CbUuHL
biVlnWd2oxy79qj0d1q7jg7VNvaHVZmx3Zg+hhCVR2Hkb2TFDkfxHYwGXbUpulVBKAfoD/z31VI+
6+o5mR7bKTEMJdU5RVDRJ7oxmoR5iSBtE645Aoc0cDgco0CnaqFamXEQmm8fGxWi+zAj7/A1aRMd
eISKQ5bSJHXl1zawTVbaqSraAk717dt0xWRPDZRQHUdKGWQIM9vFpDjQ9JozL7S6bN8icSj0R2Xw
Ot2S8je+WC6dDsaZF4LdnDL2qEcgP3bBsRPBWCFMCFqv/WYMqBgw/hwz/zgceF9TeAHrSPvHjmHY
QOSwJfRDghB3Spidn59eQdo810AKguhhBKkaDx0zkBOrWdYtmlzG2eQmS0sQigDeBPf1fCixMOtQ
GsbeA0DCLmWIpJmBVVTrNlhocLpy/c4Gmn7+ywRKnRzUJRN7r2MrkpaUxXftsAQIvvCgpoX7NZuZ
g2w0Dd67BrPhyUsQv5f+gh98uVpAE01XW0RDrI6Rziehym2aENAteUURFatQK5Mt4+JgG+NQoJQj
B/bto375GCJBAfQBojXgEED5fD7eCMLoLpHr3gsismYPKQD2vt84GdjCwOVa0yBeQqRcriBSwJCu
Qf84ZCBwyc5H7FTAqTtR7r3UMAMHrA+A9IP+Z2FeP1Rs58dOliREM0g1T7oMcws5oIs5NCINC9lV
ZFOnmeEiEyxbXCwTu4X86LoXhGSd1npDmyH/7ox2cKKedDTI+sABtjmgXZ10LjL7gWMkfbpSAnTk
3F7+abIXXzl1uk7BJHg8Zscp6rTIrJRw8MySU9OMLDEDcRw3bIO78SIb4LWlh4n5z2izpW8gB6DJ
AxzCrirsoNHWapMvFN2vTQjUb6AAJqCPBRv0+e4OiIxbriaDp6CY4D9FGo7RXleeRel4e+V+KI7m
SwcCJFC7gGkCAKOZCUtSHxwkWTt4YVm4YfpXrF1DKGnMrP6hPpCgd03jJTS4XfWSFQ5/o/iYBasY
OjySDfmAtPvQ/uQRocaEjOsXfMxLWwQ03E+OFB3ZSMTMloETkplDxQevSoJdpCGZblZomg3zdOGp
uralKEgaiLhAm4orfL7eetESmQts8EaD3QdqvZaz8On2Sl8dAlAJLDOSSRjofAgiqG2jcswllEL4
8rmkYTLiuDCRywTABCBECQ0vxIR5mbenDoUuVbWuDV7hg7rPh11YBURido3GfCucGq+1qOnWuRDW
VjYMjaP3WnbH6rqxMhbLC/bj2gYicCEyZF0AwJkzxKQpL8o6lgZPa8iDhoOTttkDQMar22t7xdwj
JAQ0HRh14KTnRbE0JTgbujh4EUSIcyD0kjF36vptWMLgX7uXE6MUHheoQulzBxgiaLpcKcnoNV38
VSemneMviiShLY/mCVqQS7m5Sx8Kwe6vAWc3gDE5UAweYMCWrbgUW1L5oeanVNxEJZWND6Vzbi/l
1QMEuiKcIh2lZhj983M6ohEpy1Dq8bL4TgIxoizd+dAloR2jAeLNQP0cwPAxjMED+P02TR6sb3/A
tXsCRhS0/iAbCQb6aUV++R88lioFPVejR0g6WrUSlCtBVpa05y6YPgGvlggqdhOnFUGoMbuOQx0K
WRURRPUkWUul3Q12HVGZ2X6m0/hRISt0MwELvyoF9HG2la2M8hb42gbJ7Sj5y/V1nFV3NVMeb0//
Mhk7fRigEWg5k4D7u2g8kxtW5xo+rBce9PKI/IQVCo4MAdonpXQj7S9fSmddu6RYCJSJAFqbWETO
V1xWQYKQqMqI2xM4gq+4qIps8nSJl+DaJZ3wVmj2AjUDaE1nw8i52afiOHp936XAkcUS8hJVDdpw
wJh5+Hl7Ha94ZPCEgahG6gYHeU4MzMIyMXsWiJ5UMHFVRMmTkQoaOGYVtsvyOFtltUScDoIwCxb4
ympiYHS6qUAAghRr5h1kYqZIZYyBTQhVVJruQt3PDQdy+Pf5Ids6NQlMsKCfa/zrmgygVVL9ohi8
OnFN/QtFS6sWvQRINtE4NUt9pFfMEAicpgOigMXsohcgCEuRx2Y9eERMHRIGKARCv82wB/Sxi+Ix
L5HP9k//PkM48FPhdyL7nsNq5HpEmyUEYb0a6rqqNwhot3C0HC1ObhcvwIivmQM0HwBTAa2/CWYz
O5ygBSGZUamDN5jEIW3xUPDc1vrY9WN9k6S7WHBqVKL4QYv4Kh/Zs4Ag1v809XtRsyJkX73B+GzH
j9tLcOXKnH3VzK+FCAQXhAiPeR8A6GZ0GznmNgfiHpzXCy70tfvyewFmx9Y3cGjFFtF5IKspbfKW
ynLwiSQ6NXGmYo7FrxeGvPKYTuy/aOlS0Jxz8WoPeQAtxzGC3WGi5wer0hcdM9x06bumO7cX8tql
nJp2ZJgeWKC5AJQvjUlXK8XoocjbrrlvDK6gIqCJlbHa3B7qStYYpX3MCZqHmBeoas/tXDHoTSiO
5eglEPCRn7PkKyUf7MGI7Wi8Z/VzKrzk5ZZlNqrtfMvi1e3xr00Vzycq5gDaocA1s+aiITQc5GhY
VbVPViAA+TCiMXDGBvqLt0e6ZhSQO4ONm4Iu5OXPJyqHpDIHCe8G763sqDwWw4OyHeUIuFY3CJcO
6NV5/RptdkDrfiwDodBHT6s4ZeiSHo3IqdpgIfKSr905RPDo0USRHkmrmf/BBriZAVhRPbWzwdYB
Qi+z9EzzT16X0K+M6Fg6sbbuhNri8Wfd2D5i/OTgKzRO7qpmU8kxjXcBxGPk8V7rT1FpgOmH7PUl
rZprFxbZNehuAHWI8Hy2z35fqb2h+aMHNIlIlVo5tOi9t7qkliwzhOpYg0ZnqzDY/5DrANYIeQek
2kCp+rOAv16eamjKhqAbxSOvCTr85cY2AsBXoNnd29nL7SN2ZdPhK4A2Ex4RcDJzOH0itMGAEEb0
wGhhOlKYgWOHFZFTt+kSedRPTD2LhFHF0FRYiR/5m2nBf80rjk3OdcIlzyDBSU/FzC58+H9pL8nW
ONQi9BmBIO1rIXbHUc+cURslt63FbB3AkB3rqM93iR6Bf6fVk60BH84lXcddJYoCWqdmu49lNbeN
VKp3ZVIYTl63ZUpH3ZdelQ66dEhgKg6Kl9khHcTw2IeBQcW0K+y0DcIFK3XllAPSPIVlyMShrjI7
5WXLqjhsc8Ur2l3G6n02HAzoTiBEXogAr5nD3yPN7RHIzYoKqkqKlxF3rHMASUb4KLUT5sVaiu5J
it6SLrKSENx4gRv/HfxtCyFT0gt/bp+lK4HF1NGIyEYEFSvS/ef726K0U5smPkSUcrtRkbNdQhZc
AMZxJ86GmI7zryPEhGzszTxRvETb6sU9qQsqwJeYmF9ID2nDeyLaElKD6bBjOngfa5rGkwi9Hx//
l7nCqYdLg0dvjq2UkiZpmF4pniYKO0XoLJJEC4HK9eX8zxDzfZU7oB7TDENEXWtpUFACKOn2JK6E
QgqAweZU+IVE2MUhVfq6HI1cUL2m3/T6d6O+MKoOX63vZh8ViGfc2+NdGhsMByQnEuyTEZizRDRM
HutQyzUPB8WN8oc+W4vpEn/W5bJBRlokCqAZyCECR3l+RKDv0egJ2tQ8HuqMDjlDwzXqBvbtqUzX
99yWAcMNWzZVC/DXnPRTaDKIGgq65jFXrxjtxp1ggZet1l6fpHipteXKuqF3a5IGBvQDPAizlzlN
OnCZRoHm6VW2qwC9EOxc6Raa1K+UZtFoiIwEct0AYl2kXuqeiFwhDabkl7XbSKwGaQhDm6M4JLu8
DyNHV0fDrRIurXlJMittSXhPFFasKhm6dVxL4oUDM01svsoAwyJLgTcYL9TsxajHGP0hXal5jWOQ
V0giVuoH19aasLq9m5fGGrBXnAwdkEG0Yl308rBRR7d5I3ljaGuiQosPvXe1YQn0d7mPUONATAkn
GThipCjPj2Y4NaEMmS4h1KrSFTqwCirXiukgSVOvb8/oSrw1jTXdawWVHgAbzscy8aKJWqNJnjS+
RI35ovSxA5GTJIGyc+N0JLJa0lAgiZkxAuSyinR5nagULI2RADjMqVbtBGiH7vP2d13Qp6GaAnQ9
DvK00vBqp634ZcErHR39EQoiHkcrE/Np0/JDWb021fjegcClQiIs7dCNGYiWEj9AGwLVpIe6eilE
fgL7KtVz+VMZjYU48PI6A32iYqFgDZE+nhsNqeO8Bou37EnCHckKyoeC5o1l1KFbjM+9QMvhdWEh
rh0GOF7gOMRSTK/a+UL0PMilGD/xsuPQQZOq8u24SGMaiIklMDzjYmzQ7r4yoZmiPITcESHr7ndk
E9TtwjX7STme3zOoTqABdsICo0V0fv6Nqkg6PoSqx2vfhNgSmOsqsCuuu6FqvEItRVoWgg9sjtpR
3yj0taAGOeDhvPteWJXJOl98Ca67pMFzAvBrFtsldZPpgRCpHpGg0h06RPjD0BjRGJCEShyW3jNL
3FaxWxLn9siXJwBL8Gvg6Vn5dS5FlhClUbEEiQlZSntAqz3LEFhamXknJIcmXAiDrqSBNTSVTrcB
KSxciOl8/BrQNwQJkJNa98JdEZ7AV4oO95XgxUioCZzmLAeVLG1MxRXLhaL6FduAoWHuwOUxNRrM
0YSJkvlC0LW6B0ppGmUKNdW/3K/BZijaYDa1olSgsluXjgJhlg+YiaJ2ynRt+uV6UPdRvAmC1DGN
fuG7Lq399Fkw9ughMiZxnfMVgUAsy2OV656gyWul2ZQBer5Hyc4LzYUM1O39vvLcQYAUTCPokFFx
1OZ90V0oqVzRBuK1KfWrXY0+2yntFg9uHD8OIc0ear4v1E0YD1siLfh2VxxZcFrj9iORgf0HpPN8
ri3PkXc3O+IxxeHojNV9iDzs4vYx7T7T6kiee4fRvI9X4wTPfgFOZugXulqm12Z21c4+YeYoiSFY
FvqIEw8CoZLgyskzkH7IMu4Nto3RBH97vS/N3fmEZxdbMaQxF4SReIhGdYuXYMci5YDOFqNYip+v
bi2qDvAD4WUiwzlbXJ6zMWSZSrw+LK2hfA5Rz9G30ki7rVqwDZIFMar5xE79fdIebs/z0pXAPH+N
PVtV0DbFTGQK8UyyispD4UPqcscXjMfPDZ3tHeACCq4JWlfRgDIzHqiLa3mTKvFRFUSckCr1QTEa
EL9De1LexJVtxhKqk6xSABSIWJIU+6qR+peoDMoKbJ0C89e92ERvFbiIXgTTBGEQMvf5fZz1aLLq
igE0VCZ+GZp/YgpccxeFub9mSSyCvHVMRwM8KEBO2l3AyVfbtVFpodu8yKyol+onAyzYr2o4gJZz
nIJz3IKRrGIlw+uu8ZHod0kbCK2rqiWydlIEBJYl5Or0nzIhtXjC0jc2NqCdQiNeftcrPhiw0lqT
UMtI+hcutj6380jv0D2hSJkFEmAI2RWsIrmV6FnxGpO+9e1UKwTI63FZpg2qbpo1gNfQOPQ1fPcv
qSnAHgDdUyQUgLcd3uuMNzntM1/L70fYupcWnJgjVQF73iVSmlZWWfuZrRcxT2ytNSAHxSsm7EZR
CRLKkfBqbB1rk9gQM+Tvuh420KTNOlS9WlkuzJUwamrwlpmgrqdiqxWVGxUqupyHrOiUJ0jEpbvB
BwZpIfV+5eZNqgSgbpoY3oHZOTc1eIGaUIZsyRFN/4cYOb0geRNIv+DYTcZ5diKR1Mf/D5IhHejF
2Z3LtAzdmYEZHwVNexF8dm/wSF+wIVfuFmoxk7wRWopwtaef/34yFakL1F5AKiiLrQ784vzOMHu7
7k7/fIfREQZKtslCm+jcOB9HUHyG5vc0ObIY+aggdI1oq/qA/0YLW3N10X4NNDklvybU9/ABoc+I
HiX27udPY/10eyIL/7868zG7qEST5FAkR5Mk76YoUFNv/xnNBsmi/05h7rAFutDpOLnJsUenmwiF
H8qi1u1NENLcnsuVY4yBJhAgsmmT6PP5WgWRCn9TqJJjq5a7YazWZSZXNGn9ze1xrjyLyLTDPUKo
jXnNmWj8qkS91CeGB7N3GOWE+qUGnjv9bmAey/6A6mdhYtc2CQXNKfyAGwJl+vOJoUsu95GAND2F
P0rGHfiy/5cBMBGcZmAClXmkIYsdQBVBh54yc6caD2MQLwxwbckmMhtEMfpEpTM7xq3G+rQmvu8V
TLZ86UEYBxo1mdsqoOx7UitxKVVxxVOcCi/Ij6OjHpLjswElsJwqchUKk++WDSD7VO02eq75c9kN
G3Du9pXdto9m4RrDs4iEqJpR33S1qrTiJWmGy2OJrMyUpp8ak1EomF2xouiSAp3vggfIhaXUPSCJ
aLWKF1pvpgmdW1cQq/7UIQyUTcQfj+eXoSDqkKuhlkZHnSEuB9VwNa7yQ/odRpIb5G4kLuzolcwg
ge1D7fAnKaLMzTkRRKhNJXg0QE5jNWG2Us0X80NDekSyWim9G0m4HxEm3L5714YFgwDCEng1MkBA
MwsfE6UodOgtHhvwDdgAYGduBi/Z8ZWaH4EHyTfE5D08Ex5uQLAsPZlJvqQwd7mjkzIJEpQAyADa
OufjEboM+ZtmjI5lNBhosiQ4zKwQNqXmLzWsXm7rRIs3qUiAHQQCX7NHE7xMfpp3cX4kEkRgQdRL
kX+jueGNY7oFwxhaCp3bK3xtxCnYQXcB4g7YuHNj0wVRZkRimh9rGVUlOpo0V3aBaRet1alQmCcL
O7o03vTzXwdX0XJJSTSMpxp2Jo6gGXJkzQGfJcyokZ7k4+3pXSmGgKPyv/P7CX1/jeen5RglEcYT
JMtgbzpk4NttCLAaK9cZWtV8q4s2rCpwVVUr9FhkgTXt9jdcCa8BLtLQUwa5NGR25t2eWZOKHcDR
+XHKDGu7erjvhDc/2EvtKSu2bfnRlO8m1C+/ewnlcpSpCslqopQqfbRNCji6QXY31kvt3ld2Al+F
B5RoU2J8nnyMWSpVRI+LowR+JAalL1iqVV/ifUt2VbonC9Hlpa+GRZjkcVDABPprHuDmbRvrNUiE
jiHQdMlRNvBmZ09BudTpfwVADafTRCSLPnPwgsyJA5umZkMM2ZcjZ2+qCjSFv+U2Tnbm/PmuHPM7
8qE7eGq0HYkKYO231YIPd5k8k2En0PoAwpCpg3mOJ9OMvq+Q1FWPYGWmXfMYVRGFQE8pEfxzIFCJ
0OMHc8ip3vkLR+3SXk5jozcFlJ4IBZG/Or9eHPjWUAgwti7t1fJNle8UoaCKuEGKXCmOTHMR3yxc
6YvHF41DeOwmZhGouqLEcj5mAjBqEqSJeZRBDt9tUmFbqRY655QlQMLVgYAYBjpzevTmC5sMKbBZ
fmoeh/Db99DK3gc1Rc9EWLu3b+yl1Zim9Guk2bOTtXXQQAHLPJYQJC9eQAaqrSudtsda3PWqZQ7P
cvg31FSs7LrN0AewxP1xcVumFlT8MQ1gJrGmMzOpF0kejUKSQEsqof1n0T0O4G8aFrk+L3xNFYUH
VAOQXZuo2hX5fO/CHtBaHiT80RDC+KFFG5wtV6iZ3l7Pi42DECGAiKgnTmMhyTUbRWRCxcNchfKh
3WmOBoO3ZcVhVL3b41y81NM4KAlPWGz4YPM2YVUb0jQWWhUkvjuJIcwWrMj4c3uMy07hn0HQRg8k
CFbt5+z8elFy1PhB4ziqj8ztk7/q37yjMOSm8pH5hyTZaGVP02TLMwvAZSp5AHXReiIJNTWqI3G9
WyTcubq6SJL9/wfNDiuSC1I8pJL6WD1ng1OAvyJWdzyVXUiC3577xWlB6kzHvZOQh0fz3jwOVhPW
o2yk6tCPBz1I+YJM1u0BLgIHDYg41PWQhEWHK8Dl5wcFTGWoa4ND/9SgSnKqCxjJmvfgWg5J7Bog
lbTQtaAeOzNcEvi9uHDTyLgLkM7EE4Vq8fnIoRIF3YgGmhMpNka7Fqu9efgfGuZ+RsGjhFcBnvT8
uvk+cJ1xjPlpVQiYigPRc8pQVopXajNudJLY6UpiwerfV3WSYgCWC7ERkETnc1OQvGBAaQQnJGWs
UQeZnWKVORhjw5UUfyjIad0e7+IagjwVOU80eKIWDm6xWQAryBEbGgbmxVzbNfFh0D794Z+DZIyB
1wZ3HChDlAZmh34wWaBAZTM96YCu9EpHkyWNmsuzeD7CdO1+3fO0jeMqluv01BkJOKDvMyO3wPsq
TEyERxS5FxbtshCKGZFJUxd9N0BFmLNdimUSt42mJqdG8frWYgJiOifgR0HZqbnkaHAm/EzcFIC2
1JobNwPN1dYuaq8vd3oI3prC/fdtxI0AshrfBS7S2TbWctZyGZ7USfehyQp7ioZLSAE5AHa+3R7p
ggsPOQK4xWgcRDsU7v2cq7NMYlayqMpOyCQPYHcugvJL5W0kWG0oFF+EAS1sh4SNO4WQ5nWQ+0GH
gqPP97rEoAdhCGaM29QI6Qf6HNtq4QJdFhBm3zdbCrRgD0FQseyUFNs+H6BOI9BwVDeBGNly+llI
LjDcOR0CdC08hT08Lr7wtF2aXqyQDkA40jVoQJ7nbDQxEng2phPpLIiA+g7ybOoS8feVMQDeR+YJ
wHPIicwduRJdKAGUvbKTIZblCk50YIEI0Vw4Vtc2G34AmbQrJcSd83DI9HuSD3WZn3zU+h9MoZZf
Aa2oPaFsWyucvo9KYqcbVO5JiZUtGymkMoJ7sLTrMJ8rZmRQP20gPonsUmg24cIXXj7x4HUDiAfV
IiQdkPWbDNyvq898MgSlQbqTWFoGfMywjrhVjV4VfLHY5YUrm0febWI5ehRCk1ZtaA/NKWhDC4oy
gW8rggMxI1qiirgkN/ezCWeZn+nb8PzCP5SxePNUlziKFYj7an4SQD0cSG7pv0OPFqxVRyjPWP64
HvLGSbQKDehuJEQbv0tXYPvLs4oKhZW99uYrahRwXYvU1TUnzNZp+N1CzMV4gJCwg99u6z0EPSIU
IkwAByEvqg+MFqUjEEcQ4R+Wr4LqNtq+KhsIy33kYuGE99FX1oFP6l2PX02UqZFgu20iLq0xENYT
fgUYkQmYOrOOMAUs7iSNn7KK5zTXO90R21R01Tj6btRqUsEwPrtWSBYiqp+HZLbeCJPBRzK9nHD4
Zs+AFPk60PIGP2n9i68BFie6RbAp8uNQHMXooBAa+c9m/xwJigX3vDQlp3xQ3vWNLNxlO/ExJnZs
QMzjvoe0WWBp0kPYINzeqFvVcDXdlvZDRGyp9yBqUjrRQTZdEjNa1rTfF/oKQM1KeTK/ZNO+vaCX
WQm8NMhr4Roa6DoDp/X5Ic+1hhO/FvhJTEAXAH7TWn0wVYiwWURdheO+rQCuiWziaRYUb4JHneyr
uqckXhn3WUjDZCnZp0xv9nypf3/RLOjpa+Dnh9Dnpw6MCZLLKzDlHRIT/O/MKk3Qoum7IbBV5G93
+kYP37pnP6S1cNBEdFK+Cp1NCss31jiM+yF0RmLL2T5X8TjYEA1R/HWSVjg50A7YgvUqXKjzXjg9
yBCikQx0OSjsoTdyFnknMonUMufJKfYFbdMDBWzVY2/YHGifhbtwYaenoYBOgTMJ2BR6Hs53rjGg
j46MXgJpBKTp8Cq2lmyw2Lp9QH6c0bPtwDC4aFNbxRS+zd04kLyXGZGbAiy7vbDOA7WQrVKM/GQl
VXqhWcVAkEtPmVqvxrRtaytV08hAsXYASr2rAB6kwhgZpZWjN3ewcn+ASoEfEt7ZfRk18Spu2w5M
OgK0pWmPlDna0xRffqxKxcRGglyqszJ9aFJatuOQW2ht57BJQCRFLrCc/C01hdh32zEPFQtggu5v
VMRgSRfrgQgLZuDSA5iMLsqYgKLACuDf8zVvhzoplSCcnKF75vLGRVqFc9q6Teew/FndNp8AygBH
s7DXPxSFs10ApBipdyQkkD+c01EH8JjEXkfOLAut9LO2I7spnc6uw1XmBOq6rbdFZXXAptxBAxqU
AL3dKZbogCs0oP2fIqNkEtYewbT+nd0Rp7pTXMAMjZpme2Mv3wHiF3xVCa1Bb/NeK0D70viV73Io
zvigugCp4D7NTCqtxTffWEGWQH0xEivs3/BkRPWJjasud+J0w3TaBQv4n2uLjvrxhMHD6oPZZLoI
v95hTUDzWFgxdOQD7qXxzlWUr0H1TGD6c9GuwWRY23q35mxltm9V2S1Eo5O9mS39ZBunrm5w5l70
XeAY9oUIefKTYqya5rlsDwZbaU9i+iS2brZUYrk6GuisYT7A8QQE0vlkB+R7cjNXcd0gy7cOQMVI
/faBN+uA3y+1LP1Ap86nBuOB+j8AjgD5ga/+fLA8yVhkBhqYOC392ADiVzx56ZG5KZjidp+7dm1Y
w3anPDPNIvsQGoxosYkXz/aVDT77jHlkymVzJByMF6eKbmyTbnpbeE/oZ+IUVrMW6KZ2O9sFkKOi
Kspc93s7pNpGcDahu90MVmAjt6K8P2j3ryy3Wnl76m3aucU6c/YaFcGm7gSlsx7X7eq1WT0YoqN8
6J6EcGGlBnf+ytwpiJpoaNDIMuz+rlrtUYTYS8fQymgAGp9DukFBkR30b7DS2htcJvwCNLW2PYXw
Gq1W6e7lGwpRvW3c17b02OR2fOj8TXV/zHclc4pn4hYWw+cKH8abFlPIp1EI3fOV4g7HvrGKnX9H
aLaSVqG7PxTGKrS+9uKGuavS/TKpZhd0g1NuiXeVswfnmRUl696OWwASLd/S3kVn3PYPFe0eHwwn
tOzcdUxLt0K7dAEWfd1UFKqgFFy04JaAlJuLHOLG1VYgoDVBKk4Br6XQb3nbrda42UcAlByHINWZ
7E0v2JY5Dahn3GVOQv9yt6SdhUZBhGTgE7XBTWF+ka28UVHSyGi5uj+EdtHTjR6hZgWPAczPHrCZ
R+7bn5rFqUErbu3exPdsdfdSbe8rW3t+kDuno4+BgxudnXJL2Qi259+VT+QEBSyH00/+f6R9127r
SLTlFxFgDq9VDKJkybZMOZwXwpE5s5i+fhZ9MbgWJYjome5zOgHtYuVde69g4/62uEffcnoCbWAY
sBy63oQBk+Wy7amAewlVnNCkOnMjN7K1Q0qo1QJKRkMAuuCXQbBGYki1TGZHfdcqN089kVye5D9f
vSneb75O/YsiERJuTZT0Xf04WMFWJuGG1N9qT5ytSkQyAfy5pwS+7gG8Maj0iWjJ0yRi17bvxN8a
Ndz4IEPskVhPoJhYlZmYd4XdUYm+dNBDpNo2MX+YANu6TU3crbSn0+MhsnkiHOtTSFLiZZhfgXaH
g4v/2e4JRO17QpBywLeYAcXob9Svg0JKQnX8UIwER19DM/+YHFslhxz/Kli7jNgIe1641Np8+Vbx
0dvIRpKMyKQ3o9IyUuuweaHpt+zcF7sDo+hplVKNpqYTNZbmlY7xIAg72FiZyenbhcAVVv6df0fb
bbn/cjagg5Tki98AQLWZNHvrpNuCHI2vICfhT2SOr7590h7eC7s8scLMt0VLYhMbjSeDNdBxQyRn
63K5CasDnYYWo/n+IBKHKl/vCT2CunUEYItsmdk0lGxSgqH9tIF/dg8p0t/3zS616oSQjWtB48s0
TEujgSU+gGthJvcl2YzUx9j8fIckcRBm705fr9n9M3y3H8N9/G7mgz1teGwGlu63Kvp/O2T6Pa+W
x+pcb5xVE2cxpMWFNUJoQ2gkvfME1KlHs9As0advgcs3lvE8+qY2r73bbV48jHBTgCeAnICI5JG2
FAlPwTwRfRnIt5E2J8aeEQUEpamGVuf/3G7p96mz6B0whmBygX0KQs3yDZaHnVimYdB7+mBG0Usk
YZXCbVjr7aLbhKrDQJSQzAjhoEJi4T4ayaTQEJISPE0zy48xy4DtQSIkDs142tblY1M5fPm08plz
KLb8zNnaAKkgKNkgQD6/27oExfI6KfBiAxNUaiwJYn5gn2WlRDr+fdBtlTPgqACBeNinFAc/fcu4
zai9xyFgjeW2AF9MyruOqKDLhYGp82urZP6AWx+4eOeocd5JSCv0nvTE3VfbtMEeaiC/i3jZf1VV
9zDtjZxCwa7D8LUmv/aWvgQb62A0gHmJX6jJQL7tfITUKE2yohHho+W0X6DJhQdRc5vCxp+VFW7S
/XBSnMkaSb+Ghr22Q1A0AaMGQif4vSxsSYkK9SoNr064RGEn64zrJpATk+lezRQZ7wZWGK2Jh8co
4VFaRRVp01oA63XUmWr5TGx/gMAQPm+vGeky+MKIIPKCaI4CQ0txMSX8lHCF0CeDl4qQBacCQ45x
m0pkYCggh8ANwfgRUk2JOdMQYv0YT5/Qaq+kRzjAlukrXDpSXEpK9ZGi4pMTcXwxpsJq6n0h/QCW
RsFOjsQP0FUSUCcGFAwpBGbHxo3xoFZXwtYrJwL6ggQeqgyImpd9KZSY13opHrwypbH63T3lRUik
9+RJOt0eteuT+b8tLc+eShOCWhTRUuwaMkVKPAw+xmGbiJTH7P2LQieeaNmvnHjStf0DBNJcY4fq
x4VgjY6SdoKwcUCthiTQTyHqaI1WDcnnp2g73Q0G6Vy4PctUeRVDNw0dv0Q8p5AUFcFhg6dEQ0Wo
7gPtO/R7nkHbAZM8ARju6oHDbfHI7NRDqpus3Bhr0LjLNAEW/UwsEsAXhNfbIvBuuaTMxk7uPbnz
U6S0cRQNUZtSbsKL5vb0XFvTf5tanIP96MPEjyFzxTvSK2BElWZqiIG4DNLY9iSvtHaZKMOhgprP
bNUK+ivYJOeHSl31jcRJ6FkK2cmppYIcmik0O0KHTYB3m2WeWunXkO2hEEgZM1urn15j4EP75CHO
t5K8NyC14ack30aNqwQBAcIa1CYfXkX/mOGlxc5XkZ/8bMPXptwb4deUbKR8MyZ2mDzIARySe1L7
yl0v3/PNIR42frqCM7zUbpv7iGoTYB1zUeTCGChV6orXkaEaT1JIWs5Vt1wEZwEKeoTKvxYPsGaL
3trn9qcawR3BE9k2vAny9Qfo9Oe0XtNovkzi/X4Q1Mdhu4SM8PKuq1U1MyAmj71ucorlazxe4R0Z
RFfQEOE+DeEmr0i5hTkANBErxOAwyIlovQ1iW1urF117zWF0oAcOEW2kK5YZRXVivCZX+JihNvX3
ge3qB4Cqqpq2luoVj4oNHwxZ7FYW3vVm57It0m/wz/k9Lv5kCaDLKnVNgnWeJJsmeNTap/grCyRH
yqwcRDr+TglR5KSyUrprVZlrR+1sJ/J/m17kUPUyj2p5xHrojQPHUMclw2gaym4sTWGNLHqJ7Znn
GigNxHnwPMKxe77BEgYo5DQnbHFxSzEdEtrey6PTZttxvNOKE+B7tw+Qa+csgPVwA0FgCY0+6bzB
MeQTv5vzsa3yBZ2GU/kvn2h3MtpqJWS7dihCWQkrBogpeG8vhrEX2kaSx2T0Wr6TrIT3a7OLICPa
lb2x0idhDsGXwZcq45qHqjWixKXQo6KOYL+W2eCxYidP/1If14I5wsvd0n0z4R9UCCwn7gyDMXnZ
uT2g19pGbRc1VRSXUOVcRhm1IDHMIXZreJRmOUfclLdbmK+PZe9Q5cfVAnABRnNxvQRFUsrxAEeJ
vAcnkvVUwas7UDdQvlgZyCspJBTI4NGrQihABIZwMWlC39SSD5qipzoKT/wtCKAAjz5NJvaaQYwP
mNBCoZ6Wd7mBJwlp34PPHFCYhsjVvnuO18iCV4KR8+9ZDC7XTi2fTghGisRQOry9KsMVmALDE77E
o7URNNRla6GqPGPs9MPMbQentmdiRHwZDnmklzMo+t+ejyubFuQE1OlAtzFmZ83FHlJGHkjtrh49
lD2HbV5KgAwllYzaIPgqdQzata9nod3xWe3IZSlv/D5Zk6i8ckucf8S8Lv+ckFBWjbqg0gc8OGLD
TXMKofVOpp3NFHCibP9NGym4ViktnzMTHgeJrego7VFlTWlcuIxJzr9kPgn+fAkDAAelAg2hW2Vy
d/JAC8nRio2cUNXkh+0+Rgl1PGiBG7W7lIoOT8cPTVq7MS6P7fOvWCxdeD30VSIYGA+RIMgXhZL0
nRW5jUZHZEuyhMjTg2C8MOMr7mw1OsIFGvDzqn3MFLZC3fvd9OdbFh8DFC5e1ojH8CA7HxKuHxMG
wj6GBAlCDWlPY6M9afm/1oC8KxR/bSW1u87h7CwBGx4yN7akk1o8ScKWi4mUvSDMCBsbVVd+2mkl
0pLtvk3csqbByjF9ZdgA/cKLAmBmaC7/Im//TF4iSKNSj8PoMfEx5xqSGge5FghrURyCO3K5wiS6
slbOmlvMUtUEeArGaE7CwHC6RuT8kc2lVKFA+vLFNxgto+fb+/XyhIZ+x/92cRnEAmSZGWnSj14Y
1AB7hGY9hpv/vyYWj28Z2t6jmKKJjEU0rz9QPPl/aADvCwSEwCJius4XlKEVTcDmadIT5GLxRmqK
lQ10eV9jlP60sFiyqaQzCUjA0YvEf5yYmHjrkgjp0Nv9uAw/zltZnBUNx8pAmwdKgUupzvCq9hHy
5AY10k+lWdmGa11aPJZ8ThyKOBJGj59gvSR99p0Ctqy/cj1fXV5/Bm6xpJtUydUq5UcPwRDeowHS
s6r4cXvYrrYxQ6RnDB5OlcX0y1HGUNFCT3y8iHXpK2RrleGrY/WnhcX0owxbKbGGXhj1q1K95Lm1
6iF+9ajB589EGJidLCNCGIcqsEOPJk8Ux08xjkxmDDQYmi9W8a0lJHjD+/24MjtX+wVIDdR7oAEA
xeHzjSNXEHgDW2Ty6mrvJ4e6fRC4NQnGtTYWK4AVrRAVTTp5sf5RsI4Y4pZb5d+tNbIIhWQj9VPe
iCcvBWJWktyuFKwKhOjbC+3qHM0qUcAa4BG0nCN94riB8fXkdeWjHDz1eXXHlydfAaOnw63gr1GV
ri5s1GOR8JkdmpZyEK3cB2E25mhP/C64Yy17t/uz9vPnUf1zvQVRL3NlV2Bqsn+JflK5FWLItZ8P
kwS8qKAdyBvLrGsdi2Dct+rkaWrxKoX1q1H8Zylc8C1BrwEHBIABgOAX0WafdNNUQQvTQ+aUGKPL
lOdiNG8P07VAG5IGeBLCcg0IomUYwGtxJhYMB0wfg3tNewOi5rDENZD/k3u58kG1aSKfZtLEhJ06
GgYUQgQNddShk30CZYDUrtJiWqNMXF4XILSiVI+iNuCzSDCfTx8kxNqUiTl8mBhN/beW1OM9El2h
tEK9vJJvmBtCz1HfAYt2+YobSyOSSr5AGJSZPNh5EKZWNulwlxpPUmXK+0p28hbwMIIa1srQX25s
NA2mjQRCJFy5lpDcPk57LsFR6MUpaJ5w0uug5ac4YufKKCUK28iU1J3fvp646QGqvb2+ElpckqtA
N/37AYtBnjJ4SUDecPDkyNV5oLQSyhzxs35mAJ0ANFiRwdmKX8NuspTwFXprKwMwL+DzYPms/WWK
CS/aFBbGeMnUJtPMESqGR6DVat/qkOZ6NvZNSNimWDt5Lk86tKoBDIrMC5THlksrHfA07MV09OAG
lipWVVgKHg6xG5e7bM2J7toy1gAzBC5jRp7K8yny5xTCxHOF38ujV0lO1Dqcb40u/2K0K6nMK3kQ
UB1mtBp8lKH2uQTQa3ES1CCq8Z7/OOL9k80VWf8nM5EZDIv33ifBZOJ9ASSesR3lldD+SidVyFur
yGLNbJ1lmoJjHAP6EI2no22QtD+o/ju/0/6zhhOckEDAg/I5wiCQwxdjiUJBVlepxns1XreCNR6j
4bEV34MZI+YYawzHSwT/3Bx4OBhQ1NQwhedTV5W8WPdQG/UY7eFitSkfyoyWFZCzhhlmu2GyOmSo
YaZnYouKJaZViq1ircR2ZbFCnBZ6BTPnFFO72KJaK/DjgOXq1WzbO5FotxCrdfTkTtdWMOlXbgIN
ooooswK6/0sgO+9wwWVNkfmT6CmtxdfPSexoAwk5WgO0Cvgj/DBN0SwH7/YhcJnjghoYrn9AEucK
1zIOCOR8BBG9ljxDgLC8VQAW0vNP1RpA9krqBpBfJLIhhgtuEEpN572DS4cR+N3Ee6PfTFaKo+8t
SNoyJHHJG6SfIvGu0I1xExlwN4ILiHhomrFeuW0uT3x8BCJS0LOhpIAw6/wj6hS2JRwn8h5MEeN0
rkxbevFye0DnbXB+qOq4yHDAYT9CTGMpOKFBBIcvmkr0hsSDOB2JmLxycV1tAahY4AZQF7jgGieF
GCk5K0V4woNFiVtSadZAsVcGCpVbcI6QBZwrM4uYN9DFQGa1KHmSDBhCt+kAr1p9+VxZ8YgvZlzs
XH2ca9jn0xErfDuNfCZ7Uu3Gxob1KuXvkobGRyBn1Ds2UqYRcS3SvjwuIYKGFyH8oOZQm18cLAKT
Bz6F3IQ3dmYemlG6G3ayGykryY95iBbr4KyZxVqLWzkLGHz7UM5lk2UwwCWgyPzeDjPWbGUTX0l7
gQcKHXp41QCGIC+zFFwDsk7R+4YnmRLJnfwuG8zJmWhw4u5bt3tRnOYUQ7dYIZqyhwOlmtugeAWM
Mnc6lv9SUrdw1PMCxfG/b2+HywMUKt8Q/URsN6vTyos55tshyIow9L2pAqL2rtUyt5ABgYVWAEtT
W1PN2+1dbg60h/w5Kjogw2ATnq+pDIjQZKoN35OBlY5VPKlXzpDLeYWUBE4wwHZkngd56LwB2YfY
ddfwspcQwBNzVD6oohHoayfqvbpGm7tcq2hsVurgoRWioyB33lg9StD7AejES8JHMbvrmDlyVOHI
ylq9ZNljS/xtZx7VP3FS1haF2PmK7LWwAyrv9Z8uO0FSjgy51XjjjunbVRGUy4vnvMnFzWroY5c3
iH696Oe1SZ8Lbsv0lSv1ylpA4ICbDTRWAHR/z58/vQr4qoS3kaR4sgotWAVyOf3m9mq7srpB0ge3
fH6+gNy3OCd56NO3cJFTPLAG9OqQ+dvpPUwdw1wTd74SYRq4uXBa4uICIG4pIorHniL64MV5I1B5
71lpi1634UMaZO8yMHgqKWLyNFaOFDm3u3gF33Te8mJt6HEfqGmoKF75CRXH2pNFV8XdyeAZkAP0
+aa/GQbl/R0k0A0AGJ/6lWfKLw7g/CSFezHKcAY4t3iJ/sKN/kxjU2j6YPQN5+kwIB8Av9Q8/aPm
nDp6UAriC+W2l96KSSMoT2WFnbBH2IxExkAiviSlCCz7XolrEmOY0m0jb5L4DqiULL/vdNoNLgxu
wPjwau4QTha829Nv6J+tjOG8T290QV6cSmNZjG2p1pwHWPOP1LoiXP0ylxl75HXKR85FbrRj3kqj
8w+91eji8EjDTAtTA43mDAf+U5LyZvCgSkfU04uqJiV3FPM1ksGVDfF3rpY5kwqWSPB1KDlPEWnV
2L5OgRA32He3A5nNkr6r2mWfPvnUFDLJJDEr2CitdHu+Uc66jXWCGBM1aZB6kLRfHNAKXwyq6ou+
Vz0bEdEh+dB98LT9qDKzNp44npF15fyLoZ7XJogsiJVgb4rw8vz8HKH1zvkMS7RJN0r7MvDQa9z1
T4FAgEnr7zj3dh8vrgU8ilBsx8tERUUC4trnzWU8VJQNlfPxVECN7bnMd5yO2/xgrC2hK2NpIDmI
0AJ/geTEnEH4s/UKvYKZUJ5wXgVX3kNsbFXfEumgw8/7s6XQAiv7//yUnvs2P/1AdccNsUQFCUKR
sK5SOC8NLFY+F+qOD+7LloSGzQxHT6k6HKI3JLD7zmnW6LQXN8bcOH4DUQb5JkCvzvubx1AJgZki
5xXCfSdASLLIV46Cy/IxfjyUHEGAAVkQ+cvFUhFKPxhGxsKTqB9w/dEsdqXkseReVRmWCrnN0cyC
hTf1g+dcetN30kTR2bHcKuJOiS1oZ64c8JfB49xhBUsXoThC/t8y859JhmV9XUS+Fp4m7jFs3aF6
lPvTMLw0uFRA2S2oWD2LYK1KzWsnAmsM37GJTM9x/65ptAMOEIKf8JcjZfrN9TSCf+lU2L26R6m5
6/F8Xc1bXYQO8wfPDqZ4zMHoYCnsFWilD3JcF5zg9eabgp2+yhrVCESdJwbzaKpLMCdxqoCOOHJg
RxL83N5+v8n4xREDky0wyGboCwqci6BWa3vIUFVKeIIcLCkf4CLWmiGItG7/DgW5/n1qQWxpnqdy
L1RvbVkSQPcQen8UBah1BEoIpmJnMsltvaXAeYMAI1sF9z4dq1NmUECmefWIIDmyIJHAKxbIx4CA
Co5/Z+jUgFCKq76UE50Okct8CE/ATNkstqFq+6kdffm427x2D3YFHtcZkThkic3wvQ/M2P+6PRCX
CAQIuGH8RUCQIXUNWt35fsnEUNaCUcZinvbIe0UAqD4w4OaUOthUQKbsI8AXU1I86eAvcBvFfwLp
tTu2KmVrcKBLCM38LYDpAL5nIEhagkFH1ILzaYyjU4tnRemOgpm+YyirbyW2x2QgZeLVARUFYPu2
86kMYnU8e46TMogsMbU5iMrQPLGE7qVfq1Zc2fVgOuIPLFoc2YgVFwNVxhVA9Fl0Cl3uFbL3/kMT
b/gfWJsHBx/ZVryIAL/lPqfvLPkX83tAZblHMENWHi+XwRwGaQaUoi4/CxsvNWGKYVDrtq+jUzo+
GE9Yp8pddkIYycZHbuatTzaIOgjuJpPXnepJ61aO90vaAz4AHqczl4CfhWwXAxHBY6YWQi4+wQl3
6Ggz0UKjxXfjvxQWN+76KoeqT0dqdsDlydXHobCrwOp1UnwE94my9znceHYD84JjW1Pl4faCvnjc
Lb5ucf7XQ9hM0vx1KL+AMhAD01TgrAOFoDj6gIO25u32LksAYLbAj1ACy0VFSmJp3FfVExuhp52d
YvGuDE31nfctFpsVvyv2vm9jL0ceX28EiYSnIqZTBQeDlYBp7tP5YTbb3ONNC+9gZOQvlqZatoMf
J/kp538MHPN4Xq50cg40L1tA3ni+zqFKshhVwY/iRA3q/NTpLnscdpLd7owtQvKg3hSmvOPYyiqb
79Blg1DdQM0OQF7QrhfnMyRWWk6SwuLk1z+AyQ7tc1f8V14AZPHgy/kr+ozSurHok29kgdh2bXHC
lQPPcHEieezJjSU8c2vQjcs82aKtRchQdlWcKlNTnLTPHkoGoKvtwvAuiZ+59l59bRiFYWZaWLdn
7fdNshxElGiQ9YZuhwC9iPMjK2aVlBuRVp5CkO4m3DMwTMvdjrPLjobSXdeYWWLxD9JPBc0jhPFt
AtGODfcYGHec8i8SYkDBSAWZzYKoECaPISBA03yjaZDMeGaNO8F2pnG7CATK7YgLDG5hI8KJmBbs
yV/ztrpcEUiW4uidFyGirqUtXglHnzDq++oURqai/Cvyvbzm83F5dqAJcMaQ9wWE88LsLc0bn/ON
qToFTUuG4akG0zE68nDUGd38UT3enp7L+gjUO7Bv1VnBZlbxWywK0CGkkeeb6iT54PkQaLx3blg7
ITuApWrWR+GoWCUxkgRhyZdaOdzKBrjWXWMOwLAHUF1bboCy6XxJ6NvqpExm6ZN+0J1kkMzUgKv0
e9RSpVmjeimXryx0GYVavH0gsYEc/vmKTA2p9Ss2VqfOlAa7wOs+h1agIFr6T/XMkFgFE9fKOerz
ZppbQmQzyArIdDqmIlyPd1A5mqWf3quYtJYIaHkMNmdCax3ubbRO6RTQ5mH4zks6QGuOuWX5AaYS
m/YA/tfZRv0QG9pxG5SgSoRzD8VKLumSiYPYG7hWPCRRxENOfO7+nzhcGMRInzoFFFaJ8GCxpPVL
nNGgsutkpFIPQQaHhzpKaCdvo3IcZFPun6RvDXkPxexjmhukmQBntIxsE8NBpNGJXLso5U6iySN6
F2msbSDoHmo7JpiFYeM/Ku3abfKLVD4/Ns57sTh7hSotIamp1icIDESGqU1PkraHVLUx3TU/0wey
0HiE+07+XaQkeJt0N45tQXP8kWr6ponhfb4VeWc0R9WM202fO8b0kPJ3MgcxPrv2aXhUpPviQfsX
HSVIvEgvQR8iUCDxaAX38mfrW1pxl8J14GXgdrUDaXHVeNQQB39XsQOncy56TgynSe4TwZ64jZ/Y
okLrQ4FnSnkY4xKKXBWFGtTkIOsZ4qeEWw4MTJXCvrq+ayrU5myho2P/EH5AqqgyRLxE8euhR44x
XFPpvMzMYlGAMzBf0LOJ0DKbMdaFlDScVp94EMHz5geuRUR9yo+Kg28EWWflMXglQDxrb8lCk3Je
zbAO65P4mDwHu045Tm/yvtdp00Bx8W0aXZzrhQm30ELB+0J8un2s/dZ8lstHnWFQqPzOWKhFakNJ
xbzPMvTX2FXv6mNDh11u1pMtqogJd9BdAoETygouuLLsh38pQRIyKzzUD+0XH1PjU9tkWUYUyA8U
nQWvOJ8AW2tUFEQtA5YYGLPkHnJPgtNPdz5tTWhoHgKRsI/4scOCALPcX1Npvqx9znMIyRdYrQFT
A8nexcbux9TItKg5wYYoHHAp/qiFQfU83TDxjucrCqGVQ63951gWreJuQKQPP3ZE/Oet6nyXKZHi
1ydBtkAEY8/DABb/v3AXdE/qGhbzMj8991GfVR91hLIX7hGVLCLJycXNKcSbq/kOW9FW231dvCDV
KpebKf5UOsgzAoYRbMESzNM1ssZF5nHxAXPO7M/pCTvQsOeLpDnJiZsKsw4FpB8S+D7vVlXD8JMu
luifri6WKIol0pjJ6CqfuAKEr2Moew8r1/uVByNuODyrEUqg9nOxD9Rc5X21DX7XTNy8VYqXKhvl
PktQEdVO6rirmMOVtjYSADDw+q6gKhZa7fA2oJg3Ony0Aum98lKZP0hDNIjPQXpucTtVepCOnYrx
1XDgsfAw2LBSEHDHgP6QwqelpByko3QAUGowrx9S8NPTba7Q2+fDtVlGUIpSIqRTEXcsglLmt2pZ
KS1mWUZFurL98HkqPv1mi4THf7ZwwopCzU0DVgkpXXn5MKrKJIGlbtieYkh6f+LY55BCwSMZCS6k
Vm7360qMj8aQFUSVCm7ByAueL99Qa7qhmKr2JPU7XXjVf7hOBN7cFpAlDxxJga5pYFVNshWTlcfS
tUjyrOnFzhHUMisjqJqe6k/hI5EkKo2mDEWqView4aYNYbJZPKmKMxwaGSj7KIFl2U5fC9GvHiF/
h2CxrzoZjki80LQnHwotvZmI+4pD2iZGiu2xhYM7o5C15wWqdRvNM7qVlXX1pjUgw/srNo4jczED
hjT5Bdey9sTgBpuVu1K25Ir6w75sFas2YtoIZITYi696K3N/mc9E0vVPy4sJGHNQVhpUEk9xAxGs
2a9My2gGvVIeqd/vpDGn9j2vPrPxqWE70XCD8QVIueFt5TPmZpbnGl6agow8gATQx+KaCpOISVWB
c61L/o37DuIF9qDPD4ux3+bW9M4Vu0R2tZBGr8K9Dke9ci0Cnq+kiy9A4R5vCqC/sPHON4GoJpEk
NllzEl6BCnzo8Z5uRahk8RYf7WIrlx2/cVDoawZ73PmkdvwUyjTxd4sAbVvXhDejV84Z9rCaUwaq
RQ5qPt1/pqniWJjRBf/3I+cj6s9FU/qVaMQKhgn2yCMYyqAGZbuqRDI8oKvqEleXBnREZ0l4LJGl
SgjT8iRUAO84wRyMFog7Q/+Qx2asrcRd185VQO0Ad4aG+exeeN6pNE87rWRdc9K3wn0fpJDbs3Ia
s/t0Ddg3n9AXc/ynpUVYIkx9aaQhWmpz4H36nFPsoKleVtbyvFZvtbJYy4EUC50MnMYJr9IT96H+
xNUm721RulNzwhduuG9883abV1IMwBBD1xL8MgWm1Yvzg/VRIGudAqBNG1oxNmhSvinSf58nTNGs
Igwx6Nng9HyejFrJ+izmmlPav0Qa9Ia6R4iMQsNPQnzed8P/S5/+NLeYrD4K02ri/OZU5d8MVoKF
/lEm0crJe3XggCfF3YenDrhw531CDBRPrYo+MYMmQM1CDCBN/jOYH1sWnlM41nhgLHGfnzdSCgPj
xjhmp8CH0p9ChhYYqTU9imtXKfKNBlJAM0z2ovasJZPBcjlnJ004Riot0h3Xb2GZYoLMHsgQzgJJ
hWvsDHK8Ur+dXkVHpZH9rI4ryZkrmwyIYLAiYDkLuOMyrexLld4lfMFOA9LFk7Bvwda9vdqvXBaz
LsFciQM1CqjV8/EcJ7kps4mxkwTRMFySbbnz2SZtHmTfvt3S8mhCRgQSH8isASCI98VSo7dLmQ/n
XpF5UI8T+2xb9vw+jA3I2LePMQypkjWszXLw/qdBQLzmQglstxZLRY14MW5rnXmciJd2p3md3Kzs
q6tNzGCBmXqAQvdyyfNTmidG1EHeA9lRMQRM4T9uqt9OQFhqliWaE9WLYEo1Qi7PohriWZNqc8ZD
JSUEqtsr/fjNMv49Z+dmIGYAs2kkraBTsmhGmPRmwr3SeUiDRBtVNvWKQIOPsxJhF/Ib/k4sXPZR
7BprNWJeHhtoGu4Xc6oA9JnZ4e18BTI+jfXagMqQisxIZI37gqdFfGDHRH5SGk9mbifuVfFBgaTm
oYbi2e1ludwAv82j+AndAxxZQK8umjfKsIqLavCiKKQVuAxMPyFX1MggPq9EZpKEn7UYZQD0QNbS
Z2g41AjO29LBpeqDgKEt1FZrHw5oj3IHSxpiwDd6LlAhN6V1mQl9ecSOTiZD7ar98htLlWoy1i9h
s03K5x6Cb8CMSbtEcIocEmKkbKkqbIEreBLarVqACigCxiavHEYXkfX/DNX/fv5ippTa77law1C1
miuOiCgJ8nHBMTF+0oQYEqjPNF3hRFxbmBgyoASgNQqk9PLUiELZT8KwG7xEN9tmA+Eytit33VaU
rfKlEJ7GlDLD7ZKD8sZQhb29Nq63Digu4ljcBMAKnE9YXA+txk8tdDHqowz/gbrZhaMPJXaN+Cgv
SwIRy00+68aWLhdbkE8r+mdBX3N1vDxm4BqK9zoyMhBTBlrh/DNAMzQQNw48pNcTjpYihMTTZMxX
DoFljIpKLqqGQAAga40LYZkyrAqRGwdFB/8E3g5Suh9Hu+cfhNi6PagX98BvM7N/Oiyp5ifyeWc6
reMBNDF4T7kLhn3UW2X01gkSUX6BB9NKaxeJ0N9egZ4FiDbcN1CpPm9uZOqA2AfNCaVXCRut2jSg
5koZBX8+grZBO5WbUJ5ok5X7mLH3qGregSqn8eissieujjDqw5AkmuuZy6SoNCVwMZu/ZYBCQDCk
zhTvIdWdSKu9ngfx7KTBIKMODLo7ZBRwvC4GeVIqGSngSPCUxpLHx9yTc6pzx+woztnvEBFTPZoB
u5/1pVHuMpMkW0lHXJvm2Zse8S2eIfIvgODP80rV/VKDgbXgpf3PZDht+igyNMmnlpzC6WXNuO3a
0GJYofsIShO2yqLDmdSIRgCfBC8dDqx5rncVgDwQYr69di9ojvNqwvaYOWKQu8I/nq+mvEedf0ga
wdMaqzllQLGmak0lpBRiaEqJcIkXcVU/dtNbpuVb42Gl+WvTqqFciHMQKGXcWufNQyQtAB+mFjwp
hGwpkBP1pg5TFJAeje7f0GcEz9kB1oGtAoOsxJSgKJjNDIHbnzEHA8vFNUPZRWwoWMotC1waoHVJ
KA+CJ6p2AV3XHqnp9/JZTOyuP0W4v24395tXX7YHlAv2DZhNSBgugpOaKXpTJoLgqcUhETaz3zvk
7PzuMIVm2wNcMykbCR7Evm34ZlOe4mcEokRNnEH1QPBWgztVoUMekXiyIJ8O3kRWf6DYlrrFsJ9g
Zz1mVlmsDNLFmY18Pd77BrYfUuk4gM6nquq1WiqrSca505V0hhJSsMXKtRtqnvHF2MCEF8xvEMBB
U1ricOoG+gyTrk1e2VREGV/i9mmMnUpWnJchjSg/q0TmawvgohKCpYccJ04wOOvh7/piRlK5LTux
6ngvVn6Cd4h8dbqjTXY6fI1frd9QLVwbzovEKuJrLLcZ2oL7D1TQRaidZF2qSRNWdDmhKJhKtjE9
NyHOMaSug5yWXf2EZ3MjQyP/FIorb5crHT5vfdHhsq3YUHUCZAM7c0LipgKR2C8iUspu2cpU/T+k
fVeP48rS5B9aAvTmlV4SW2o/3fNCdI+h956/fqN0v8WVSlwVZhfH4BwMoGS5rKzMyAjNbzPxAFjP
/a1/k60/jxr8m0BCo+uGp5s1p3wZ9EWvEHItbj7uOa0z12r1BdQ35ewYL39bw00jQNDmg6J0qGJq
z3i3ej2kAsbf/cA4iduLAMQmqX8RsCkVwMpRJGqZ0YKW5xfIY9f2qVn9ivs5/lVHFHxfQOI5+DPL
6d3eJJj7C6PkpF3cJIkMCIEgI+zkwHKhC50D2q5xDhoNPS6pvywfXA+wzk6vpu/KXtLTJABDCgbC
tfxa5Ie+fGOsCZ3dPK/JxfdQJ5tvxinB7p9JK9RSHrRMMI3KUUsUTp4i4XExxbSymTHgDS7yP2ZJ
FxZeDgCpU3O/5lPVCOM0v/J7aBBp8rPWzV4koiWs/pnqn5LmNmpxTCEMwb0YyO3P1UPd7bJ1J40P
YB8rmsdZmMw+fpUWT5VPetIwPN7t5UTW6b8fSK3TGAPp0vF43aST9FEbXOwlQ3zgSnFlnMaboho9
FdQKaBBE4YC9nl8j9NeGLxq0GwSxR9U4q11OfdWQ+F9sCSElpqDYt40lhg9c95wKT23+IkADMPpk
7Anxxg0rhK+KpA1xUSGlfL1HlWStdSkS5lcDah+zUxY12vLkTP4yFn11S6X50yMLc2qVJnR4YT5w
oIox0e/5NeV6wXin3d485FtI2h3bBI8XylOmBjeXaQdCvTwrsdpKKYPCVc0ZvmDrVF5aoTwi8tl5
IuUYsfKRTt4IPVnB5CU82r+46YMxu1s768IWXbNU01YqOPCEvGZcwBWfevFnDX+qP8UySCQrQuEy
zvz0WM0v4nIEK73CGOpGAIIZRQuKgHgWPQV0ND3iD9VOEedXnf/M9VPPN2ZVjk6V+uhKmdKDpoIV
WkhOQ9bbbfWp9l8L5J/Wcscj8NBRbon/gENaLVx5PvQ1Krzr81p6WaccdS70O32yau6x6xsIhgj7
SZ4gM3F/Bm+SHLg8EbEh5wBgLFjKqUdQvRhKpogcSEgB1pDtumpSRwfgG0jhuk8BlVggbbQuLWPi
xM1jcWGX/PmF656bqFflTJ1fOygfhKOdIHev1JIlh49abmUyOP25H0LtReMDXvFTBL1nwOWhBTwp
dqx+FFkFimL0IuD4lgcWYddtPoPMClrRkFdA+ulG2i3XcQDXEbx7rQwViuR3Xh+V3M6R1E13kCnV
Js5s9yEId+8vhrh1gRDqUKT10JyNT7ielZyTJyWNsBpKPLqpCkCOqh/UcDFrHSIAIGCPohyEkSBx
PrRo9hUe6vo17WwBtBMr6tbFKh20yC3Vx6VCFpUZUm58HjK1MthzScIW+fzrzxvVqQTyFnnTdj6i
SmHWybMYWzNKxtkIOYrlNQIz4BIou/vTsrFHoXiIciUAKHBadLo215oy1ztufF35906ovFX1uqpx
57JwpImxBMQ5XUfN6CwAKQVSjmgqRU/p9RANo9CnSIYkgTyDEjs2x+kd6WdVDEb9ADih/Hx/aFvh
I14vBK+K8gXiZeruHmWuhCCtNL6C1rB6medIdGrYdbFLwLqBzJGE4T8lWMwXMZq0fV6WrAB6w1/r
YNwEbS0+Alq11JBrOc/FNjHG12cdlP7DIJt85VXc73yFRhVLSuesDEtPsAp6CKgwkHYSGlWao36C
vLUK+mF1KY+rrHDPudaDOqXJIlQLoRS6nwfseKkmeYgekmUlOjjKxRicZFnFgFv15g+nSou1hEOB
rCdAg4OW6taASPwwJPpbJsaSrYkAg65apvpjWEMdANSINqpGvSO1+hdUJ2qPG2LB5aY8QRqkl80B
KWBX5helMbtBgr9RpGb9d2cLkll0AoBwCo1FMnW855hvoqTIptcxL38oYv8kc9/a9DQ2x056Y2ys
DQer41VMCLiR7LnZWLneA5QWV9OrHDqGvEurcGcgC1nG6Jid/o55ZXdF8WPpJqvQOHNZc5PxAbd5
FyQm0aKPkAzHCA0h1yepHodo1SBk/drIbgjs8AANXxH3Y41Wsmk9tOuuTPYFByyE/IsfXqoBzVKN
CkbojzKNGC+FrS0OvW7kmhTQCQJWdP0tSrkqo6zUgAWGP5vh12KcoC3QqqZWHauSMfAtD4IyO95l
Mvo9UIy8trVoKODG5TC9in36vYLIK9NUU1iTk/pr5GrIsFqDyIJubS72hU1qrkFNJNbo7wfRdcj9
gvxWGnpVjSs02ld553ErwLbD7CYQYwjL1Rah9c1Y7I04DAPGFGNfg83gnGu9uM7Xuu+HXOihNwmh
xnTXDIGSP2TDiX8QeicBby2Eo9r6IKRwoatdPqysForNFb74AOpotUPRyAvZbWjucZS8MGeldMNH
8Kt5Q5IdtVJmhJ6sEZMPuhgxrnA1TVUsc7oIx1nodk1hBMqgsvq5tu7cy5mlomkO+InKSDGzC9f5
Qgaa7QYXr7pLgJwqNTQNLqupj7GbKmahePeXdXtSQa+A2xepKppNhwtbnRs7jFErPhve77OXUjO5
5VkCSJ0REG6FXGDjQyJDItbwQrmezySOgI7n2+l1Kv9MyYMaa1ZIdLfRgxLknVmF7t+q/3t/fFtZ
C0IBCNkPjI/0k18bHau+5PsR5wZMNIs+OZKryF4O8ajB4iCLofj60O9A2Bv/uW/4nOO+uQUvDFPX
ft0Yel4pE87LuhPi5ySc31Y+M0knaQvXFKs19EFSk09AmxEdcvSdTkCp6b6BeGuCduWa1LtUfo2b
x4Z/EaFGOosesHNziDyLCHVv2dfH9/vfvOnPLz6ZChO6ZurnocJcqSPyozq6oqLJ7zlWWXtralCV
IN2maEonCvPXaxLPUzWsUodkgfGguLEDbgOpA+Pae6h4aFzMIZMR4QAUT/l392a0rxwIVYHsMysj
fBS5B7z11OoBvTP79qgOj/PqTZI/4yV4fzY2jgb68lHEgIMHJxtNyYbWtFioOTIbXrHu5/BJkXZN
AlUb+dQoLPL4bWMALgIWhAuMp3xNmKxzxhUKziFakEs/kqB9Bmm37BcPDY9yZJFZMMydY9YL15bO
ilKvDY+Eat5ZDa86S/kV7SNPQWtzDlnJ+zO5lckkFAf/Z3R0oCDXUp+Vo4wLM30JIf0lap0HmdRd
CTBDK/d2158gxKf1Ox2bLZx5wOtR5tTaUxu2ezHpH6CgyljdrbAc3wR1XdSXAXqgCxlKOYrQ9sY3
qXz1aGhhjYxqDnHcsRc1SwcHOQqTCoRAI20PoCCYgxWgOhlBy8azBy8Q7LAzCIKn252Blh2MWMKq
181TLD7z1hRCfjKCpJ7IeGBt+cErU9TtmTZzZbSSig3WaKem9PuPhjARJV3Ac/vkV6vYKdDX6LVg
VZaJ06D8IHllIW1MLkx4/+vDLmVh2LYCRDrAQqGbnDHJpjGnLJJIakODlwpFZR3iCyhK6QiFKSvg
p9J6I57EQDuVOEGxiYhk+qhqG83g9zcz5SRvLFHOaxZW1DGlUQQN1gkCMrsxt0MmCO3GiIJmQNL0
QZrkUEairspljVo+E9HCLopPxbIfWwJ04BVGmXbDCjGARxHk05EwpJwOdp+e8bESB8KHOn+B8F9u
wOr//I/zhfc8MBToMJQQP4L953r9q1lWU9DJxIGkQdXASyxBO+QskAR1kMANCuILdCYLpA6GuhQ1
Eh2CyQ32cxLUtiw+lKLTcL6+/OkERu6A2sywI0NOB287yLKQUixlZ4qXIq+jJg6MJRh4W2Axi1Ah
J/l98KYQ5QMd/wLE8XqypBwqDJIWJ0HaO4uKfjtEZAzHt2UCbQroZYK4mwGkwLUJoQnR3pl0SQBk
EagTF5dVI9mYI3AOo9uN1MgJ6vnagCEkdYw6VBKUo4e+zPnf1xqoWTz0INRHJF3os5HnRja0S58E
qADP2ddrqdtN9zr/I30iWQp4ExF3P4AqeFVSw+hlPV91rk4DwMLk6IHXv5jsxRtLQRALWAlcAiqe
8dRMzakh5VKVBh2qtdx7g75VnVEPuD0YiOtl0vWDzkMEMpS3qtKxKjuQlQSzvivH/TTvczB8HdPe
vX/KN4eCpKEEsCp8Cj1bqjgO+dwWaaCZGfI4xjCg+YGRW2HZoMbS83Kqqh1sSOFen74EAFfqfz/f
kgQhOiJYKhD4yvWKVFmSzRrCcoAG3EQzdZ7x1tsawuXvU48CCfVrHA78/tAeF3T5qvbEsbITWzZk
kkYF9gZ3okHZKMIs5blsSoOYP87PQmHjqfzvi41sDy8SLBN6qqhYojPWsE7TNgvkvRBa5c9/pF89
Hz2wiCN5iKIiLg7q9mtHruqVyEiDsji1yamLnX/+fnDloloJdDfCUrpPK1wmvYnSEN+/vPV+rrym
b/cN0G1QZAT4bA3+iXh0gCWofTQX8RQpTR5k5gC1t9b7U3fWIgJZZy4vWg3iPftv+MUwenOdwyzK
4QAHIf1FvPu10byM4mzRNJSZPuT99MBBxTh5i96yB/kxPXL7FuLQ3ffyfN/qhlFQdCDRC/ggkNY0
TUdddDhNpbQeQM1YOGvo9F7KIh+52dEoleAiARIUkBosG7UfirQrAXse1sO055+W3yFjO9OJCUQ+
QLQgMQF+QtKpeeYsuHgNTe0AVGU5rgd5r30073NCWJ0g3YxutWrHUiO5HQwS8JgtkotAppKGla5R
o6upCmWisDpO3F/QLTI5M8lCX4TcGA/KlPht0t0EA7QX6wdgabMoAcMIZxEVYmS9oX50BGJAfbq/
+ixL1CUpZ0MiLCMspdz+D6rwkWQpi1Nz3n0zNyEFGRBofmX0l+CGoUsoE1/2qCUa6wFsZH7LOKy3
O/j6x6kxFLLYRauOH++5fVY91/HDCpKJ0bk/hJuLmAwBoSnpLBJIZeD6cIoRF891Eq6HsvVD0M1y
B3ANpIjrJ/e+oa3hIF5BWVMAHRG6mK4NlUbcN01c84ekdJQR1HSHtHTK7P2+FSoFft5iuOzxckDC
AiUe6khGRiYB6N7yh8jPhSMKpurijk7I2aXH7KvdGpGBZmVkdLChAQO8HhHEYHMUM3j+AAXiBfKO
vBUOgJcwrmY6IUCGBMJJNIsQ8jFZpmNvfuk6Y1bD8VB9jbvcfl69xf2EVubn/Zm7HQ14s8g7GD2a
hPmbujzjGgk2SS2mw0959yg93v/x212GjBXibjT04F0HR3M9VWWdlkpVzdNhmh3wdaBjaVa8RXFG
VhB+e/CJIbRukEc9Gk2pEkiY62GBh/B0SICDsKpfuGh2KE/fH83tJoMRcEiAvvJ8A1CRTCkXa13F
MJLvIEusWvqpA9IecrgdI7LcWPtrS8RpX9wAQ5erhaav00H6KLzhT/hZWNJf2U90s2Oxq1LZfmyz
a1Nkf1yYysW1x4MAptLH9lHiTc4Z3MJWXUjQlqZm35/Bjc12NYPUZlvh12pthrHFKp7l1J5OE4ss
hoZF3wyICjtSyJ6FWkvm7hQ/jr3Zf48/Bjve8+6wA4HU8OP+kDZu6+sJJLvmYgLRS9t2VQl7vdsm
LtgWPcnjA/DH7IDqD1fGHqTbAenh0TyRyTj0RsIL0wGta01iFT6SS6iwrQcR8sV7ODvA3Dzd5U1b
G534J2tnkj1+fZdjtOSFCMzCGdl1PVojLYqE43AGosMq2dWfvrLnCqbccXIN9EgvDU557CyQl/Dv
T/RtoHJtmVpXjRNRy8tgWc4cPfVixdPXhTW7mxsU9xRwvcB4gxvnenh1MURpP4rwhuVO9vC0O4BS
SLXSE8js1cGsoELLo93ySW6t+6M75znoiQWk+D9EFEiEUDdYKiZx30IU/pAGiurrseXmh/iI6rTP
PUhP6os57STvvs0tp4ksFYJzoCEJPO96sBqyhs1g5PMhfAOjld+bxnHexyzXTBN6nncssC2kbQk4
FyDXrs2I9VSUqwgzeaA6lR85HWQ0j82Dsjes1h/38157TL5XV/Wik7S7P8St9by0Ta2nVpS6sq7l
fFC9EfTYkHPbq2/3Tdw+ruBBkZgB4B2CCcjgUzaKHDA9uYON1hbM1dd3idf7madZtSc/QxXU1Rmh
Abk1b7bKhUHqHir4TJ77GgYnC1wWjCMgbk7Zxa9Tu2JuwyWcR/w69+I2z/Vr50RflbnuRlPfrX6y
b+xsr+6a3ezlvviRHrXP8LgcukfWxbTlaZDyIuwwKNUgoX69bXR17WqJjNJwk7f+Rd7rTuaPfhK0
x243/GtN6D+79MIc5V6kVM2qqqznQ/e3842XHntVchNHONT+9Dh9xMf866V4YRG00ahE2uz5drm4
PZaVsGdq1XwYG7BM2bpX79TGNEtbt1Vb2Hcvsokeg+wRolaW9DTuhb3+/+BXz612QIQhfUJzlMQr
Yp2q6+dDs3r6aCFmXniHcUTIEbjZsaSd739sUJNbJfWYLjpsFE9g+Ck/FahzlQ/l+Awh4z8qb0Ib
N2EJOdLI7P+Z2v8apS5mVYtUIe87GFVN6PJ8r8HypXutz5kAuz3wv3B7qL9Sfy994tbkarNi3ZX3
R40H/fUOlvthzoyuxQcsJwAr952l/kaDbTchCjaBC/8aasahIWfz/z7Pt0igrh35BNyryH44Oucl
idP1DOezGe9gSwKuqGnYmzf6FGEzdWHXzIfsHRwuO0CsdrUf+rXVepnL2DfkjN+MB1cU8OPIgd50
0kHWKeZVgOsPIAk/SSP6TUzpYzquP4zIVANtP/1WByv8RbjjzDJiXcmbHujCOvGUF2czClE3QJcL
ruTC0kBv+Jdw/++iP5loirmlvzS/0a/Fgp7STaL/2bYXVqltWyXImK7CiPkNHQgxCXBFjbUbD+1h
Sk2AkEs/qAs7eTUYV+X2PfZfw3RkOXBGEgP3Mx/4p/CB0ORpjmHVzmTrZmPP+9ZkMUdvxh8XBqmb
Bl4P6Md8ghah22eWcQxd3QdZcMOI0MmE0ZtIIWIq4MqGbgvNRT+1E9JbgghFpszUof9UOlztqM2u
Qb2msqANdX/Tbt3OKDgAu44UIZ6K1K5J604YhArm0IZtlQxPunXAL3+cuhTnWEnR8Ygfz3ywh35w
jPf6ZhR6+fuUoyZxMTQH8fviQ2E+zafZBjapeUq/hKfotbf+4n9YZ3zjAQoxVA1CAaAzBLKFCp8a
Ra6B3pXEw1B6S+c2XvzefRqrmYAA9rf6zVyfrQfilUFy7C+Odd/zwiCGMIinohkVjvDNZWb+pb5A
jVv6ih4jySYU+KxxbngT8MgDlqqA7A4lPCoMlutME9pREw9T+DgCUnTKHtRglF2IhwhHxTPeh8eW
xQW+sfUBpUPdFi17oJsTqRMmtVWs9y0nHIRuv7xDzICgHX6ogdrvk867v+83khakeA8MlYESIrDz
1N5cW1UxVvz5YYBywsu4uAJvjdJuGn20LRS13ab/fsFizyC1TDTXQMlN48hHTlCHvtaVwxzZ0TOo
D9DpVIOcJjL7xWwKq/35F0wy94d5e7zPxCTg5wCpGyFRvd49SpIsw1Qs+oGXwZv2vrDYUm+dogz0
APYJ8kx4LNFjmoeplbme1w8zt5rh7/FpOEmr19fACTKSMbebA5bOKXm850GyQG3IssiUAgxG6DKo
PsMSPELWENn54lgllAyUf45MUI9BfhGOEQgnNK1fTxtqDGvbix3C6eS5VvdoglNSVmRC4qlrR4+U
BA7XmTGbQDuvbYgTD4A/Mg+4T9pgBX+j5Me56WWvfGyy5Fk3lgnN1Kg2nguDMq2tLdSD2sQtbLWC
jZbt2UVBTf7d4AmoMh5kG8t0aYmuaEXzNGXdCEuKqQNj7Q2ac+xXa/g95Qz8zc3lAhoBUj5Ffzug
BijYXs/fMpTC2KCXIUj4XZw4EZr29Y9/PD2UCXK6Lnwv1xh8mU1LHKj70m2f7//47fejzkxCUjwb
AV6jJYziuK/wcE2SwIiDWtFMtfOalXFoyO19tcd0GWVUwKPPeZMbxI0A4eyJG/IqKIBJBjDvY+pa
iIQxTsuWFbByQKMWUQsCbbInLqZJyMJOyNqqCjoTwkg5b8axr427+9NF/PH1UM4gOElCbwxSM/QD
Ww1D0t+bFoExuxH/sFjQa4AgNc8CWtN2UGgCcRh5+ZFHA+TmrgczScowLaCADoisj4/IfQbfZmtO
zLc0ff4BUEMrNJA4WB4if0H5mFVtak7kwiJQNVuGyo3FnQYHmUlQO8eP+n7cSc8VkMqj2eVuXR3X
zGxYgI2bS5D+BuoM1VLXJm3EFUFvf0xObGWOOXz0R9ZYz3v5cvFoO9Q1lLQ9xxW9UQSNMziCOwb9
TnaEV8Ot9gX+yp6S/XoYD72vOY8o8rucp/pg8t+jv/H01y9eQG5u6v7oQUPHKdzEZWX6aYU9FHvO
NEXApwF+o0D8ilp1tW+MptQhG/oMXu3dKQJTwrtaWX9aU7BKUzeh1O2ISF/9+Iys1sps0VSsGsx1
EOTDf2e2YYdO6Nzf8rTXJoKUYGBDHRKgTPQ70rPW6F0Z8lMVTE9av2+sGpJxsRV+ZDHDad/u+WtD
1J7XxaZMtQWGIH4pDzZXe6PqKq88K21MXw7nAZ3nF3QzRMngepbToeXkUJ+rYNGsCMni0QVJNbRt
0MfmzP/KPIE1xahU0L0ghMVjiqajLCJj5MLJgPM7Jgfwn6M14y17HF6gp7uyXiJbM0hIktDMxSN+
1amDxK9yHUocePen/QkaDCb5B0Qb5kdluiLUFvb1V/LBeireJD/JCLE30JkIJWQZQeX1fAqZoaqt
ljQBMRb5/S7yI7/dTThiUWdCYmBX7/R9dOh3mQ96DzDePER5wNuzMwUxC/J37o6/PuTojkSbCDra
cI6QQr/+GiPSeplT6yY4aGQG3vtgtBUIlFe+gv//+Y10sxnbEUh1//NXZv0ZrdVabMGBPLylWICE
WrOz4DxBYpyxQvQdhalCl50qYI2AHwCo6PrjUm0S63FcO6AFTdFDBaoA8xjjGN2cV6hboWAA0nJA
LQCBo7Z3KHfDDPL7OIjRlaE46FfRDDd05fxnxCIKvtlvlCnyKRdXbiUOxYAcQgyYqBmh9fUj+h2O
e/0fKf6IYheUTeASAaNGAo3GWI5d32oKJ8RBpdlV5+IZ/6BxjxwjfiDu5WrjwAownIjrddRbMXPX
g9GxNmLerUmQmKHNUoq8veOoX6dWHlF+XKoj+fXWXH9AUc7/pbu5o5r+fW9NNwmcJwv9pMBCkSsd
R/J6GKsoN0odAbobP3I4cjL4RF7yw2IjthMgP2qOrMbk8zOEnjgcNFCiEWZXoBavLWZt2bVNxyeB
+KSih/LAgyn6LXIAWnKyQ/FTeZLd3EQH3pe2TyNz16Quq/3uxqNjcqHhTkSGCbveDVgqzAQ1TI0k
gLQBBxcUOWugP4I6K7fuz+5NfpxsRWixo+aBu4Okc6/HyulG3s1I+gWLM7/I7+WTjiLc8Bw9Tc/q
TnY1f/VyOwvGpxbk9N9MUqqb0gdtn1rdBExRBifBPihT8By0lV/z42yDBuIJiYrkp+CtB8PhHDQc
jeERleVDuct9VvVu69hjb4EvhbSEwJ9dT4KRTKhaZ2kaLPvET18GEZPOrCqTkdC7CpJsYE0lL3r8
69pIVUdt2LXQCF6IVmP2VKV2+ZJ+rL05edNjG7nJCbTsn9UL98l9Tqz4+yZjf55olUcaCATjt/Rf
mjigSUQBUFl9mncJ1EjeoeDUfISPodmUH7/vb6vN/Uuy9ZhNxAo067fWiSjaGSMgxV+aP7xlVnUC
mrw7sALMTS9ExLf+jyHqqlbFgavA4ZEi0v47y9ZraA/BehyPE8tl31x05JwAWgbMPdi+IGp6vXol
t05hTQDM7vwteQAVft+fMfrZel6e//6+Tu2OUZiBbC4wY5KbBXuVEfJuH7OLn6fugqpMUpRr8Pmj
uzjhV+/KiMB33Tv3YaDcGO2RIsEDc/kVfmo/ZcHEQ9DNFVNsvPujvCkvnIeJaiYBsiNyoIfJpTF2
IVmv1Y72n5q/WMqh/5FYIBZ5Sl4ah8X7sL3tLwxSG0Th2tGQ9CUN7FU0IctZPMneWttNoGWWUj+2
TJlhcu/dHPMLg9S9iOa5lJcjjBAMB87yZLjRvgt+rxZevE63Cxn+e/OgXVijnhiVpI44fWdrdSBa
MrAA41/F+nt/2TY3/4UV6kKUBmix6u2cBoWvP0LD48B6yd7Uu+h9QXlgEI2XZSzBwvCFsoY5PKBe
6tROakuoJ/beYM/e8pyxuhLOyYB7i0Wd6rUooZoWY3fIHiQQsp+QzrU7uzMzhM7Z3nDQANy8LnZs
/+A83pc+QcjsVT5/QCDggxDIDK3FZSUVNz8KNLRolEBDFwFZXbsaBCa1nCXoNNDckcPlANw8VKfG
37mXB/NLdCgDA/FHB9hMF9Re/7f66LziVXJ6Z9gNdn2MftUeKyDZjMIuP4psxIvIWArFJMpnfBR3
al2Qxdid1UNHOP4i73XZvb/fbqozZDtcWKOZfxcxqYF+DIm7kq3ESvDw+1WaBVIGubeYnH3fHE2D
fQ4xL81R3nEVF6xFgcENTmlP/vzxW3BjbIT4NH1JJ97pv9cfrVPsFU/ww1MN55g+gGFaNCc/8vo3
neCzvAIvMsZ3bUXwl99FOa8kh3BKyOO7bP6BO3E72ZJ2EpqYoMQEMM5r4mco6Eh++cU5wl4FB5Op
PcUOMEd/wOvZIYh6jX5JFv/IBwAhHllFik1nfvl5lKvr1kLhqgyrJOEh+t6QvzXrc0VYvv+TMdaI
tQHpZlo9qvNGTmGM34ORy5Q890MwZTN1vpiR2pa7uxwX5YwGjk/lTCe7D64gPnHmiDxZ7C5uZM/I
UUlm6r3/vb/Umw7w0iZ16KHcnhrdApvGS4bn/eJI/uAUHiSuLc4aHeBxPsp9zZpUElXQ/u/SKnWq
BwiXxtOKDcZ7yfPqD1byJNuF29j9z/vj27qnLgzR0HxQuIcqP2B4k6ME6GkxDS91JjN+um9mI4oi
lPmkDAiwGGLPay8lAKehCdWUBPJk9+pXFn6HrEO58VZArwchm8FjAewB5MxeOEIhbjuOy+UkEHqL
jx9AAoX6gguu5fsj2XgtoLgIyLyGN6gMfMS1GbXqxKnpVTyvhR1AX7zVgJVkReGdqWDLskTNGSer
i9RBkDeA7KIQvbWRCTGb1Fn6Q8mI/jan7mJMlDvTIWZQDYJ+tpSVTpfs9dIKs7fpHxVziD9HiyHh
5AWLHlJ41LUOYq0pUYUMKEHjIcv+tOK/Nn+dDaDVF0RXEhIE9Fuu7ZqlH9UmCTJptjBjbAsbrh+F
HxTr0cWGNnIKh3N/L23MO0QegKpAGhWZujOa/GLLSpHRF7mEvcRxdrI6yqEZXwvJjlk+esNvXtqh
X308+hWUadCSAFyzEwSyQjsM9w2r9s6yQu3XTtPqYomxiwqTDx8/Mu09lBgX77aJc5snFvimKNbE
WpyNOY4E2m1naIAERuY0rB6FDV9F1gOABcJehVNOnXC0FS55m8Al1lZXP3afE6vjc9sCMOwoCSCd
TfdexnqTrTXImCEAP9l1PNpcxEgxbr2/MQi0dYFZTpTQzU0NYsi1tOKR1FD3heHkEEVVrFA+DgPo
O7idxMLPbJ6KC3Nk4S52crWmuhFrSNTEj+bA6ErfXPSL36acBnpmezFEd0FQIfsln9r9+nn/GLIM
UJdtmUsSaLsxV2G+R/etPntJ98CLb/9fVuhWzqEaeKGQMIzwbTjqj8nrzAAIbNwXl0tOeab/pXFj
lTfIliFYFhITYtx65MffU+8Y6fv9oWz6rf+uiEHfF1osiWsBS0LuAvQ56A5cLShieVbaf/OgoK8b
eB4UBdFte72tOi4qqxIcxYHMe7mO4BIyCg0rB7M5b3jVITgBf/oNDMtowrCoKiTgusJJEwdVugpC
XoW1xE7NykJsnpMLW9SAkmmcUm6ALcChAGiLGcd+a75EdD0CkocHKtrtrucrVTpS1qjQC7/+TqPX
mVVc2JoqZKMFtAxCnhoLcv37saAXtcaTMO5tyMC9a+q/+c8wPWWsrN5GWApqq/8aou6SeZQUMLQs
uMf/tp8wlc3m88o5amizEu1bU4Z4jlRpQdl8A3DUk45MpZAEp/Zl2E0MENztrxMKdiyJgj4J4KSp
9V6BNu3qFNnD4l3NUc02JdG7fxbJL1y/FEg3PSBBZ+r7mxiCK8RJXdcuDVLjTVAeMvQjOUzwxtYw
CEkEgh7kqG/UjapI0sOO5M5KZANzr4SOB2vr3rTOIQxCM6qqn0u7ACJSj1Y1r6em7fo0yN7/AIu/
b20l+A4/Y7d+N/aNy+3Vx+JFe43s+/O3kYi8tkuO7MXV1TSLsCigPQmi9wi9z7IlyyZo9/hdLe4h
I4DcVsli1dl4VMImqWcAdUcIm8h8X9hU235cCwFjrUyuMk+j6sW2/Ni8zbw5qmb/3OjQIgFXuTn9
WL7vj3drv8AqeMzQUoaObGq4UOVa43QQ8Z49YZTlSSodFlLt1smhQQmhMYrj4JPBil6PrkEfbsb1
SRZoPwRks/+97IyqKQiciHIwKdtQvkFRK9BWJPj54a+Ees1sLpMJJR/kIe/P1Namv7RD3XJ8p2XJ
osdZIDqfvMnID2/kaMCxA7Vp3DuEj4qW62sjtVYTaSa0IiZwiUiZWMYP4VX7kf3hfxW/Bc1Gv3/3
r8r0eIHBLNYftrFE4KW6Xht9TOWGk6UsWFCuDbTvSHDFX+MXbw5QoujM+zN4GyfAGPQUQfoLFbub
vu9u6ZSybgdsBPMb+W9rnzOc3/YsXlig1mgZ2gHNcLBQvKODvXjq/dWqfcn5HUPXgbN1ZIbuD+n2
BrweErW382hQlpkMaUIOXLfLHUjKQLvJmLiziiLt1S9njnIQYK4twrSDmZm0LSrAtoA0wUvM6Cfc
g+l2wX6yE/tH5EBbAGnXZhedRuftz8rEZG0dAkgOofUV8RHqbNR4l7YoDdzEeSB0T3O9l/Wd0TFS
UBsmQMYGSiuAgiH3edPo2q153lQTgDqO8gNttSwh2I1dCG4D9NGCUBAU+ueuigtnC+8+1Ek15wDO
etD3Hv1mfMDZElnMMJvjQO8C4gXSSksDnOPI4Ph8UPNgEjyle5hSR2PRQbBMUK4v0nN9blOYmFun
K/cwwbEydRv5XBGhHdplCYAayC7KxpqpPZcPCIhCTzmEbuqCwx9wwMX//ca6B6WNy+jKFnXnJ9FQ
cg2xBdpv45cOKOQhOo4B/7a6ChKs+eFb8HsbHEVO4g728JJaud/Y1dvglbZ0WFzZb52RlCFQwntZ
3Jp5Dm/zsNeTQW3/Um1ryN3iA98Fm3dmNNpC9RTJdNVsrdD+UT3ySMa9GyaLdOqsVkk5gKuZIZv6
YtPOiV7JEAJANtMezOY47AVX36mWhGuismIr3Ql+dqzd1dYOqt1YwvFnt293MXLSnmSjom/ztuxW
LpDoL3xlim7+JAB7FvvoqsTHSkBwJuh9ZuVgyXTQX41EFlSINYSkOM/XX10b4dKIcoy4BqhRf2HB
u7dOsiiARgyXCbg76aTG0rUpJ0p4PdWPM9YhsrLJzySzr7/uO/mtbQkSP0KJgw4xBGnXw5C4uVky
KG8EdRbEyg4QMKCRdRbyY2uyCFEDMOtIiCOgubaSLUUWRo2GakZgfEOs9/4Ytn4ddMkkywroDNzq
9a8reSaIVcMji4UA6WXy7//61kqgiQ6oC0IiBsqJ618fi2JcxKzBzb64WfulyUH5v0m7riXHkST5
RTCDFq9QVCCLpcULrKq7GlprfP151t7tEEkc02ZmenZtbduMgVSRkRHuHoGNlJ3NJIStubxLS9QJ
HHoAhTkRCyE25i4MTYC6bg9lbbFlPGzwykP1AO//5VDUlOM7visSr2wcP3GKYK/lm7lnJGfWrIDx
a4AOBV0y9GhdWknmwkddWUm8OnTk8Wj4liHfJ6Jzeyxrk3Vh5Sr9LZQlgHqwMvSeUG3QLVRQz7dN
rO0rJKuRVkR2VISg03IgNTrgjOiqjmyJozmsCt9KdIX6MoIN8OGAfqPVCMNIVQc1xpHQ8w0P8Aln
SoJjNG48WejleHsgayuCAgHYaeAl4E1LDSSGYnmtC1j3qja7wfahR6fsW2F328radKEhO2Rz8Rbi
cRKX0xWOTY7EOA7KHJmG1T3d/vW1+Bf+EN4D2DHAn2iPOLecPysz2byzi4j+TT9OZh9Y4rytI3T+
fVC2fBZbfLdRnhmWiXeiXb2mwhPjmsIr7wp3xQ8QpA56DMwwhf6EFivVvs4dldt36qZ92xqMoa5t
beQGDNTcAIfEUJcTCe3TosXLJfFaiNuHG+Q5WHK6axsC7zBsiZ+2FXQpNCkjUnTVEk8X9tVn6h+E
1GE9H1ZtEFVCKJMh+a9QfrPo0F6qTTLEuh/I13QnIAMSmdWMem2q0E1HBaQQhx1XwHKqZLSdjDMD
T0vw0ZDMruqjFr3cXv6VgwpFT2gSkowZqgvU7TIUvJR2AYfVL96RwYBshILcOW+lqf3ntqWVwUCY
AhaQs0D4rpIZvQiEAr6osiRvUw+UEOgmQJM27BkPkJVFIRkFGNDwHr8CgI7gxXLjhDdx21n577I9
BMY2YJX018YhACmtA2KK3AUNk1Bi1L+DtEi9TDuUXxDoZrFnVjwNzuJfBsgHXEyUOpSTjK7RqScB
sCuZA6uV69osCdB6AfMNuOQrTUJV9YVQNvKft8fc7ZVin6d71N/+/nIDXU2aJkuosNN7l9PkuA5m
aKHChD/cczAx3N82sT6Q/5qgMUyJZnABr9eQW83JhZ8N1ly5BqsBzZoVxKqYKsiZE871cjnKvtUL
JZVST3ZQU0qQKpesSGMMZW1TEflssOkwXVC/WxpJhaJuA5AJvBmbt39peORwGBnslUoicrEGNMBB
DkWEQlN9wkCLRDlPUxLh+cF+AvTvXnlWRXMCBmyy64ERuJJvpi4W6HaSZDNeoOCXUDdmNcl52OkY
U/+m/kkfc4TeW+j4NfXrP7hSiFYgsm/QcQTxg7I0DnXZG0GeoWDmV9ZXrdu3N9ra6lz+PnUiy7zn
9DpLM4/XDl3hIawMekY0tmZCBQkDfh6cSoVOtbaRoqAVGobAdRut2EPqsh//dk0Jy35hgmz0S79S
SXEw8llGMkBIOKTRURsZoRhrFNRtoqahb9Q6TGAUiL8xCrn4J6PAewjAE1xZPJ2cKdNIjRWtAvuU
/8AoAG75Z6PQNbRFQsUHDGTqIZH6yKJNmZIRv9KKiQnfpbFyZWv3riYDOYxbCs6FLpJE+WxoDSf9
2OBEU67M8FF/6sPjwBIrWquL4A2MHBApFEAeiXJgg6ikMjYcTP2Byt7sNSIEdc9QOZ58M/1QWTLh
ZI2pY48HmEgAEQhbgLJdbjOo+lVFKEg/fJOaO1Q7tFT5LmOGc/kpb9BmwIqDoB5I6CgwUltNiNNS
DDKAOypH3vQetwU/Dq00d+W5sIZNHkOLCvQlknsyM/D2Euf9+bW2pP1z7yjb4IyUPMClO22TWwlS
QMkusV9QILLiTbrrv2+7j7UqEXhV//1WGrbjD0mQyx2yKeK99qZFZjebzQckHJNn/a7/9N/az/FU
QVLyHu6RYXptNbDyaEKpQcMDyijL1VDLKBA4AXXLYrYG6DuZuCSbY2BGaLP61P4xRlv4iM0pMKen
5km3bltfuQFwmeHBBAEPqF7T8BgU+RW9E4PEM0Rbb935s03NoLeiXzrsMa63lQNF+GRIc5L2KQKd
7WySYc6CFqiMUXHE8T6sHOmzCL1ONztW7WVtTi9NUf4hVsWkjCGFDwJC8SJ46WOJQJO1cCvPssV4
qFMrF+GcgA0DjLpof3SDWWaou8QzGtUC0MeEda5tUVBGUBzAExRvJ7on0RBE5aQoiD5K9SEyI6uw
k6dkx5v+XeGVVu8qew6q6CwYwspMLqxSh3gex5jLeFidkArVzG9tw0LMrdxIUN3jSU8BEA2v+xBx
ajIEMZ4EpWQ2731ltbFze5OvWkCjV4KJRTmOxpF2VYl+qiVemxBf7gsiwlP+/WcN4qi/LFBnWJfK
oAFBGe/ZyfoyWtc/ZKwtzRoEtaX9uau6IMQgfPEdjUTr/nP+RytxMQpqQ/fzlIdZDRNzCdqjYjjG
9vZCrG0mYEVFwvglYqRURVQtp9CYIryWAyBGu9L0q2Pi7wb9/vdtOySapG4emeRhURiH+Bja3S5d
qu4rRqGNIjKAgq1BSk16uf37K/QU6MMQbCqeTqD26dQNWvpzUZSijvU+Qr/F47f6UbJbVzn0W9FW
7hPQntTH6NjezV9Ia9tAOYCLzm0CFy1rgC3XNmghV25uf9Raguryo+iLBMWC1m9kbELuLttyqFlk
e98VXv0t74levOl20eNtiysOXQaHG/BivOlBgqe2ZEbgx1yIWRj7R7GyosLB+Uq2wa5sH25bWts4
eDeAUE24QDKdrERutG1HFejdcKfvFJRTrPqe2UBsbddcGiEn8CL6nsMesZmqRJ7L4m//yIvRG/Ly
p6nAvisBcCjJT09OamdmcpA2MdgpH7Ldevx3c5+f54PwJrkx6C2ZhZILuB3C+NwCHS4wnOEK0UdE
K66/5pI6HAZfw9ka+BYDigmH8HdoKW8Kao8jLsvU8feSJ7hZhk4bEHJoD+MGnbiTs3zI3kenuPN/
ZXftKXHR7/LZQKjAeMb9BNW3JopsuYs16MOZ98MAC43d6yDPiV3lBEjcORMUvgNT35fvRmsCnmhY
0y7ajdxp+I2KJWgIW2337/YcdcY1EKKimey5DBdr+hLZ8S78+5WKi6W40kXl+LINAWSLPAjtHaE0
f2RM5+0dfaWCGinozqBwWGrecViioLePJJIHy5XKZX8oFLJS6mxBd3SGxAbrXfQjlPf/74arTp8C
ZFeDXocNGz1ZROsPND/fYzs5ic5TcBieo8r8hiaw6CZn8TBBmnSTvPXP6ZbVXG7tfbZYJ2pXzgIf
1FUHvouM9wsp6Aov7SY5dnfcYKKvIcORr930fx1QiL4sZ3ZAM0WpTkEhyEG0fu1YDasZP09HQ5Ia
NnVABtP+nk6cNT4mmxSR12SKVvk4pGa0rcvTUBwn1rNzNYK9GNjPNF8cbjGsi0moMLDCLG0D/+WB
jBxsxfcGKtrDxjjlqjl4zIZxZL5u7KIfouWF2UobodOfw2xtI1Pw1m+TXWAJFgtHsGoGLT4IeAfV
Ohqwm2qdUUozOBk1/Cr0pTJTcgCwQaP3g894Sa0BR4gmz39tUZGaJk+Dz/s4GP4xtWcoVPCu5Oke
/GIElS9Wzmj1qF9YI27mYgL1SRpVMMHgpoD7wuN7p4FKobm33S1r+qgzVqRqzDdkSNkf9KbflBAc
555lHgz923bWghbADKDzhveuDq7OcjBhj9cVwigsE+RzRtwodWk6gXgeB4ah1VlD+RnSMwLILXQV
oohQYdVHgF1dDcXVcSOKTiybASsv/ZOmp7c30vdIECFFhMcNtTpRFxb9RLrvifejN23VfbgZjsHH
8KANZnef3aNfuRl9gf41Q8E9v5/cArFo91h1JhqP2ehCY96e4CvpXOAeIQb51wdRcVQ7xHoSkA+a
LM01nARk3GJTH2I3eZbd5E56j+9nZhaFLNutWaAirDCdpAHkAkKNDTfx+cu3a4fbzJbg/crOLA+9
trSXIyR/f3EgtLrNtJr7mfLc/YaCm8mSN14Rq1hOInUc5kaGwOoAE6VdnAxgMU5GY3mynRzEc/1Q
QWW8g3BE4gp7/z3Y1ftux78y1nEFkLVYR3JiL0aZZoAeqIRAke4UW94k+9aEdB1uV5bnXLuRLqaT
vheaLJrFwU+RAXOAypYsVuPTn76HNzbHjzu9GEkfzLWu5hiJdFeBUjziqeZb5bu8R/uN4iTvIC20
HzfSo2IN7mRHmzQ3ZSf/it35NNnjKfSADYfwN8T4vsJtbjGVzlcySZcz/fOyu/i+sQnU/9BiRGuw
eDO2NLCDdTvbiabu3F7VNfd3OdfU4ZzzvsqyElPROcquPuP+h7b5xHB9LBfwEwlcDCiQW6nnSdfR
4/j7nOxGszF7p8fSfqNAvjPuMkZQwxoVdSB7oZ2qKIS91lYdA/hFMi4WWZG4kFu7iDqSMl/qkdHD
yCyY3GneJ7Bxe3FWlKgWp55WaFf6SMAwQMJCBR7PnfIOz55iLzqqrbyUdzy6fVj9MT+NLwXcW/f7
U2P50bUXA4gKGmoDqJtD3nB55iGlWY3NmAMqL6LAiVbKhc0Y4ooF5adVM3rfAtRGQ/HQI1poEwWg
JkLSQePNd3/jo+nFFq2bH8unAKn3jX4vhA5nmHxlQXRdCR2eP+d+Zm1zM3hnqf2vOB/SklEgklQg
99DXp5QboE90IWDtJuQ5gedhuNFrJUVo114aoE5cIHGDMBbgUKiAi2af0KTcCG/ZVnPDXy1vbp4K
5IydyVM24YNiSZJZOckp3iVID9yljMrcWty4+BbqnIxzz+XAFiTekXAS3o5zbU+zk0f2cG6bxGxC
8u/tBV9LS8EmJM9JcYuIoi+3VFFzkpqEhENihe4IdRa0OBAQSroRhMYMaDw0vhlNEcPs2rKilAr6
HFSKeYgMLq1ygI33UULADRES824+fsgtoyBMfoLyByg5Q5ZYgwSyeAWmV/RBrrQCcJm2uK/M0beF
GEL2hUfovwxFb7IulCn0BUd96oc4CRnI5WiGosmrUCgzr65spNkSqLW+8u0eqCnGYq04UiIlBi+E
DhHAn1CJ7CiV/b72UR5u4m0emeKf8uwjSRVaOhrVPARYvNd5M/5RI2jUbtPYHhlzuuJjodWIUgAa
PirAWVCHJVHRJ7H3p8z7KArLyMwgNlOW3PvKZC5sUD5OzVFxq0bYAAkVVcgMuJTcQi9jnkXOYhmi
Lgy+6afML2AItXYQOghxF52jCiRKGeeaZYja7L6oVtwgw9AwbWYeHRLLj2Gy1ZlxplYWhzQwBUAB
IBi0+qLGU3K1OlaCkXlBFZvAOhfNvquPzDzsmhnggwXg9qAuYtDhYBkIZR5DO8+rhGMx3EuajX3O
lPxY84UAB4pExYToytJwUa0NlVDXUdmChxBjW/3koMaN9ki8qYMhASE4zszTTQWJzdtnbOWILexS
229qZz/gfT7xmhBlcOSvVFAImh0L27Nyzy7MkD1zEYJBkjCNw0BA0WvvsnAq678NBUUwk9F4gi5/
FMbYAGM9JR4YgaLHwgr9AAMob4dP/+/P0/T9olF7wU9Rvkl307O8yb6zvWGlj1BbvqudfcFZk2Ps
WosFSl2DXy3sisspy4wmrdMMdhsTTAd7NInykGymDosIvXJzYMcB0QvkCtIQtDYLl/OtECTAjvvH
Jrc50g46aWzQUfUTy9TqUv1lii65BWLI4QwAywumVNJuuMG6vZvXknqALkDIELcGtLBpp4C2uY2f
+yjfapJleA/lIdlzjvZVbBrzl1SBYMtvZTeyb1tdud0XRimHp+doPdBrMFpD9PmhZYxpxQGR3rbA
3CIRpKKQuNwHvhYKQhgDcauBABWN5leFUypn7u0xXFtBcwZRItAixJ2YwaUVWYzUTs8RofSCASVv
dC2VYptVYbhefiSLCf5ZgdIk+g5Q97leiyX6+dUgykW/9ezoT4yFuHZm+H00y4A+DwD3V6CEWR6K
DG3JgITtzSjYwVkKD43dWtXwfXu2rq+4pSHKnfUxh75BCpiL9fjdy5bqoXl205kpHgz/zhC1+HE2
jd3cYkQx+PDhBG5rZM8sV7O29kCSgqSiQdIUEOXl2usFeo4bGYCXjcNB0k+wWO+41em6MED2xYX3
75FOSEaCVi13go0kOwQEeUYS+ge8u3TTWJILG1SsxvFaOhYSbBR71XyWIRYJotj+bDjlFr0NUss3
O7Nxaut3Dk9gWbqFAmfloHszx/iSn6Ny60uozZGURR03Bb6k9sTJbA7VIfkMf0l/mhFsxdop3d5S
0BPpgXvUwWlkVVRWKqrLiaC2TJfoYSagsStyKho0k6FtbGZ7iD9lpUVk3jiQGAs38xBcxC+lU5sR
thS4xneRK2zyz/lF/Mq+BEdAtoflJ1ePp4ZtZpAeTVfcgS5LpLjjgIyGhqOtIGj3hK2606Lt7TOz
cnOSPjkQiMRVAkwUjSgkjy2/CTUA1n91H3jfFZuyAoVTeJhfmLjMtbNzYYum1RdtLEeJqP9wf/OK
gOMVYccrjNLsSs0PQ8J4QJMG8wbNlJYnqACqfO6FJEMClp/M1AufRKgG9F8Buh4Pds+iv17faMQc
KDe4RDGJ9MNH1Cu5CAj0N0u3ePpMBH5ze5HWLCDkQNcKlHLQXpnyOWWeAustCZk3JftCNmt+F/2D
G+3SAuV02i5vUSsSMy9sjkXi9LWV+bucpbe14trwAMYekyB4DWYM2R8Xri1IlVGROLxCgP3tamvq
jzrqwpWXs7pOrGw0kL2A9oYN8hqh/JsoThkX+xxeVcIG5IW42Pe6/Q/YitLCCjUcrVQSoZlhJRP2
Sm4iJSSizSBre61MGnrtAeKJ5SdkQspDBqNch0aJJEyR7vnR5KRPAu/Szh3j9lyZM2D4gLEDfQHG
eOrUBPIc6XJZJ95ba2yG6lSqbxMrXb4S0wBDChcAfBeheFLuNudLpRVVBH/TptwyQr+1eQLbEqdD
hWzLVSsAReibufXxBGibPV7tkLs1DrV++HP7KK7NkoLkBjBTyIIi17LcwtJYZ37VJ5BJeADPapJN
sd6ziiprI1FksKwAKkbWiJbW45KyFicfNoQ3Tf+qHrTuuQo8ENRvD2XFjAHpAkJWgSIaUP/LoeSp
0Tdj5yNhnNtoESFBysvOjL8dZaLVIGEqYWkglqBSDzMuFedZrLGrxE2E9s8BVLEFK/2+PZLrRxmM
EBlC9Fgh2SdqW2V+OvJxEIJFBKzJTJJP3GfMOUSd7ElmJQEYxmj2cFbrhQ4Acer5EF+YzRnphsH0
Uwv5rhro+ICxSte+H6Ic4L7jTYMmKAAtLldJDjIV/S+r3LO5ZvslJLvbU7f688jZoXKABDp0OZY/
3xsD0JxoGk4Y1xDGAvvmH5BKMAJCxoBrQZxBv5bUFADeJhBybyocQyYm+vzz9iiu/Qq65uFFZoDH
T5T5KX/fCVw5B52ae4L5zsrGXJ/45W+Tv7+4tCI1m+Ww1HIP552Tj8g2NtkRyiK3R7CyDiLAmJBL
RdM/AgdYWpm5JlE7Ps69sd30j5ywv7/9+yujALoFCR+I98F90WW9RuzmQiWUGFf8I7+9M3597etB
woBsMUhQ6JVH3VGZCv2iqk0wR71iNt8x36GBKWOnro4AeRfEWSC9XTHRjbaTMlDscq8M7HbYRPJp
rp/1X7enaX0g/zFCWO/UcYjB5J3AF8xJFa813Gh4bGOGiVvjICaoG4RXYzBWMowDQRBSy7l8LMEB
YJ0I1kAot6HEnKQNA7Ei3sNLGcJ+np3bc3V9fyDLQtYCAmk/7UWWWzYNYvTBNDBXI+8JUJICGwhS
Tx+y/3TbztqEkd5ZqERBYhDXyNKONBSzVlZ17s36tozv0kM3u0nCMLIyXwCbI7zGxoJuw4/SzMUp
r1V1rrQBedGob01x54MGEjOYBqsmEDagwzAybhBupMYxdR3ah+C+bUzNt2XEptbtiVoxgIAXDxCk
jICOojmofDCWehcYSH6FGyO+U5td7r/cNrGyFjCBjBcqgqAd0dWspBPrvBsi3LT8Rs1AMv9sn3mW
RPKKN18YoWKGtCnCfChikmLpz9yffzcCahX4vDXCnMP1PaNjqHictz1UICRGVWd1JZAfRN0PERYK
IculVgPU6CcRK2Hn/EnozwWr5dPqFBG+Kco5IDXTkq+hWHB9qiLPmfDbxFK7ze1JWv958thAOAUa
KLUCXdiNRiIEiHLhOo7d47/7dco3dWgNPacjNlEF6A4jn7E282DGE/E+ATETra0khO0QZkqD2Blo
ueiUPSUsqvfa3KA6jRInxO3Bvqc2UJ5Msl/WSGLwg4WcFAtqu+JV8fxCcRrlBehDatTU8wpi2UgO
Ci80nmvfnLNdjNYYw1Zi5RlXZor01yNdD8HsvmqdPcZ4b4pSgv68s4X7VMtMY2Bge1a8hQLcAGkA
gOAfydLlMSiDLFazvC4ARtlP4j77aCCmyTjPK8NAzwQANRH8g9Zz5ZEUP84LLa49CRGsNj/3/XPN
Obc3LMsGdZzB7BYbKU5qdHmTrE0F9oSQMDzG9a5CRQlt7H7KSpCOoCKoJtbUdpL6AiJXwmS2rMVm
/Tx51Fxcb3KlRkHY4ecHp7E6RmS2knBDXGYgowyNG/SkpYti5Thko4p72qt7S8fTHu11nvsKctfQ
o43yo/B3uz6D7fqTeweVnyi30+qsQq/nfuBrvZcA6pC6Q+kOijUHR05l3KhkWhbZaXRIgBgibju0
CSWPcWrawgaIe6hHeGnqKtX2Y0o2/raRrEF2Ila572qToRQDXRvc3QhDoBxNHRY+V4t4bGbJMxRH
HazG3wws33K1C1AVg5wujjvWC9uN2gVTFIWdVOWi586gtd0+I1d+i/w2afdAVMJU7IXlVHVzkPn5
0IoIPpySs2P01T2H6eH5thUyCZcLgoVQFSKUqgOBTVSBl1bKmPchSZWrh+BFKx0XHY2c/ti/3zZC
DwVGkM0V4P1wdwNIR9zaxWHhtKTrxELTDwmaNQX2kasfti1L+eRqJOCs472ExD6S+0QMYWkkk+Rx
VmKFQzOupnru0el9ywsWF298lr7sVYofBH4FFwlc8U+LSDofXjaA5uiIDImceutWp8rMv6ba3md3
LPmeq5IyTBGJeLzAEUTjuU/tMBl4liwaIBwQ+qYg74QAjPEdL5vZ2dgL6Az02fz2fdv17/NvITnf
Xjb6sP7HNlIAcKKkMzZlW839sBFkkLq7zOZ8qym8+b4QTCPejINZsQpX5CW42ImQlYATItor2o/Q
+3L9dD8KxFgDCR70bfBvqmNqVlaogh7DCjiu3Cu2hwSPh/EhIwhZDmo/xkgy10MdRHDeo+fvVetB
laG5xaESxZJ7+ykl0MPCs07HIkJdAOHNclhqPDVRkTdoHrupHqQ33olD06w19776SpF8PrMA3teL
RmKQv+wRl3Vx1hJlamKugT10dokcN1PQ97m+N75lRnuMK8wQmURcq5ABgrYf9ihlqEJnzFLLAAHW
7oQ79UX/rdrgvvHb2grw5/ZOvAJRE2NIDpOrEP9c09YHhQ/yZiagZv0+Pqv7AHXFh+yhfxK8CpKo
BfTSp23H2pMkDqEXDxkYSBBBbhLVAip7ocWksQEh4oAVqk5gjQznFMTQZic5LB7F6nxe2qJionKO
RyHlYGuwDNLIuzFf8foHzaC1WBk4+tois3lpitqTTc2LbUu4hI2joOvW7bWir138uIzrEOlJNJxA
ioEax6S0JaJtHlXC1JIcMWdKmK84ClzqRGiOdIDHsix3eNGkHbpBALirJ2b+u9Jt9Vt/L1GasMPC
+du6xBgOETkkPAGk28FvX1pLs66e5kHAcIgeimd0Jr/J7/T8U7S7331iTixo/fU9tjRIed2Sj2u5
T4jBJxEMae4ZoGRH2t1epJUrDN0hSP948pggvaCWw4pjvajUHtVwXTUzR88fEhcdDLWX+TtILAis
MMyRNaEO0sIc5SzmIhBChZOJvtph1tLt+BEAtDY4LVqeJFafHKLYbUq7q/aJe9v0VeyB9bscKBVG
lVBKy0YDgAT1WIYeBJt/Ayqjf/07I9SFAlLNHAUaZnNsNh/xZ/IOZKv/cNvGSiiAMBC3Fq5JJKOQ
IlwuWQga2Yz/ZKCMSmiDOdtf2X40v8EkCazcUdCJkNUI8wqvjs2/MEntkjkJpkQeogyXV+/y+8Hh
HXSPac0zpCp3I9SIFPv2IMlELfcJ3jsqYNcatF2gWkEZlDsjbbmugF7WZAmto3WnuTypHQNCfu1r
8QBBch2vdDxwSXqPmkq9EHI0kui9/pcs3svWTtDMYJc/FL0JXW+oLTGO29WZ/rGHbYg3KeoqdDFC
zwo1qXShx/6wim/ICZuFXXb2zJm3p+/6nqQMURtR6uRY9A0YKlK7eskseRd9Gw7Iak5kPf/h7cRl
vB+ujhdlkIq6gyAKq56HweP86xzawp519V/tCGIAHStQTUNEcYWA5lU5aIZK7L35VxFBS7wQbYcx
aVfXIWWCulD4Aq+TSpF6L4we4saO6rMsm+3W83uzTM3+JXgd0XZY+c25/9Iw5RVLpQrmNIBh5U40
0PsFlLuwsl4HV+K3yv69/gQdl2Hy6vKkxkqtV4HQN8vIdCYhOvJlthFa8luJDsd2+2DkG19k7Ehy
khYHGvYk5FNRSkRtA4duedKaEMC/OIgGT0QPwJ16YKG6rl0UZYC6LkNJ4JpKDgfPH3dluStGpwpP
0ufwBCzMiT88R3dQ77+/PYurg0JmBmgVPM5luvBQRrmYpTkG5Y+WaCLEqVnx7tqWBPcD8DFSGriq
zYV56os9kvbeJHzwJIPhClZthuafFNhB+QNDYlgk03S1Tv9nkFTRlusU9snY1hoxaJVoERxZ2ler
mTPI7TOK8gwvv+YO/zs6GKNuMl7tkkGPiwE32fTHMM3xzyfDw69YAIAMQaIGZBSeDdSRTot4iCKp
GPE46Z8asBcEp6ysBn17MoZrv46kDODIDMShiA1BF6L7AnEhbn4l6kevRUdWqIv4xYbntqNqzmBM
7ApWj3KmPcpp1OM4GJPUjp5YnwS0pbM0w+pPfHYMG5NDZ2DWG2jFwy/GRw7DxYNy8AV1GJRuBCO5
dxsrviuetVNl+2B6C6Rlr/k7A1T778pjkSIoUcSGpiWP9BqdzZmrOkm7fMCs2tWxND/3rA1//TBf
WvhJElyMawqgnFnKWDfAT10JeNz2y1P201uLXu++VbzedhlXskf/GdAPkQOoBGguLKexreU2kwdM
42CF52HT73Ck0a9a2TRIusk2pH0OzaZ2Cu80j9hH3EHZZXbh/r79GSvnAtP6f18BAMnyK6aUr5Og
x1eku/JpcPz3zivBSrhtZMU9LoxQh89HprFSgIT3ns4WC1S3shvx20Dvk6IytEWoAAdV1H5qDeyL
jt80ow3Z1sYwWygqs7ShWIbI319sj1qN9bocJmwPd+DM3b7bsrB7a1fXYixksS5McKPYD0k4kj0u
WjG2g+CCM2CHn30KyUR0/Y4ZTv468UX2PNDPQA3BOeJ/LS1KUyjWcyeMnvLIbZ98hPFg8p8r29hF
jP2+PrgLU1QkL2ZRGlYjTIFZKLhPvg3e9ubkwC1u0pPHUiFf84qLkVF7Lq+iPEbsPXqcABqvJcy2
6nF/uMwu73OL1en++hSh9AaQBpIoeELDPy2nsWjKUQoKYfLeUrd1LGiLMKKmVQMAFSHwBV0FL4al
AX/igbgOpMmT3sAtHGMLefNzdxezurVcaYyB6Q3R278MURtC5FuZnyYYwuUlWu1XALW17fQioftX
tNegYRftGve7djTVrBDm2MZ5+HpU//ZlTT5CV4AuBhwPaqjL0RqQlx+VGtMpqnjK1pZ84GyfsfWv
ZAp/RgoIMyml4Adl6hrjhDQqW16bvBGCbbrTui3R8TCHvW5NJ3O2FAcgYOg/1E4OjkIC0R3V3Ofm
vgYfRcPn/IMlJiU+pBaB4QTbntpDk5DJUtlUyD9D0ffJB7f34KPJsHG+7YuvCISofgGADBgOYHCg
PdANM7RBnLUkT2bIM3LmXb5rXd4pnBnehnO+O1cKrckTmKy+ldt1YZYukQSJyg15m81e+0t/HlQr
Lrac5m5bqybKj6MZcegWwjg11xkSMlY850mpHzGLQV0OczqL5dSmM6QRC6cN7SLcloibHf8xfDD2
vvXYPeb34XfC8nXXb9Qf3iwAs6CBImlBOfJSk7JCK4sZpYveVZ1jfZeAZIQ/O9n0zd/ohMJUB7z2
EEuT1PbROwlKKUM5e7wlHGRb26NflMlK5V4p7/xsHkzk/w6M7llQa0ECGUJY6Zz8TrSeZjO05u3d
w1dvvge2YOUbyUo3BTg8ksWIVK70P4htVIhJlRh9vXga6JzXig8OKmyPLt6oL/N2NMttu01tzb3L
TWkvoBua6uZ7BSL9rywPv+IYl9ap+2QIuqbnYlhX90j9WxWkKEM3OtZbDZmU0cIHWL5V2/IxPnI7
+QClapMVeJMlXD7J8AkoTuHaQhcE6IMs3WIGdYoiaCocIRfUuLvR1Z3AVezGKXdgdgk2atp4oiH8
EVGxN3NkHB2G71jbZMC4opgkAGCHh/zyCxJFmpo+7GeveEGPkuShfsrP4qfW2/lpeBUPrSVZPdxl
fhjumLxT8tvXo//LNvXM0ZRUz2W+m6GYXpnTRtzUkOgZd/6f3mvucb3Ldglh0MD6fC+tFwUuurN+
T2bsPG9Oz886NKEN6yE1PwPrffOEFl7oTA7yWWM5n14ArRrvVJ9EV7HazePzcFAfWN59zSNczhx1
23RzqolFhpnLwDNrD5mXshg5ZPWX8wPQAag4aIVFHri0r0vRadWXQ0X3Wtk6Q1DEy/cszYaVuwPF
X9JNFzsAcc5PH8WLADUSGznVhtj39OfqhXdCyKU1VuqOFu+KO4gqmE4IRvjAcKcrJx9mAUoA2gyg
CiS7l9tOCfk+b8Ta99wydObXrDJ3/Zf8BFeeNtamNKed/Dq1Ju/b0E7jzizdjRWvB/vgBoD/gOag
0INf2ueyQBq6rPW9g5GiI7T4wp2Sj/w3+P0748M4DnbxVJ3bTbxttlCpOfMnFiX2R/iHWlyAHKGd
SAqemHfqQhHaUjAKRfPxWESf1bvoE6J5rnEnbgZHcaOHxkzdZKOClT+bkfn0oNqBeT69qubrSbCy
87CD4JMtuj2klWNzdkScDoZnuH7iIbtC2vGAFAi5Y/ohEfFl6rcjZ3jyhnOVt2ZTPJcOMEqvwNid
isd8I5xDVrC6EuMvjVJxIqRYfFDQA99rHtrDvMHecEg/hNxioS7WdqABQhJWX8PgQN5a7gC/aIcW
zHfOyybTP4bnficdILpwLHlT3vE7fxueoFL0LB+CO//EeSwsBO35kRLD0wL6AcQ83gCU3x2noKwh
0RYc66c7Pbajo7pLsNMx2C/GOq5bQvmeFLlJa4/lQEswGPIy5DAEJLo9qJ66qR3b9QHhL9RPccOC
M2yCsHtnnJstwzbtwX5GCU4pUpzYSXBkS9upMNZoAYFRQtIPwemdv++OyTO4P/IO3DwvPqWnblce
I95k5rToi42YBrzOIN04CD2PulqBac0hc1UGR8UU6mP8q3z138s79LKxgK/Zz5IL6SfOk54nl9ux
ECE/ukGXh5s2Th/uoeomvYTxyumczEGb2bvsE3VQKzlGnhKiBcjndOgd/vHEnXvOZILW6LsJ9sEy
AKBHQuISzyJqzaV8gPJsJwfH5k+/ny0G7vKKCk9+XkJWnHDT0MWDrv+H4B0gbENvmHinb0pX3892
tm+OyvbIOepvsGHRIXBv2POxvI/RsMFH6Ljd4g2EB1l6NJCKuL3NriI5fA/p3AduJLCNgCVQw62z
UKuCYoyOIRrGWdDbem2BFQGYIzQjGXBg5DFLR74bHURyf6YDb6OtdnHwG4ux33821WLd8ZxHPhr1
RojVYtqpTScoYlUmaTUeM7NANNJYELuB4I0ITL5qzW/4vz++zu+TneAjZ/O1Rk0mBPhjdCCYjweq
an5zVm++ziiCIUW57UzDHuDfLZuHEzwEdomoFFpEJtPv/vS+or8cESgPzhka3wPzszypXcsNqRGG
03GyPo6H3t5ab7U9/+qcYIvYXPwf0r5rR3KcafaJBMibW8qUt+3nRmgr711JT3+Ctf/5topVaGJ3
MYPdGQzQKZLJZNoIGyzrLxH5AzB38qq6ZOflzkxfaJj+3z3uwNNIyOLP4+KzJ6Hz0qMW+XA4KMRZ
rnv77Scjy8FTiU72md3iAUvtOc2obKUZ/lg7P739/tO5CdGAojDYP/oOE6Kegr9+0T6x5WDX3oNJ
TrZJkkVKtnAFtR3Ckdlamb0MzltOntYpcTv7d606N4/+siVsfCv0xdCpRjBuVps/G9EGmvJzQRab
rz+L2XHjbHaL2sXvtbtcvs/W3/Xsdc55gs9gMr99AeMlZdEpzgYJX6D/aZ16rduLPzvv2/P2roOC
b0ke3J7MdDIj7tzdru3n+dolZE+WZPbumNx0xo0xh3JfqAg7KqOPqhoYE74mAWjfqwEYp983/Nzy
/NtyGY86730ftEQQ4D3nUK3N665AwXSVkI0FPXtEEcm2se5Xzzu2uNLrmbtfztYPL0DbWD0doAdf
PB//PCnKfBL6B9DtRGmdKPDd9bUwBCMeNGFKN68C6R2nXQQrIBht093JyU2izQHPbleONKvn5gKf
1M7MgPi4JE6NdEDl/cSb9ik/cZIgN08bOnrOjfsiuF8BlMf4DpVhoSBvxc1GT9BU/2hhoBYoaybR
eeiVN70GaEfFoIAGxnmMPMNZZpZf6blRnqyy3SAkHWEFAjexTcd3sk22wKNqBx7Plt8TiTIyrCik
SgaI+q53XCunUDaEottk78iYlS2yK5oLp2z80jaD5xNxbsUklLzQ4uwqq97I06P/AP4R5vIwfHF2
TS8iIQmMfa3Qy/Gux5vWunVHOn1ep/O24+g5TxBzfFqYpCc0fWMqT7WbbqdgtG10a9nTa0564cbH
RW0UiV9EOpjrQXcjyxSZjaFU530/7etPC1gLb9OX9CAuLbBfYJZuIS/6gIgDsd4BcffYPQKyz/v9
Rt8g1Zw/AG2xdD812jV4fZiqMIWjap6m/bAMjirSWHiOha2GaGaalc/baJ/B+7IWzTzeZBrnPM8H
dnl3kaRDZRHjDhhsQsM425FTdtYpExNB2hd4tKrlMCsGN96B8SuuvJTblkNd2RtpKOTrmN1BLwSb
ylFGKVTKyZf2Uu0Muhc7xh9EEKknrvunE08a69NTilF0R2LgARg0oK5lLCWIsutwyq3gUAK0IcCb
i1n3zsnQuFg6Ktc5YCNBTC0iQYfOJhREzhM316eoWZEvmkkXH4rn8K2oiLmvvqunk9st0qU5b598
ivTO0Zyb7URaDOU/NKaDxR5OHeNJiSMOtFL0adPZnTsARBbJ5IUEMKFdxrklN3sJSbRzm5Kno+3Y
YPYy04rMiPpA3Cjk5JwWwjayTU+c87pYWJccAypXYhgfdbQMADYLAha0PDnJPAEKI8f7vKnH/SXC
ol11IBdDcuP6nKzIyERBjcRNu8AdR8LAJI3zGeztJUCo11+/n9D99fxPGOsdhZYSxcWEbUvmoWPZ
8prHXHBjJs8b9rcA5u1J/fikjOL5XAYXiKxr2eEBbdxU7JkdYx+bSrSmZhhCcWM8tAXJKpsSghxP
a2zfi78DTTxWNjjRPlyF2+HTOvhocAKRo2cA3ff37WTfdPZLmEeh1QK5yoZY3DQA9KZirWXkcHM6
dM+ujBSzp4w9HlLNbDKq660zIOeqeaajfhIZg0289dy/VX+fHnOrisDPuj7GekY7WMUAKDcO8lxA
Bvf3bbs18syKmGslpI2a1zlOEHPPzuSESOPLi/y9n/HU8Tx4+dveMRYJ/dpDqfWQ5B+sM6p+MpdI
cEieypW1lReKXXnyiy8iZOONPfFuAhObBWUTRpEMyTJICcuVgjkW7j7y9I+xHRPwearshPOaPMvL
TnPlw98ndg48N9qVVtv61tqrjW11TsBd303Pwln5afiOdDf1WJg0UZUD40wLU6qWIExepo68qBxj
ZgJIk3uM1H+8OcYLWYxZkWV/bHIzEdHO1Lmjm8yNue/k83CuuIXDA5i+fTlh9C+E0Y+58ClzoBpM
TYyFLY7zA0fzeQthLEatJk2lBPjZPZ6TyM2g94NzctGtGDjcVo97zzH8DQPpUmTMgcdwvRBL6TNB
yCtxA1Ih1OcASbRK9uXGt7n9KzxJjIlShR5OowJJ9JVsiO+gT3GZo7LLu1X3TcfFmhgTJcWZIlZ0
TYPbLxqC9qxNB4iJelb8Gw/jQhBjo0pflNNgLKmNOjmqTZ9LY9n+961jLVTejYWpYUG90y9Oi9hB
+96PDUrqI0f1eGfEGCTr1FsSIKuhDV5BKiS6rC2SbrY653Xw3X1FLnaOsUpdqqe5n2BFHV7FFIEn
fEC7PYicBd01fn+LYWfA/FLowHuJ9Zwc+vjKC4RCNs/y3LHiEuIgU8f4taEjfXp9hUqzB9e6dVbs
0I4hZFxnL//8YK5kMAczxaoWdOZZpRsSO8hIEMqRy3st7uzXlRjmWEor0cDcUdNjaTDBKeLxG+Zc
S0BvOmOpL6WwHVKBmI7RFDXipqJt83aL2oWEykU+j+xRRh6A9klz9o+asd9EMo9Dl9TA1OmwMGWn
H6hdFex8nqakc0Rn+cOzC/fePaBhW4huUOJFsp7ZR8lvg7joDfruobMdA24n3CLjPXJSrj92mwvA
gOOFLLYUM1hxYpTtWVa27Xs7OGIy1mkQO6IVai0/+DvJLr5Ae7AUV/6Ra2zvHubfS2UzSVnW1JYS
nMVTs546zeav21x5/aa2Q8R5nLO84+vS8ppGB6vpDDdzF1Dxk9K4N7G5EVHhNqECgASiguaz1ObF
kDdtSfBgaLSKBnGE5gDRZN5HKayiJNJjCW+JbKcOuP0+5JIMb5Q/qrRNFBDRb/whipxF3hSaWLnM
azmdNCFXBsil7SOWhfa9CJnfaT1s8ait5WdKIzobOlCg+bv2nba5NZxi0G2Ohy6d9m/TXny4BowS
95IMLpUR5AXdUtuVoRM+RsfoSE2c4TbAAR4LEqEscMy3tNzBsxJ39fpCPGu7hSYNwjZJpE2IEZvW
2dRrddmuo7nnSdvZyQ7fJVv6mXDu3GneeyqN2hoK+Cg5Kfj/tUGXtKGQxbHBmR/ALjVvNiEeXH9O
77BMZFRreCp9U3c7n/aFRGarRb0fAyVqwRMR2jqM72AbD8OM+hP5vAFNAKI6ZEskoqxOIJikUaQ/
B7SjTvxP/xOJr8rjByc3rRTMR7GQ+7EQha0wYRusubYzD8h+Hbrl5MnoIwmdVARuQvM5Ov2sRHmr
RzRdceHxb3LG7CcwZnvwo7grVHzCyUmdEG5CsfH38mKyAXWyEXAhhEfea34zX8jKZFx7xEqNLowd
1N4FQE8yV85RbuOMjoYxqAfesMQ9b5WSNv1/bWMtjFEr2qCYtbT5o6xCOMV0LKm0UUydc+zmnbji
ShBjUtoJ7IqpiIUpuE7FtrEFFO1AYJ4STApxvaJ7SasrcYwXXneZ5U90XQNK5SecXYxaco/lZXsf
9gItiIv/uEDGHUeQY4CrjZ4cLguNAdHAbhvHfD46IH/mubBcRWH8Pss4+argQzkBe+FkW8v76/QG
jNcISx6izE0dl1VLxiidWmUUOgMmosND1C9ik1je5LSOQAIXEH1zH0ZAOGjwb0vbgPIETopEE3eP
qSViHalLbWUslRnIUVDrONVu2Z6TMj4KZf2OGivVETaS3eypHbAcgZtJu6nZMVvA+o06phKsjN5M
8+Avqy1MoasQfRu8tJgCKrHrO+TYdqi6zC0bc7r9Mn3WUeu2W7fqibHsnBRtKYFd/ssE3KW2s50T
WTWYltZDGQr3uQGslO/sZ9qBciBylPye90OHCiWgI4Gzi21wK0EfEWMET9romNo1zhajX/ZoKojn
3CwqTxaj4bXQDXoT9dQJ6R3p4eTR2afeofY/nwf7lhiYB6HPYowLbXDTR1Slb3Xt76UyKm9MRRdF
AcR3SwstF8ja4tGL/ylA/l9a9bcURqNjXfGjPMeGDjbcZjvfRQdqFoFysPtXYcjF4bFPKmy9dMqB
SIFsC01q9o++09PXE8cnE/XfRVrghgKWLjDngGfMvJ+pkiK7M0p/3dYYYwQThkMCF4e36HEfTI+H
1n3Xa4PLCLg8YGtBJnNm2WAAznUQJHQQjT8nR35W2sUjLaRXa2F0o5LMy03hhZsCUZ4w03g+6z2N
xVuKHh1UCJFxZBKO3ehbVlaG8sbCzTChoRRgIcJjAy+dk/y5+3BfymI2t+pMMW11wGaOM4TLG8s+
oXsBnbz8IITeM/YiXEpiXBI5yk6NGmNVgOvxmvf+0UB/gg9ey/anfs+3lQcuEqxw5GRP7rpfl3KZ
4Ad2Jq66HiusHf9QbHv4pNoKjMQ/BqAClG+RtGgV+Bf2DYBjdBpXB1Yoa+R935eSWutkvHPozNgV
ywCdIcpsOhFxxQte7xmYS1nMCUp60UbV1EJb5rQSGX03i37Gqw/eezEvhTCH12sYj0oqLIjeeWo6
4dbPNDh4v28cTwxzVlrdDH5QnPctQeK7Xw6OTHxXd38Xcze1cbkcxousx1I2sryXUVXtd81BWQVu
gTRRP1NfIg5iJm9JjAfZyoNsTOlARcH/B7ch6OVO0HbeCXHXxDiOEd44U0PnBt5U6u8HLjXLJxD/
SJvq32TyLvePeVOTTKgKKcCiaufkDNvIDZHbD+dw3v6jQjCWuMinBmNNWBSA0dY0IUTtPhbFM4P0
FG6M08WFZd7PArAUwPnAgrolfdOSufo+bmmQ2qJI3SFsmoqZ9cXRwjuJarS//M9KsECnSu9LbRNC
KK13ikjMZPa0HJ0agz2/S7rnd6PvFORgwCQAEJzJnJeRTV2YqqOMGt2wTeboJFgrzmeLEjw6FH3y
/oSL5lYPD4FzOPC29o59upLNHGEjgAtT1CZ5s3ot97KbrIDngAZTtF6idwq4QbGbeemMt7fUUjAH
eiWVOdDWqJRSPmHFmN+x5QRxho9zbNbZ/rTV4WQqj79v8b0c26VANtPTtGYva5j/2xhkIznBqvR2
i71bbpv90/yLs6d3bMqVLMbkx5MJTtUYi+tcFZmsCCnSmGA+nHP57vlBV3IYq2+dTlGr1ljTa0XK
N9EWUJOfFotv2pf/9iZ7hXOGHvHR/svZzTsuEFgHgAyGMRi0+bF4sBE6YiTMftH7eEKEhkbGTblq
t7R+zW07UO+oyqUsxkJrTaLkUkll2ef8KIYBYnQRtWCb62eoVjqWwI+AqDVm9RPAEhi/xVgs4NeZ
l67LuiSTYlXeqLMe4S/qbshILY4J4jzZQ4LOEfHucTb13k28lEk34qLeqyVqrsIMyBtp5x+yY4c+
VtFVnMeenKeOn1OAa7dbxR3mHMH39PVSMGN+fFCIYhRXktGn7C+T1UfiBq64ofauJ6CAcwYnnJ+2
4YDWAa4m8RbNmJ9e7kQQoinyedgh2WKQBpQiwhY4W2AUPVFKQd1TQIyH68MzCTzRjA1SpVLOW4Na
vo/Nh+LQQanZbI9E82n2gJF9npG/d2cudvl8my+OFxBfhVrm2OXR1mcAZ6vI7k/qLDDqDGOrw9LX
ND5bDeTrv27yuRBwITpsFaOXwDaGcZYRRTeBTIvd42xPo+r3wtGQDDzwwlCOTp0Tvxci1Vo2TqiF
UQsBBGwSYyCwQ/aW55HejCAispaBIkkbVSl8qsnYWqMWoqrINao/aUFiTFjvvF1EvoFJULu6RAc8
fzjXhZrVG9twIZIxu0orKXEUYDdReEOtvFhWSBu0y/qoz0ubWyG5Z/4uF8hYopM0tl1YYYFhiAyn
t3kMzldDfhU/taXg8Ebb7j6Ul/IYc2v1QH4s/P/TFdUG7rZb2NhNqp8pwFt/OiDu/r6jdy8iGm0t
CSxlaKJm7I+AgLpqBV3e5K8BaMx7p3xBh2OluDoPZ/KuVl5IYqxN0hWDpVSQpEgkw8iMhgg3gjH/
7L4iHhDT3SfkQhZjXkS9rms5N+VNhLHj9XEoMcz0n/aNdVCbJphUPcJqys4+yWRMiPplWpQHvuSZ
EM7GsfOcWhSkmhEaNHqJMtJsQMJVjkQJ7HEu8w7p/LjeXDDAXmBwGdPtQOy+fgj1ZsitzIyVTVOh
GqlXJAvsKiKiZ+IXEoW74YWngvcS7eBlsETRwFQawG+Ya6aJQ1pKSahshtHN5gPssYpnt/msgJEo
I0az3ngi726paoGxhMIWYtDuepVNXNVqFyfKxqocMyWi6uQaib7Gx/jpxGMjuBd9AlkfcxGYIgOm
K4suVUSNCbisUtl0P8Exm/dzYatsT8/JY+KpBsc7vLuw/8lC+/f1woa+m7TByrGVmJ4siPSoKyR4
DL4K55/Cqp6N/4UkxvgLAaD3jQGSTNPWAD72efopK5LK3u/37F6O6mL30KB/vaJErXU5oXIEIm6i
P/A/ddyxDBXJZD/O66fmw1gMAJR/+l0ubyMZhzAEuFDppxBb1MSv0Z7vGaiC7+NjvRT2/00Uc+XE
yMLgYQz9EB6SY4J8mJ+T4hHYxYX73wRRq3nhF/gCwECDtjivyXyWXnyBRBERDlJgS7zU252SN6WM
pE2+FGMSQEnXwhQ0ALVA78ScsDvORjtzCSp1TuwFs8CVHMFtHNNBcZLUswwuPeY9Z7oHoEvvSfoy
ORhGd4wakBphYEACjQlXIO5cf4tq9IGeNka6FWfaZzebgE8Qu6d8rmwm19LsDiRYpTvy7uId/wi2
jM4lUb5JWFRmv40mKQcz1Mtt9D55+f5DsIe9ivFI18SK5RX86vTJcHinfCejcS2WeWjbU9CqgFYu
t8JctBXMDCVP8iKanVaWm6R2G8NjmpD7CjE9TkdSASiN9hbTLV7UhmON7rSYXH8KY2ensQxGscQO
xIsJXAzgZsPbj56H3hZfrU21juc/89wW9iZYpX/X9TvZe8xSAE0Nsy+opN10t0yKmKHTLaq2AGtH
DRMwfhg3DXYyp7x0T88v5bDJjUBXwHMWQ07vpY/t44R8gETineBWTg/wH8GFwm9C9Ov7wOZ4H0nw
ELrmPPPyWfcRPFgL3ujW2bu/fsGB1gV1xzCzifFqFkzLAiO0VFctOG0XYGoAHHUyF13V1VYnAngV
fT656bG0nwb0aT+lXHiGO/b6WjzjUKrakNVdDfHyMn8UXiP02gsokzoztJmu0Rgek+KNk/O504oA
mTKdaDdoH5PCWFAt0CqzTU7V1prLy/hzrIj/pju12wA9y1/pH4GTfXDUiy7jZpcvRDJ3G20zalQ0
Y7UNF9qn8orlPgOb4SNfRYsxItYyPtLiG7o8eJHzbWaUgrFRcH2ABAIggV1r3oRmAgdmC4w0zKd7
+xRR85I3P3vXduHiUAUCETMIA65NZgquXEEZwYyMCvwMneOe4KIlKATTyFpBObhbKV8UX/Qn5k3I
3TPWKA39T/L5Yl+8UnWWj2Cph2QNs7o1YnTtmK7U3WS/W063Mjj7eXOOmgLwJFwUkI2gGCUy6ipF
ahKrw1hvx2cVvMB2va9Ut7M4XsytFJQs0SWMFgINNS+D8SbKXNSbuCuBmO5hXEnJSYDYDjXhkCPn
JpqDKbqUwygH4Eq0Rm0hxxxh+UXXjGdxNusnYvJGVO9IwtOOuVuKcXSLA9RUQTChvbDf5o5HM9Yx
UTmv9o0HBjzASwnMo93plRWHGiTAk/UqQHBEC9M78PyU20ZMWEgR/JFUAcCny3rnPbowxTLrR1zk
XCbKa3KMH7tn4H7uGzsDjk9Kgn20N1HWm8AtIpMvbsXtzlYiMACzDri8EQexCd2hzXWxbeppO4I3
4AQ0m/KBtvyc0HKXu+NqJNEeiZR4Nj38bsOoMlyZMKz8Ui6jLFEWdbkoVNP21dlzEm63MQ/zsxnz
qMox5qRr/GyLqLOPftUio6jZhwT4jr8v4gZCBMDzV6tgLvBYGwKosyBptD+yWYwOQnOhLvL5NGte
G+e9mY9AQdK3eG6BMII6t1vMf/+C29cHszVncjaMB1BUPMZUCmpeDXoWa9tTPzOWw3oLOEPy9L59
+HJ+l2TQXbs+MaAGaHQyWkNwjtzbtVE2SkU3kkFRt+1jciIu+qKPlr0+BsT7YxHvcxYRpJEX+Kux
FRzbddfLF/ebvK/fnx66FYBKvkKynD+4s/XbfH6Yz18ffw4PgMZwVk6wfV1hVGd1GHnnc6vd19/M
aFngi2XZngx1u3otAJSFSABDAZNTEHmWAhaxIqh7uSdiopt9HxC5XTZrqInhaNx895n1iN0+0Dxi
AFmSgJrI5jZGK8gBGJHqW2+xEOwFEBO/dUcln4Zr2N++872PAAkB4DTAFJCHubFIX58BEUfG4xcv
ujw7Yb99CqO1jR6EY27gUzIyLjPy+mqRj90H5nFIvX798B4XpvOd2YCkQCvw/nN4zYGmUBLYWXSP
eu8UeibxDqvC7VbPHZfo4zxSwHwdrhWl+VAVmCQ2i9CVfthJmahvT15GULUzyHM8e0aDsEunhpAe
tHcB+Tbc2XG/f9ubzpGMXk7WaJ927AGZ9PkPH+nmHKTdfBTQcCkvMmCMDGbLWkWsuwgwQttmOS7R
g9dhiqTF92lA+O0AFFC/rgCdsnxVAFcEVXv8LlCUw8eDOYcgBijs4/cCqIPJQkcEFtkqcv+G7Ydo
BVMBe5Ms4mfwmZGX3m48IhJUDA9cW3XrBgDPADAVEqUNpJSt1/c3SE2trqLM2L7S9HUN9X+OkJZP
MVGGIBh1rhTdjeiKAdySiR7xVxkt4UCXmGea+7slUWlKjd1M0EoC6B8BEhxKZjProSsbIVaMbWf3
3gm/NFjHEYB2uJcIGtD5f8wXJwc0qTjwHU77RBLgb/UuRThKyT6YfQcuWUd2I5MQ3ZjLw6GzLQ6N
mULt2c1XAsaO0qwjF8nmfsIpLdMxswy4AAZJFwmQXCSPVlGALxPMJYcWG3rymZJ1sShRsad9dgN8
fs0OCb6Hs2e37yUQehUgRwL7HtEVu2dA1QKhSo6vqbEvBXlFDsoxoH4ZUQgODEkOC9GWbuOrjv46
cL8/TfL5SeGTKmwcsKjFT6phIxCOD4mTA+YHQxW8ku1t+Af2Q/CHiaB0BI0e3qNrHUPbVenrQWHi
7gJMGMCooX2aC6AGOpG9SV5yfAEd5wB23hbBqMMbqLnBAsKkKbBtRBWYLJg3xQjttXxd6MFX3MTm
tqSMfYt4IQJ+pgEYYgDsOAEm7dHC5oUyNq8gE+q7HwH4XPT1HnSttOHi6d0n2WL9hFpcagMeHHcR
GTjgSj19/X6e8r3bSPE5EWqIpgmcjOsvHeohx+uka1tafDVRTAfP0LzcKx7SU+SPijF7HfUzJFHJ
I4UM7sljY0+GI7Zuzhs3vuMvUbgeUHyCCxw5KhbwZVBiq83Ewtimr63ofEwBUXyErmjpPAbP6Z/f
V37baI07b1IcTaSkgevN2iFK0JZ1rW9sN68acSYYUXkGcC6DvP7ZfMTORwGtfsV/AwJzadObpeLX
TE/t/onzKdTkXV9xrBljSBjPw/jVDWqQrpVtHeWNtcWw1/ExtCUY6k/D1pEdFGyKoYl0uRuQPxPB
X3EKs/rojCuKrpaj/mEnJieCunWx8D1oTMTEnUyJExn1jepQk+JasLbjydXAXpDNwpDf8HkTxANA
+UIK28aqTqOaTCWkTL7tg1NQnQWKnTx9GgD/6PajwVnUHScZ8kwDbeUQSyOda1XXjFhMpTHztwkR
HkTYqfARvbu4lo+Ir1ucrQE0MphRY7nt4bf+fsa3gZyF2gcAfTBoh0O2mHvmY6VFUtc+LAImvErs
KZlG25cw0aZ1HGec/ixWnUBoi9/AwgPCDiML9Hw5qNxjf5uGYOV1eNDTtwlNGDSYVnRbI6uNC8T8
fNkcqkYXJWEbr2lS94QxaoFI8wZFMhuz1DNzEblC5sqDl9vVnGdcb5NrEI9tRMqCEs8icXF9jlnk
y0Fdlta2dyrAfTewTREx3NJ9eyrhEYpz3qN3W5JGOzsKOXjxgLKFhiPGUUBhrgk6JQ132Y8KtEhh
ly7MZeYmm9MRYJH+QwBPFfUYbtnn5ulHLoYm9ZDQoKEOm7LPx7Fq0xFyCxcwtvPhAJbdRdhslZnO
I3SybpwhKsuQQRoFRUV8wKwxEDQTxCV9uFu9/gFot7vbSQTQiF8e+tQ8GEd0NZCje0RgRY7H2PG+
0QdQwEsKncdvd//4B/C+3y06A9Z4UZdb+23r7id7G7pfP4dna3FYjfbcgIu6hIP8Nn84fCG0ONgP
B9tdOr/ftJsXjVkIY7zSokRSmC4k2Kp7EMvNgaHJy8/deEFnGRaoogFMC9AP9gZUud4nQh3uxKXk
5O+cVO6N+cXlQRYGyo2pfiTKGO9FL0BpKPkm1O1I9rQ55vcNOnOYX9kH+vMRRIgqiHFR5aaqcJFc
HJBBTiXfCnfTJ54W8mg6jx874KUkaDEDUiD1c3vSLl/Wb+7Jdr9Me0ne58pp9vtn3Fa80XCqwhqi
wQ0ZVsBXXX9GMhmG0FpduhtGUo3wIFXQYG0Bph2jJ6h5kblzGzcgOAAJl2E6sGr0QYHJg3kBJKkW
+s4Msh06CEyn9dGUrNgt3nY6zPbw9fWT7QYuFDWrj8iHgC1SoTV2ABhr51TvxW5L09jpgeG3GyAY
+0AtAhk2yfTF75tJFe7ySJF+VAB0BrQ4kKXAlaAqdSmkC/o+meIASBbkn3ZSYWoI7xb6IM4o64iH
r3/2WKqJEZRGsC3X8uRuTmh6zmbak4nbLnHe6BvbbqFkA8prsMohuY96KWPbhTpqM6M3EySyLK9Y
gjliUX1jOpmCD8NtBv2lFC4rbpGSdcCoWHRZ4iojsQS1ZLJXRioXY6YlKXUNiOjmzu74WQKYHBUq
TgB1k2o9iwKHjA7wdshkA6jQV6dO04t0my8qOubuCBICJ4yPHvNduJPfgs2wb90J/RgRSZDtyE92
lXEsgMS6XvQj4NxhHBd6iWowcxEasY7GWM/Q0InmZwVV0ew1k0mG8covzKAEXCRO1vuBPFTjzmy+
AKpDo9W1CmVFGpp6VRXbKHNeLLenEStSXdunF3dEbuK5QxFW5y2SfT0hFE4eYgmD+ly3HTWlECoZ
8Fe2eerlPegZLOBGOkUzB69C5khAAuTtK2u4QUOCmI+uD9BIeEoZw91YPcD4KhGEsKBdDg5tfKgj
ux441dabOImKQVSLQAmhpQI0luvdlDAVBqQPqdzW6yT56QCkD2rp5LMBbTDgAp440cnZQF3bFoRH
gAnQ4Tqb4DpixCVa6hd+aFTbpCa6ganjgqSfWkTykCyKgfgdiRpn4nHl3JhNDH7iiUL9VgY2NiLp
60XKUQrSzAxSs1FHwgMAUQOWpzgcb4F9ybGXEoBaVTziFGKexX+IesPHbHpcb63xWUvn0afPK0fd
kwDTAo5unBWlS7heiC5kPrga+nprznoQge+M/uOf2n6a5gBpHjjATXB9MgLQGFcOjSLV26mdFeVM
Ud5+//l3tBpVKJClQ92gByx6VmMYsVJUabeNyASY3mibFu+cU2BEgB0EyRqUfdBuB65veD3Xe3RS
ulNkTPW0GWRvBPZTuOnrP7x3jL03ZynIKkgWRR2Wwat9LSVVu/rUGNO0yWVHefEfVSdDplt2TGLH
PFZgRn0hC+EXUmU68k+4PexDFoHWLAvTUd/EkTsgjN9u5fGlKN1/dDRUCs5eA8AxsE3xZDL7Zqhq
nnVIt24kCyAOJ2NjLM2Qk4Bk9PcvGXBGKVAIRJ3duAvXoip7LTu1qr4J0QFpifZJ60kwcVxexn/5
PyGo6aBNBakQlu+6lHQhDDJN3+iwzNOc++KxCiZBu0RQbuElkAxa97g+ekUL9CQFDMxGCd/D9EkI
bS0K7d8Pg3nkwISHwBRsEXhzzm0JzCMHOM7EqjDMtI1qT5eWDXq8omEZ57PcLUTO48aql4QKN94Y
yELmigb51+tp6kLUYrwO2+69StC4RfzVSSW8UPtmRYwUZtciNcvQZw4p4kG0+3331McgK7O+K4mz
dayOscuh6nGhY9JJbtVsgiClIKoTPqffvx8N26CEWpdKW08RS2O/cFLMy2ydQj8pxWREzmB0yzez
Iif0nyF+VUmnkkQHTAjA6N9QInypZ8Iy/QMozHYWeSE4vb5P3+WhXNJc9e9fdQZovXhZ6VcBdAlV
bxhVVddYAFdNyLpIlAcUn183EfE2KGaRP8icI+7OzjUmQMKMNMZGYiVwFwnwy/EHEnofHxS3TqIJ
ZXd/fFk/Fq/gF+hdmjoOkVyX0VFYeCUYaJARIRGGZA9gsBAwG/XgkuNsvV7+HFZoXPn6+X1F5yaj
31bEaExtmScDmLQTihUFUgarVe/JwCiJMRNseejaXrXzeGe5/lp3rD/Nup1pmh3t2oM9H9C/gzL/
XCEc08JGfXSXMd8tw6rgeYc/wSiX35pi4muFCDLiAuVxVHMstGJFqOC8PKGKKJKteuRsw425YURS
fb/Q5yxS+2mwIFJV3nSbYk5SGJrMfkS9pCJ/IhwdwKVelVm22No/5lZZhGhC1N2ODnZ5UgowfCID
Y9l7G1qO0rG+P7qlEP6CGAn9TKgfAu37+tuqCYBD3ZTgrmG06tn/qXcnhNtOKM8qE7zCv+/EzUZA
mALNRnhP6yAi/feLjdCHIEYDeuRvDdlJLAcpwixcmbxO9rtrQjcAnnVkJlHKY464hlsxpAbETKjL
HqZ5CwKDDPhJKJaldvDw+5rYXge6g7D0tDEHIbeBrtbrRbVxqiaYlxW2/lO9lx5VyTPRP/uNesU4
ekv9qPWuhE4VjbOXbBoS3i0l2gMiHAgUQDjIbqZoDoPRlHKx0x4MithUOi3NuJ1+FPuEW74oQOHg
SbyIlebLrq40pCL9iQjOwNiowk5eSEKo6YC4LXcyWEaf49aWDFJXdg5aRZ5u3rw31BQChg0wdHDK
bwD3U3iAsZ8a5S75KRflPgEPqlMB5+gx5CK0U0PErAouOdwzPJ4A2GNjqKQI+jZIsKoG1DXgcKrs
EtXBdUT0L/8xH0lhLmJUA3jNwHc2ExUulFVwhoDAZzcTA5ZiivRbudPQAP6YqgsFaILJPAa6Ruf9
rqY3byr6vJHLQDQIvwdxInMnAqEAaaJkNOBljM2ndFiXvJzxjROCGVvYVEDcw5CgKsxakpN/msJY
anfVT3Bo1K0Rek898CZ/X8eNCaFS4Fhhz+hbycZPQ9GcLCFT2506Uxzj2K3jp98F3GrdtQAmYQxf
zgIGCATIqF7rKL7pYOcBZSjnPNg4GtcXyQiEAmjRBa8uiBEZszGK+qAGcrcLF8ilLfpPcVk/BrN2
mQDixH/tZ78v69YoMvKYR0jMfAGQ2FK3A5XwIljKj+qidBVXW7QD54juLg2No+COQF4LvR3M0rrJ
SIewUbtd6SmoFzqtSUqg6xZeh/7Y1Ikw4YBmj7dm/vsSz7y117cY7aQ6bJKFZwakXozcrKvGKBGw
pco8+tNgCP3rI0Q1yAVPs4qpLZj/VT9PYSQxG/MqB6SZl9/FB1JqOl5j0LKaBFz28XfEM2T3N8RA
QAB67HOry/VZS9NkGYWCDYkxUgt0AXIK0eryKZ+8rkd+O1nIHJfjzi0BScrfAum/Xzy0kdJJeaRD
4LhMF+h6sAeF8/zcSkAWGLk0EFSbFm16vZYgJbkWGto07dJ2iTRDVm4kUGv6zu9HehOkg1GWzqIh
RDMMJJ51diFFn3WlUYu7HLCbtoUJmQ5curKTL9tN/oeHOHeOXq81CMUuEXlYgF4gUX/uNrzYN8ts
ZQNUpcJOPiA/L7xqLVn4rR085ksgu24E7/flsUVoyvCmAiIelh+ENnC+mF1s2jZMm0aK9gN6k/u5
5aYAzJEcBaX+FLBVAlx8wfYG6Oab/JntO8nWcnvgvQ238RA6sJCUoDMSGoJ2kYlVxzE6GXlRFPse
YpOn+kH7SA4gD8KwBqWmLWa6na0LT1xlgF4d15hdcdPZtBeP8nGctZ624CVnbl4r2vb7/0i7rt3I
dWX7RQKUW3pV7GR3dBi/CLbHVs5ZX38XfYFzLapPE4MLYw/2U5dIFosVVq3CS4Jhpj/JJvJe/z6H
ugR+NZ+APAEhDQ7ijX0naTuPd5CEyqAKQ+IdEx0pY1FOKarG4M8/jrITHcIn8Y96DR+6rbfPvjFX
cQuoHFBwmAy2SfxtxCx3kdfwt6ahUIguAhDkkagPQ28o8chQrDgljaSjulXNDDyKxwqUtqFTMozi
QqWJIEIagyHj6E8Erme+lZLegzlPyqSjhFgjtUuUKCPnU9p6O8znvNzXZ/LRs0URHUb2DnlNTApA
qWsuSysjrud0LTgdbMYyWL8szn+Z53SM30QR9ARogckKCWltQzYLdUDYMjCSAudCFwKbQNODSE/z
U2H5NaC4omrklcnHCKf5DSDThZG3RoCOR6NlbNgtyXiukKvDEHhSqpsvq9OmIpm4tDgNDsDtLGa4
hY5hXZiG/NM5AleDJqYTEr/O40EsTsJrvEsAWdLADRdhGfdPnXb84In9JB2RSYGK4b/5IoCc6gtB
SsuTqu6majsIrqy70cqUWG3Dy93CdSE4VwSsJOKhBAVy2xaK0Fan6lWy5GN7vb+OpY7h5wmPDArD
ZFQTZQXL1teEsR3w85ZsMPbo1qeTTiwFaUeQBNK8EIGnavngt/UpTIwJ1ZIuCYxgYhz4QggeYwTy
okwS/6j9Uq6rXmp1HHReccIA+vhvNV3h1/zjFiEfj+YWuBYow8A4U3Y5zzila0K1PA2ihVbZsrTu
/z75wpkBwe+TVx7dRwjEFpOyJK/Xx2TyqxP3kj7FbzpKgamlMB3Uhe2HGDRUAelHsMdAb1AaO/G5
yGVqdRIxWifhLExdlJ0RvbYd0OU5QHWVgaF5rnTR2EPqF1pGShqg8SFzkkGu9eOn/3raCr+GFoZB
fVIEK38rn/Kn8Sk6eMCBroCvGF9F5OW6zf1tpZ01HBYCTJIMQdCkouV3vl45TETZS+rhNHyGqLci
/9RaAqtt6IYQZNRUWDPSX4qYZi5EQYt9jrGXymlo3azddTUmTvfa6f5KliqOotMvIZQCIqGbhnEF
IWrqisM6DM5dzGiyurEOpKdAukCsGgkxqXU0oVYHfqmeKnE/rvardNeD+ExiHMlS00HkhJMQCHQf
rX1kob/UIBtjH0zfORYiO4r3LiElyLfrvt1GDcPJXJhnXFNYaJgDpGt0cLvPJem1IK1iNVVPghE/
ICuFcIdFe7PUacwAQewFPwP0N4sZynKYjWoReuqpj2036e37Z748kPmvU2+/4imcoCb4dZ+k1NzY
TCY3efp3GagFwSlE/Ij0MGU6w3HwV0JZrk5VYCudOQL1LDyELUO1ltqLX18h1ofXT4Cn1KGPqpfH
9ThAtVQ3gK93Yd6PG4cNtxIvjQrwHiAHZC9/qVVRt53cNql+evAbx+PXXWVqnJUk1j9vF9AiJFhA
3QmOE3XXk6HovKnRVqc+t31+16am3tkJ5/7/pFDe0STwfQTczOokgB5+Ohcgj/TMImfcj+VjgFY1
IDkBDSGIBvpprtNKSfu+0U9Va4qJUW0gyqvtCfmDN2aJ9pYwQMwJIR3cfgQA8/NJqlzVu07QT11o
hCszKO3HaAvsVH/xWfWkReyMxi0yd/Y/ssi3/NKFMdYqf6x4/SSAn3c7fQiNoZ/DDQZY2Fxsa6xJ
vjeUG7kxhOtIRyPRqFOnVcgN2Iz4yjtV4BZABhxVq9X1vkLc0G6UxXBzAJ0AhoIGDnlR4Oddznmn
frD12vZgbWr/3WcVEG6sBF4BgvIfXwonNd84L9MAsy1W3qmZQCoUGwHnM0mmlksBrg34CRXtz1jR
AlQPdmPUXTLvtMoMBfUWS3F1dxj++Z6uENXDl4LZQfz3k5j6pQJKtlJ9BAjcqQcJQPXita5Wmwor
mF2+ZZCCTCbAhgSzQUOwW66phMqP/bPfnsPEdVf9U5Rb4yVXGQ7uouaB+bBoEwO6EYAmwjVJGVA1
DXw4UI1/fg7RNwQmB0PtrfTU7sKVEcRI2uNGmZVn7s20ZMi+cWAkgJYJqxt8kJ/b9msrSzHRAq/r
/DMSeB5qmLXbgJ+wdYeRYfWW2oc1ogkNqTXsKf5nrn0TJwoap0r+OakORWFrrRv0f+7fI/pFBWqT
Rx6SkJUj7MWg6LkITx8zLh4z/9xwW1yigbeH3I0VxkLINfntzAN/hHQneY5Q60OMS71FVehhGFno
xef8lJ1ZnB70LuHHSelkhWhB0Agmfr6EUJyETgfX+7l6LduD8CCzvn65R7A0MKDoYIZ3hiz2XEAj
yKmIfcrPmhuZ7XOCLieGN0CDP1Hy+WlZQNBGsFpIzsxF1K2O6FwZm7MClGnuDiiGS2SE45a3iw2I
iESjb111d8k/wDynbKwVA8uzyA2RD1AJuJykbZZgNK/qIq+IpfY8moIjv2vI8+UYvVg8Awf9mDGr
bLSdgJUAJplMsMLAKvLPfL2xkMpCMLbhRUKT3ffq0FkfWPN3aPZ/cpAPYbaUkdgY5BEZw9FjIQgX
z+GPdFS5AXPH5YKTN5cuSkPWjQGkd68DiulgidXtMDe678IonphbS85upvxkrb+kUZaKC5NM7Pgm
vGCyEUZ1c2jfwrhRU2gtNDRp9v37TAOlYXiJNPj4KOKpwP9QmiR5etr6fRdeaqPYxDv/hChv20bA
gPBW9dCvuWtjKQUjGbCofEMqIQhB9xSeFoR91BpjKRD9MQuiS/7dF2aA/s/M0v58iX8FdKsZom6o
65oFql3q7I9QYOgRJuNqKpR5FLIJLQQYP32ZJDP9zh9TtCX27rRRzSLepJ2pMbKDtMf2s8gVDBkg
+wgIafcwhQ9c6zzkqea0jgKARlQjzozx5e/9M1xaA7KwX4KohZUeYKmiAEHh8/hdXFY77St9b32j
t5ODkJKWXmn7Zy+iQ3QwszOB9t7/gNs7++sDqNi65uUhGpsEx4ku2PM4GKDMc3gHU66ujbvaWAxx
RDuoGzJbL3Ufsx7Vo26AOFA2y+ab+HWUD6hIojfX3etHK/piEVTfPkmAXACExMNKe4+1XGkVeiuj
C5/uRGTdh3QDLuMn/8izMqL/ZSv/I4rO6+ayHmhFD1G6/iSu7HjfocFYQi5Le4m2wRdjJ8nBLHYS
vgJ6M8GCgWnpc8vWJ3ISZ+IQXeSn/C25xKfyIXUHu7/KL8EpvnCsTM8tUwosINIJSCrjhaTfRj9U
MRKBx/LqzJ5QYOXeV2aBoWjDQ/fAYsv4L8JUcAMgewXrTamlL8V12msd9jLZwx/yH4TzylRGQwV2
S7bCy8gqzd94puBVwDtH3wkKczy1nZM3yF0vqtFldPXAStHhe7okLNQ++RH6zCTgd1SkS8Ayq1CB
4NTHgHP2Y3jx4uc2+E6vj5xqbPnG8Me/HMikPk4MJVn4MzAvhHtQRtQOQyNS0WAkcKuCE/Twgnr8
J3fJBwu9R8cUqeh1acV/JQxb7sz1dGSIvfEO/hZLpx7joZj4qYTY1kxAQ3Hw36Qz70xv/AvHasO7
9R6h6ekn8w1FQZg4vwf6mCZhKUoxZJX2xwSy8C+MUDI+fRO0fmbMMmDEXaGOECk8hDvwook5ofzb
Xu2LeuTC9AJEhWBkVseZxpf0Pj21lzQwGPt4SxjBq/7Ae5Fpo25B1KYrhNcQVm26S+q2pdE9J1sz
PUTbkvHiEcNLrwsPHbL8yE4j20+JUotM7QFXTC+ZE55yFg8x3S9MfBXyjv7n5ym7v/LDccy8Mr2E
o7nKrahyo/gaJca4y77KjxxDzL6mCOfFv4zr7El77MFt7zO289ZjCzcJzTI/vWULiquh9MpK04b0
AmL7s2yDHmn6KN0QCMzVqbOfdLcx+Q8dLn++rnctY4MX9XayBQQGiQAW+RkgvOaKqtQSyJj5Kb0U
KPf3aDALYyNxgGkyvRHtlq0VH7mtZP/ZNAdlP1zd7Nw9gvF+rXwjrDbkc/hxX7to7p2fM/n9QZQ1
ClCzqrUcH6QY4rZ+L5wPMmAg+otxxYAmYZC9giGQvel9letTvgN+xah23PmzxlhU39WfNBROwk2z
9h8S449kNy7aqYoJHfTtNWIOIfxxZmn9/P2x1DVv8rLxxQ4fm8CNT4z0FKpmcmlMzhJfbOGs2O3a
e+Rf2k1jru/v09KDIFN/0V2BpCN8CJ06t0KKs66siuaiPUFwt/lEiFY9p8wpcDf8B3RXgYdCJY1j
yBVTgnq/kpNSgCAAu58mdFXHeyRvjGmLRgVrYNjo5Xs3F0YdfthkOcD2WXMZzRHMau/6WzOCmez5
/t4t3b25FOrUUr3CMj1IGZzgGjyz4LBLowVKHKgpig+k8ZWKgP71U+e/RcepfCqCL0YeL+pJ+gA5
0sv9n7/h0cx/n/gGv1JJqhj4Hhfi98XAjN/iXXDZ6LURgzPgKQUbE6tsfksein9IM6CYpZKs/Vxe
WZWRv/Jz4SJcEgxNjDDQYloZ0XN57Q/yB9MdXZ40usOQ8EE+HdEhYrS5uFU+IGbKWuGiaqb4tJEh
iYCh9yJmpyXwD03+zNhQsmFzizCTSDvAIheMUV81woU/1e+ZVbpn72+1/owey9j0WMKWLzEppJJK
EfJDSAeS5f86PdEPoobwYVzS5+hvWRvDVXnsX9Mjv0fOhJVUv2EJiDQ0i6PxUYdiU9L8Mpa5VcgJ
l+LP0BhI4XfGZG47NzuBVL83uj/3t/LHDZxtJckhANGBcJfwx9LZRzR2SnVcevW12Kw+0q/Q7tBk
ktoT5qs1O/5Y2RKE1+vKaZx+3e4rO730u8aaDvzjuI7s+1+z9BWor6FcES6XY04L9foqYt5gaddo
N/XBehMBoEH4mj+/RjBtfPsWw84vAJsrIHKRXkSXMPqEltxDXDQA+1iK2sXi1s7mIwQfHzbfNNUd
QxLNO4Sq/FwSdVkSUWkUoYKk0S321SazBuMrA9B9AvGqbDZo+HEEtPg04IcO1p0dupqlgiRcsEMr
2KaA5PnOdGRFyjQt4OKrKK3LFaklqRANnvSIEaHRX22bbTJMMyFMztJOAPltAqDElwFGDdCW9/jj
MRmHc0Vn5WL0g5G4MRqOEkYOfvH+UptFedxTIvHIxWCzehPgCQAmCHUX6WNiqN3iRaTkUM+vUOd6
nkc/cvJnwg1E3HswnHy+vBPirXrvAUT1977QpVtDhALygpDip7Ga0gSd5/pUyRTtMjlkLKu0VtbT
OjSFbfQ4ojW1AiPeAUR41hb76t6XfWNfYbEx7w2JaPij9OyHXurUoIoKDi65kZfmwBs+8neFgbQT
euN5Vn1NXNhrDJjAUAvUWuFFESqAuQnV4jgvotiPrg2o69qHD3k7mt8Ym3VI0Yblo8KP3jXealzk
FNC0xkIrLKDwQBKjg4VwAADmi8ov+bxfFlyTG74ZpCS6qk+Y6AEW8mJdO2bLeOZFcklmppQSQxmv
XiijKkKm8poanquAP2wEf1pgIjAVNxX8ZtkIHlswwoVgO5QMQlfkg+Lz/smKi7Cf+ghqqxOgNlZ1
iI8oXv01Bz4LTNJGgJGbyNuguXIALw860TAN3ShczYB6J6ZywKB78/53/PgY9GaAiQAZKkzVIZju
+Z6XbRvmvVdH1/o9tpFScXQw3Xng2BfBhbdyUhtf5RQgdxwwUPHj3ICsFkOCzdDN94pZYQ4mRiv+
UY12A+47l3fxHpjfiOoxBBaRPea8DWQuOBOH/NO8tfhsDZ1qpKyJi0l9dhBFXRWLcnTtHAnk9Ru0
WBLiotOERkYR1AejyWMoeLEpXYxxOJ1bp3cAHt3wjgR6F+M9BVB9GIxLaHFHJvHW8miB6+IBlkPj
GVDkdLpjEIdcrfg4vg6OfpD+lHb6XRwjS0Rn6Mpt1pUN1hCQkzKihUUNFjX+X2IBlZyfZA/svJ+P
ENvsW1c+5SeMvHR0e9q2SBYX25WFsz2IH/f1Z9HbAanwJXn496Qip9LVGz5EYqTw+eQ67evTKyHJ
hT0O7ciZEIye3eN+/+J+Hb++vNf+EB+4wuhYbjQx+nNVIC4f+hFQMgP5AZ0+TlM9Qtm2zK7eW+Zw
74IdM2/r0t/BKoHWQp4Hnge2mQqSxkIova4asuu4lZ/bN7BWvQVkAvGaO49/G7u/eC9QqYcYg1AK
izkWnBikxQpBHUDwtSJakam4p+qlJi0DKbsWmPgp29POd18EFOUymAM47izXhyjKPXGUGRbGuEti
dBPC1UzX6WkQzNTkN/pjtVM3aENYS1b5pDzWTmMjHeOGl+xJv3o2CN1eVpi4+Mj9SZ5Y5vKG44cD
+LUFlM3m9TDiCp18k4UiLJhLSzdwFEwbE63c8UCZfV+tb+gUXiDSNAeFIi3J87s0KKk+yGoeXQ8A
NNtn0agZM7kW7c64N78kLG6rMuSpKI6QIL/5pdk/x18YyrlLPnrLfzCk9RjZ8iZEe+UToBSswdY3
DBTWBbgG0lwkGKQshZxlUish+LymqdHj6VtXJyYieXFlMKcAuD1IQTaPNDlQD1zWeqvGT/38mu37
b+4Twp7LZ/E93QYXFJYtZRt7xvQNbqNjf+UZKryIzv5XOLB2BMslIjk0P7+u6qtcGyMIv4Kj/iUw
g4u6T2zumLlhYLAuKO2WEmmgZsWsPyTsgKygHqOo06eylfkcyqmpTvkUp+YwIW/aM/KTCweJFkQt
q+ybNC3KKb9KgLqY/i5/SnbCtnjU1iwjwBRFbsgvX0yd+EITgce+cjvvodgkB8yG2QdnpA3/teLy
syiUx8ArA/MN4MhcEjhFpNgThPzab2U7QJr5o3jRnyIycOioREy2jEXWBfKQIECCGY41StIytYkV
gqyCGNSrdECysD/XJ+0QX4Od9B0eWDfthmbMZFG72Exc6wdcUl7jXbhtDA+ztdsXFqs/bazoBVHG
KlC1AYQKEBJskqO05g/ARzMu1M11IKWCPgz4rSAlm59R6HWxGBdleZ0++3fpMfiQKkN88d7vW91F
9h8rQQkCaQ7Qf5B8LmWYRHC7oQk4L6/JK8rNu7PrOMPOwDv36Bkv5mlNxiPfF3lj737AA2jrAo8u
mg/mC0vRhdX6fF1e07MPfv9DAwQzC3OyiNqRcQP0gzRfgc8IBIOUEE4RcjXI1fpKeIs/QLAxfPhf
WW2qmP0gY3U8uD8Kd73qMXSgsk6isQ2M1lAsEpuQycUXwhp/f92LUO/nmzTAQUlP+DL3uJrGKdA0
rkEQpIHALz1b6EbNHGGHCQMuMlnJWt0hWwCWfH3DMGMiMf2/HQxaNuXPtGWHNhYdssFI+wLylAij
naqNuu0OtQP33Mk377mTWs+8pTmJzeL4XcR/tHjK4CRdIQmt77fXyQEnhIsuf3itvFtsvMRAwOMo
QHytzB4Ai+Is7ofHbMvKl9ywrnBnkKskHaYoUtIT55Q+UoOw7dqrX5hhsa99W+V23Lp+yR70PUvH
b1g8wpmmobSFVjpAvKgF12O8SrgkbfE+KcZDdFEe1pgRv/6+r1I/VNz0sf4WQ/lo6C5fZVwEMaMb
7cWtclE+hZ3jYI66eqzW3t5V3gwXvLSdcd7odvRuc5vTCYOa3k4tMlOXAlM/vv81zCZn/fubqKtX
pXWTNXXSXsV4V3cPUmGuIcUHYaRO5j/04LL5HjFDI8IA+8o1xbN1Slh0mT/RAbUxoMpAdI0uRniU
dGRW63UXTGpbX1/fDh/IFXFGsymN7AhC+dCoEe+TmB/REofhIj5YeMgfup1+KF455NIeH7f2lje2
78n6SbIxoQwWA6PZAuQaR4QA//vXk+l0m9P9M711VUkDNHwaoGv5hSNVSiVfiSTRqx+edaM4ypib
ecHgxyfV6pFSlGwM0jC4DW8J8Om4Tb3L3HIdMFyEG+8Cxnsg7gIsG3A2JMPmVlotIlEHxLi9ognb
qTDuHNn9n3EKmFKAjinMp66gQb6FGWYWaxLGIq6GCs2EU8+rKPvZ1AZBe5Uf5G13KTARy/a34OxG
a7AtviLdP7ilM65YFpoOw2i5VMzZg/LQ1zivudZ2hSRKQEgvkHmM9wpy7VKKd8MzcifDfAb9ujJE
Bgh2AdqgxNNvsZ56fpdLEM/tij33uHrUz8PL6nH1MLjth34MHlg0Zv/llMnQMTjuAFhTp1yheKz6
Q9RevcFIn+NzcQmcaa2b+Sd47dXAACaG+yNdL7XN+4BseY8suObSy8FJkz48GGRC40MZC10q2lW0
4pvrsAfFwFqJDTTOPqmsnb15sL/EUA6oMFUZIEYCBiN9S5/ca/yFQv1evpSHLGdk927EQfMVUVs6
jVkxhRJETeCsepuwhw8JaMqQrt7x++FB743mz32LQU/jI6NPUJvBPyppoAOeZH5XV/wkpGUKvQFT
T/XH26h/0q2ibHsLY4TBl4CpeOmLnxkqi7NnkSKgBNN9jnLNc2TiYnOV8ZRXe9XVX/Vd+SCMBved
OuGRiTMiz+bMrCNlipYHsAQQ+hC4dvOVyuMYlanSN6eytwIBiZE8w5SZxLMBKiwvq7/Ito2M92z5
lIPPHwBbeA3gydOXLM+eoIaRPw3oUjWE1bprzWB0kKjF1BLVwmSx7rljqCs5r/kqyVQltAkQAiE0
YVOrhMuuyWMd8CfhIoIJp3fF3pxA8/EttAzVuSUJ/jHyeCioIplHuYVymkw6MA/jSXtIzAoUYc/n
XDEBPGXyMi4uOsFkorcMbjkBc9BTvBNf07xEF0bwJQJJhIhTCwxxlzP83BuHJeI64Kaj+QYOgExd
hahqeaFpCuk0mplkJaqbmnlirtxqG1d26VnJK+PuLRxr6ASSsSAtQE2aMHTONbJQxhzFpBSjmQ3t
oUJlEn/CLnDUHgm8AcOkzFKGm8CQurBnlFTKvfRKJeEkLo/P6huGpn15R3kT79u99zL9s4KQ5WH2
AeASMjCu1PJIx0SDNCzGHiYoTmC8ttgbFQjp95kLZBpjVcTYz/V+LoxaVRcoWTRFEFZoh/S9f0Sv
WV1aiY7ZvMq2AaQ2c0fDYvrqxEmei8VAIqSs0I0KRx2luPkRJly5Kr0s8s+7j/EcvSrqdnKVwc43
4aeMiaYFhN5f6CICJmh98KGiQRjY/QXn5qob+07go+y8uvi14QwYB1uz+lluyMAtQD8/cCcEA0Q9
rG2VxKEm69kZvLGcv1e1ffpHeJfMYGXwmCyMZoTKVR76Te2Ie+YUiKVfAYp63EHQVEO6hGXOt3Rs
JT5UgaI/l3axzx+TjXxST+i7A9uWtplO+ltw7q+K6zkyirn6hjU0c1HqIxT5v+VTFrQq/GzACchn
0cw2hRNvU7fZZWtwbCK7gV5519+oTrT2D8pGPEnH2MkdcY2Rgy6rvrt0B8hMGx3k5+DRgNmj24NL
tSiGMiyVM+CE30WO4nn64O/TvX+EK3lgVa+X9g9t9IjkMRANpggIcUqX+VFT61bk1PMr0odvMqhZ
wR9/KB60yZgiZtvW0vPAQEvgUhCtENMHwfNzrruyrto80c/dGoRiL9mlfBD/eE6/19bxIXJrO9hn
X8zB4Yu3BNYIMTwiJBBaktbAuVSv4KPVKA3euVWMEHyPGIDgu4/q0/1burBGlBTKGgmJV6Q9OEHP
qeG8/LMBp36c2KRfuV6tzTmeH/Hj7eOIFNXh2h8BaiwMAMPc+8tYOmlEFOhM0fSKFxhcdHNRZRKJ
A9dL3hlcxZXBfepOdvH+8BtJMaLQ9F70IxPpTq7XzKKi2x7dV2ilI9zPmCAxF+mNvC+3iuBfuLW/
CzsLw+V1ewBG59Ku+Y/qQXvMX5BrY3lqi1cRYqEPYJNA4wchX5qLVfpSmQI5CC6p7CScUZtgC5NQ
MAfY3i6dmuFr3NBC0GaBUgqXG+Ok6BQjQNN62WdhcMlQ/F2hrCOhZOVhfunbvx4g6YkAiyTGbcKS
4nLPl1Xlnlr6dZBcfBAXuepXhQTOS/DCwaLsQcT8pfwdGKWyxdIoidRGDqLnY8iCn1yEzwzl4xcM
5Kr3GUgDWfQzi1eKEkQpitwPpc/7WFpIZusoZzjVorS+v3+Le0zJoGzUKHYY6hNjMd1Rt5E6uP/r
y+tF/Tz10IIAHlxfEn4+uOaPAIpbq8dYXbevwCkpyDpFACqyjAf54tn1okRSr1vnSZ5fTxDZ2x/9
UyKioVI52VqDEb1/T57EMCCLGIGSRs7wl6nS+W5aVWSBoAHUkCs+Rq0DsPf0oB9l1ii6W7JA/4Wn
Gy3NpI9yLksQW70UahFnhVmjgDeCFPpzxCjXNYfxQ8z2C3Jx5vuItxnOEQwjHkv0As2lpekkl2U/
yJfX+B2LC8+Bk7xkz+pn9x6/3FeTZfIfzUaAERAWCoBlwa0xlyUVU1vzsSJfdr2Jcb7+Gr2aEzoo
A/BtD+af+vr+jqwoyg6sDrXlXZ4LpiIisPdkcRNIMoD6sQo0ZfTubwLGFVt6ObPVoco9Xx0vZ5hZ
NYkQ8lBcis2Ht4ldfcttQH5ms3rSfgzr4tj+s5WACs6FoR0hCIUAW9lVaz43u8PqLPlIczfbcK9i
Hnv3qHrWv3f6wVv+dYLAVs7FJvmkT3yEjYyfpasIRGpoC6fVA/cAuKd9X1sW7yclijKLelEmQgSl
vVjladM9c6zggPX7lElcCUMbN54gX8QT5hxFohUcx9RqJ9PHuMAao6TQx7FVP6fRlkOWvbxx6XC9
wf2KagyZn0XpYyFx/eBngXKp9pyx2nn7xvYO0BO33rHoI5beMEkt/p8sGnURoXOrVBVPvvDusI8s
4xND4yo737PaRhbQEujGTBClknUQTjIXruTL6lJdHQl04zv+j3zMdgCEgTdUMqsngDcB0D3WrP6t
Gw/QXDall105SKOc6vIFfE3+zjsejcnl3hR3Avu5HxhMgTcMymytlHKWge7H4B2T0SA1YYgwqFpd
MjL4/g1Y5sKpHaVUNC0wd6wcOBn45miTHcsH1Io9q8KGSmb3FGzbFxZn8tIXme8j9RoAaFehFw+K
qbm5sR9sxp1e2kgFsTiwFqC4ERQQ5VPnFOpJSlzl1aV45b9XDnpPVjZXYzZ6At8HCLqA5ZosFoTc
6w81ISGkATiSOqhGkoJKGsUACDoe5RN/I9j/Do8hMhBTIN7UQRFE06ek3BDqYSejjWkjb4f9ALxa
vQeLrM2CQyxrQpQkavs8qRxXsawE18rh1twas4+35UO1BtON7a2FU7gBOnxbMXNS5Gdnjw0lltrE
mI/Ctp8gtt8Gx3Atm9lROP1BO81Gc7gNQ+kXAQwljFL6LGgnjgNw4Ro/Xv3YkC8TyBijh3LNwq/c
UMb5uVHKXoq872H2R3Dl1pq7cvyt91exla0ATGHA5Ha+qYi/lITyV/tUk4Ikw7LCx4PwkgFpwFrP
wm/82ThCHr8CWBP82PO3OZP0RIl5KbiC3ttWt/56WEuud0DIwjihhfGDIAIIJdBXuI20viPHk6ux
WoXX3AbuGYj5xFJ23U614s1kEkZZQo/fAzPzzBC8VA0ykxBYfbTIg0yI9ozbHLO7vEKMftTfPyvI
YSXfK1fesfBTS6CEMpdEnZY8gMAq6SCpsTqAvNESYL9Idr3LWQaRaPP8as0FEbX5FVgEfR56E1kS
mPH9x7fu+OlolvIwOsHZ/4O0IMvrYW0hOdtf8ooxmriigbwRlopwjLZOayEpIfz7NcbCUOsAPS9p
w6QJDcIklUvMqIqAw2xJx6rwqB0EO0CFijVPZwmsIYf1SxSl+HkICAiy2tG1tKt94pRmYr11GEqc
rkN7WPeFMR7Fg3YoN4rJY7DweB4+/5YoY5v31ZP1HSoVAEQpoL1lg+/owbIv4GY0e+2EdCdvjnbm
oHrvhpveaV/jTfIcPeoumS4bO6sNU6kWru18Q1TKEwu0UoPrgA/BDBgLJbra5M7Ny+efyKgeKsyt
8mzPZoFRl2lQCAVUHfYHY49BOEldmTgV807poVmdo1aGtA/MaYfZ7ZrFH8p98741o1PxUL4ILNqh
pWGdy6VuUApiJYDfINd/l4EoEwVk01kdpUvTOpdB3ZqhCEICsyO3hgNq5kO1vEvq/DP9PzK5GPUF
YiHQjwO6THPQF55QVO2I7hLelbeey28xIA7VgtoJUaJoXc+t3WotbCdA5VQnBwK9X7N4aJfhAr4B
LcHEQwM8D98zNxD9pGm52hfptf2uHwHQM/f+pvwUnqIH4Xj/vizdW0Kh9EMWBXJq0k4zF4VKIppO
pzS7VqA9mCwBD5a2UTGFNTP0LbLCayYEgnw8ZW1B5y6DCRWZWZB+US9+BsYx0Oll2bU2SoSuvq2b
R/udYCCPrCfkhmGHKDDGIMojA6wpN0ZZdWXReHl2jc0jKzReHhJo3EFNDlQsQY+iADnfubiPi2ES
hxjITgvkgyMGh1j2BV36wMfcP6SF5hNJSJ2D4QCOBToT5pJKT+uScpria2xYq9HpTGRcK8I5cV/M
UhcgB/QiKPQTTjgwa83l8HKV9akuJGheAkjtUbJqNFpgPK4dPb7L6wQkGCwvZqELlERK+9Su7abO
FxM0HRb7h1Dapr0JNlSznBzCHeGdmWWwxdtLRiHhKUTxH21vYKqdr1EoNG8UwjQFsmplyNsHoIs2
jT1erft7uTCIlBhqYckqGNOmTXCDzfTpz+Wbla9eOkeUAMri1noRJH4BAZ672jXG/lGyI8P890oG
JYYyuvyqm4qiJutAn2QE1dOMxwDZQcazvcwdUHIo90EJJ6/WUxxL4wwOluQ4viFvNMM3V9sI+L77
p3Pr7mIgFsCNpL8WFVrqRnUVr1WhRMSB6qXZiF+1Be4eDE9mMcgt3HSyrl+CKHULhika+yJMr6+l
gd4tYE1Th6FqyxCKyADBLwpcCAag1XOVBsQFAemYQ4ZzwLZt9vH+cmL6kjeu6kyKOJcSaWUJBAGk
gFNQMBxhDdgq8pxPaJH9Pt0/nlubhkQWKkww3UC0UMowCBp6AUI/u3KB8ZoPQM1EvrFe3xdyw6gS
7j5MNSDNJ6BymK8nr3SplKUWb4PhvUmHDLxzfOOaNaM9/uZF/S2H7OsvZx9Ab47jMsh5nTxDfzD8
a5MY2wuT6vnWpv2WQ6l0nkiDpIeQ451E8ASpBwSBNkPViNWaPd3QtN8yKG2WywDTPtQmu+48Mj00
+Tuwmu9u3szfIii7xtWrvNPbGtuVbESXNzmbe5PMC6Nkeuupm62E7OavU+GnRlJCASuJ0HvgVHvF
yLTNqjrLGdDVT6xo/dZr8HtRlEILAtjFxxqLSo34PQ4Nk4V1Jxt/52Bo/GMiZ4JagSTs2mxkK9oy
jv2mdf71/XQTapHJBGePn1e3XmEotmo8Vub674gW+fLl/rVkKQBdO19Vqt9VAVp6R7M1V0a65czS
SvcCOgSYzu8tZ+D3uqi7qQ981+VdRc4FjoAjRkbshA5nMbSNcTVpNzTq1YGrJigbJuxdOgICNEPL
Zx0SSweoy5knw9iPMTau/I4cefOl7zY6uCLs+DKuxZ24863n+0fFWhbl4/QRp/jFCIFWeP5K99s1
a0mMa0MzbuVewnsSDwGvMuDv8icoGTb3l8CSQJmBvii5duJxMbWH3eQMBqAvrLvPeGfoxyyQ/Qkd
1Tj8HrjF0q1sNHgFBuPFvOkD/J8mA+Q1t2djm3Diqu6IJo9mty+N8W/vbNca2kL+3t8yhjFA6+tc
VOVPclpJuDRoS4j0095+Aldrb8gvdYCGFBa4hfF+YiDEXFwr1b7Ac8S0OZaioVBdgMEh2RYmawtv
OTi/t5AyBr7oC55f/BgDBZQumlk5k6Wsq52MeZmmmZiMfST79N9tNsA784X5tSbnlUSuT2y8YVYw
OIT2T/GBdYnuv9mLoTaNV0Z9M2L/MN1C3tTg6lgzFnLfigJTPV8I3/ODGFbQPcSLzUU7BjvTNjVW
TwxTEchd/h/Srmu5cSXJ/tAgAt68Fgw95Si2pBeE1JLgvcfX74F25wosYVg73S99b4QimMiqdJXm
5Mxlp3lVd5wARvhPgt3co2lOe9RZVvS6RcDGsUsqbSoJWJyDMKozkf7RTZSjb3wzwNrB9jUFHIr2
2ey5VWqzHnTLdKfKHFIK2IJFHWLklb3HcT6sNyZ+DtU08HK+fk/LhuibAnV+iRJ0PJ/F6Ul4yO6x
7HwrIYEVrq4TYbFBHZ9QKF3JuyACmTbuO2ct3f4dASqU4tU+QPICBJKRxJiD0n+Hj9cp/AdB++eg
6BQyVg2P3TCAxKEDsJc5Hm0ptbfYP8R4hU5n8dMAfNOhDKnrt4ir0ihFjoA/A4D+5jG2GbrJuHN6
+hOypstFDanqAJiFyZ9fvb3NDwwi/yFk+2aEspxh3ipDqYUwMRipTVCM50i0qqzwGK9Z6jlZ+2tn
RhnNuCsTKanxNAz3OyCgOroEQKLn8ZCaa1ZyatlwfnNFxVNCUbddqATIU26fsHT8gcHKz0rF12Pq
+/cpjU+NKhDKBncjVFuNCKIlKEQ4csfK4knilARQQb51fx99BKbWExHRFcMgLAs6AK8xTYFyAU9D
3opKq+R+M6VHgUDVbwSirVEgwVyFyfJ1kwT8uLYZJcosoJm0iXMFWWbxowDyM1I6PvChdv0BM7mM
YHv5aTejRVkILUnjJGjB1YAeLM/s9q+mHa+3n2cJUYrIkP3FoPubGN1Vj9xYN6YciPkb/8EsnOum
aNGazn6dshB6YWQuDER6Ok/ze/fJ74frv79oHpAKnaYCsP2K3rBWoJNBAcowPHdvWckaSw8Tgsjq
OpHpbn/c/YwIdR95DnReoUeco6/gSFePaED6OwoSFfyWHPrhfA8htv8EiEaIVr3i14zwcPGiv7mg
99FiPPT/ot771R1DYhdvefbTVIQrDgFqzxUOSDwDVmqLdeRrxj2zKEi4olnolNe5EaF3FqYM9cDa
fnDv/5IFyiy7qMzpnAEC8W2LYXCb+YRetlWzQ6KsMQanusHXIKqNndy/ZeYt0C33pcnggyGrX9Bz
s4OKjVICJVAZ7p7ejFdEmO9/pQy0yfWBfCE0Igj4J4xzr7DAu1xdp7DotmYHRZnaYaiTTEEl5xRv
vEegizDTzYvvlhkBSp/1LOeKeHonyatzaUk7zE/CZgRA8vgrRmjTqsndGEYF1KI4eiQ6YTP2fx9/
oQcasO+yhElWjS53JYWLB0UtZQhb8DLPzMEhqceSqKXg6IIK5eZzdKwb+CdDwUly3gSyiTY9SjUD
K7xf0PELOtPfZ6IrZEXa8xM3eP9vpgMbWLK7IFmYPsaKYWD04IlCd/5EspT6AGrL8BJ3gJ4EkL+C
ceU/O6rRJzgnQR3WiBUmusCBhPuCHU3nm9ypHnPsSxLOZvTuE4a2L7i/C2rUkRl5Jox1rmanJ/fg
8IUpY3CmRfRTflyXZBYdSiWBJNzVcTXRQV8MVvgcTffIenixaFBaCR/CKWqLkxtMdYUtifDo6PfB
MPrpOi8LfnB+ZnSmOaq1TosmOlbZkqxlJhMWrAsAGPAARvcDGgR46qyMuhMEbsRZBecOUB/6Jthg
x1KIzBJL/ZcSWRekqCNzuU4NMxGkFLRka3i0OD7QDiEBvj0Q/hcr4bN4Q9+cfXm4mYJWodRE4cSZ
QgyHM1vzGDmfDPeybG1mRKiIEYAlfdP0IBKRcLMb7PGIPMkjIxZiUqEilkGpDc3nQaWw5dUh2hWm
9yh8Pg6/GIRYR0bFLdhTE6Fb4evImldhrT7Y6cvndXkWF7JXmIedUEzR/wJoOCp0yTqhKztNnp7I
7iE65pthmxzd1cm1gkNwQEfC/rk/D/vMQjuCfZ32QrSBtdnAPMPUN/p9aF1q0xRT+6WAF6Bg5btR
IY+BZf0dCUoeWg3PO8noprywaDrq/vWB1TC1FJldcEEJg8SJ6iDWfHrKSvJUADtY8kiqIB98x5og
WtLYC1KUPDS1nOlqCW4qO9zksfmEGe7SLGJzqj1oGxYqzYKtuyBHiYbhi0LrJSC34z+6gAjP1+9m
SY0ufn+iP7MIAN2I6xGjm6fxBpVurTSBz5KS9Tlbi/fXSS0EBxeUKL9aoHoveQIoDSvRPFQr/ff6
7whQrlSOlDKU1HEqpPDmGzC/GAwsWIILBii30AP+PU1DqArSoxvZLmPyuv5khAMsdZy+YXYdRReI
XRNBkAP0yjpDYw/SmpVzuX4RQEW4pFFGbqlmGmg0n4dsJVv52f1vMVumEaB/jAqWPl9SiCTsAHd5
3IT7CHSTU2cQM7NMhp9hsUHpvFuoraAXYGPXIln92P23Y78UD5Sex0LVA3wMFYWMHAISWveGHbG2
d7FYoJS7kfPU66sBuQ8ehbnYKqyW0ba3EC9f3ASl3i6HnV1CPJmPYGuYwLdg7t2c7pJKrVxQoNS6
j4JKdF1Q4Hb89jBVDjCt2juPQENj9Kxf1w1sF72UKh556rHScCNFQXRieqjGF2umfV/wxRf8UFqe
Z1hmHdW4kye8L0STtzWz2GvnLSOsuG7XAWF+yQzWEGRSKoOZ06YmrECccVJ0mAfNlI0wxo/zrQUg
dKxrOdQFM6HKOKkv1zKzVVmSyFXnwx52puS8TP3QKgluQ9aT77rZBVrl5Um5suYrbgYBU4jj8A/m
e2YzjO4iBeweAIA9UN/kH/G+qmOuqZWgJBo6irKRKHeke2dEQdL0nT8UZUaFuvEqlcbAM0Qoyloj
VhWvC7zAnRogKICjyQCmV5vtikd/a4bAIjqqq3WNEZrm16f9yt9sWbnERdPz/TW0iAAPJpA4HjxH
JHsprGcM6jBOdVEIZxQoJ5CJWeYVLijUNTFM7nbXQV2ve/xF6zYjQYlG1JZ5KqYgcca1qaCSueQ6
BRYTlBcIUSDh5BoyHpeWExB972O/vMkQDYb8fVUTZooUN34hdh2IKMRvSWW3lnHjhJqVna4zw6JD
OQO50augqHFcg/lSjo5hlqNpK4/XibBOjPIHZa8HlYpbOe3KvYP+PKs8l+Z1EizZpRxB0HZ9lHUg
od047S5csywbS6wmFmf3UalaZhQV7qPOsHakBq7Ow3UGWAQoU2CkI2q7sP+n8eFJwXIQZm/xomn+
VoyvB+eMAzns/Sjx8aAEstXGIE/RsSco7cVbz7nOCeMqvrCvZoSaXspraEh6Sn9n5AaaHrwzdPwn
kP8UiM14oZS84ppGbQTcdmHXgF/lTQW1FWDNotgaYFKkLU3tzi7JwzurIZwhySKl+4rsN0Bewi0l
RLCqkPzadkR5v35+DJWkMaOGsciHvACNcNPZ+vm3sAL69cff2ZevKvDsknq9MXJAfk6OWskwaA3E
2ufy+JdEKL2X3GKIMS4JvS/OMGDHZANUXJPVorJUWb2QBkr3ISj10E4CZ/XGqmmQwtrUp+IpcuS3
nbxmkfu64ytOm65OhpXbdm0F4Xtq94JqB/vDabDz26jHzFC/lc6m2fcW+BQi+5PLzD/MbMyknzIV
YePFihjiA9Ae6q29rfygkwfN0v/kxfZNhi5fym3fpf7krJ/41W74atQYPCt7uy7ty3maGRkqJhh9
Lc0LF7fXwzWgF+z91TXTFUOnljL4cxn5isRm8o7FXumg+Tgz9FN2tuJbrm4hlYbiii8esE0T1oM1
88nkjDIWgRto2TDpmFWnJAvJK/JogbMGtOBfHqF86Zz8LiwGOcAR4lWaPAarX6+pqd2yMmoM20fX
pWKec7VEUL7aXgEEvmlt1igl88Qog4Exsz5RepA4JGvHCd9T7FpjIZIusgGc2qm7BLtRvqBKZpKA
FZFFj00siBSAm/ScAfRBXQd/YvhmNCgNzaNA5YQYNErRigBfJGzlp2HHSqIuOopvKj88eoG9FY2o
TrFb+CzdoRd9anjVGLwspwNnZCgFVfUuGTXEbydrMP1bA8smsd9yWx8ZTv3H2i4MEAJg5J+L+UKI
ml0MQAt1r85AJ8pX2PjwgvWzQAsgpg1Qk832WJ124YZz9G1FsFUNGouZJXbD8qSTP4z77CMonc0A
3qLmwcSsmO28u8ZAhxV8yC+fcKvEYvmSZYGfkaM0d/TdvOcGCMruIJbo7hXaqVFEXDEyC0w6VJgf
JFmXZJU2Pe0SHN9Ta3nb8fPzuh1iaBYNPl0mbRx4PIhgFKs478SO4GWEgYzrVCYbcO2GKG8f9Ibv
Ak0LbSnT/vMOiKF/FOvPLmXicyaIQ5r4Q9FOgqhi7SEfsLIXLA4o6xCINUZ8Ovx+j3mIY8os7U/R
75UToh23qNfDECk4oa9SpfPm2cHGfA3ZyzFZhCjL4HcismIcGJlq+6J5M057cdL7ktkDz5As2nu3
vepmrgeOEgIkLrMh/t25waAsd+PfAlidX7WojGJ0RTtdlzWGhaVxOjm9S6dS7PQKNx64m/akY8WE
6rN2CC+yB5CAqd8NjdZ0ExdmsErYVwNGpznXu2jzGLH31C4+/2Y0prucC3UXRFzXgcZOXaV7fitg
e/Agma9/9s7UMcMKnBlgBNBT4aIWRoEXBBnu6owVjA5/xvJFBegeLOO5+M6cEaJsmtomTVXwWKgG
iwYoU0zIsVptl8ZXgCfzzQsVj3ipMArxGE2tOAKi0wFbpT96E77c8gkry7woazNalF3r634AFDLO
rY3MI9A48IIIsDuE5c2X5eCbJcq4GaM+5loIMk+jNe5v1Ztmf8dEmV80DAYPfGsD0iyrlIWr2nGI
Qy6dyv2tk712r4hLsZd1yIjsiFgQc11LlyOUb3LaxPNMtqsQqM4cn2Ndmzk6wxnoIuQWO7+fBJvh
4Zb96IwSZfEKIzXaUAElHjD2N74lA5I4AUMsYViU7RkdSlv7Pm04qS7QzgIsTA5+jvuD+V9DQ5cC
QESnMW26yN90cht1SQlxAwqMak5xx5RuZndzL3m7OSHqyFLX7VXs3pjUNDoGAItusTpm/9aTwhJ/
QyKqfXGqzT+5qDlV6gB5rnblccABSmR8SvCurIH61yInxCK0JOpzQlTA2Ast1w9Jk5005AXjZ9ms
yH1KRrs85tsHhpyzaFHRYhzyXloXuLPaQQQ32MKkVU6FhcywFc51YkvmaM4XZV2VoYEQqri2dkK5
wkr558wCfiLLHLGkY/r7THW1SjJy1QcZLFH9QgsDHtENoEMh8q1Z2wDg9mAGmWAvLLKUsUWfqKDV
RjUZqBHbm4BmY8mvso3+3dqOj/2LcFbZSymWlHp+pJTpjWK08Eb1lyaMGWnOg605mmM8da++6aFQ
pukmr9jJLXPcZtGPzSlT9jhopV5XSrBb4pQxxGXmO6CZAPMpXzEBGSYhpKPPb1o/oG6lJFbFWJ4E
xxEnxMO9I+xVM1FsMjywpGfJmc1pUbYFz+yQqzEqAiGN30XbI787q9m4u7vrurDoYOZ0KGvSdXlX
qzHoVDF5S2zf+ajt9CgC1fO/Xjg/vYLnpCh7YoxR7nUZSI2OjPJ/j2kybFVG5x8zuFk+PFlWAH+J
rcJ0uTnWgqD0q2Fq/NNQk8FWYWLneHGzlrEsi/0/dL586kzFEfEqnNd80aleOkew09Uf9DAa2GUn
wo8BexDLFi6tCKfLXB1r/SQHmL+bzow7KK9sAP1JnmjZ1gH/gVo5FrZif+YlHa8zuMqTINs19MhJ
cTu3yuoxct4Z8rZk6Od0KH4UoRr8VgMd4E/+rkhLgs3gGCsBxV/PYjacLgnCjBp9QX0gy4krghpW
kZC3fvd7PG9ZiD1fVYsrR0d3BoxuVxb+ZBY6oLAnBFvGblpLxYY8PLFv7kfLwevx1tvIst1/huut
sWHB1y6WCeZsUkocB7yYtDy+YGy3SrZ73N15xwZrC4/dBmGPbl6/wyUPM6dG6bE7NpHGjaCmYPId
iYTmqX69TmFJr+YUJkM806teHnoIKYy694rettY3tc11Aj+3xMAWzSlQMYAmDnytVOChtMQJWGW0
UvQia0TZJOTp4N1hsxjpnFvZs/pH23rdpuYny0otPY3nn0DFBw2nGaOnTCEPZt4jJFJF8snCRGTR
oIIBLUiwLWMKdZrzJrdr+9WzWGwstojO+aAsR1Gl9aArX+KgYfHGKSCB7Votuj0e+Z1xe/3iWAxR
5sOPeSFLJvMh3TgTmd4cUHi4TmP6jSv6TCefay9zq6GGn0IiRnyVSQIse2CSMjw8Q8bpWrI4jGLQ
B6DSQex6SKBvHj//jhHKLKRyX+kch8OyAgSbJDJHM0LHEquvb9EeYAmKrgLFTlboJ7ER5kKWtVhe
/iI54ya6ldfX2fiJsTkp6zcB+hGcc1EqBNMidiv1bUfdqmYPIAIsJMtICa9+TEuTiR8/mZgfQjCj
ScVfoRR7oVbA70YwchlRMTA8RZeq1Zq8YxY3f8sjdVdikeVllOAQET/LJoctEeJj7ESmemrNVx/L
e/lpyLJdMaTwywP+5HOa/YAOY0X75EFnprbtsJ65ULEPHplGK3yuTJ8n2Wkb9oQVaS76YuwB/Dcl
6kQ5GcZokEBJwQZFUjtYjtxn1rhqROZIC4sUdZidpma94IuTh3JCKzrst9PmXmYVdPqZa2dHOUIs
jAz0RMKdVdEa6VqsHZKJ/FuwzW50WPLBokW5RAS0aR7GYGl0WuB4hj5gzSSzurkLMCbBytEs1pT1
2V1R7rHqlDQBmiPGTYACJNnJ3ijxEK9X06sALXu7bI1ylemvGIo+icDPA52Q6zUsZ1G/Iq2ZMEa5
xnN8JCHjcLNx0IDWHfY9+qn+pIaJdOQ/ZCjueFnKAXgnT3kbgzQyEXb5i/rG0iwWM5R/j2pApAoe
mEGXW0H8p2lEcO8S7QzMu+vntuiwZvxQXr7ha26sDDxDeDuxP2Kynx5VrKhv8aU4P7XJNc8upzTy
xiumy7Hi/SG1gCQL3yvZLEFf9ibfl0N7eFeTOdUHmfTWcnqrsavHYsM/9K8dCc3Sav6gb3PGFV1R
4uI60zIXevU0piQ/5uh3TJnIQ19W9Idgy1icBWjKabcRZWUFDpCUfgGJmwDWBOcpsMxzE5jRWlr7
jnhCr/qmvY9tlyWEi5Ixo0vZXDQEyGoeg26JHP9L8Xhb3N5dl73p1q9xRpnaHH19oVKBws49YCTN
hKVl3BCLB8ryKWnpDQUPCpITW8I9T9LVHWsubNL4Sy4U7FjDNC921gGamU4Zy7JXx5khNydrw3JG
0+dd++nLK7h+2D9jxsvPpA5bGZvB90apAfZF5SSHzjFZZUHWQVAurQNYb+fJOIi3+1tW9yTrt6mL
VPs6URsNv52YTBT6hVfI5dHQNt0zuEZQ8OOSdV9ZAFax9x5c1MP7w/n6HSx0tl9Soux6DuvEtdMR
RWQDfNmO7KDED6pFHPPhPl3tXizogG3ZGJCzGX1rX+XSa8JEWXoXc39R2UIADs5L9xg86nZifgAm
+GC1N/e+xQHK2VwHD7bZWA/rI7a2m55jbN6vnwDrHilHgG02Id+W+AjnHhk8hi/7af4vT5cy/02r
D9hkih/vyQdLyxeSxfMf/zELpjeKUnme0pzOkc0dk1X+FhOAXoePFsfC57+u9vRQ2N8c+I81nqLg
jqUiTgd+y7hK1ldS6l5wlesGBWT5r395ojyLFtqxkQx3MlVA+WUF3tcFUKWX9w0cnwTdgK9WCCGM
sauf2/r0SxmhVKwT3EHTJ+nG9ilTIhG2aTj7Ke9akXRdOE+PA1mt7c+/vAhKpwZNS1uOB0s9MRk/
LbEumVKpPkdjYKTit/FoiAoS3WWrrX2zH8i9ad01ZL9+Nd8fmp25sib8q60UWgUrqmN8ApWHva4N
X5mR/2wEf2yuD3wB7f4j+Nm9NAQV0NByDu6mJCKxP4CUfp0a68svNeTvfmuiNdOJXsrEsM3x4dY9
I2r+GSNdCO3Xe272y75XCaUW4JfRzUMiWzkqwDztCGvXksiiQ/k+oDdkXBWDzpMDLApCDjec+XI4
ebaMUs4aOPXnnc2Th/OaBU3DUPmvFNGMQS+qCiGZzAlyMCxzwlIQum9W0/u84yZ7ct61juNbpxDl
j5T8Om2wov2erO2NstqefWICZfN9MLeexaryfLUOXZNpSkddWYyLugd/T5Z1uH+/uVkX5PlUEGeX
kcRG7d1xAP6amVg45VpA6Qd0hkesETk983N115v2g72Vdw/xYUtuA+v+MyTrzfZj/XHkycr8JZHD
wcdCnrVuX5do8XpEqtLpI85oK8z5waMKzo1rHTYHq8OnvjjKuoI1QY9z4khkjy0d2Q0r8czQTDqB
Go5ChY0TuLXEtFni9gV1dOU+6I5dtfPTvphsjHXyyGEznfTKtN9OqOT4BI27KZY7Wu8BXMSAIAvD
a0SxzN8NSt2wqIwH0BcC6rWPubRB/5JyNeYiER8DyFpr83T/y7uTN0+rg7UpTP22JvZ6ZZIH/BcN
l8iGq7aNDzRX64dwpWO6cs2SVoYy0mkaztd0tZ0uHWA0jOh6MY438EbGWm0RrVwyxavoD15SJ1qL
3MyhFLBMs3vS15gu4KyKue9syZrNaVH2WPFRDuV7tYXVDLDM8rdLHqa7vK4iC3kTRZpTmU5zZroG
N0iiXlUADGAeovu3xIxf0QTHBM9cmBy7pEPZZiPWq8xQQEdDt3Vnv0hvJdCUARSWAvORQyeXj2y5
/fhZOtcZZJ0iFTA1VYjEZPx1itg1+aLB9zxo3R+gel+yR0VIfmgMY5CDPSt2iZQQ93cCoYihgdfZ
WQwA0d8pYV+n8bW35vK+FF+LMrfX29PTQUDPL/xBueaARuyjplWuazTFedhApW3ij2kwr2Ao+5JB
nVOn5F/IpXwIiol6c39fbVL7/Tp7i2+gaRKBn1YYKhrt7PjRjbjBgIIdDEyYq9sQr8baHm0zffxL
SpRP4zRJaqQQrFjuORytytpGVmQ162kbHXOv8XQutI2csUU7IiAhpmUbgK3cUkiH1TkCcTc8mk2B
RKphsJwwmPtZYpjE8Z9jpL1PJPejlwhgLn4e18pxZYrIHPpb7+E6nYXmgks6VMpHcP3KlQOjPXm7
PFvLltQ6nJ3vkI0Xdwn2DMQHFz7ezMkWi1eJeiw0wlLwhRrR5TdQMukDxLryp4sc0McW2fVa3wv2
Q/H214dKGWQ35DgMGOESB0CBowUQiODOo378g2GsS4YokxyKYmG0wxdDExBJglm5zsGSgBWTo8kq
XRNLyigHWOk5xD04mtYeGUA/aDFhhAbo49QAjXWEMF8RCdATz6TMElDKLKc8V2Ib8aTnDtCHblWL
W3mgKNxeF9Bl6/+tB5RZDmU/5XzP6+Cvm3O0igEd9xowC1ILk6mXN0bZkkbSDSDH48bku843MYUD
0VgdkH3LEWQapusEQItata75vI0P3Ma7qdaskvACpwAOU2VRRGgC9DDqQJNuyMuMwye0zlMF9IUS
LWUPLO8jTAJBCcwFFeo81cYYRw/r505ng/hm1JMeUFgeqSwRtZbYDhzvYXhjUl2wnhdUqeOVk1iS
ExnC0jpfURdec4JNTN3ZMmF9FzRiRupHE2XlioFXTBqREB5DB4otWg+s3gqJReQy6f4vLKAvPA/o
OeiaM3bpc+oE23ot28WdcT/exfo0G4JCppnDlWfrz/JOXO9hU1OyfcxXGExAb7+FsWCLXxvM7qml
OO3iAGiLniVDmk43jLPmdbMwDZSE3tz97Ue++5WjtEvU9UC4zeAi/XRdWZcsuSKgym/I6IrUsInt
MrZJFd6LwhDaOphosnb3+9ecGUB9jQ79EOEZEcpdJF3YodAPIoWdHI2jfNM8elt1U6wUO7iLMCwx
eapjaq93vdORzwZ1vc/0jrPwfwM66FjP+6UA/IJpyqsYkdIXlYbvKZ2DaPMyWfV2e6xR52PN7TDP
l3IsCafljVqBlOWuplQbwOUeH4xn1pti0RTNTpjyKjwaKWLFB5nDm7e91SEyHWFt21xUoRkNytyJ
TcEX8gAa+a27L23ZucMrlxHssvigjF2kCqHH1y58VHgb2L+5VYlHyp94wov7p4wb+jPFsOTBSWFX
dmY3Nrpr4HQT9ra2peB6ToruVIo9oVfgDjvAqGGWdyftPFuzj5lTP+YHFl9LaYELYpSRM0Y0ucgc
Tk+4EZ54GJLDRiP6SrAcdHG/yNvh4G1jS4U9sZ6bjZm+KuvM5My9LckEps0lZrHZ+gcJrTEixjpc
57hdt8/XLc7Sa+riIyljEOIT1brmWowVuVvll7fra6IkZGXzO0CarbFBE5Tf3guMcAbOmUF8WYZV
TUJbGrbf6tQJ9ao6KJmPExrM7vXJ32LKubamKCzYdodYx2DQaOYjsYOTfAOX0OCvEel2hsVagrqU
swYMGRrCET/o4o8lN7zISR6HfTCIA8MWOVqBFKvUSj6KzW2/DtD8+Yzc/ENI5B36hi1WG+iyCURz
niZLMoC/eMoEplLpGn6LV4TUmNEH1gUlG0g/a2hhUZ1nVCjr50W5KqQejps3y3fOjJ6REGYheS2b
2BkRyvbFGGIX9RBE4KLPKtoaAzx+uhNP7q4Lz8JDXAEm8j9HRtm/hi/4Us5BByhp9+KDhAfP+jqF
ZWsxI0GZv7FM9KSexBPeor35eI7XmfXJoLHwDLhggzJ+koJhiDIFjcGM34V1vmu31bsZrljIrYuq
9s3L17XNslye3wKy4UvCIN39hrtXnRbpkevcLL2G59x8yfmMiuqHGscF4KZ3JMfJAO39EhynYaPY
qhOi36jOtObP2JiCvQ2g7YzkCZM+FT8JYyWVsQw9Or8IiSnsgtMJoSVnNg4M6G22yVFvl24NzNCm
B4YxY+nwV+Z0znvih3yqg3YxkJeTAYTOwHQJOgBZYjlp0I/4bXaVlLHgeU8D1CFM9pMV2IeDuJWO
xRNiJQUr5v8fD9XJCF8jR1sNvY5HtcSd5jn59SycQ7ITnDW7KXT6nZ90JKzMRWZZ/ZlZzltfbF34
ZoNgkiblncJSABOZ3QLHIQTeeXHL3BDwH4zVN03qKKMibBJPB00Ub1Ifpgq7ewPns2Nc2VIZBnqh
STJ2K8O5fFW4ZrIRyHyQNnnUIZONKWH3bESmtMvMGu843YnX5vP0LBcJZ8lIFinncvVuXdfM5VfN
7AuoW5SxG7seJb87PfUpASiQt213hl18NeiHhN+lB/0IRCnsEUxXzOfrpHY/r/abfconDIYkc30E
4n2Dca9NSty9TVrbfrjO5FLrD3rENFWRscYLS+gpJoPQbyRfKTv4HnkLrN8Atg5jsWafYrPIIVjL
24Ioo1X/akJSnbATZ5cXcOd8CNgn9Vf0gH/XOau+v+h1Zx9FMY/qmzaqcYtAHRsI4siUT4+A7q1+
Xed9WZR1QUJjriBLAo3a7il6GsSAAj8N2xHFvWfzkVn7WdRQHeERz6vokqQXd7qAN+59t584SZ/U
l518F9+om/6+T0iKzXMvd6xmo6W0koLhOgnXiVyurFEXmmESTuHcuDsFn9F52qI2JfsDc+/8+n1E
Yc0j2kG4G02sQ/ZXech6jU+xLy22gAdDsUsXsTOcXk0zZHzWh3zSIcQY0BdaniIb6FN7HqvI+tUD
a+ZpYUpMAbPf5KhwI8iEPNCjosPgOFCei6PTA4zXJYNlciuFBWyyGPGKosqriqZBXeiWSi8tuyLV
IS+l1TvhqU5MTzNVUIvXtrl/fh7x+sieecxWMZz0QvM6+JxRpqL+2h3dLGir7n8Bbt1VuJ9SaVjo
9i46IimQ6GWEiksaOCdIRQXeILkZ14BV3yUHaR8TJSa8UzOCn2W+kLuRNG26RpW6v0rMAimfhBWS
qjnR1iPe4cPFbOuzZ/LruPgTfCycJDSeN1TVUFSNCh79gJO0IQRjCnCV9vcG2gp788gxk9XLevhN
SJ+i2Jn/0rtyGOvpBM9AIEWr8lNEZNtw0gcBGJtbGUtureOruMvNJiXh1ritD6yU4eJDdcYr/VaU
WrGN+AKfsJtwN9tN91Ec8l/pblwlm1dMW2AV6doO7XW4co+svNx0cz8MgayqmHkQNPEHcNsYu2Ic
5wMyFMWUhPTthtlAszBEhbuc0aDuUtZjrOLNQONQ36aROaWmtnDLq0ekeQl6djiLlUFaFthvknRN
zhWKvBu6sUPlW9kleHuvo4Nh3wJY1D9wlrAp3ljbpb+C4CsnSZflXDfKBzeEC7Gm9RvVHbYrAhsD
IzmQGvbQ9KIBVyQstFJU2ZB16kz5MW6Bpi3DYW2cgDdTC2P66k23r1/C7cDIlS3G/yg9/JsYbVDd
JsGccQViZw2pKxSjBawZEDFAH7PinOVTnJGiDJrRxIPaJSKyFY5GbkLRBtQtuiPiuxqdGErIbPpd
DC7mvE0HPdP/JC2SCODWU94sFJA2hZUBJgfh8BZghDFLMYaoqNP2F0nXRJWKliI8h4fEUKYYA3O3
aKKawtTe/C1aa99mdxMsc4ZRY0QZmK7HAP8lZ5Mx9zQ97NEtLqArCnUjydzWzMzzUrZi2hGGgr6B
ZUQa5RvCXhp5DpXGU4CtPeOxumWmkJZibIiExEuygDYShZYJqeOjJIcyl1byeWg5U93kwCa2zfyj
PfBM4M8lkzgnR0nEmMpdycndJIJTbHQ4pRjf1+xfU6pbtz8fkK5jPiOWDnFOk3qtDa7SV3j5dtiz
hwzWDSb3M2Ahq5sEg3b7yMos+J+1whqfXXR+c7JUEJrmTRKMI8hmwH3DpNgNhqskQD3IHRy8bE3W
mV936OIqdtmutMJDZqNwxXjALcUw07MGjS+qhnVzlCnLlMZN9Iqf6rhvsaXZo/kar1gY04uvxBmV
L22Z6XkaIkzyCqmDNhTk7YYjyIqbWGtRk/oh2oc7rWClbBad0JwkpYBZLcYY5wZjgy1/jCfLebHa
vWx5t+1KXke/fZthYJZ8wpwepSc9l/JoXwO9Qw4s8iA3P8ZjhMVwyLFPIdo7K/G2mEVUgNoha8Aj
01HSv7QwXq0Gri/DL1jwQtV9tnUtZLXv1V3I7B1aMp5zUpSVadqBE7CheSofTuuLh4K4FuqqyH2l
tlU9cBuUS1nnOd0P7dHnNCnB5IuxD9D8OMWgvNkcPft3Y40oGqfMwuWi25uCJF0SdV3DcV6epFI1
emaELkJAVFM80hx9dDmLjmf6dnnXrz6vS8pS2/FkR/8hR0lKzY98qhYg100D5j05qDFJ0BtiS6Zw
5ve2+HwssUmiJOZeM+3HKW+ENdWRhRrp9S/56vn6ccazL6GMbZZlqdINHGRW16wX/SO6M5zeJfda
vjMfP+vXYW/+P+pyiyZ+RpUyt0bc1G2Sg6rl3TsJqdYTnoho+ylpP4kUmmKLUT//oDEmPBYt3Yws
FQEghexHVQWygGpJyYp3dORkchZUqTx9/bUzpdSywv67qi1BprWi0Uw3/FZriHdEevO1tSdAR+Wm
Q63nflKkkWim9hKskoP4dOSd1bPxinnrFSp0ZvvJO511fOYdybxjQdcsRieQQeQERBVRkUpdvBsn
UZTy3hSdtEhRAqzLbvEu95iAK0xK1GUHLlB68wGURsfq0WAfk+i2NiOHFd8tmosZR5Qz1WRs5HDD
oD81JXlpN/lOJlVA0Hm4/gNwIRzdjBQlSNJQNbkSgyUVWwybY3MYj8YKDRzwm+S6gi4mU0AJwf+U
utZpG2+kmIIRNQhTvj/oI+AhqnsBBcPDrTaQzPnU16iiVptwVx66NSMwWNRSVRXRLarLPHIBlFH0
ENf2LUjXTrMdrbgmxSax3q8zyCJCWV7ZcIERWsIUilt3ZexigjpAwmBkuo4fCjljhJL10SgxVd6A
RmHn79JWMCWWq1qqtUGJ/jkqSsbr0RDLuAYFhVjFPTp5IOW93a8i5/ppLcc0M0KUkLu5VMmxBEL/
Q9p1LTeOLNkvYgQIj1d4etG0ROkFoW5J8CA8CHz9nuLeHYElNCt27igmYuaFiczKykp7UnUkHr3r
fYbEiPHKowm0MZsX4iGzUqWT2UPETbARKDQg1qVeqxRwEDEQL8lrBXh570sK9eA1tp6S9yxfpea/
C0LHBClpBpooxFkbXE/n3/5VB36haKJC2rmVe316LM9Jv3/EGiVOLUNiX400PETSS4jdVAfPqP7/
oKQwFSMatLHAALtYE0vLfcW/AuzBAqpzs/LNGeMmTaYJxoSodyeNSr4eeogt/DqnVmYvCqD7Ik+w
YlynaYuuAAp5zhF9UCiOenQFe5l3uSKSjre+u1OMl/SEwYbHZzNt+kZkKH5awRfrSAWZRtLVwJAS
ZOkvjnx6iT9qKz1XM11er7ErtHVmyy8t0IvV/3+/I45u9AXEeI2ClnYoeb+U8AUR3DTkkSt77qg6
oLQeczp9ciM6lKeLvry8VoucCDQwItt7Uk1x8ZrsO/dfNO2OOaJtOsBPIsGrQOli+dvAOHhujPlJ
lls56Wh980NnVIdLEkVNCSrCMTjJSFkVJmczofmnDdOIDGWYuMCLsLUYZLxPYQfwUSf91CysQLFn
+8TKN8g2Ms6JPBQ/HpIRQeohuaR55cspCLYkO3bZ1K7vCMstWkoXKxbmKEuGlBHkYq6bNz5oaW4M
LNWrLllr8cwxWGJRoQygFGJPs0KuMr+ZNahp+jp3VDYqsLUYopt652VR4iVg76DqdpsvHV2lTBra
hAvSKype/qp9yndabkaoYCjO3MI2O0+XUZ1ZqZ4RvP0rd21Em0Z6UVQJ04IJaNvJLth5wVNrNS8c
iVg9ZrKMHAutImNalE7WnpIlWoV03OXL26xM2egc1BKBKXi1anSfanuGXKd8mzE9SiV7Dvsv0cR9
JcU23zqH1szgFtI+WyUe4knUh74unsGaBp50Q2RSP0XxkuPgnd4bxkL1wiZKiGk+bGys8BWNA3Zi
tgY6uo9fM5buTHlXY2rUexMKaTwHYuP1lJj9NkcfseMjQloOPeupnrrfY0LUi1Ne/CiW5ex6MoXB
LC1eRy+K++VZMjA1GedG9OCHnowkSD0tWAxTzsMKPJ2ztQIQcfFdSJHway2WgrB4ot6WWA6Dbk6E
twLMZfuirMJF/eZidLVhJvOnjMlIfLfR2vEd9/15n/cg5T/7BTDQZyazXjiZRxzToOKFvgqSMOlA
47kzzqt4+yag6dUMfwFjOteNI6Lr58cndcv9PDgpkbrRg68CJbmF9VjtKiO2fv8u9AVAWITAOolm
1FvN2uBWR990jevGAMD2Xlp8MBPU5EI9+gjqmntBGgvenJziJrdj3/AX1143XNe3P9yW1Ww36Y+M
hUy9PWVRCmUzgOXeOANGeSebMmpOEcrMrOIrS2UoQyJ5Sc0VBSjFuhlukZzFhPsHq8g6sYUJHrhC
iiPok0IsSxkQtcuTpCjnuNfie71LeKt5bX/LOr9GvHQQ0EDvmsdqdzS6FUJru0ehAXJl5Scmj3D0
EZRxqa/l/KIE+Ihnc1Oug6e5bTfvhd4uDi8pWiRYUHeTOc0x05SFiS9tWSkR6OXmM5D1C6P4szWM
PYuvyYddFYCehdkSSaJlm/Z9JeRYcIZFhSfF6hYAS2ANPUw/NyMalOjyOAr7S0JopO+pgoFtzZLN
9fzXEhP3m0tksMLCyRQedqT8wxQlO63WyisXgiD39qbo/DL2US88HA6DXhj+MnV2i1NgFr6ZL4vj
l7u//N6jhmj8MoDz3Fo+GqSM4x62j6XIhM8fVmD0WZQtT2K1kJNCxKMhO9dVv3hs6SbrCSOu6RpN
ElwkJc3x83yp+454XGIb837PeM0nb/w3DzfbM3ok0laZF6UKImZaGKJZAocJWsngZEpQmHJW5oom
iQIgJe/9E3TrqWqCJRan8+qNk41LpwuWsdfMr9xIPk3mgODkGzGmRx2MxwmXqhU8MHXuMYGswaF9
xpyBuTgsDorxZL28Il1nSEbiLmun19NMd/0dMDk+HvN982RpBVEw4YX5ZF6QFJH6jkvsFXKmdv3p
fEYrzQD8e8AyDy4Gkq6AT9HXuvUeYWaodY5IfDtfPoqJQDFjSJ/1FTTmYcsXTSWjrIAhJUF2Ql3B
6PznITUCW7PEJwdwGkfu5at8i/8YJTbefXVYmT20FqszdbI3diQNifIVmjpom6K9QhrmBtvb9F28
BES1qONTZpwBeBRs0wWcMP6+kk2nX1uLJYr5T/dcRncfD2BBRSQjpNS73UVy0Ipe3Z1mgZ6s+WW7
Ti0RKypW4bq2NAQEtcNj5o+Vs/t5ye7JUg+4J5ft0EkgK+keDkBdrFU9Ye9K+3nNQEaVJQ6paVkG
rsD9NUuViPc4BRVP0lc4A/7QsuR0Ycvv0LT1lRm/2s0RNeuXx0r+88G5J0qJlBOEVvaUOTLGTvGr
sr3dEW6J+5jGlPxEXuQ19A+r6g/UTixk6GZyoRD59VZsBabkYGYJk6OPyUw4WmhHH9GhNDRJ67Aq
ctBpjNoO0d1XvsyxUTjH0iJW8uLWonxvG+5pUYc1j3sl0i6g1S2z9UlL9V2B6qNiBrElLM64GEtg
GmJ3ttGsVKM25SWPJVDW5bBw/MCM3gcMAmKNerjWrMgzlX0HGDEJ4+uwJhuTGbITBX30sdQhN9dY
TPoG9WZBTxaFtcGSOsXiF7K+zB3PYBzDlEaNT4G6LSU3SAmaI8hpE5u5waZZJkM/47176VOOrhc1
gzYTIX1yzh3Gn32gKSjGbDMDTsv/P/92T4zydwulL4Kuu0mPbCtfeTaWHFUMh3bKtI2lRozD6CHH
S3NB8xOIFJu5g7Ihq0Q5fQdRjMfQPa/gl+5/P/G7uuvTW7V2539a71/V6vnx9WNRoMTUVFhTGl9B
AV3YVmTmrkogXkyW1zbhiZPj+OaEklTfyEo5A7zqSbJ358TA02yrr+1zajMdZWIvfl6bb0qU3+N7
mFG4JjeOdqETAd8CngamndlNpdMX9JsSke3o9CuOiwStAKXKioBWBse408WjDDwSjJj5ZrFiDVJO
VB3upEhn8foizaVIgxSfq32B3hpjm+5803isEhM+8D0VyiJHgRi3moxqjYQlWr8Dk3v1sIMYLRiK
GTMeMiZHlEXGRt6A88hpAUHDwlKL/oN0WLv/TnKIfAnwDyfyHGVMZW7mVxJ2TiASfPP3eJ9zTAfN
zJjTWR0WE5EaxDciRZnSLrsqRTy/kULmAHN6wYtnRvZs62MM2UkrtHwxDmxS5UcUKTNRyT7v5xmq
XtHiav6ON9flgJYV3wYa22NKk9ZiRIiyFopXZZUYI9NaWOeromNPVmKwupiJJfhxf0c0aEsxa8sw
0uIrSq3nBLcpWTLExWKCMhDShS8VL0eGc5WQBXh6vED1gtW5NQHCca8FlHGYC4PUzBqIKjuXaOJ8
C46bykA3DLwNYH8sOWOOZTsloPNyNMDwH+IrmQ8RbdW2XuUG/4Gtmk/xYiktOp9xiIS/BwKmQ9xm
LgeXooC2bMTlgCAXO2SYkI4TWJl37NMhrnatmzoVQeS5zfTNm2ck8FkwQ2lu1CdPxCAFpwfWdnnQ
McjpcNht8pk4zEvPOOmboRsZaICCekms3QyZpnMbYH4B+iB3X9PF9pdxWQAs8MDyzCdIIgME8DSU
hBXsLKOUS0uuFbY5NpgEHACmadQYFrscGV7HlIUhJST8IwlzlaP5Uq5+EnqkAyJFW/XczO12hbcA
g0yJFehfHmvGbiLhjPIKhsEIkoCAGXrqQSjiTJz1GXR5VWHjH4KpDXqDWxMOqR9i09HcSM3MUQ9p
rbPAqsQJ03ZHmnofZnwWSpkIY1p8teYMqafrWo1M8gXnYANbjkUM+mxbAN7fCEzF6Gz+STxejff4
eN2KKwy4rrFyjGiebyeO8sTwniZ6B+8lQz0rvNSWUkpKTwSBYo7QIcbXSFYHzDX7qG6trbeVFqyy
6ERXAKEqoR0FLhWmZqgXJpOqsshCWDABFMm+7HiLGXDfQtugAqw+ZXns9Gw5MyWgsvXMnuIJt+eO
OvXaSOlcuZYe8tWcwzvAlJm78OKt6zLXlbfMubywcFKm/BE83KTVAl6wqMlUE1bs5W3jiWBX0svF
3GwcxA26tJwB5de3WXEDT94wyjyK8pxsN+Y12DCJMtxl0lzbWEGZASGXsrIxas9j/VG0K1cAPN3O
nNyy3D1aM3XLeAWs5C+mq0zk9+ADaHbhVF6CmtQ5asSec3gOgGpfxRsk8LbLrNAFoN1smb3p5B7R
RBUOvZBk/wM3p/NE10FOg1xQkb3jl70FeAGkrLZPqDD6fx67EBOFCFkcU6JudCUpXBSSPGHsXtGv
kOAJHOwCqTmBoFn4pwy9kYMBRBxr9hZhgR/v60C5NlzlNGfPdUw4G3cfQzk0Zc3HDaZx8RaCaRP7
rSx9Tda3tYa8wmO1Z2XVp56HMfOUc5OlpRipmULO9oLH9+W1RSrUZEiYxRSlwTGHan+SkbPEOq1N
qg+NAaCIaLHJFtGi/CCoPLlihgvFacxMf5Uc3rTU1GBOiPE/i9Y4auSeAbrF8XOJBtyaeTXnSaHf
Y7Dx/KZu3lCl1DBYsTV1+DrE3yEoFY+Zn5j0u6dJWeTcizB/EIEmt5egNvMjmUy3AJn6FKBbv8Mc
AvrKPWb7/KTMJU5S0VuNgScaH6/iZKRZi7DHnhYsMDO05ZYV2LIoUJ7FkFdI5ndBf0rdyNSMZGto
H49lN2X5lBEPlN7MuabXuJLwoAu/javDOptJ5f/n99E0ARs0cse8iLvwdQ8OTLIDN9/V+qvh/X7M
w+3towwZlthgiJ5XkGqe33ynEZGkIGABKt+fqiXviJYESod4rRmfMhps2j3TWk8cyx09yoIMYo15
mBnoaUeSwERCsUKzl7zwnQ6bXRV02HOo5p4YXE6Ya4l0HqL5BNMa6s1jG3HpY2tdgHJuj3D28tw4
zSaFq/mnWgsYUWSFMhPvkYRlXcDLQ31TwRTf/bGpsxAbhb2+P/loPQzMjnFiE5Mg8t3vUxJM5phK
HNJ5f1qtNrcaBVIpp+TP6WLoC/3PurXW8Vp/xRiAkVnLY7nJgOn8gVQEw3IIkzId8Umpf6SFWGaM
/SvoL9jY3SEEmIava9urHh0PB6HC47TG1LB+DDM93R2/1MPXSjt9rFhIm1MpkZE8VPqaKLM6bq8p
SjbcPni6LtJDu5u76YePjMWFwfPUYwyAsjlqZfB0iJ2+P1spUkM57SH70iaLYDe7YXHK7NN1hTDJ
cax1Z+ZoAKrh7Ry1xdfHM0ONJ1xJQIpowEjgJOx4vh3JSI0HJR+a+XAZbpmmlerMAA02A55pps+c
C0C7WfmLKedOmivwm7H+Bu+RTPmuXTz0ZOHBABO3aeHqaHq7Lk/88+/dZW/rhblWSv21PKRPpd4v
jpnBAvCaFvjoAyhlF6VrXaRJNZxW52uo+5iXeOqtze/ctlPjEBqFaTVmXgCuzlryQBwCas4OiUtW
i94tcUxbybEciFUbCb4SB18WqmI4PT9v8vVbpf/uL4avOzPDQXO2/4Qd6C32HZI1GhHeAca5M4+B
umpXTvOwghjkVyg39NbbTrN/V5urvvgMDceKEDeVxuV4BCzmnnnNJ83Z9wnQKIVSEzcprxHaq7Pq
vEUfb+KvAZZtAVi+1urM1+X7cdm5X0sAS78CRudXpDMD+KlHA9tGgSqBQSiFv/VejMQ/iFoVRdIA
8Uu2bHAJOqvL4+kl5TGZWVsdIFCOTaorjFdjAuUBFUoREAtzFGIxskCdeih3ZYa87hzXbcYbAepK
drFJN9jrEO1mv5AHivSltsTw1dJ1G/fZZdz2CQMLRBQBszqYtuJkGjBAUMM09bG5Ah0CG9EIl4UJ
g/61ZyjXVEFxTIaGCijUuFSlAVwCgVVHoSF9Ky3/lZ3+n3Bn7uhQWRFPSoI+7UBn5sJybna/r5gZ
NAbHgvbqx73LurRTrg3y18gtExOmAUD+/tIKvl/0bSHNT0oGWx3sFg5uCwBzrKXx+KR+ZggVaAf6
lDENrXE/ABPVROaLsInhqNmV3r+ujYGJ/vMzNLgnQRliT+2za1cmeOSWw0q31svtsWc8bhOKcE+D
srV+EQ6zQgEbBFSlMBb6ujcthqgmkhP3RKg7xYew50ENRlYzXXzdIq952yvFMlsTXsE9Hcr9n3Go
nF4q0HneCGhkyw6skRbWoVM22evrS96U5NCrfX8+ygfzv1KqG4Mjm6dh1cgwXPD7FVyqTMc+3eNj
AhM1xjsR0TnnUGiRpmxBQQLiUWSHRuC67gfrJBhyopOvfj6kRSvhIOJ37R1jyazmsIns7j0b1DUP
ollaD2hVgB8KzFoHolpCq3p9zxpunAB0vKdE3LPRkUjRBRGfCErDbnNujPP5LTDc3cX4vdvYObr9
rmjH3uEZ3jMO6udDcE+Xuvxc7peVRC7//Pz21GKLnWVF+i/GzfxpngkRNB1piJFgLakLk0VyHXrl
BR1YyBDDMMOj04fXx5xMoFfcE6EuzaAV/KyaZzdL+euwI7uz3MPB3zS1eVjv48HUckDg+QQ2hkGZ
wZ5IBdMB8Jq8kgflYN0ckIhfVwDPsEMH+ykg0vlhrb9YlwX693+h+K28fvkDmjFVQ2Deh4ksz50M
bin8kRblM17RSg6CflZ/PWPfgm4v9CfFAGz2i7U1WEr7F0P4z7nSveiVWml+kIFcgSVh2I7drfbm
vzJV3ySoG3gVZbS+kujaBIr5xXgBWHokMg5woqhyLzbq8mk1YPG6Gge4MW3b/uSfnKe1RfpAI+OZ
BZPBPCPqxl2VQFH6HEJDbDvYO3uOQ3JKN3PXyIpgSRJWZbH673762ff8Ua9vyyVll0sQ4rBqbEM7
Pdb/v1jJ7zOi3l2pzYSsTytwdI63G4wlnJBR1AM332K1AYMW+dT7aOmeFcqUxCj4RfwF0jM3V0xs
RTY6sQzdOoYoe2km6wGY6Nm8J0cZlUskVh4nQjNWq1Q3NziuxeKpNZzP2j3Au1xiAkFD1xnrYfuL
v/SPSOme1Z6rxDSbgc3UN6S3JVRRRfWqchnly+kH9JsM5TdfsJtBwhwHcg4XnVvIO9PtmCnwn2XD
OxHSeE192oelFhB9N892ZaDEjuAWW4qxHO6YO2jpZgUdLKYokyH1QRf3RdGf5F8Sojl7gdXEoumg
5xRYoQZLhMyjooyHIM9r5SJBRTJghpn+pjovMX6z3zOOaqK+eS9Hym7MAyHHymDQgRrCZiAfhnK9
gw17rga4G+agEes9lSijESnFoHEAAzw9YwPe2+0tOX3qf5CJQkxlYKk0C3uB9ZxIlB3RAB4Uyj4o
xjrWN24qG2/KjvGesGy9RBmQyEPuq8mhHWcThbWTvkB2DT3/GC5YqRbrHk9kV+4PjbIfVVzx3VwF
SyuQewO9wD5gn7TtWBmKlrjXX/uPD46xnXvS3PO8inweAGzFW/A68gLQ2VnBv4emKI1+OQO85bEN
5idv9Oj3KU0ElmLmSS1utKA/o63q7W23QMYG60wajAwaGANj3WhyY38Y/RFBShWvGGOaz0MQJMCG
GO8ngb1hqxZrSQS5qo/oUAqYSDwntQ0EJ2HBWffyWGwT5TDowogLSvNyuUyVWXITm6m+Y/JgPV8C
g8/VnoAPz9K8SSM4IkYpXqP0ldzOUlQKEqQNkCxnJSam7dE3hZufM9Iyv/FnFyUCOzlySDuY9U9i
jpA8wMwhy/ZNpihGtKh3qhV6IAF6OBjNjna5i6w/sHM/WM4F497ccnYjjurk/45fOIaO5Dw+/ol0
893x3+zt6Nf9imubhDjLz1ilS8rsb7Frnwpn4SDTuh6MzrS229RMbRdRHou1iXzjPXXqlVLUvq55
DRJcoZNiWCRzDH2UmDUBOrBR/QbOiPvhHn9xK2afIkMRbxZyxLaWzbLYB+LSSdmpCwnZTIZuTPvT
I92gLm05H2ZxfSGcmUgiw/vcIeapkUHuTGPZu/8iYXwvSeoaly1wqgBWRVJZgIO07f81fqYlGUtz
/1hnpjNaI96oWyxpmahkKm4xDJ+lGHPn1Vju9/UrgwzjetG9zKUkKnlMRBhede61RqXBwyYsg1dY
gRbDkNPAdp1W1ElDIuWVyVmS6y13xflX+4aeR5b9Yz1SdD3rGs4v87QgpFL9udDrtS2t8dorSNNi
MtuKz0tmODyZS/k+LTop3ANyCcA7OC1ki3Szwsa88qhtuFavWH2j017MiBR1nauCb1Ipwq1CVEKC
kk/AEMCpsAz3a7VnjR9NJ6dG1KgHn1OjgZc8MGYih7+xUwsF4cWhMp3XpbXs9aOLsGH18Vgpp/1P
ZIswOSiqgP2mbD7fXuU6nyOqFAAEssuPpwXiBn6hY9uh4WKG4Ouru2XiGGSnH4FvsuSQR/YqD4RZ
rvI3sufzDsOagP+z4Gwb2K0KZ9v40jo9R6cQ56JcMmMYs4m6AjEu39Sp2CVsGiXhy7pHx3W9jk5v
m4V+NUD/tN2yxur/ckO+aVE6FAlx7UsDaK2eATVO6v0htsw7WN+9hu204BA/Fu1flPabIKVGhS9i
lREJakkkCLMJXCHZdJCX2stbBi2m9lAuo5BqlSwr5LXlnDMagDfESfXsF8favlvwUi3TZXBHfvGn
8/jNHfUOtWobRVfiFeOF1VOoDGrYznvpMPH+/vKWf1OiXqAi5ao8n8G0Pdd/FF3A7Vg4mTvAA38B
QOeAXbWY92aw95dn9pso9RQpQfWfJGdl1eYqQKleXesOGuMbw/iQFnvf/Hhm4kwQFfy7TNFJdH8Z
6zoQW434mKVpYrPcRnF36CCqzKvTMPj7i3f+f/wpHG1uAiVNUxJjvGk7z1zoInLhxi3SZbVaCERU
j7iiTEwddpiLCkhQaNrmjrjOh9Sxw9Ubko/IjIC/9dpy54ZxdE0AJLihuU9+sVJb01m7f0yNQo/h
wKQraanc3mI02ZxCHXkSfVgirmfKlsjuEcOUpWlnCvY3lERhMcaEruzMReCrbhkvhswiQ9kXVfCF
ruxARo11LUCr6rk3hD8pluklIf6P9MnD7a70RabiMxZ/HGf9ulwiXjlalr4IbM/88+cF/ZBndDlp
+8va+PAQzC6XFsLa5sIKo6cTR6MDoEzUTPaqyCNZZxN4GPkCIxEzuA17hlma9u2+9ZoySyFatq8e
SQZc0J9vzN4429i7rNl2YnEeHTBlkZR5dlF9EtoOi8L0dAJS9JiN6UTKSFiU+Wl9vuarK9iIdST1
9mf0ahDQiwP6hPUaV3VrGeETMGGO+xUTXmraa/1HhHS5NMolT+NI5LYB1crQLO6PsfRrhnPMMOvK
TV9GnkesVnF0JbkiILIQHwveqtMSkASrNI6YIGOVVhgmXaHLp5f+iog0Qips9VaQuQ04WIcnoOnr
vP61BIbnMWLEwCyVv5WNRyw2+TXghluNTl56nT7fww5IHeIN87G6MAlRFqcOuLyvSbh7cbxXPPeA
63SPTMV47CsqdINrxF1jVbhCMZ5XOQYmtS33Gh4TY3/zDR9zNNEmNvYMMWpy/xS2M94PpRnRjufN
Zo4nPwUIn4PtKS5qtkfDFbDclyFFxjtF9yjFktrNtQxCXAVYFYrVN/5pzzJPj70mQPves+UDmrHG
OgdSeguxFLLcpeev4gUgrggpmLhVt0VWD+zUzUMd6V9QC102z6DxV9t8W6ENf7M7LQ7h5vOU7A7o
GeoF/fNT140KTZaAHdDWq2N87F2XJVmGK6zQybOoQnSakatXmqvz284+PbUpzhGpH2WRGAxnmHUb
bpHAiO1eCIekIGzPXDsPdM8F/AwBlWIcJuMVoPNnUhj5EsBYScQmYzHdRs31ITE5hlb+JfH4jzmm
E2lR4/2nEGJjjwkK3Jpx0I33JWrruHssF5RxB26h8Uh0g/9/hmS1QQXaewK6xOOLzXI8bxd/RKGt
keWpZNyy3jGRUNotIrte/YHVJ62+rKZXhsWis3HXJJcG9QpNCJefBRvzl6UBlLMh5angF6S2baKP
lTwn6KN1LHIyqIg9/5eCo0xHcE06vJbgBWNLbyfkM7FG/lZ+WKW/WekkBmN0hixr4znXzkFr1X3x
r+X2i3F1JoZ078w7nRlrmjCJMuK7pu8b9N7GhrOwN6JjQx8OvoParL610O2ONfXoPmKoIJM4FZDk
M/TGlhW4u1hn5PJPb7a5EjfzwuyMIbe8Zq/ujP7F3Ltfx2QTXWA7Vv+liaJzZ3UTyYOKNgLYDhOQ
ZnBV0QuR4I/B63SR8duRvI1AjK5bmQlzLNchJxm+o8dKMfgzWroYVFjqQkUiCK2iy5UEk8XFyF1Z
v5z6nkGCYZgEyh/oA0UNuRg9HQiNw6XiuCxTwchFKfRWyHmmRZJfgcJ5k245403PkRgCnJ4zWzBu
MsMq0f1hjSDWjdyCUmcAN3bt67FzcJ625QFlbQap+eNI5Rabj47fj5u462DTT6bZyfqABmv9HenE
gOHpMhRApBIXyaxo6nAAR4joLgCiQsQgMqq8jBQXAL3uXSdhxuVq0iNT2RkYRTV32Ffi658IanUM
6Gyx0B41+goY/CyIxem4QQD8vob1lrx6U5yRDHl/7ik+eec199mOrZNsfiJbYqGkTVIWDQavHx/a
pI84okfdJu86C6oow5lJ+urqar/i349/fzryGhGg7lKNNZcJZrig6ZiBsN9+I/JCSS7R9dctClb7
1b/TwhFB6p3MBCVWG49IUF8sHM9GS5HuWf3hMV+T12pEhXog1TzNrpeQ+NaDCWQHlsmezCyMfp5Y
qJEaBH6SBFpBrpK8D51Ev+XlGVaOpWu0oww81v947OcV5upJ5/gnYuK1URruEekZFk+Tof43T7Sn
3A2CGnQkRR2sf+NoFGxBWsmYz9XM+WvFKodNmvARMf5egBKnZTz/v8TMTWJzf1yTxc+kuRuRoOoJ
iRxrWnhLNYrG/PCCVDuiRJaPPAErCOdlREW8Z6RJ2ioNBUgtMd8Ahv15xcC6boUL9Lf4ufVYqZnE
KGtQ+F3fCyqImedzuU71VWeIaJu0xVdO3RULt2psBkXy+T+ixhF7tHkoMh7AF6BIlsVdHB0pWh1V
C1dasLSddVyUXQBgPfxZ0u2KSjamWNAv5Eio+65RsUBsqC06jOE9P+aOpYSUkZihsyK71OQWi6U+
izGYwaz7sORHGQoh1PJWI0qYLcLNdaUZVzTXfhHnLsK/DJWfTpR8nxbtqjfDVS40DdSeN0iuQ4RA
fTIPwBHAH8o/ZHgVEJeNjlWRDFFO10lHpKkXOebjWdRrUBSspkTCGZu2kKzsDO2Y73y9f/rT2e1y
WAobP4YL7bqPD3K6WWBEnTYncXFpU9LMuXpLPytbgobuVeuZOWbNUFLaVReH3ucvAwQs6B5AKLdY
qMuvl+4xZGVEp7MkI44ouxLytdZFItHNDemdA/ZjjLuwRHELYLUM6U16bCNalFkRUyGVuAA+QGme
Gwu1JjzMtQ5YVMyQoQ7DoMa4dT+894uPtULE9JvoC/ztw3FbHFCNQP0eC+CY9pnxUtOevCRL3qzu
Qa0xNoXuW3MH8NCMezddTxoJkDIkChhqCpK+bpbJGkClX8JKSnUf23q3QKD+YvpQLKYoq3JtPI4L
FdC7zY4mpvY2e3p8Siy/kPbih1ggTIGEvUstZJpa/Q/6X1V9i3zr3hVOj8kxdIL251UVWMmCRxgC
VPN8m+nygeVJsw6Jnthowq7nayI0tKDph0/Sp28hTLD2JePRJNflwZtJIw1fZK1SlByENtiLtAh3
j0XF+nXKMOSRwAsqyRqvZCAQVYvHv86ypDfs2pFnm/BanlU8fr4xuqV5Jbvm/gzLYmGsWC76tNWR
EUmJGtlmRtnsUEKbUhEhhlM/GxNrtIG+ytpXQnyGnyfxTYJyAb2ZzF/UDCTs+Yp/SnSeaV5YTFCn
UQ0Yhk09eC3oB95smrfIFHKLf+mxNRN7DNCShHwR44Sm36BvpihrrapxVwo9SPJvCZZTrZ+s16Xh
PiYyHXuIHEcAqAB1RQ9hzAc1mLd5Q/y+FBtBN/DH0LRS6xgOwpAcniGG/zBpAEb0KPdh3glpTeYA
T8MfbD42hCXs5mOWpl/UEQlK34SyDYtWa8lRYagdvVw7DBIskG1Evg0Pa8wqCUx7Y0DkFjRBAzya
RhGUql68DARlqTFSPaz0wSXgBsQrewtMNVx5f5ZHDDCEdrYRotWe1UU2qZoj8pTy97KXtU0A8jt/
DxcFEPOPBTqdhBkRoHR/FshqO/eAWiXowXoTGDs7MptfC/3AfaAd7+ocMZmU/GKlYKazmCOylP5D
2IrfD/L1dDUHPf0VOmh2rWp4tQz+JlVyREe+j+wy7TrjUhWbJ56fFZyaava74uWxCJm8UEEP6fOr
lQK8rExvOfPRg4Las/T6wSBDTuKHHRyxQlRlZNSx3agMRLK1oziEgFc+3BoJUTc69iyGiE4/okSE
OqKEmlGXKCkYiloA19SVodvxp+/40oIVWt3qNX8nxdMNUrykBoU8QP1W6MyUP2MeCHVi6JQ+sueX
QAfWMsHlC2xu+2HulQiDyyuJoSLTPsU/guXpzqksrKuqn5N1KGaS6zq67DI9OxyPTIBshqbwHGVM
8rgdYs3Dso5V3q5QvkphO1xlsf+vNOUn5oJQB0MWEaFuOCN/rcJtAmyMXkGKzrOUnBU2Tj7QI/lR
d0zrFE/uRGDEpV9hrIdPS5/1kk2b/REJ6or52PylVBGOCDOnwHiJV3jJdKAuK8t3wTqazIEdFkvU
XYulzOeUhEjQ7N6xoIpkhzvzapW6azDuNc+iRd221gfKsxqC1rNJgEkvFsCKzct289YMhnrUL4v1
OrcaW95JJQbbsX+Z8aYy6N+UdnTbw1JOpaaCUmZm/XtrwQo/VkcWg3RfUJMWeafFxAafz95yEVow
Xza/QN2KRPjmxV25S9l2DZMZ6RPNe2Bd6AahK/D7wotGluNs8o/FVT81n75u564nGkALdKXTY06n
/e5vNaXbg7ANFF0u1xu9i95ZAYBc47VsZ8gSMSg9ftd4uoSRhxKW/jRQGuKW9Ab2F61z90+ik67P
7fsF29NMhnM33YQxYo56si8X+ZKLIa75xXoWv+plnuhL5pzPY3+HvyVPR8qYaGHViAP8HUxHz/6I
xnWZtlgq9lh6k9HXiBPKmlxbdcgjcrvtw9fjX2ZqAHWZ1WJ2ydoa3x8EcDZ0B3YDjUBIMLEmKBiq
TdcVGqG8XmMiqPg9Og7v/51NoMsIQiaHAtdDQhvPsRU7Zdg8xinTjTaqEhehSKSEJrAYBeZXIFQ9
PgjGEdM9NlI/m/v5BQx4C4wCVIzNloyoAEjC9x7SvG3aXumImp433ZK05tbrLLSrxADMGvoO90fD
sF63ByeXWDd/MnL8Vl663QYA1rwm1eTmL8/qHh573pkfrIHF6dBxRIWo3+geinmLWaAUDAJIcW6/
kSl0B7iJSOMDKdlgtpMReT0w1LcnZEQO+A5hF8ZEnolZ1rrB65AjspYokDHdPZYAiXKOaM1nPoZy
ZrBjTaljr1d6zN3oefCOASv2YFlMeklvPJPrsiF2prSrjYegu3TYaAGTacTvk6LLBfz84vlCA9H1
gOh+KTZFqxtYM8ey/owrS/f3ZNeKVxseMUG33MiG+hQbLepIGO7pTUhuJTwxmx1Zfjk9AcfFApek
IkgqLjKXlo7WdtfAJklW+9A02NNIhFSQrUlchIW4OKdOMi9YwLQ9fkgfKOyQehXLN2cYJrp9R+oE
bihqaF+Mwkr43GKfQ2u2AKHvAcRV6mq9tDj7sS28OQMPbpdAvdxxGF98LwFNoQHCwyHR/9TA0wE+
DOPVYPFGGY1LI/DiLAIct1broadXLKM+3WoooZsB6KKqJtIjH0XYthmvERBojA1m9uwQb14NbAxY
HkPbZILkTafPR+QoK98oF7XB1juS0CbjZft4dVIX4p8QSy40011Gunt094yn8S+H9c0jdVhNzs21
lGAzD7uVvbBnxnDAgr8vpoUnSv1TKb7pUIdV9WkrtDMiyxUQFHcLz0T/MIENKoHzD7AzJkES3D4i
SHldNfAG88ADwRJteWQYCtN6BOWQuKx4V/6HtCvbbVxJll9EgPvyWlwlWZZtybbsF6LdbnMVN3ET
v/5GaWba7GqO6uLMvJwBGnAqi1mRWblEwq1gttrhmP7y4+ZbSwbsRQyodIoJk3zZQKS3HQZsaXkI
97IjkjyyH+sNb+fMf0H9b5FMCFiLdRsPIj4gWEDOxHy4o3xkYGLiaLbsMn+LYZ9tMWjPpoa+AF7y
u+3FnjzkLcrtJaELqrizgRxjueo885nWWVA0OcUCUGXvee/FQf2RZST0fpSdy9GLd+nYN1uUiW2h
Uhp9DJFEG83zMIccrMgaNe/98323UhAZ8NpMqK3fME323SZUUqiaJazkZDghFpfFCUcrHnKx7zUj
xNIyo6dQgi09MjmqPiqML4Pp6x7Sug7Hy/Bsg8GQ0sqiAUUgAPEGc1/J623Tu/r6W8fFQEcfKlGR
aVeIco7yGvvXsJ7mg/IijRg/SOwWs8Z3pxV6THJwJDm5z92SzD1PBkyqVq2SbISG1d3p/qNwgCHn
u7vXO7iDgNfeufjWNrACFtMdWJHDBvs1FvTIVZWiT/EMkqnCPWGlNaVQvH2qi03Mmo7tpuAYxFYF
lk8ao+J1rF/oOLMD3Og/Shu8T8Bk6/6X7jygdTXyuk3k6fefEZgiTZdTklq6A3PxzEcttNpEDQTi
sRGnRNdO/Iuj3xKGzAUwn0wKk8tUx6gObbbeh/dLX7UBbfZE2auAgXy+CN5tgYvZ1rlABvsl41To
wwm1IhC8bFS3CpKHgLfzkP4N9irMZTBgP46taokJZByPnjOC2CetOS/ZxZTCTARLMp21zZAq9MNg
V/0+fa1/onYfne1P7oqrJV85F0QfTjOQ7zupNxM6T48W9nAdOg9oHsnJHY0TA919uf11OObG7ro1
x25UkhHCzi7maV0eoi8+HrDrUpORGkbtk81gSFEnga9XpCVwAyOzUktMMFY10OVRqLCVlZceWzKE
uTwa/cwPT0aL75BAnpKQ9DUn8WMBQsnbZ7ZYrJsLoVdsJiSSmmHsZQhpvOMGEVTnvhdviSu/nS2S
rFoNGfEBun0FoYi1kTV3cv+afmPNff4DqOOZ/YAhahNdEyaARIacx/aj9gmeZpJPJjcIJE77Cvcb
Mm7sPAgasv5QF8LcrQNSbP1AE2oXaMlBv8Ww21Bl1B0l3VBkkz6zZ5opsiRM9UC/HxQ7Sv8GwfSe
XF55mHF9kv91ijNZzEW7oPn8FJ4h62WDpY7v1YMRpLsxImenAc+Vsw9dNIjtbd0DwRocDTfJunyw
sx/AGGuWYcRpkPADnON7CAI5RP0BIlSDF4csXfL5oTL2qkenUjlVkLMBOUf1Gu1v34fFOzdTg7HG
MhPGcGzw53O8XcRV57hBwyXHXcqvzHVgjLCLyxJsBxLOCp1A7yuS+L2tOnevBcYd7Y5Iq4ETvC2m
I+YS6anOTHGKyrIOS0ikKYKj5wnu2SP7PXc+hqcZ45DHRB1k7E6gHDwYyLUgxV6rT7c/0aL3mivD
OGHVuIxSjlwyjWowU4f1giqRXznAuBgOzqUwbniopClCcRlSKnSuTjAHrOrd+O7zOog8HlTQ2/HX
9UWMhoYa08QICSNMLwvM4GgKhLV0+4AroSoYABA5J0cN64YYNrFnhVaqipIKMbTX5Tg6xr1K0HmM
wtU/Or5vjdjk3nnMtdCcDKqRty2ccTM19oNNYoS5n+P/o2d7GW1nAhkAimI5k7VIpqM/GC86fiiO
6uToSvziqbbY0mzMJDEQdMpFLIDNcIq4SsgAxA9njJ1PaC/YPIgo6wJfk724gdxP3eVdZI6hsLm+
0qzOJvZ6g5vcCR8m/26/Dr60lWnzPh/1F7cshYEoUHdb2dRDzmZYW9clwdOjZD9qaGe7bZPLAcjs
NBloShI5O9cWTvMlQ+4czVfeiFk3y/Z9/x537esx4FE/c02FQalKb8uxzmAqTuNo16av0VMceVW8
yM6ad5KLkDjTj0ErJZYjM25xEZyeDpor9+VR0IDy3OZf3uVmMESd9LpITWC8iERAvxLu88355/3X
gHxizV0vwvtsKhPc9IJUpacRZ1i/K6+YCVIV0rrk2cUCyhz/D00opuo/IvkNqKm5WdtFN/19qGxf
cDWmaiI1kP5ydrFCMLr3tp2vnEidkOnxTXx9fOF1pS57nZlIBl9CcDYWokQh+lgCNJ/egJpf4M9/
4X5Izh1n+4TzE+YI67OGo3UpL2bVEsFVX4PP2xdvMZBCky2W0SnY1yoy9w4Rq2lOsol2UX+6D/jz
fMtafP995pJlrSjrvY6/X7sOGHEp/X/nXRwMD97WYznynCnCXLAE4/t9aEEQOpNtJ3uK1tF2Em29
I832EWXye+0wcnqt/wuCfCvH3DWjb/JUUiBTA50wEV3st0PF9qdJ1nFNPj+5o+BL72hDV2BfooRz
M5nDVLPh0ofUJLChWvgodqdnDc3wLfKW7XOFLaTDK39OjurwlwvQLdNEGzYSVVdqqVnMKKOXvLXC
ZKIT8GA0FogWxJItr8YGKz8uJPOCx9yWRZvzOVWOWOaexc3UW4mcTgghYfxSar8+20G3CRQuYmrU
Ud/SkHHkSovtInIKUY7+XhLFKxysU/Ce0Nn++gvVyAf39Y2ujw7J83q9Rpvgkb45EFugVPT5CRYs
+/4Nj5xHIADHKS7b1+zs6SHNzj5CdjwzS/yyrRJogJp77PwCxwFvVTNXDuPmOxEEVSL9xlBtW25l
hUQru7K/lIdyo7ucL7vooGZKMYgzqL1eyzmUQkh4xB4XvPLvJRxgbvN6gRfp5LCE6rftMvclnOLe
1C9UFPhDTP+ogGU/ytzwLqCcKEFggxa0JfqA6WzMZ9OADaty0JPfbfBQ5iaOFqF29mtYhDLiSMvF
DKfsvE8bpfMs++qX42c1Itwxk2sMeMusGXBqBaOVZAXiaElzcmJv9bSKd2ZhI12VpE4AUAxtUw4q
UAnAjPdrukPn8YUXqi766G+t2SSjOCixlCWwLXyCwX3H3lEvvFN8jESjGEg3E33+s/fNTCSNamfX
Zjqn5iW/QPMwI169FlMiIDjw3QT7BwLtreOW3jlflk05RmGMGQkBAjeqj6hAOqFAsRY3CXbqgGTg
k5fmWX7HzxRkEEtNm1SeeioPvc3p/rILAtAgctCHA/wGAz5ZlYylZkAIqo0nkC+ipslNDHOg12CA
Bzl0Oe3aiG663HiWp4m2C0cGxkwekQEP4gwGdToBvlM4Q5sXBIrYEjGSCMzidFKZc2zX/O+Ne2cw
oHMajB49qSEtsw92emdgmASog1SqdC+C9Pi8+npEjSW0dZcbMnKcpsEgjBZ2Z1FocJwZ1g84yaPy
RIflMDNgFwL532DcYOAlVfUIF5vKasjmuJULW/ysUI/GUkaiOf/ssfZt8mwWtSqK1igy6qTfz372
HG1BXbcH585AhDteGmY5zPrtNkwGP5IiPlVDCcjaArO8jwJP0WIDdshkH2z+YYQ804yJdDBIeckE
UKLQjr94N+GtixPkTfvw7N9kIGMcLdksIwrDTvY4GihYoJvQwUOex6fPlcTgRjfIptw1sH/MxVzz
fyCtuUMWf8PF+cW3xezkGPQwsihTUjWeUOlBown4hCh9MeIWXoMJD29NBjzkosqFVIGtb47nbU+K
oCIgkZG5Q6iLLQqzgIUN8EO1LIpTj7O7+HFJEIwlruAalh3eFS2pLk7VEJ2c7xAtfW7i5N7q7du3
+tr5dgO8TAZBBMMqw/QCM0EWBnN9uq1sBFAROIkL7qtVWNshaGK9AV2UcuJGthnAo0aIJeh7h09v
w7UlBmQ6ST5leo1bf1l7Xm1bF2wbBiutsELpAnvibiu/nOv9tid2J2s2YcuzIsKekDncYgXOCty4
26dXk2Abk7X65EijRsMetaligYCumDKWwDPWW3ey1k9GjnBQccqtgukuP0h2hf2Zbj/xzOFIW7or
c2mMCU/IrpW9BWmYBSGFk9ivF0Qn3BfqUsJwLoZxflNe9mjhOF2DBoFkYNILLh+84s+iWcylMFZa
xEVSDNo1/kE3fALiLdB6o8zErVwvdivPJTEGeKlTKetD6NOgbtdOWGKFYWSbdgXi/fCFN4uFBYq8
b7X0QpoJvf6oWfyaa0V4iTX6rY5OL9KV7jElt8MD6ZNnhDxRjKvTzKkALwZE0azr0bGQvhjI+aie
IO3lMz/+b1bItucbErIXDf1woR/vlYnoJxRcaRkg5ZEuLLYSzQ+RcXgN+KMj8wzNLn6NwaeNh3FQ
EzsD0BgYEc1yarSc2+KGijdWBvpxw2s2lksKshgPzn8I4w+zWO7jlt48Z+u0LYF0LF7G/76QM0Bm
9POFE4AudqeYqmnhdadhbzdLHBufBC0RKmxvVzD2Cmv9Dz0O51vS3/03fn2LYa5GZLWdYPYF8AsT
SZiSBsfZM62z8KIxjhz2NqjSJLUmvYJ4h0SPERa9JGCoIzi42wotOt/ZuV0/5OzaGTEq9ZECheB3
PUqPMwYjGLSRzaM+B2mBDS/5ujh9OBdJUXsmstKwAcjMIRJdwOAfed8q3mmtbbuViBJZAr/q3NZx
sYV0LpC5FUrfC+YwUB3zXQ0C2uDx4nNE8L4X/feZTsNFnfKuq6DTcbrLamI9poiWaJOl88nbvyIt
O9HfRsjOrOSqnoliD1t/OQKyHB2lenDSBBiX52hFrfmGtV/HjWdaaaYY6XJS0/ejI9q72C5r0gTq
wVh/7Y03uuny/7Hrkqcd400FTdZBvgOh0+4FTPg0xZw61Sa7yw4gw+D1CS7SB8+Ng3GrUVsmRS5R
azx6/T4NHYR5WHaEYu3r59cXl/J8OST5/nYMgIjnCKVhFeIoicTRQawZGPZw4ALIYkxiKjK4pC3E
WyJjkJfzadQb1UQqGZRTw6Pmams7lb3c576/FzWaSWJCuk7O1MiEUjhA7TXFtBEmjYQVhss5ULVU
hdLQLiqpBvrPTCzf+/OOyfGpaMNWxTVW/UP1YT0Nb02Nfp5N9HHb7pcKfH9IYgKEsdEFoTA1SNoc
d97HoX19stxfPwle+qD/zu2BaNzIeOGuYWZGEiXT0mlxhflgoRiXdRlZ00FHruZFIKVdD7YJBlS3
dp731bby/z34+MkDr6V4DzUwCXQzhqKK6PD782CTy+UkZWop0h7xcH2gC3vJ28W5/4H9CVxCtisf
GAMqf0hj4D+qCuwXHzvxmqItscwJN/yH5Z3JR0RS7wnkI/l1W9vbj+be9DAfV9kgzQg2eGrd/sxL
Tx9dhuIyqAMkQ7+awQzekl6rumKIRVTPNlvZrVVUqBFVi5AYfFkrusKGI5GCCaP7HxKZj9yKl2Qc
sfTgkD+gYmsYIMlEOhjNSJfXR8TVL/xEy0Ks+4dE5nZeeiGNpjAVaSlyqzjhgdJVId3CXde6FEn8
IYni+uw0i/w0gZk1gxX1yM/upsmRP18Duwuswyf8oExZ4Wy0cfK8lLrgMHRZki2wnICXByb8p+Cm
lBU883IYlEZGr4cRT3fgQHGxvNsg8JCpTaujyMqgrb72zTcT5fqP/NXy7XS0h02ANSHgMbbjl+rJ
Pu32Ts9LGy71ov/xC5mP0MenocEyIfzCbo3CBEj+t7C3qfFbFwRvOBqb2ObdSSUa3VJofoBGr+c1
pC/B5x8/gvk+daZmp1jEMYGDWCOYdEVNwjNJyg236Hn/ZeSz78E48DSNrLKxCmiLV3e/l99OB/f5
q/7gPe+XKl1/aMS47mGaENrF0KhbO05gtWCLRrU2fNxuNKKQGFOAlZdtLbT7I6L1sZR2iw0PMAjh
xcgCm1s1Xnr0/PF7GN8uZ/DEek8/s+N8qG/Th+4URAJFYUt6zAfSnNEmtDgJnKU331wq240inEP5
nEtU6mZ7uU8e5RpcbrHzoK786G5EmgA7jWL3QkC5j7668+Yzci6b7oMHbYtA8/3V2baU1Iji0TLx
My4oIiILgh32oTdiPyXWsH9yYJQG7DcsjKVJG6Iyt/S8FuGfcd3D1OmfAiQmuFNhy5g2U4p5Ochd
rDZCdxXkIS2eK0SKkBYfbQFzFpi0sKFcVHC3NF0P65aCDKRlYNARy76CgiW5uNm6tKcgIh87L66I
hp6Y+zwnpYMgtfL369G370G0Y3cJOIwowtJHPUr2pp29/pPi1R/WxkBZdS4nK9Zx54CnR1SvMBCF
rWR8v7UQVf4hhwGRsrLUXgxxAkgHibaQeOqnmqCBcio9nuVy/IfKwAjm4/JCMuhhO3TpoRthuPyO
Pqi6IPZ5oLUMw4qii5YpyZohMooZoxRCLZjUi+eEKUECQUS/K/1k/+SSzAQxag3KOFjxuaFqUd+X
rTvvLQZQ3haz1BGKyOlbHwb0kExrtTCEmM5uHe9yr2xCkNXdkZ8rgG5BgnZ7fdTnW24eYdFEviWz
I5upakZ930HyiF1Lr9iiHn2mZBrtHHeTu9tp0anNhDExcqeDU0GyKBLI7tlOAOkhbiA2suy5he6F
p9v8RK8WNAuk8qqPsS4Ceilku5HQfK25b43Pe9vzTo+BNs0INU2tIEXYIfB4w1QtWkHQmcBxT0vZ
nj+0YaHMasBoSe1dN2xH/hU64AdWK0y7divBCT5pF0iye3y8bZVLjXF/SGVgypSLOh8Seoa9ne/M
u86Tj+29Uz1/Cc5n7HN34i5l5/8QyERXJ/MkNZUBgRhul5zztuvI/qv7AIhwdxlLi4A1s0UGQs7n
QjRPGpWFTTfvNfFWEclB3rXnps6WCOX+UIsBEXFK0Th/gqjKaT26OjGpbQyoWkS3M1d4OiWbyW4e
v6bnYF/4XwbtquHAM5XwlyucKcvgC7amxJZF7Yc+0Upb//nCa85aev/Olbz+++zCmWBzONUtRHT2
da0oHqLChBHprwB8gPYnjzJlOapASsbEo1OUJJO5EqdME84D5isO+rqpyLAtf2Xb0/PPOFi3mbPv
dngObmitj3OSy5diJpe5FKPRpVLVQm58tzk2B+RqlDXe+PYe/XWcC7iQzdDlmSjmOojR2CRnAaIy
kh+ke1TC95+cK76IyDMRzC3IwqipTBMiKme7618NF+Nd+yD3eam05dfbTBBzB8xazLVOveDR3gTI
2Z1I9oWCCWbNaHud7DYmkZ4at3Oyg+tWmGX2hMcBL2DyzGv3XboKiqSLhgKbwa4VJgGWGLEYavpE
8zRVZis1cbjRCT009rYpsoyHioT/qCw1+DnLorPYmvS2eU9h74bod218++txQH8GxlY535Anjjla
RSvTy6WEuIw47+8T2flg083J/XPAbaZZfJ3NVWOARLgIcOJnqhqeh9vj7uCBvtcPAxVMGcgrc+Ov
xa/1fZTsuyxHTtTU8n8dpW6PJwRDeIQeIn901wk4pmJemuH67Lnx8dgnWK6EU5pFBu53QpSPbFoL
kptgAfTa3KxdHyNpv8hdSO7XhLLV6Pr60UGW61N/Ar3WjwgsFw7n6y6BwOzE2WeabDZCLdETF09u
c974/lMMPtKfb/YFXYJfdit7/2jwVJ/LZMIa4aKkWn7GGWyOxxj5U/J6v5aDkLtQfClIm8thsNRQ
9ChCOxju4iEidNWSa6X2yvcJ+pUFhPV2+guoWnMZWJZ8vyKje0KSaOZSZ/TrUTjDZoIQzwcB3K3k
CDoxzMyVIxlrG3UE3idcihLn4igIz1zjqYe/OJ8hDmFNfzemdhrYjyGGoVa3bWX5snyrxRxnaJRl
f6amYjzt0U2HucPbf3/R980VYRySHOYJqJQEKOKMsh3vJV8/rtUPrLcOoh13RGgx6p2LY5xT1Mp6
atLLj92XueNUanDxItu9eG/1at2+B9wh5CUOPRj+9wkyUHpKBxP9/FAQVdXCwYIRbDmhZID+A2Un
t2kpdyCm2xHd5Z3t8l34Fs0g60XOItnMY+nwcvHhILEeLhuIzjN9jomwPdVNaZ6VssKRtvvBAcUB
quGcN9HiW3Z2hgZVdGbt9XmoLhMWSSCkoCSEoFC26Ujek3kHCgJs//qxx0bWT+63WypQz78d20qt
9MllxMZsHKDTuQK+HFJMPi+QXqp0/iGFgY5ikrWmL2AhL857nhKsY40eRPIsEhT6I4fu3+EFnPQv
/u2QfhsGW9MazbFSGgvn2TVEIuFqOtHGAqS7USD84ny8xcSKAmZ+FAFUtIGwhC/p1Oj1qJ2kQ3ex
HfFZosWV+/LBNj0eMdtSa6Q+F8WASd+2cq9buUSdjCNGqwSjd263W18kl9sXtYjAM7UYJDHlvAVD
fwHbODqZ2wSK7YCRihOuL8ZhMyEMeOjDOMjnDkIcsybiTz3Yn145AEw9xV+2MBPBgESvVlOeNfg8
A2whiNzDmdS2uTLeJXvd6lwCkWukekMee5eLAnT4ChJ7h83ZxaRy1eM604HXLiIvoY9OeFJ8PD2h
5OikngZ2IP2QHDFptFq79UovSbdCwMvt3FhEyu9DYC+6fiqqTruk0qEySTYE02Qj63IhX/qJ4095
Jmowl92qNdioABMtZCe2MHwYxI/B+nldV4RLZ0Y/3a2jZoIELe+MU3LBUdMUwXa7SsEf1RP/7u5t
veYS3y11es0vHzs+kQjTCVlNSNuOCcEau9RWj+Erj5Vr8ZGuaIaCZzqoCXSZvRJd1CpdWsJe7ehe
cWo/XClPRTA+qXSfZoP3HaoqyLIrnxnRn29flmVHNBPOXJYk7fVQLWoJ4QMYY7c73d4hzHxqkeZp
3NGmNdzAUZ/+EV5/i2U5EqpcqlssupEOWhUUwb09Rra6QfGd7g34R2XC2QFf61ozZzuGUquE2HuO
SsLLtvdKgs06Vu8gFb7hclctWqiuIt8CyjG0djDnqSngDggvDQVsT3Z1G2+/J+zUPq/W+y9wT97+
esue6Fsae4yJHFbd6XKWkGehpZtoPX7QQcasclBt5shaRO6ZLCZksU5WNWkKNNtu08jRB1eV0WpZ
e8/t+z7Dxgef5yoWuyYwNf2fs2R5ZNMmLLSpgXYK6b1Ctu/WYAx1R1e2UMdwPqf9bQ05n+7aTjIz
k7SpwnJSBungDX4RqN5e5CzO5X4uBr6SUzYJ+QAJjeBcHlpQdmZYjrHa8GbLljF5dnLMI6eIU1Xp
Cpycg4xV4qKUiGE59FTz+aYpOP2FyDNJTIDSnjHhrp1HCXmVo0OfiAeJHOrn0l6Zd/4P2852wT53
9wj7eN0Yy7g5E83GK502ZPLQQsnN+/bdO1xqgiVpxM6DmIjXdeUBD7Z4d4CB6ik7VaHaQlucqybZ
Yk2S52JDZ8T3l5bs03X3UX7ctsrFHPz8FjCIEktGrFQWZIo+nsZoYhrcZGs1tuDb52qd2/x80mIg
+H2wbD6pU4bCiDWY6Qu4V2IbXdWTX6/OHybvPXe9Ujesh80jpc1/zlMrwV2AZL9H0fmlf0Pvyrbw
rCft6dfTAQvjuucxEGK0kZQrfUAhh/ewpGZ664fQI5ndfbls1WaUqC1h9r/Z5V4BRrbj9aNS1khU
/DlflXNvWPoJI2qaMk9xQ1v0d3vv7coiZ2SwNwMiDW+tf6BgxZG4+ESafVUGfPKmSyxl7OhNlXbY
XXu5NiqpB6wi5z1vFd5xMvgjn2NLNCfIqt3Gozz7x+LuYpuguy0JRq0kHxxcb6PrvvoqGGEwgYFd
l6iCWI6z4R00z5gZgNJkVdfjCNenuKM29nG29V2DC8t9qlGdbpkQA0cSGqVPoQWdwQ2u+mC9A2lW
+lrBRxau/b/aKwNEbShJ2OUNYWlubzfeR63ZVeWb9w56F1M7+SekxfoMhFQGhEpKvaeLMNcNokM8
qBJi2fCQQYg0z207vYa7N86RXX5XnS+qVibUo7w45TrenVPMBq1WuwJLuAWNtL6NIHGT2/EWhIn5
9pPbO3ldWnDrFzCRTnQKU13vLnDT3naDRRrb3dn+SEi2XlGebTcP1hWRvbfnPXc2iROCaAwMRafR
LPoIMLR10LV5fuU5sCUyjvl3vP77DOfCXsJWRqnHd+y9LTqaFK/yyufBci0X/TV4te2Hj8K2e3+N
RkH/Z28/PD2c/A59i88xmF7A4+BPvri7710sM87t4GUc/PHhtgUspjSxYVGnryG0e4vMlU3OrSHU
F5EilRBgzDVfjc45c7TEE3IyrKyXdYNNyptHXmJnsTw7F8xc4bGPrVaKroLFR40UCcFYwHErXjCi
v+7exHqLAWweWC5GhXOpzF2uo9ySalDSHJCSO+62p6cssqUTeq5UztVaDAvnkphbfEpaHXw6VJKF
bmjVLlq7x1muFVfaGm+3v+Jit+BMGNs0A1rkTi0zCNtgUCWqvew93umHU+x0K7s04HNqN8C6o5Nz
794r9rpwA1xs3SA8v0drlextnv8O5jaLMR7eZUOVbmJHeMovxK7WlOvmtr6LL+m5HObuSlFRjydr
gr4YNtrtavsJi4R8w3bJGr6NTvGmNq+KuoQXc5lM7qVryz6uJ+g2dvaHlyILj7be9am1b+vGM9Fr
T8oMNmo1+7eJbtq94r+BMe7RtHmemgYgtz4UEzSc0inS8bFwgNZuu80wsYu+ztiizY+f/PId/Ry3
pDEgk/ZlrcchpIXYPp/a63Xv/6jWjxzrWwrz5h+IQRQr6duijSTpIGcr4Qml2Sm2Q4E3F7w0RqLP
xTAQonWW3Bcmtb0XdOns0KWzeiIPr1ghjmHa/YbPJ8z7VgySTKOUntOcfqtN6zga6AGe0YW7q71Y
Q5cmN6uyFLvO9GP7EcYhzzEnDHHg2rG8YoNGeqzwQJ8Ax86XYjhdx2yMrqmypLGxhzRpsaSAgO5Q
ToFB07ipPX0MsfO8RjU7RezBzeAsRcpziQw6tVIpxKWkIGrcNCGJBNTu8ZhEJuzxUbi7rd2iLc6U
YwGqiqeuG6iR4BTVwtZwiC+3RSzi0UwEg0eN3gsgi5elg9CRequ9gpelsxMPjcu35Sx7spkgap8z
QComMU+THroMtpM/lHbTEDptueFyd/EsggGlNoqNPkzwfTZ9SBBlr++xuDXbPe4pxwy3BLNo5zO1
GFASFKFNR0GFrzJ+Vm8S+PxPkpOJDpInXHY9nuUx0BTHfasaV3PYeO+7idQwB5RuMQTPfT3w1GLg
qRZLC2PwOMTKAZfN5JS+8SysARO8yhy9LX+B+uz8GFgSwe9bmq1GM4bb/iA9rWXnmXre29a3mHma
XVqdaY8qq6QxkwJikFBW/eP2/X23QrM+1jjeuSgFPtub2L8tcrGrYC6SwYk+E4pezGAZ4AncNnjK
ym7ceOn9pkoJHkP/40HqDFYMZtMplghxL0eBqCuU9dEqcVslDhyx/SWxUY+tlEJEnJLhl4h2BbuX
eRax7BlRqjXo5K2hWQwiRZfTIGcgbMWLKvThG1fe6tdDYvtwjKDosbHjkZ8/W4w4ZzIZcMJSPLWN
Ix23GENC7/3d5V4AQzsv9rsGXX8b+7dqDDSN7SjH9ZmKoRvVB3cildcp6KBD2wyvq4WCwS1ZDDCd
mqE3T3g9HMClLj2FZM199C2bw7c2DBwlcqNJcW1Q6MPb5Lit3e0Yg5NV2arH067yvwJ+FLMM7t8y
GVzC2pgG9OPQCunGYyOTNiaGm/+IKrJHvprjG5fx9lsYg02T3Opxm0NBKmybrG7fpsU0sf7b6HR2
IffYDWmaKdDF8D7QVfz0tCoCmg1HC1yJlVk2R9xi+DwTx+BRZapDOGkQJyCaOA5utc83zQsYPxyO
oCVIN1AcpRS6KvoYGbsQh7jIL2iDwLCnE749nBxQtWC6jSNlyUPNpTCWMKKhPjt1kIJSgoWkvkpc
xcWKMY42i62hczmMEaR5PSiXGnKua0BASXFYoTUUU6E/fmBJNK8vcrFPcyaOdVSZPIFF/QRxYGhx
vAjxxMHbGaRD88j28ohmBYPsaFc/eTq/XR4qjTy4l7sGeygxOBoU28f6Faw4t496Mcky/02M5Zyw
ZbeOz/SDjs72gDlsgg2b6NYBIoOy8tO649w7dQm75gIZX6aNRqagxi4j+pD97ELUd0QHpy9UGAZ3
uyPJ9qm0c++wenoCG/popy/I8Wk2CLZPFno6Xcl1C3Jvo3bG43JbQoT5D2N8U6WNgtyU+GEvDdpA
LD4r3RK+zQUwjuhSdGU3VvSove3ZzkWi+P/iv5PeeN5oMf0xl8V4o94ai7NI7ym6RTHchgxI4awO
oEUV336mrzrWoVcYyn6pQ17vF+8U6b/PngJqO4xaT21cwT5t6z53b9vrYjZyrhgDQPIpj8+X61fa
HN9j7NN9Mtw7WGuKLdr8tMTyJ7Ms2cI2MQyZM9r0YtdeCsxsHDbgh3t/LxwwkriWf3IwdcoBvSWP
axjfohjFQBsbj1oBUaL/sv1QD5nHQbvFBpq5BAZVJ63FyHAOCdW+d9H6TskAOF9nGbi/lWAA1aLk
6kYEEQ69zdhMuULbDL8ldDHkn6nC9oSOU6UqqdVTK/O8y/YQ736Rn7TvCEOVX5cgSH3e5/kvQPlb
NbavbAJ/yyhOHXzFceuBLw8I5T8gcKWTZbw8xGLVZa4fA5KhbPb6KEE/kBocyseIROs8Rq85QYXO
xw47e1/V5Auk1cIDbe795NjiYoZxLp/BQjqGkk4y5F989BEAqtC7idic5xGpObBx7FwMg4iG1hrh
1MJcMJhxJtG2pVUMjk3+Fyj8/nAMFOYmmALSGrogOYH1wCTrQAiYkpPnVH5rr78w5/X4lYDZnXMX
lmKyuXIMdlSIoJuuhFyYC5DXfOsD8eP8wRPDO0MGNy7jfwBx45iPR4tsux9toLboFUvx1cAa69Oe
Fo5uS2+quW4MlJykMc7lBLqBsH6LDWoliX/wFOOdH4Mluh5mVUVdWEnyBxV1ietkFc86lsOR39bB
Uu1qTZN1pgIThJ1r3uojW6OJfrpDEGbZuN7x0/3a7jbqRt5gZIBzihwNWepdvdAEID4gZeNJm2ht
2bWXeBvQ5HHkLPvkbx0ZNEEBV+6kCSe5QX1xbMkg0NYGBxkm0B9+nFrUqPlL7hYHE2Y2wpLwTtYo
ilYH7SjjFTqCriRzWCiF6YSfD/7dmxu719mEM/f5wLkS7JylWGkXFIzpuY6T463Q8AfGhL3wQNvd
wTbMrZHzviODMNkwXYxSwfmiYQJLOZUAC6fPNpre3yjPfuSh3wrLdm9/VJ4/Yml6c9mokHOAkhhe
BYUffO3hlw+6kzsXM+O8I12UZkqiqSmqhHemrjJhnZWehDCjKm4nD4kb9ACQ2nnV/DU0RDMs4Wi3
dKRzeX8daWuqOX2WgMVsjZTemRzQsO1cFKLZ96K3tjFJZ6E9hZdZWYrCMJ5ryJpCIz6NeQ7JeRX3
FyyvhdF63buBtvGKd+2XrHMugrmNWlonknKWYJ2Os/sYvD0HnBeDo7kA1nlPViRrOQQgE0VDfzRL
4FWLcSAXIxjYRcORt4Sgc3GMaQhlX7dCgiMzG9JH6AD/xRGw2Hk6l8AYQ6fFI6YhIAG1XNTTPsiJ
RkAggLttdFw5jMcGlVQfdj3k4L19BOthbB984xGhDwbsOaLoT2Yjn7lKjNeOk0uO5NNVJQfAmHuS
D8YzXCVenmvxwTSXxLjqrqljLOucKDihh086g15bbSnyx2QNVlaHz1S+FBzMJTKO2zT6skGqA5+r
JuoBAR3fo3GuKZtJKdsqzrQBIjraNofYEdE48siv6Fx4/Hq5/a049s3uBCqqWkmNZMQBXtw48UyJ
u2WXgwhs7r1sLlYxUG3A65CC22cd2DxK/MVU1+yjsACeF6emhoHThMDxqNuqfSDAhDs3Odxj5yzX
7BYz/XN5zJ1Vuywze4oKzlE6il8laVY7NHKefHWwJ0zfBOtSIs91TB73n1ybX/Yev1GcfbZr50md
hgsV7gxYgENp73gXeCmmmuvHXuCxvuSyiGuFyYLz0xmr2gtyergPsCgTTcAcE+Qhk85c4v4SXuQ8
phZy3I7gt/MOpvPkk9F//uTEFYtZgrlizO09VwV2ciowd1BkK8H5p/b2efs+LQaGMwns433qwTuP
zblQZgsHqAQJwdDq/okOZqCqj8Y2fz9gleSGV/jkYC77gi+0cZqkFIeY+I/cXkEezrIjXpLSZ7XY
4a+/ONrPTbxCOhfFuv6ganaegzMM+RZu0em/hGW/DZ2d9orz0NSE6AruSFBhLwTYND8i9w3sHj9c
+7ziuUgOFrKDnQr4m0cjpaFF85A87HmkvDyU+j/Wvmy3dVzb9osEqG9eqcaW2zixEycvQrKyIlmt
1Vv6+jto4J5lM9rmwb63CrVQhQI8RXJycrZjsDNeiWRUKfpYqJ4XeOgTN5vXZE1OIVFConYA3W4T
vMa828zdR+blPyfJRQF4AFVJcPiO88ihtMSfoFKd79DY8v94nVnWHLG7ZPp4xg2Ao7H2JGdfgk1V
Aw+yD1P1zTNVnMeSJcoJtF4rY/l63zRv/RF9h7vkKdkXPmzV/4eLwBiQsy6HWXmh4hx4a8f1qzg7
Wl4s2WFBgmfUi06g7ntsUniXj43ijSoYgbN5tcZIgXjb55m6n7mLxXV+jYsJxnle2Li9NE/KkBtY
YY+ek+N6HaAKW7hzK3Z3PBIBjmtgMsFCmTXNqCrXswueihXidF7ZY7JwfWOO2Ti9MwtU5Gk8Asht
RK2ApX5H6ecF2XTe2zKZ1rwVxYQKSVaeBzXHNUPLEyCsECQjjxqCSfLJXBGyegfZBChPQHhC2VV4
oDM842IyLgmabaNQlrBQABV4qVPNZzPbRQMRQgnaeMCJJq7wsw9cfDZA77S405IB4lobGWPkqMF/
eyGYQHyakbdV/gm/62V4e0l3Zwpvzh3ImgQXuN1sxkNJM0O/GAbkJyRHg4rqBCfyA2+cs06ew8Cy
6AAN5SQICrWdKD1nboRWdF6emKujjE0ZdMEAVQ3VUfj641yZHdBY4XAfcZ5rwpLiSMg5nqQScirv
iN4KBID7FIXawHn2G6I6BLVH27XniWDzsgI8dbGYzEMH1MgxUSD6SNtUvC8fTFJ4FS5zSs85u+wC
b6aTC4gnVvYGcwGkXgqr77Qn3NTLVA3nRm8sxuQAvSyp0u6qN0gsdT6mdPw9zfYAV+F9o2FUh6or
x4BzYka2MUhQpLMlFxAa+Y3jnBbVzwLI34+FcFx2i7E+F1NXY4VeCOfjbf74pycLJrebxtgWqTFO
SUBzLt764m9DtGihmylwOWJ4Jsxi/JROkIPa0iDmda0ht7O9IIj787QC+BAacB3OfvESSRZjQZpg
rCqDHsoSQZz3se6ft/4zhjqF2aaxLzMgAnHUgHv/mDhnMBM9Ka+pKwyvVv7ooMSLlgxynrtoxe1c
xT5g/p6iV3HOj96uB8baYgzMqIpDIlZUNzqnexuh5OAQ563usRCDbQoK9P+7umW6wgvo7XG7AZrw
/PTnbfBsW3jnPriTngpGtmHnTeRt2cZBs760gEcRYFQaVBJrsn0GOtAMgdaZUI5fIIG98rrDp3X0
RiaTfmyHPg+COJD3uS+Os82wegdsgVs49Za6Yy8vwJ3hNTpPx8c3MtX79PQp7S+K1UKmE/nrc2eP
RP2WFgVwYSljG8VU5OjLpL26Ecjc96BvsemjRV3AUCUyKsABuMzsx1ImA9YbIcxtj0MF2E4yhKi2
+BQ8/1dRyM3PM9fbKPQ8NnX8PEU9cpLR7faXryFeUSzFg10dKDHB4wVNQhGZNyKZ+630mXBqFIjE
6GlK2vH4x7bzteEDosSuzt6Oq410Db/u9Y1A5l4nVltF8ilUQHf9Pf95/a8a0m8WxOYyjHGoVPEE
xVvCXahBy1jYs3fZQS537vDUYdp9/rcYNoFRJaEIFj3c5oT0NthC0NWzReJTRw/tE/ySz0+IXVCy
KF4nPO9Os8mNSIhqRZAgeXlEmxhtu/GfyMok7yFmEHmAVdPR+M06GQuCUbX6ook4NOCVAh4ShLJg
MnvS97MG02Jggwy/uFs7aZpvRDIGpKoUANGJOha4xMz7tntJnXoWOXJMJESsgO9IaCXPQV8J71Hg
XHI25VGZhZKi4CYDROd1vY6e1sncg8uJxhlntjJmKxv88yCCnPPSApybYTDGJUwSvUgyXMWvPU3A
NevHV517iIx1UU9Nleb06Vmjs9DzgBoweyK0BgUuOJ6nMu1+3RwfY1cMMzuFeQ+NWX7UO8sunkD3
yBvZ/w+XAF4iUMYsVbwOBdy0to2nWIoVKVGwog/EjyOU0n/CW7qIQRyzA8EdzxWfDnvUfxKZM5Jq
gFsMVOIy9T86H1NCcLy6NS0T8dIA087ejSzmvKpTi7H8BrIwReF8ICflPcOy/AGwZepitnr3/f1Y
QSaBujAG8D/byZxZoEp5WOoxTLPz1T5j5CVrnRDYYOUFPBY+kX2yIhf3Ezzm8xfUz38iku5o6DEf
nxKCN4oTx1Jxv1+Kf5/DvBRWf1alpMb6nWQ+9CTzsxeHl835D3r6P0Kul+ZGhZoyD9BxizUXyfz8
plUemWN68xVNCY83l7OYqyrfyAEnsdGMBRajfYE9jZIMaBy7NTnzdXN8V326EXFWqzALs0hBvnur
x3TQdeH0ZN4hbfR4LdOJjH+Kci013UjK0jwazzk2DcV//I32dsRYUu84PO9k2lv+dzrqvRfZgXY7
js4QtBReopegBQryPHzZnUTCw/r/D0/5P1GM/3i+pHJyiqnyr69934ONZSElJrof2SFdhntkhXqM
C6Qb9JDEPNtMF/JA12XGrvStmQVifaJX7+h9eD4wXWgkSdD5vqDIdBQylKcv0+/cvxUz9qUzwno0
qMzWftUXNRq6FnBXhKflN3eS5D+8Pf9kMaalGNoyTs7QzSXt2/UENIn6MyDTuQgggZbPWRrvsjGW
oy/7cogtSHOigEi75nX+w3PAeIaDhRbTJLOVQwzP75e0IQbNtSBrOy9ToJmoPNvBlcVkorRCHC8X
id7stafbVQxO1dAT9rwYiveesoBiQxPoZ/16SmDf1mfrjy+yx5j0+3vvAKqKd0rcZTFepTXkWaQn
VOkluHgmYkM0EdHuhMfmahKv5MYwXhN9N+aqtaI0F68PyXF99j++BIIYHw4dhplmGKxAaQ7gHWd7
QDstL+c86dNpJmgERU0EfCGzRE2BPVbUQkGAULsjejs4zwrV5F924+b3GQOpKxclq4cUjrmFCASQ
HA0RvwfeWM50RvlGDGMcVdjgQKPLeIUzbKyRKEdw/fiUJic4zRsZjAnszFNQJxaWAnILj9ZO0UHX
Lc0T0PzjdTQ7O9yRukkDeCORMYCXJAxAFp7Tw5FnjYM6lZUgoXud5eS9ZPQgHh0UYwBPbWPEiZUp
yGNXDj2py6pKQSc5B0oLbyfpTj2SxZg/cwyzXlWxky3kOF7k6CidIkzjvZkc5btqzc29oqwTowqK
2H18dur9C3pHefyfPMW7eiI3IrRzbvTnDCJeUUovDx1JB7s0Pa415xzP1VTdyJGTsjfjEHKG2fKo
zz6yhXAhOZpHSt6mTTtP/7Tu6sbdiLLMKisCDacDnEgQXLrwKnpCu325eb/JlNiNJLroG0lpIJRZ
a0JS6R6d7RU/+zqE7cLDtZevvCrs9PNxI4+xEmMdjFJ3xiYqV0bdNWZNng37qQGTxDvGCMCCxkv6
TfqHNxIZm5GU46UBZYyyP73qAmbT0Di1s/bZW0L+u7fxRhRjLIoULAO1gs1MqMdrgMcLLZyYpUEV
BpN5lPOZYw8nnZgbgYzFKIvgNAg6BIoz/WO53nooeI2b+g8YUf8XPQK/d9IEnoesWqA0kWWVjYO6
wAo0jGXDncmS+egZRN1FpdPJiyZzzDfO0n4bjnthjD/TV53aSUmJWw3Y7ouDxA74Gqwdaib4i/NC
TmSi74XRld/cAkvoygzMVxBG0fXGVRWRyPHR2VS3tCTEE/fb+N6LY178slarbuwhrq5WjTPY8qKk
DMKOsV6dbHRPXyiTi8PZ0N9uxr1Q5uZF+SlLLwDJQm8fQpbeAi1aPXjAjAJ33ihw/dHfhuVeHHPt
pFiwpL6toCwA/9JJ/imio2/+eE08HWHuW151p7DPWxiv3vGAsqk+ieC1s+3HUiYSOvdLYW7ZUAHu
XzWwFEwAi3aSu0WIiYhhq7Z2K8ET4KkHPf77t/leHvM2G2bc6EINeY6yXVf7RCDjGokqrvngqCEb
ngwjwHsq+XpE2d/qwFO438bpbhksZPQZb/+olzgdzAtj/E7EzYJL8wdwcKqbRc8GRx5Hv9nARMAk
zXimu7Z+PX1GXv+U86wt51yuSKw3VqILk1o6t1gQxr6X8V7tHV3w0tczIn4eEtqEp3u/ecy7LGgn
IxtNyHpdOwKa6QK/w/jblfyLs28T/tO9KMYwGBFQFcwAGydYBCxj7VMEObw0zUTi8F4KYw+irFCb
woSU1/Wxff0YXIuM50XrVDqN6F5cWyfvoO3YCO/L9VLYrpeOXW4ptsjc+S9cgvtvYeyGfip69IZT
xT/ppJ39TXwlJUDS45UJJtJt94IYy5GIqdmOA15Mymjt9LFv2JZh5zpxuK0oHFt4pV++Uc5WisO6
CTskD8nSOXfEXA1/Et6UCu+hVKnVv5Ey1pKq9D1VSwx/OubMAqXhdk9ms1hHD/Arx/D+Dr7uto+F
Ns6rAAzlIs7peAldjVQrYC6GaLxytV0XrfkFCXqpHhhelgKrljECERXYQ7Q4R+VihTKnYTvSk4UB
NM6tm8jc36+N8QHEUq7FlO4kHpXgA01YgDAGAtLzDAQl/gpNO9zXkveOqYxNMdqgCcsey3Ngjrdr
kq173+b6pBw7rDLmJKxLM2hGSAGP+yIbCLJRTUaIcNBmsJSoAPDMMsfTUBnLUg+DlXYKtGTcvpq7
EjWklpujmYjI7o+LMRlVVDRB39fU0z46I1JRF2AhrZPIfazyvM1jDMaYy2HTW9RKAuZwmXN+nWfq
WQji7BxVYtdhFdlroRNzcTrbtemDqrnwrHdr/ngtPGksEmAOXmxLq6571jniq+XJ361M5HnNZ/Di
3Fx2AhDsXYalKBBFSaFRB/PEde2V73jJeNm6icn0O01g8YXboTppgOtX9jqK+Ue9AtKSRbYoP9XE
DxfiS5W7l1mJ6wu0JY5nyDMaLPRwmeu1MpzxniioP6xBjoFGqxNClWxtAOCiRau9TA52C+iqfM0x
xpz3RWOMh5wnbZLRpyxtXHW094Kdmo42csMU3kky5kMK4JK2FeRQEIMxchAXpR6SiXCxOCuSqGF4
YO41xnBI9ThkCkiv0ErzurYwNfqsbcYPZMFC1MS4mTCeM8CiMMndBWEmDcDQrbA+f5nkhUrhlp95
q2JMiGmoWSZqENPbr0dj6zmy27cuqkSj684bjRcc0Z97tIlMsFLJxZDoNJZ91ST498vxTMQZQBsu
YNeq5jbwDOZzg8sPyrPH7CxhmKpZN8h0M6OOnAMbECKJ84PRCOexEZs2yMC8U2TgZols919SXOKq
TwY4xy0F/xF2am1zbvV/WMs/GUyqo7Okdoianhqv5eXNRe6B8Effpu/vPyFMiqM0s+oyBhBypO2Z
te1nNrqBNmgFWuRg4eXZfnpNf6vFP3GMe2MkvSLWA7yA5RoUg2u7dijdL2/reFIYo6TruaKPgAPb
v55FEoAr7PHhT1SfqK3/twrGGHWNbCZShd9PwHqkONIGo25o6uGIuVZuH20WY4jKorsEl8tVAepP
yxsxXoS/0P3ZfFt2vilPpF/ZAyhZKD3eT3zgrHLagfq3Ssa3GYwsUKsW4r0tWHZnIEfmpn15B8UY
pVMOoGhVoys84oFGh/B2D9S2pxDoeu/Y05cFeCt+ePdqMl4HF5ioybi+OmsjhETtm8YYERJFJF4l
m/Rd/KtuWz93Eww1vcRzXmOhMrFMtDyYsgTAfVVGmyduxU14ZGpoV5fLSoYrihmj1EcK+COs7G2K
glW42frS8lmwQYy0etPBS3YmaQgShHZVrzbuoZu98DZg4inQRFUUJdHQwLOoMbueZppohE0Id6Gx
j6MTR8QCyOUZZHbgvQbbWz+/xI6+CXhvwsTGaxJ23VJlDSQlbO9Hc+nSsCwsnPa2/OjegpWwWPwo
MdGeONZ56k29k8QYAIyTh+M5gqTKA8V3vLfcBGC/wDZsiWlX3uOLMuX6oU1fsyTsKGaODOatK9JS
xWMALU4w6bQuc7eTyRgiCFbQqvDc2Sra3etxI6wvOulmB9QZuHM7E+8R2gZEgDiC1kFVNOYThvBy
qdRAgHu0kDdfl3lzIqc5nDFDnGU+YKLBNjlue541py8QY6CwaFMWFWDDiNJ1ku9Gr8U+yQQjkKw9
spFut5T90o+I/LbjXaAJ9nbTkkD6hs0VRRhexhRlQqznl1KBIGcAMWj5KdJqa/Wakq2O2ZqRCCT7
7PBvylqK7Lf4hKy5shApBoNpEOmJZ7gmep/vP4i5QrFk5U0qyNa+dsPNOvVOi9r+COcCMTZpSrpN
7BaYhuf1adFf/bXfN9vAnHLQR4EWitiG9ESs52QFjX7hnemEcbjZal1kvA6ztepaCjVrv4z91h0s
u+s9a6OSeg/cxtyhjPWLuOCZhscr09lmhzxMNLU86/SA5UX/qTh9TWIvszUdVOeK7erHwuEmknhC
GSsR9akQjxmW6lS+AEbGDcUUemwbfrtXloguDVPVVRU3hQUvuGA+sinKJNgfRXe/j2wkFI+8fucr
3MO9WtwLYW6HjhYp61xByOtx+9fzlqZNp/cwiix1JJsXs7WHyWS07W59zICF82j7BE5PzPZ9bjYb
ZZE9wUnegUqYLBYnD2wNIJLnxVTXLPujT6RHcWMpwhMIKAINn+igI/Xri471dpgaPfaYKt7PNgs0
GYyLhWSPLia0FyEgnh6fw4TLhj3STNMyYag1oFXff8B4CjW5qoIASfrR6zqizcd5/34eSDovtsI7
r+Y7EUTeyWOBRsJSaYq+swK8QLl/qglglkS3XJS2ZUeb8P1MLq+VLXMu74THaIkWEDUNRQNtPdZ6
v8pTeTYveZGrdMiLUnKpNvBoAAMLcJD3FU77gAIw72wnGvTwCOBVR/MvWpXgGd8LDes0iOtTr+7h
1kgO+qNQbS6dYLv57Enhtq6BV/Hl8/F5TkxY3gtlfGM9jwIJ+KQqDAaUGnxg4GH8Gzi+tz4uASb1
/V3Mnb6bl2BeWixAu7TTM2Kdye718XdMnfPd4pm7ZwpSJzQlvkOlAKbFInVOu3AXPPlkOOau/qZ+
CfvHIn9brfuVM1dJBq7XEJetugeH0scZ1PR+FXo8F5EqCnNf75bFXJcwluu00CDEsbYf+t/nMQU+
CVLPu8dr+e223K2FbR2I6ty4VHKn7s1ZtH1+UhbC92MBPOVkm6eH09kIRAsSxq340SB8Uhw0yKI9
VnVWl0V/TAFD0XOMzURDMJYFmnZDNi1ZNFhkjWTICmFMB+weJh/RkkuJstd7ItDZl+UziItmtma/
iEvAJ+QgQFR8zqInt/VGPnMjBRXw9Zl2oZcjo3h9dDy/tAEIna39xH56oyODm8NLtIhc5Jo4ZzqB
33C/euZqZmGbn+IEq++Op099gZt5mV/IM2yu+/S2KvwN5o4jXvFuyvTd7TlzERHQ4H/TPafzVI63
1eZ7XxfQCg1MYYrVvvgZvuiOA/mRm/udvC03+81cSWWo9bwFGgItYoZIoL+mLz4Zd66bPX2qKwqD
Y1v/TRXxfp+ZO6oqRmeMBk65dr3c2cP4AVCWuO8GT58nynuQZIiSCkcGuS52Yky3TnEemhJOFNfn
S1r6M9BxYK4WKJ7zkzMQXs1+AnDqXiCNJG/cheIUGo00QiBgRwAX6EOHngGSpDvAc0cuO5/lNkI5
bo500rTerJNxCAsU+dCrCrGoyq7PnqT66UZefRv75S79oD38vDTilF90t7PMTTXGrDBAQKuiKgYU
+WRezrr55a2wree/qLkDApK4n4dDtU6wy5a/07aGb7qpq244Bn/6+twsnbm0chOBIyLDhySoE6+9
zr+AMgl28rRarRSQMi4KB/V48X9RvZh+Qm9EMze3jPVM0hKILt1XdIGgTbiYVQP8URF4PTw7MZEa
uFct5tbIIAIqzmcRCx3tLodpEl/eFzX6dXY0vc9x/3lrY7FstAiITkEwQpHXcMhN0iFVjJ5x2jGO
mXSO5Z3oorxbG4tlY1Yg3VAq2CFzXS6AI0DIDP3qGJegqKm5e3IMzkszUcu7l8g4nEWUJKekgUQN
mdAPb5b488dvGc/2sIg29dhkZtpDwtnxtHlIpA0ltEWAAGeEl8mZfrr+qaLJGICTolWKluO4Osdc
1ES2nf31yX4C3aAwS+eZJziCw8MpnfYXbsQyViCysliWEoilCMwU+QsuiuebDiF/yKp3EByB5dD7
nvPavXm3noW1SRXDTIcCgl+PlFnA8yRc+uIgAJv8z8pFHLZ4EZzcTu3Y5unq72TgveYwtz5u0rpX
e4gG3PSTbksU1hT2fYV+HxdwZy9In+xMHks8tWK/3NqbjWYe6mwwYyTqIFSkTfs42z0gjP0Z4Fg2
MtoDOKrLWyJjauIoSS21halZLvXeBhjSnJZUuEA3U7Ht7SPCAt00WmUmkSmr++g9epG/dRQDhHfw
J3ABda99PA/2j8W1uVjguBUTBfoSrbRtssH03rp9rVaS8+UD9qwhz894slYbGcOeG53Aw165xuw9
INWJzpYnX/9vO8zC28RhL40tva+yKwF8igBlB5jJih256vNjURM19jt9ZUFtGnCS6UBoppYc6ADi
p+dfCCEnG+p6AHQj1PWHd0V+F2DuRTLWqEPjQirmGsKIs5dutWYj+ijMzYEwZTn9EmDwqEhb78Kq
zsjjxV5bfh6dM2OQ4jjUqrTBYhMwmBtEtBvBefb2itPOyoCgUQ0NeDTZjXYv3KOls3yZv9jv72/w
Fkb7HYwuvKtEBT76IMY9idSyis4iXgEd7FVfAoIJX5p1IGyY/7Tk+/HqeU4Zm202xXMdDTX2PQHU
aesiReUBbcU/zaSMyH/e6UCMsUJ+ARS7n0gbwlA+/gDeYhkrpUdJmw+xikf160/C5XeUOFvJWKVa
KZQerB7qPsa1JUAAAmya+3gBHP8d/Oz3/vtlbE7g14Dl08KlB5aGEaj/kY3+aAE1EYH07QxxUfMM
7uvSmoskP3CuDt2hX+piiYYuouoG6HG6Bzfxgxi04Sm2LFzWfKV9qX+AS8KRMO3Z3YhgQhShC4xI
GaEkoq3bojt7enuTALZHeR4drtM6GdDfCGPUv4riOpAyU8V4zJFChdAZ3+cDGLO5cLu8nWOeZfHS
hHo9YFnLU+6MS9UZTcfh+lm89TAanoM3MI0kgzo8R7R9X8Ci9nVxMUJ8cn76uQXAh1fTfqyT046k
ZSBM1xXQnV1rTLc6EVswpmqkoX3eSbe4yjClP/0Sbvj8m1uPo37vbwX8H2FsD32ldULRJ7EGv9hZ
O6mJdJNJbMz3ciVNPhL/lsW205cmUAnD8KRdu5XQCFscuVhX0zHTjQy62putGypLBcB+cI2LPzpw
18ysGUWfF5x09so5Jt7OMfeqGBvJHALIsuZrR0GF3pP9i5u9b1reOJ0y6Q3eLIt5X1GxzUtRFmjM
66xpOeJju27ds+/Utrd/BmeZBdLvFdgt2tUGk76Lnx+gKHFbfqdjqJvPYB7bixVEYVBBMUG/TCft
At9rfXnJ6+eYwGODO3EjhzEiyUlt2zgIcQGWnVPCFCMxiUnmfIkkAwoSgM7M7d3O4YGRTMws3Mtl
TIrUd2mgDFjf63F9NLx2Pe42B6o+Nte/n7JetAqvm7qoyjI7rt21XakEfart6wVKYAXRBwT4wuvJ
V49wFeAuffNIFOlryV50BYRiuoySiyJazOFpeRgUhkglkrNEwO/3Kf0VOe7Y5HN6K4Q5ua6NUsHs
Cu1KL/1RfyYb4FEvs5/18YQmA6QSnGH1vwDwm7qKt2KZg1PVQg/OIxW7bpzoREcXAfLqBvuG1M4M
cBYuKJegMhz/azIKv5XLvA5q0Y5CP2TUpBkE8DwU7gGoWCv3AGQe7ts65W39k/bLV2lqrQtkma7y
iF4u5S1ZLboDYI14giazM7eCGKekyxItaqkgyqEDaEIPmU3ABoLMg6DdR+ODJNAf/M+6id6Ue7Md
q2ajtnQfwX+S0i41++ebP946eb9v18VY7Mo6d2mNOAViKudozgwUHg10RJyX0XMYE8fh7eR1aOXR
whjDPcZhqykyJCJrelxrSBoehblYktFy9D+2M3+lIHjDAv/MdpgUOhwW7mi/5SmaymzMzfO+Z/J9
vN0BxggoSnnpBgXfg/y/l7nF7PIMUj6lJ7zHcepEVQzIaTQXj1Ivc6IVgGbaS9ZDkJCTtXWUgVPn
hcjUvvDu4JSHdiuJOVS1E0wrbiFpfIHPKaQ2qIO9DgYArU2wcjR/SaBMnMd/yn7fSmUO1pKHzLiU
F20fW2RInGwmNsiYjODF21GYDRlJv29e5pv+JqtMqk5Z8NDJK8nsNFHXYv6lGjQNWL0ScBwK9A4R
iUSeZjnneVk5AQFlKahI7HaeBQAiG2aPFz1p3W8/gNnquLoIwiXFB+S1U76iYiW+W/Zq1SLvh1eS
GLM3W0SjT7QbY95+T52yQdvFsHLJkFjKAdHKIXeMDCThAJmxXb8Wz+EuSsnh0L9FKLNwtGoCTsWC
V/9PHnO+WYamzNaAvGV8hmcXSbbudEBkLuzzG/rUkPsbvNWiJ9ZKAy5Y4UazAf3bc+W/aE8HDagi
qypooSzZYEP8sBcTCo1j7FM0H4sqiYxd72mLhuaVh3n/tdupI6GkVJyznlDwO7nM05ZVRhSgRd1A
IAfUR0y+HkFULO2/Rijcs+qr+z85cPUW48eiWc8F/wfk5o+/YKJz7X7lTPgPgmSA58j4gnCuvWGW
6AuDKbvXo7o4LuvFd+gNc86hT0XKtOXT0NAcgpD8mv2+jR7OGI7N0LWy75On0152kMwelplHI+Vd
vYxm2vvjJV4HbpkbfSeQWeKQ5qcw7QRoGXoFpQzUT9uLc5qLnSscMv9z8RJsXhYuiV6vuXXUMFHB
bAAHmaA59PGnTL35qgyVt3QMWMioHd4/wcOoS72ZlcJeEJ0KD6EXfwuSqy1HvE2eTcytLa3F/UFE
iXjH7UGa8GzuhDO3bUwFC9EwhCuyHcv23+ctzbOf3Yvgorkf8L1zzmrp83O38VimriimhN5eCZ3O
TNrHbE1REKtLsA9N21sXm/OL6saeYZAUye+Na3cuKsZ2tuXs8u+0NCOX2eXqbMZaJENuLfnNW7UE
xSowN2tbmSOmcvZrEdnh1COz2pvtc8ebhbMYTkEc+S+pa+loDspnqa08Pd6N33Hd9avAPoeNwMg8
m3AwuybII1VBz5vxR1laO81eHHijX79zlfdCfiUaCsAemSKEIHbN5rAoBjkuz04XufpTMkNnrPlk
BK42EBGD0x7MG7LHPxi0k0feW/JL2+iXoMtR1iVNkfAf96pulUOXyrmO5SoBKknbry3lQI9rJw/Q
DruILpxT/53QYQQy11wstSrKOi3YX6p506Cxrvtu18Z6dKvNJtuPLgg4EbTLc47c34/YvVwWJjjv
znmAHQ/2y+RneUw2BQFRQk6Sj8B7S060MQLlK+ofWU87MEK88Cz45C37t9EGo+1mWqTgHDSDfaER
sSaNSBpX2GVPeDJgRR4r8e/Oa7pYXTVUCbi1ksFWCNuwtRpRjYT9Up0Fu/gpXwXuQGIXxXJbXQDh
ED1FwPMNZyN6hN+zjhZ+0Hj98vP4O34/Isx3MLGohO73opCEAANXs6QkheHKKztxTs7J+4ndBgTK
Sx7HyO+xDUYmo9FmJIBgxAyFvZMWAMO6rLz0z947JSCoW5P+Q1XIp+7N5eVieNvN56lrfH4OzucB
LgTPbaCqzBpWQ1PRSqZI1FljLLkVlmEdDLWACXTvNUT0P+67bXTMNqqdLMxZv+4lskjdGs6qOrcW
zUcM7pVFKRGH14IuUVHMp1hA+YGjRr8FTab31/xs9g2QzHHrKKnmBnbNvQAzF6nbCHlUnuswsW4L
iRVJAoGngtUzwppT3FalEQs0jZo9tx9dgvyDvtV+PmUndbvDHBkrgzuW9Dues4CU/k8s27XRJUbR
VFkiIAHhJFijGpNV6ekePAceivrUBbNkDcjvCv6Q8Wje72dy6a0iLiCro8W1XTf3lHl/SD729F4R
VFOB7u++qG/FFulW1DW/oF79srV5PVe/g2q66JsPYXQsOQ/iZUzwIa9L0NKdvz3v42O9XC7nZ4BU
1Nscqqfb2+Hvvi5Je3CzvUTjhPIdb0rOz13Qu/VLzWB5EMejiIMZk/ttAYOIGrVtj7tnkGCdo435
ZIex03syUKy+C4qCywP1m9wBS7FUEzUjS7PYoCCq20ATAz06CLEdbUsSH2XbXER26ngAdbNTvKEu
Cr45edqqTjpPHPf8vEi8T+Nzbvia03jWvA+5PuTv8r6F4RqFDmuJCFMlVkOCvIrFTknyQzsD94/5
FLyjeKE6PZi3Wj89iCHnJf+99VSeiluHjnldYztuLlkuGaGV5wdMsIdg6/jpv/4XvXa/6hZYlWKZ
BgDDkDtFq+z9ARcnyvFQRsXh7B8bmYjxUt8LM3FZDYj/OI+H8kuZTORKVLSo64jyf038xXHWZ9Lp
Uh5CysGDebcQbimKWz3p1kFtW0/t/Kw6j4X+ngqz7oUyz7Rx6UUUGCB0fdnLhy/vK35JRyddSrPR
XjSonnuubcwwe/Gi+XbczTniaU74/gKhEx9TdoaG+WRZYtlCTk2t6JWpVgd5Eftr4bhtZ1lJ0sZG
UsUZ3TQi+omIZPx7BiY4yixuPqtmYETleEtXiAX2O3RU3KDAaE2Xrt7UTfRXdkKEkSKzOijb/sf4
U2zKTeNHnoS23HCfrTwwbcKq2KOXbEJirLVZvAFEMx7RQ0rebExAAvNMBMghWk1E+xVg4Ye5NpO9
0zbm5GF+R8YWaFVuvpR5bMrzRVGqEF8qbSuvhpdDIapHNE6bTuQFfuBJG3WbAqy85Z3VhH7eSmZr
eH2iByWyFNXBmsv2KbQveAKQIDiCZE8mJw+epKP4xTK3tffArheFWywVn8arj3VmwgBiBwA1C/un
GDq61+/vpD7mVaSYcX0QF2thG+9HT/zconFct7N5Q2vOsH0N7RCz31o0cmc+LixJ7dxu3M8zKb2f
1J8DbUJDr1Pocbtzp3bJpEkbhBgG9Jr5uiLvC0DJ1s0BeK7+Pn7RQlK/G7MXE+He1nDk58e78bsr
D/pgQW0VHTdZVK55uxvNTaTooqVG2xwGaOYTJmJVR87tcj3ExDqcP37MzU6D2T95kn3Q/GxpurHb
knqu+TIH4/t3ip1+iiWbSFKKlgReq/uD0aQMOH11VR8GO9+3OgGZUmGPs9YZjsl+8CPXcgqOz/m7
CsPIpMdxs/yqjQuAzl5lWugAOq9alC0UBy+Ci5QdnfFZKRR02c2BSf94669RK2M0MFSqSpIuWZos
qYy33wYX84SeyPrQLwZbddu/JRE1cnbaeek2TvoULpWvC0mJZIteZ5/wp2L3fueK/gVlqcsmeeEl
UyY/Cb4IcqRg2JZNluZTqHRVULS6PVRO6l8cyVH/RpgzGFHwqJCAd03/ZGe+uU38HtArzxj0Qwuz
rWzhSrjqHKwfhBMSTXiOSLPgTRPRyIJpZ9ayWn1gWmVRtAcpJ+WsPEhfIkgXXMuuvQZW07DPJEcp
SxXRVeFoqyWymYan2ssO2dYLKZcpT0t/e+v4IMVCihdvrI4R83uNuUiXyuy6qj0ss5GM6AH0uy0o
KJ+H7YDy1hjioclIt3LOC2ld8QJVegVuVcbCPDsybRIG0OAx4l/uhZ86yTRaNewPYe80x8EVY1eZ
FX/rHI3Pa+TRh1WIPhbT7p25xM2js84M3lkVaR44jXS+32ADhvFSqOM5Lbt9EfvHEdrQfAVbzJ71
q+Ll8dX41bJLRcEN1P4Pad+15LiyY/tFjKBP8pVeXiVTpl8Y1V1d9N7z62ex5t5zpBRHnH0mtukd
sSMEZiYSQAILCzhx5FJZGofYyA3XjkHZordHtsutYitrZd29KmvP4YzUYExiBujDLlacrtrZKt83
K9/hMfVGXQpwHnYclfYpl4/OEF6AoaT8pYRuyijA/770B/WclVq17leVXujixd0qjFZ6WrtOttuP
bjVs/HXALRiJB/sMVAG8JlHwREBjikyDtZtsSKPeJSxARCjbaCCEnRAcB8w3bAGc3r41xogrcPaR
iVkcif6QcvwRrkho7uU4EViDKfy6sY5NmARdTVLusoNUYLJE+51H5ZPTLAyNQt+GbUdAFq8unBaZ
owYMyVUw8ffnlOkdtO/FGuSDffrvD4JuoCwIfBM9ELElbhgXssti6B2guJl++bX7BT63SB/1xurs
woj3pb1xzuf9Hpyh0dtztXxIC0zip9ZaVmFFDkaACueHvs6IUmI/lFLz38dNYPd70eFQdz2Dc3hB
9ehUI4QRUFfg+QCPiNCWigQQ8EYxI1WAw73jKQRA6t/nq6ENGf37lGaPslekQlADUP2lgJ4C+ZVV
u1EkeyHum7zYncm6Xwadu1UboQjbAcv4xW18YzCahUNZ2CY6rEzI4BUFg9/nDNdQd9zH8116ICii
tuknN31zB2ppwJStFr8/QW0I/un24rpdaX6gZwuy6NcMLYoKRlShy0muQpS7+x2Y0i5ccB9LW0W5
rjxwJWGYfp//9i1F1filzoMlAdP/v9mrYIiaRppUauIAJ+CSVjD11Wi2yJVOM8nw1+vC6Swo8Q/6
7Ubi6PppxxIsqTIrdGGDjA7D0PGXp/3By8ocrH6/PNtkunnPVJoK3MKRCGWSYJnoZJF15tNRTl8L
65qOmhIBGwN/ixhDkEWaKiJi5Crqp+bWHbtLz5yerVuQ04Zo8t50CzHwzAW9E0VpRRgEPRFToM7T
j2hDTBAi8pslzNqSDEox1JYoGDcDGWwB+i3N3zdLG/YQnIB4AqVXMuU+BDxkqLvjx4StmZibVA/v
SR2vJRtov0FbkjMTD9zJoXYLbSG8yMgAlnt4L4mfK28l2NGx1Nz9UmZ++qUHFbhZEbVnTJS7ZRpg
RYDmuwuP4NnzuPltyrEH4yhhhjp+O6k0ZEq67SIVxdI+UXdEzKQyr6Z+x0vSGye0rIiWgIbs9LT0
np+xAHcHQrlJOU25cvQhaOOdrN+RLmCw10IQNnPf70RMn3BjZDwJWbWQAdBfXu+8jWu0ZrdiF9zk
jO2/lfETit3ICIGZkzGCVrwEp8aOX1VjiTZjVgDiJpRqETgRuqBHQo93WTB3XQSNMzykwZ5brKWf
n/Th5vvRwJhnYoKfr77DY2aPA0ignkuYi74U9mYFVPSluBxfuzAAU7Z84qA9nXrt71q1J26956KW
FkMZEzJkaduD7eZiSIPVNXp2ef77c0EFUCKSKorIdQBNMFmzm92Ko8RvMY8XSjtRwgXa38rgF/uu
Z7zxnRDqSOp0KNq4gxDfyE11+39cAnUaLCmkYmjw6xkeJrxuoUQqoWN1KQp+KAwgKLpbBXUWXhi0
UZUCKg+04+vLa7qSLM7BLL2laTCzduTmSCjD3o1CB6OF9UyxSwLKrUtuGwt7Nmt2b2RQJh3nwWZB
iLW8vhLIYHXEK+B/qsGEt335X0zjnDVcN/ImPb9RM1UOanArYk2Bs9qRE2ChaJjcvO+N7fX7+dKW
JFHmPhvzsgsi9CLxL7ElrrYjMDBLudGl3Zu+4WY1oh9loVJjNeGq0oLteqkVcfFWUnZ+KMcGNDc4
nt3G26erywV9nmKmvTzfqnlFUwFYAVYKzIyUlDFS0rKWpIk5JHW17G/jG9dsCaU0JwRwAQlsUKio
oUngfq/arCGhkqEdYdAVezA5vIw8AC3LhThizlDeiqEvTd4MMAJoLlHswHEt1fYOzzdrTq9uBVA3
xq08wtQjBCBH+l1c+fc/4XpYupZzscqtEOqauFlXDz0LIWyshcdKE16ylXzg1p5ROUukeks7Rl2U
sEDdXe4hi7e5retkq6Vwfl4AKEwI8pTImlJWHzV4YH17tEqNGDIRaOIqHBETPT+Vh7T5ZJRB84nq
KV4oqOpTq6jlNoxKV5hm0b0LRvmWbiS913PMUHt9EWBimv/koQdqUcDuBCSikPmkFGFkvaHOMJzp
Ar72neats97u1+1ed9hkoiD8YqxG7w9Lp/XQTvSz0BuxlGoMmRu6TKiAZPfdkFgtPGOAYA5EkvH9
AkzO93cM2oBYrxwFRREJOJSl6PYxEzrt9M0HUDsNZj2/JRk+ADs9WnCBr6+1EYHyXDseTyduf/72
Td/8XsKzPnSC/yx8ynOjpDzVyqibnbZul7B5OLlDSA4TPbnKAJHmwCqv97rJ4bjdS7iX0ILfaIur
nnvN/WTZ/5906rSllg/Cmof0V8wCeN9YXKS7K5Bg2h9rFE3PxdRDmdpL5Y/ZWONWLHXaaEHiarmC
WBcQFeUrXYO9ZGqGe3575mzzrRTqSPsgF1mvhBRWNg4TihOTbL0VKD2fi3kA+NBHSPlLUtUNE7eQ
U2HOMQYQ7bpTs5NiA3WRl68FG/pTrKJfq7eLorxaVEc1I8UQJmIyAJJksSY47lE9/QbA5ldnhm+u
gXB9Qib0WHG7SeRjxk2g5FwPcvTD1hism/4FbNMzzt/r6+cV+eMFxytNTu/hG0Edi6FxyKdLNF0h
hljIUqR0/x3ivf9QFBOkqRR7wnD2znQUIGYWjwOH2ieGXSWm9udPBPQ+aHpKJzdrFOMqIzQVqP/a
+QK0u9M8sM5+5/b399eizZs3PiiCCGC8FSV48nsnLvBenA0JkkCVyb/k2x59hZfM9i3/rVxZlV1p
3sr9k9qCvg4OwMQZmQHU9WpBi6ar9rBpNx9BaVHYJ1k0xvgI4RBvBUAb4nOyi67qroA0z/I3xZFZ
kjnnkAVOYBEdoecWoLH7heedkilsW6A99r3S09W46kRtKI113pkLOvGAh5guya0o6srzHSPICcnE
C6pp40p6S1e+zhW2+uubgC0UIZOL3KVieaCKfr6xc5HNrWDqcFsF8FZhzEFftw1M3Av0hYTrJVMz
IwRYAoEHLhsFJOjR/UamvTiEbd2yl40qmZXt/nHhPg8LTA4zhkYSpygTJ4YeAGAJ7qX4gVIIYyr1
oJjlNW40ktbU1FKTVuFu0ETFen2+czO+6V4e7ZvklAScJPYX0Y7rszQarTMMFi7hRJkGzL8z/MY/
ToA2jwH9JbFtLOXmHrAKKn6foASjiEDQIaNCaahby3LT+ASgJ19nddee/ipXgjX96et9afW87a8X
jOyMfwKwS0DAhVr4lMmh0gZuzxOQRDXdpY6tnSyjcVv1deXdHK/nylkQNin+/b1HzxBUBliMiZKa
hsDKXMolWSN2FxWzp1zbIsOCG5xO6YmAn9fYzXOuYPJOrAYI2Ehau+T7Hq0Wvl6Ynr4KckYsfT5V
n+bhoLjdhR0cJRisttpkep+XWvPhNXbZHJqNAr4OwCsGjGFLPxfJvB9v3v0HUHalzrmwjCW/vwBH
YbWXJkKWJzIbu9Lr40GyBOsXJhsa04Tbwdi3sVPrvT01ZsnZEv3oQwsBdBVhlCjKPzQhSKDdX0/P
HZJmIBF0FaiRWo8rxK+DxgDiUb6HoS2HoVaJp+K9rmpNGHV33KvNqdYb92Ph3s6e+M2HUE+TIsqy
MQmy/iIdWtSTsf/cqQLoCu0MnJ0gORzjRE4k1FsPHDTddoxOXGnVo15FjVEX1oj4+uBzng7Y5vNP
m1UX3GgiTl1MnExd5yoMAY9CIeQitBnazYuvod74yedzIZNFf1B4CdE8bu6EPKVUQhHqQeJCnEPa
c4yWpYGuuGxgyOhNy9x6q4ZLzSOz+w2IigIoGUD87PT/b25Y2kdtlzRhjxGhabgWqjH6HPwwXTD/
s3t3I4Xau14V3JhwBfYuasSt24neJhd838qkWj0/30HxMYKDKhNJUFlEBcCtUbKUhk3LoMYWyq3R
WhiDvuZt3mZt98pYGIH+Dm2x+j9GuGLXwDYOh8z2tm/RarDUX43lrXKzsTi7s9Jv/1MietWs8O/W
PAfWRP72/Ftnskn330odtyD2gijnsAAh72sZOBo4WevdnZe/RDyvKYXjeqd6t0Th9dCQ9XPbb7aI
iivcIhQCGcxEFybfBeyvzD23wkpJDxIY+5NjzsHKPF/o7PnfCKRijCxSOBCzxf2FtMGAd3lfmlnT
litZCaQFl/FzRR6uEAF0HVwUMu4ptbiST+vEC8r+kpndurZ4Oz1yBvNHPk+nm35nW9lK7cp5vsDZ
e3sjlFpgy/Qy2n1T2E+mczehKwR6Xmbitqx8SfMzwdOiCE3jz4XO+Xqo+r+XSj2okiytlNTHUvku
M3tHqjH/oT+UTpdZZYpnnMm7WtuZTLJkNebP81+C6UIR1/SS5Aqw0qxUH3hMaRkyU2G6BWP4P1yP
f4uhnQGwLXFT5/1FUY9DdoxURW/ZdeBqPPnyPtrU1wh3ZpYCA3762QcNwnAaGR2LQP6r1K1MXD7i
Gg9iA9bxElUntajVgc0XgQFjvJL6Ua9dq2ERJKSeAfywIXLHKv1Qq8+CrJhPj/nm+42YMbosLkXr
c1El8K///jhKvbmSadNIwFVKXNML7ap5qcOLIhpDt0pM0uhKZGWGFG3CRtFqzLFR/zEUACbrRj6l
6Uygpl3N4Ojz1EMPUpJtI2LWeamTfImhbdrnx3MAzBeoNhQ+fyz9jW9ihLRtxRJewxXf+cGRmw+Z
iTXffn6L/ofj/rcYygW6speCoa2CEWYsUXxDvw0eJOc6OVQSJhWEhoSQB+jzXjFi6JoEhVBEQL8R
fyTEYbNDz2BQUbDholbnA27hji/tAeXNAkYsFL6t+0uLV4QY+XrqWhKTvTT9UkJt3nBimsv/325K
7Xvw97Qc28ArRJkVBttI3RdF+JGrRzV0Ui/fjOyHMJ4Sdh3Wjts0RshUa0bZFirzHyxaBG23BFAh
KxN6hGSg+HUvZQPMCyn6TzFoJzlib/S5zG3bJMEkvec6MCktrWm3AqeY4kbTqloVQ7/A69TbV/JR
YGstwuzywAqydcLHC8LmfAVAsuhhwqube+jlUzAkku8zFzf408t+V/6K7RStKYjd/X6+qjlBeH5O
j3uAo4lIHajLSJ3C591w6YvCQBpBq5nmiiKcM2bBQRGXrPVjQhbziBRM3EABXgQUlbIMQxTXotsK
w2XMiB01165PrGRsdaVZC+pGzbm1EHyraWU+X+WcL7oVSzlBj6sF8AmR4RLwL6RaB8V7FFnPRcyp
x40IelDrKPWo9jPycGmr9649lCVg774VxKKmRJcyWvKuc+cGCCkH9MBUP5GoO88EbgFubma41D5g
xBGefeSFbxylaxy/XKpsPQqTgVpGrMwhWOYJjV1Em08f+j6LRAkyIaXV8p/Cr4zXSLTgNx4N2b0c
+oopYDoMPMhh0JZLfo3kPc/04fT8oB5fM/dCKFNet7EUDyGP2F/kC50XXXbNZAO7oA4zgGuIwaQz
lgBzOzFs3JsLNeIGtg0FPFJ7FDmU34h+eiDLe3NkDK/SmLFdZe988MUMr4m0IcPXgAxC7jOG5KE7
SAwdv/7jB39Fd2ryS5Xc4cUVnxkePE3XdHqxtC2P+nv/vdTeZ10QSKQbYXGy4zC+1E5ltLKW8Ybs
/eOM5b0k6gAST+qqroCkkqx8ZRVJhRl5byhB6mzIWqm8gDCZSfNBHhwE0vUEGkx3x2JRjB/1KlYW
xTuh9Z0qN8v23Avo6+iac8raqWJ1Fat1oF5V0a8vsrrnIdHi2jW7alqdSz/D9NMXOi1Bu5K/UJp+
tE3o2UUaED08mLik/gTwN36laxVF7it+uDQD55pKWYDFJ0dTbRuFf59r/kwRcLIWGAs3dQmhRZwy
g0LGKRUBFeBFLOGie53rLS8zyXBWpdMom3lxaGVfi5hz6Uk6JuZI2UvOvKDhVA6+Q2kT+uGfRPki
/IuYfsjNuyzoTONZWb2gIDNm4PYz6QYRj8OI7cEV+UsrRrzFyaNZkyJYq5ISHf2hDozn2/KD6bz3
7PB/AOKj45KFU6InAZTwSklERJDaoSeCASEbqF9+//4t6r+P27e3t4+Pj/3+c32dJuShVhPrX8/l
zxwL5COPw033AkZ92o8bDch9We5UbpQu/jYBaEi2e0uyKj3ZeXZg1xsBlOvCKbFHR15xZnaQTdZG
USFeh9fGef4pM69+BRPYppI/TBYLAOz9pwSqp8ixGsvgEMhBc1UXpuuZqcl8VM5i7vsxFlAEtKzh
Dc6jDQhAg3tZnB+SoGyIfGHX/gcmtjooie8xBsopFzILMzADSEI7GnoBiYiuTcpZDqwQChj7JgNj
hu7ZBmxS7yiY/hUxeQuzvkDHsAgon6ljQqSADcSFRvxGd12QhnR5Diwm+EN35fFywGQjUNvqg64G
2m9rNbXoaxdLg1k5VUfHcXRnbZq2FmLxGLmz4FdnHoT3X0NdfH/sUobNcvlCtMDMWqO6gqUhuISO
rhfgnY+RTVovtgg/GrY7oTQ4ERrNqX2PLcCD81X/NfwuYlN4E7bjPkXl9rUGwvrsnZ8r8Exm714o
lQ5ggxBPcL/AvoNK+NfuYB0OIDE6+DozTZX7PW06kHKKoGWrcm9g388gWfrkUc1yXqRjo/3jgW8q
N30Qmm/wSlEx1pDSvTKNZW/oKxnNGM1pZ5XbOLC2b7ylmvYIhDH3F8iA6HtYk3zhCTGdKW3VbgVT
VsUHFoljeAgeOYPXs516Llu7iPD+t2rh/fm2z2SZsErQyIIWA6yALP2M6NWmyAK2xg1L0K7Rqtdu
1Fz52Hs7940EenjyN9Hw+lzoY1SKqhk4uybIFf6mWzpJHzJd0HvKJZ9mX5rX3F6C7czdmzsRU9B0
Y5nTQO3TznUJRmCIaxV3J7QCk9Fb7e3N00UH9DELvmhRInVTRzZqhNgDHVsP0tNOx5TUfbmJrtyJ
NzILCuqku6UG4h/zR2mKqAIXgFogkiioCd6vUuaKARCBCqsEkLTd+LpqFvpv3/CNiccj1xIrA/PA
CW2z68Kudh2mPU17kNiexlonDPFzQgO0RpJdghkhBPlkCCTP9PUN/iu30faMaW5vg+Hp3UZaxTtm
VaPl3dX9VWGCWI1Z5FGY1YybBVGqLydlEjCkJNMsCO/lmh2WgN0PbEe41RNDH9CXIEhH7zcVLRNU
NWswE5JLbYi6sHGPzCm3wNGIltLRiX75xuh468rm3iqr1JRNBnyDr9V2bUc4RPfEYx9YUCO4+27Z
r06yqeOcwOBos0Q+bKKqvD/OUGmDVIkDBQj9Ab1Mv8oVscYtb2oeRuHq7tvzWziTGsNW3Iij7gjE
JfGYhsqlMdtthaq1RUzkgTTV/MzQ7x/a/sSBtTj2bAbGfy+XuimeW/liKWCZMrp661W2DwALarXS
fCtWrd3uXfP5Qmfs6YSgwRMCbwkkMKjQaCwDpQrjXrm4dmgITr3BwVqsUyyEYEtiKAcmKAWHrCnE
IAx0+pX3ooJ/L9fJx/PVzFRzgV26WQ71Po0VvBOKrlMu7ylagH0renFX6snbyduJKiHVCFwkkpof
i42Q0w/T6imoqLuAKkJVkUu8V08ZoXwWS4NyqbfFWsbMw9goTdEg9nCO/kjH58uclI8WBqZxZC9E
QD4J3ejOhm4BSnVfvQiFGYgaLBSKaF6qjYu0OTPR7MRp/i9J1H56teBnoxeqFxVzInXJ93TMpBeM
qDnLZsfp/EJIN5mwx4XJoF4SJvp2hdL+Cnxj9Zik6iXdhmf5zBvjf7Rz/xJAV/vrbOAGdxIg7xiH
s5iTt2UtcUHZ594bkoiHBhBMkgojQtlR2fNU0sqFCrgf+1ms+a/yOzylJn9a7CmdOx9ECcCiEAWP
PJq9t0lcsSF1h6HZmPV7Cv+QWkOWPNY6Xxs/ycLmzRqnW2lUjqOO5DaQ3EZFek7jWI0vtAyTbsHk
sCF7NtLLX0Ko8Ym29MKfcXxTKPSvRVKePGwYxeU5iFUP9SE8i1/c32aJYH/OQN3KoJyrmuWEC6JW
RUDrt1r3Ke2VQ/mdWfUSQ8acimMI9Q8AHZQFNOyAC1x0aCYpODKjCiNxuuuKPw4GhsFWW84EVDG+
PrcVM4ki4BNR9wZrGKig8Ba/t0wx26aMUkMguwYtOwCSoyNtGvhPH1VhwKNBPJ8AAyCAlDXXm033
e6l3aO6hevcF1N6mde31AxgzwVeRad6LRkzfEn5Xtrx62/NGggFW8TW0i39sS4CDmIpnwJSAr4Xu
GRyUMuFGApZCwo6Wy6+KkluP30zdWc83+PFA1WnQL/ZWAYUZajb3+1vKRVU1OYgZWTVfIw79U4we
cZIUOL+c79mFUHr6tTsLCeYPlUMWAy8EDlpEhUGDEMkBm0f8JWZghKOuTI3MlUqTFxpBf74w8eFO
IA0vw5AJeOgjiqaLURgg3ITDKEgXZtxzxZrNN0q4ylWNYGSxy7y57lcQOGq4YwEz8c5jf5TAZs1f
EaXpRLD7L9b7bBzinvNYH68cKtj482/5mWWOqpy7UmeLl8DbDH2gNa7lekZTGTVmnwBJX1ZmnGjN
WxRrdWvKBQLzBDWwax9tBG8BofPgTLFKuFDEleDvFx58jtiUdZJOL8rUV1yzqAZMRiFII4Z5w5hx
EBaOz+eeWTSDu6A5c5LB1gEAIdpFJmq/e80RpV6QXLAKXdDywtl8H4FESODzVdVjk0GrktikitIX
SR2WCv1zRytNAECEfSpommlQaseUhRciKwb4DXASnMa4rsZGaym9CqCH3iW+1WRrD+jucDd661A5
pGqkFyCq7nSWc3xGH31N+q0Om3G0qlLz5CPX+Lqc/+I9J1JMoQ0wlYDJXuPvoNgltasj7dzEH16i
t5LWRLqy4d/TtSS+sMo4cfS6nVUqWwH/9VyHH+P4Hw0G5xym04sSSM3u91gWAwkhBdJxIcsf8X4q
AdWMMcSuyD0nr+rBKEFZbESlAMoUqXqpY5k1oqE4e3LSGDznKrqkukaXpN/JtELRyzK9FhICHgAh
EbRClUStxQjz1fPvfgSATFg7Fcg0xLMTypuKJwWf7+TRU+IraH7jlcpzyZ5n5JUfxwUmhjd624My
X3B7S81x1xAS55aUhNXC9j1GMsDxSqCcxWNwyiTTxq3NhCoPy9G95GGSaTWXvYS4smLZaZigqxU4
yUiujz55XeT2eUy+QLSClzvGTYtgOaJjQdGVhYItWe+aZLbbgci746yWtbvaCK5dvQYcU3L/ivxC
3eIRrj2JxZo5sK0B30tzWMtRJrBoqfWuYaMqJsugXNS5LBiPs9a3qwBkM0VbVc4IEv817zOtJftE
a8IxNxTBd021K+qlcPLhbSGibxsYdTBq8yKy6ZQOi22dBnJYedcyEpFpCysdEzglXSKqZJVCNlgN
IIVGVBeKrXrsqIdhlVogzg1XyoDxIM818zFJgK9RoZPwPSD5wiCS+xvlhWyQN4D/XLmz4utJtBu+
2Qrz/XQ2s0O8s0BL2plpYArugRPNyrMAzcnEQmOTQ5z94be8oIu5k4RmjH5CVMe+htaWwnUmmYTb
SIKhqq/k6ok6YZb2cQpP730nvhyzuzHrAfkN5DnuvzyRpNbLkg4a9erKmu/hvStsk5eG7AtR1ar6
Pev+DptwtBN5iRr9h2jnQTZen6hQ4d9g2b2XPQgd33pj7l15ZQ/j4RreaWAAjdP8fN2gk6J1IvFY
SxbrGiCK+4xf2FP3KppDb0jhhtPBPMJrwlG6JIrRgWOBmUjrl2DZj4HadLQ3H0k7pKaQiF9k3rWH
XTkwld0LpkDW3k5C3bA+cKa4Sd7Gd8FzyAsDq18aYN+TFo7ppzBEbRWaBnALJxDrhN+43yohxUzX
RlK8a9VFZvYyFK9pYfae7Wa67P6tmW2b20XzkWIWiiBu/eFPyRoyZxPggnpJ41IbOQaQUITbAs8R
Njfj1hAZexzWUriPYzN0jxkIN0qTiZxG1bjYlF6EL1RI3bN6qsNVWUXAvOkh81eUX9BVrTXcrlmP
9QdRtd7TvWAVnKOh0dh0jUblhdslz+jo3eIpuy8ySSsmgehd5V0lWwNTaFV/Cryd2oLmOwjfikJL
nSR667IGTlvLg4/0GGZOJBmjv/VqS5be+N4YvmRv5TEnEcjwbE3AKwWLrVYH2UXnWXmCtdHS/urx
Jpq5ClEPuiORLUHUyC9XXJH2GkerIj0AZejD3A1bGaSB4y7NNzFwpYHWMitMd8hROM5e09LIiVn0
GzDHkpf83SsWAt4ZD45CkwyAPkI05FYkOuJFp57HMrJ3rSNLLnRg4wtvBf7N1gBYK9b4wFZqfdhl
tc1FZgfOFj01Ym8tK7o87MRq4XPm3NLd50xB3U3yPE7VzOsq17sOu0TUImJVkdGhiO6zWua/1uCq
FE2RjQyFLxdEP4bj9xtBma8m5vsxERnvisFPSYLOyzLX1YpokmxVqVamIFaM0wWZj09+xMaI/mHs
0eQysVDfL7fxRkEsS8+/1uyegecJx37ne4pW5cBTpFov5GZUDRpo4dYcguZWwXX0h5WqLFFSP4L0
8CXCD36bn/Jr9EDXJMz5QmwE/5opUqfxqGLspYbv7aIlnN4NVbqtSKxcMq47ejVbb1LV640sGXpN
9jn+PZMbVR/YODL4gsu+csZdgnrPfiE6J8GczbMgiyGUanSuT4Kk8oNr4wpOGYSGSkodUPaK2Hll
+U1rVswqDVvDz04h8xqXW7W0IgK48u/nPvqx3oJi99SePHVTAL4lU4ZczkVhkNGaeJXtCJAm7o1Y
ww7GKhJ13l3xkoOM4Ud0QA/a9bnkR4DQJFmFcHhYQBglKlZpgcXgK9WPr3KxT1Wr9DZEdrIIE0iu
gvwnJDtwKrlot2D3tWxWyjQahH3P+UufZ4afcjriGQBN3ztQmg+xqyt5sIaoVGNqXZC+fMX2Wn/h
AfiQXqI+WbxXcU6MRQZxV3Tl5US49jBDVthVFVA8MW8mZZjqYp/5CwH+dAKUk0OdD5EIGleRxKWz
E0wKjG/AlvG1BCRiW2UL93ZStWc/T7mRgO9K4NTx89ywJ8Nr90WEdb5vFX0psT8TLyMLgX4dgJEm
Lja6646UiZsJGHN/HeJx7YU7cVhzJdm5zba4FqNodtlHPjitjtjCYET38lzfZh4oeDsD/ID5m1Nu
X6HiqgSzWxvXd/1ryU39lSGGkg9a3FltvANpvpaUNrvUu/KoL/ciqcsVDwrjcq3qX0c/1yO+0WKB
QwPWB2jD/jJIMj1f4bSA+5ME5BxUlyJh0a6HiRv32okG4x7VaRJcBb+LDb8ZK43NWJ3pSKQ/l/Rz
VA+i8NL74axAqpDay6yovJ4jYXjN0s0gv3jtqPcies34v8joSJ9ta8YpRuqAO7fbyspBra1x18Pt
NJWW8ptoqYI7E45OJB1I/MLcg82XHqxK6jwMeSYOrzWz63o9y3k9YU7Si2sxo5anq+SgoCQ5aNVR
uKrysUSTeo40X6+RdGFrHutKyCKCvA6pWSB9kTeh7lPO9kmZ5XV4LcWvPL+05UvFHIVE0gff9AJN
dutVE16l3hBQKxbXroroLHL4htf4zHx+THPqNxkM4C9R+4GzuVeIKCv6jmM7wKQwdFJv1Qas/UJY
A5ebjU5IithAkLD0fpkTCqJfsCpPMHlQ/d4LlaLKBwF5EF1jX1Ecsa3YVdd8cHW7AQppxBMvVBci
4ZkMCEBjExACQG4WS6Wu2VC4AQbeYFdH8Y84rAYC7soE7w2x0pJzj2C8CkyuMZUlWPDchZMkjIpA
MXTKjlFhFt81eYhHeHglcjvuuHgXRQl6XepyXLBdk1+hrxvhppAGIRb+pBYoNB07EMWPkODwNVYI
YLwWnMycceZvRUzHehOsurDNTCKF0dWvOI1TMPkVfMjdF5jJmVc2/RgEDdNZq2gbosV+Ae44pzG3
oqlgSPYEFeFQEV2VXCJ7kvaMHsYcIEk5wXMXpC16HCaJ/c/vBuZUTb1LoASGO7hf7+j73MiqVXSt
hxANsxdXKAxf8PSwz3EfkyUVffSySPmjRQeFX+CEHigo3KyN/DHDGtGuylkZeg60GuM+1iM3npig
ZLSmIZHhIVZ1uCYHMixEqy6G2gRGzZToHFfG1IyAsbeaSv4i4SBsmoAJQJ3O80uaMBmoB2VDuQmJ
bnRQoUX+fmdqECHkycjhOJJNIyHtilY9TRH2VYau5jVaU9nKjpY4yWb1D1sEroppDAnSafdS2Uwa
BHGQoquaVIY3VI5anJlRT9ILct1CaTV4offKpmIN9Pyy3lIUNF1VetHooZtqoyqLSQL8vfiadfl8
5HMMyMnaYMdkClqolTg+hqJ/jdyAPaRjNtqS4ib6kHcf/1gXkb9A3Q0ITRCU/MToN3dPErwo7/M6
vjZBhG7bjSAZXWGKGJ+R/3ou6YduiFrnnSjKkjB9qrqRUMVXfoeey9U7ia3aNd+a90AXgViJLTRh
rvNIJyDCTw5hpA2Od5AXq9GTGPozprEI8JQ/kxuo29e6iTBGQZxckZ6ujIzntGGMtJj8cwcIOPO/
xUynfrOxhZLFSdhFyTUZw/8i7Tt2XAeWZL+IAL3ZVtHIq9VqttsQbem959dPsB/wjkRxxJk7OAsB
Z9HJcllZmZER6FLeiIPu8dsBalBLuc6ZdxQwzP9MTYNbPnc9tlZhSjjz1gCG6xf1DZojqs4oEDxB
Csw3O7DcnIfzwoqOO/NmKhH1oJFbATHBX1LkYoyewARN4WexDbiZgYT7R2+X+8D8CY4QDA90FeCS
Vi8f5K2L3McW98dS8DVzOQEs/e8DJkdH6mUfGMIktgs2gRCzrEWGG/aJeX+cM9kUTPCFmUlc4Yop
kPtZGkPQRXYe6lbPScYbakIy1WT4VfnEFxs5WS1YnbmbrqxOnKGsloUkahiccvwuvkAfb9WhLr52
FJngdUGFDTX6z9N9ozN3BWxCh5MDKh/6qBObrMu74DCoYpsJ8aLscvcTl0ZiOfUoaNf4jFW3fEfF
JF0ClM6knsfnODA1ALQhp6pNjiUqOC4KRXVkR3XuHYOqyzhcxa5YUzdjOICxpHxQz2Pu7dllw74i
XZQW0i5L0yqlYC2Pnz03aL5DRiubb7z3yh6p6KZmQMmhqYWH9pEctNgFJ2aFzgayMuxdaQCPiF+U
mYxiRKt9MQJiZbMLUxBGejHYdrio8z6Fznd9ve6CItw3ZdQlNE1k3AiiVCWtfn/6Z48yoFIjC/ao
sTcFuvFpI0l5lkc2MgkV0+hqSTgX9AjOSdFou5NQsFYptDsjr6Xo70Vn6/0PuNFqwetNuPyAyRMC
eKEkiEB7YvfBqpZYQEhrXyZxuCldIgg0zInypfJmZ0JvIENpxPRKIm2ZGtQ91W/BvHrPmOWoegQf
aiz5RIvPubxHteU/+ExAnSUUHRHog//p2ru2aHzts2CI7IH98T/YVbBjPJH4fGH6td60plyQRiV4
JNHcrWkhvTLOIQYSu6FaEdEOwXm4dhwDZcqQp0W4brp1AVkc6NMoUHh7WvjauZMsonwOjC/QmniZ
XX9tjQQ5M3RcZKf9Kpe3dQ5RNei2t6gMALAr/NStb1TI7TcBR5rwtYdGq7Px+Q4fR2QUMPO1Kjxr
PZVbdLO99MFjD3hDrBc5Q9qlovucB8AbCg95vOfHp9v1tzJe4bd9oEU2qvqN7tZypudx7xANU26g
nCqTKIrTVVEwS2RCM0+aESkInMrYkAO6m2vLUZE6eSiLmCWZdVdlJ4AcTeiHgxTn2cLlPBcDoPCo
oF4M1npcndemMiV3pWLw4dAFTgTVU90bgZY+o8yzYcN8qVwye38gqOWB6EMKCOQ01+YYxJd+DR4X
m43R5sRpZlCTqqRO9ST34EU0/Jdw0Htv6dq6gd3hLF+andyOjur5TpDXsZ3LRM4fFGlfs1vVxAFl
wm3WWf0Sgfgtimu0ON4dAI7JAIFPlrCT8pLzvCG2+wY5CCCLiFN+8gCrl6TmX1AMUR88REOBwfR6
U1LFZHGTAtSvBWt++OX6jSMuvLVmgmt8EarlsgLoDCrU11PP5hzj1wyD2MjTmk3bA6rAVdKZZ0pp
D+pVb8uluUtZJvZpDcTuwvNyLj0ARViw3MhIVyExMSlMhIrjhRIPSUymzIkcvCo9qnviilE2gmAl
XWVF7qlQS8Ovlhz5OLBpbAajII0aFZigdH49cJGLgSJqYLmVSJefSjbRtQEggcAIm5gWbEpL+aWp
dujlJ25sSjLkJce3YGagzX7gUMjzzEg75smh85/VSGcdqvyvCSSgjoHtMmZr8PpCguH6G5m+kgIu
5hK7ciLKCGu3bMCJsdeW8DUz9SEYwotbG9OTMkAi14byvJbVLBQSO9oVZ2YNmVg6UnaCfPXxqyB8
Se87/Lmc4JW9ya5rh6SpoFCY2GDs9Ezxd2zaePwZDg/hTiYvGRGoXQb/g9t75sRf2Z1cNNBRKNUh
4BO7+cI7IBS3ifeRKJaUZqDM8C2xUIkj7cHRxXbnktk6+JxMj0KjQ+tQvU0zI13SWps5f1dfNHri
iycCM4iyg2dnYqNIPnYJQPGdjbHrO8J5P2W3SBYyaw9QNVaC5taounVtr+8jXykz2Os7tE+uRkbQ
Nfg2zx3WHMh6yhKaQX08IEaTU7pqif4db52SPN/fAbe8n+PWvviOyfGLG7Qcexp2wBY0JGDXF1AQ
JiUEKdH7WL9Zpb5LAGmFvIl9bj9Pp6X061wq+Mr+5Bovk0bIuXycdwI4q+PRYodXSxqAcTl1MHyw
75q+fnI/7497rtJxaXfKPOT3NVgmfIy7pr1E0GSPRzaNHMMbLEiD3jc2ruXExV3Zml6rYutHqocx
qsq24UISVA9O/9y5P4vAmLkU0ZWpyVUaq6GY9gKGJRwhGaghE4PO4GZbtnjakkI8BO8tIIp7Zymj
Pe+5/u2jaWFFcl0EFR5OdM+tUuhZp5Tds8/ssAl/gMwZQp0B7Upq5GdeXsjXzMRIV0Oe+DBsn7aN
BswuK5xkDlC6wOw6yi8Gx7M+a0xlg6QSwIkpm0bRyowou8B0Ssx2xDxKZsyh2YGHBAEDsT5lrO2E
ZvHBv7BSTVnV1IID8pMxioRasYSrG7fM7Zb69zETd5XUXOR1HNY5yPaNZ3R41zA0ZEy0wUfA7Wxj
nVnKi83v4n8mJx5rfPSCXAbzLEg7LjCrPiTiK3DF3CKVyExojxX9Z2nik3h+KAItwV4yEx1tjeA8
PdLBWd0/lHP1OdBUoiIycsoDSjaZwpaNMi7MxMR+NlMSHD293PsdqWJCN6PbGflc29WZtsBALVy7
MyAcON0L05Op1BjFdSNldLq6Wf+g6oau0cQciNqsk1UyUPob7dPPNgPncVhS/f7A5y/9C+uT6ZXr
tg2TCgMvvkojg7aqhEv1iQrPrL7RaqMwTy05IdGuL9G8zjsJ1OiBA0X2Bu3215eeLzAeVB7xnIlA
7oxctZDqMvjVA2gH+I+q+lyCV7GK0Bi1hpcqIjCoBgsHZwZRoeLJCP4CoGBRYJ/C4RQxavuELWK7
a0igWgDbVOXeNYDdwvGl/U8cmn2gs6E1iGvNCvfFscjB8yuasrpOdtzPEBtIpFXbwF8lS41oc54M
7APIK8GRoqgw2RZt4DZ8G7KxrXEVukRT5C/yPoHpIAPTR7UEUJx5x4rg9cU5E8HExk5hLT1yTLms
Scj8dv1qiKOEAJt0QpO6dX/D/Sk0TJ0VZh1HGrYAo52cNKFHpqqRq8SW0aP42WQkZR5il2goPz5z
b05O2J8y62jZkizbhOvCMwEsH3xafXWdxWa6Eui4mYdYj8SNi+IPvwlf+B1oZPkH0Ok5cPa/bmzg
jvHa0/1Pn71PLz99siROK4RV7dW4umUdPFQ0b6mcAhGxZwt09zDBOslJumqPS2LRt3wfiMvUcTMo
UG2Gr5jcan7YK46rwAc6MlV2GkdQ49H9Rn9IqUglcHxaFUFKK//2rdJ2AtI3Bg8MN/2KSlLufHFd
SwvLOPdovvqkSdCOGNbzmg6fVJl6bwBN+2Ou5QcrQUPtV/YrrtCBGpuQY7Vqyj/eXwdhHO7NFrqY
jskWglYCoLTcgPtuLZ/Cj1fx9+g/Klt5He98WmxBYFgZv7TU6SYGw6q0PnDUPVKB4v9NXvcXvMjc
c1mE/9JG7WD0QfxlJy9eCyzIoKo+j1Nb9PowXwdKDUa/yhHi1wbUd8+VP/a9CH6fF9Th/eRcDzH7
3Fdq/JoKWuQu3CdzfgPkERIo0SXAd/4W7uJreoAIJLynUruuPCjMl2lCQzH+KitWOjcF25H7izHu
+claoJiPOqCIfAXaWSchu9YpQS2VSmorgiKuVZ/D+wD5C11hNIkKuRqTqIiW8iO35PmA64Ckf1QM
By4KXuj67uB7LuSyukptPtJliRSQRpD1Il0JjwW6NC2ufxT1fF/IW4FbKRkJC8Rm6sJEz71WoGgH
2DsgiaA4m7YKC73X81JWpzazkrk9X5AW/DC7HA37PUiWaa2z61I0EtXga3PISPalLDwl5nYenCiv
APOOchag99fTIHour3hSntqfnyEYGOL39Kmiuel/3l/jGfSlCjsaRBGQ+VBuLocs4YWB9TBSwN4I
BloOT7mXkwq7KUcqWsxJLKODRaKhi2RM4dJhMKTnUKtpLvlL0z5zU4GaC+lzUC8pEnczaFlpUGFJ
sPYgXU439ubM6BuA1QmClO/nhU7HOZ8PohCAZMBtJCu4Ha+nuGg8MIZIfYonKQIThADbIiZyQqVD
7kCARkkQa5OloGzmdYGeKvTlIBJFf+X0dYEMGMPVLJvaLZtBcC7vFcLXnLjKJAf86WnSE6URXAOA
oadWcx1raBaReH9kKJODjcOFxUbooUL0enLZNVweODj5+AbHYV9QTmK+kw7oJT3hHRSSuCL1NIIA
Cjz9betnREtBFXZwQknzrNxpwlAHgCMBVquL3AHsc3Ud7DTBB6Sb7UP+JckE8UXpoDFOWa9sSyJC
WgF3hpJyO7eNWI1ofOs9OxkvPRdJ2ZRmrDCiLTRJphr3t/fcXQYAxajvxHOA1k45JiOIjBSOlmV2
6tFANrgM0zvoKXoVsoQy+Sf/hs9hNjwIDh5a6M7XHJU/29fclIGiBUA6AAUX2D3vf9VcfIw2KXwP
ShoIA8WJZx0R6QV0gVxbEzNLMSB1Dmqzg6xYnUerjbtu9VZxwFtvDMJCAvgv33S99hB5QNMkgnMw
06PccL3p89oV1bBLfFt/fe+NZL0f9GoNPiSwnWEiyHHUoR9V0D1dBRXEFyH0DF2qE904pNV3u5Em
qwERzBtyVVAXPEFs53xO6DmDzEACsa7NZkPPS++J23sPB2aUjUIxBt8+vffA6BznguY4T1z+lrQu
eo7WoffgdQuBz+19d21GuJ4az0klFaUx56lmJcONDiWQsGAvpfGwFeIllbuZhNy1tYn3cdMcF08I
a26r9zRbK2DJKX+z3X6/hyIPXf98oajWbTpKdsNv+CAtAGRnTsa1/UmUxyEh3LKjfV22Kp/szc8x
B43spPjw8MIiEygjoELDC61JveDnb938telJkKfyoaqEo2nFMcXslwuPoSQv2LgNJK9tTPa562Zu
DLfiPAFUn9fo/lwiJpy5OWEB7cCoTo/lAmmygEzbORD4TJmnGKJUP8hjNpsD2oW+9xCrk/SlYuRt
rmS0hsh4LIajP2EyZ2wuu41Q1MwT+B5IV63BCkp65qDkn5X80koLge/sCo2dirimxo7aSfTh8IU4
MH0DaxLoFkorVp6FPl1yg7fJLY0dG+THDhX8Tknh+qEFBi1hGDDvh0ZsqTuVbKDVBUDBgqU5B4J5
ESVl5BrAQ+v6ZMt5qypl5zBPHSpLHejtSoGU5T5H3/x9zz7nQi4NTeZNKCH36mcwBNJzvN0E0ogs
ETow7bFfUbSYjF0yN/FYZVmLpVNozCh3Ez62UPRicILxvv7iKJga6UbeLjyU544VQlIAYhAvAZw4
mclCyIVoEDHASAPDAIN2drzb78/hzN5DAMiN9QpoIKAcd71YWVRWNe/Hrh3JxUvhF7sczQrE82Pj
vp2ZE4V2KGCVMRw8Of6K5BevKVUJ2qAZ0B+clOmGd7mjI4WvWuJ/CmBdzePGBJ/vwrGayUqNLVj/
bE4WrBM7zxNUtIruTZBOBrpL8APF6Z81sdYEly004JxDhDfteSHa/WuNmVz8V6Yn7oorUFGtWph+
fWXps2w8t7QHSZ5EdNNcawY+4fNp9P/INxQuSbaiLpNap5WFLGG52ma6/ruQmZ3ZvVdfNG6EiwVQ
GEELpCp3bd/XVvLgGI3E7vKO0+OiomW51KM+aw5OZnxVAWk5BT0EXAY+nNh17RBJfN7wa4nK6iqs
tgDSLbiBucsVRCMccCtAL6HoPRkaD3npqhPRjFtvcpWWLiZUIIlKunVwrB4SXXJo6ZAqwgXrohAH
oT0HfKTiR5sXJH1D+e/+Vp8BfAAtePE9k9sDKHwuzxnetfXa4F73gUgDU9h3v6A+cKmzEGOO0et0
p10aGxfiYl07t5DCptTQiTxY+WOzY7nth4REkrTvs4UoZgafhoHx6GGS0II9Cnte22K6io3zMPLG
suZ+IBxn9N/f2+cIuanvdiUsQVvnorYre5OceuB4UsP6sNcG66bacoodbr3GRG86VLd8Z4X8gD8A
wB7pkSfogrht/CPHvsbamq+2rcECwMZslMRQJEbvkl3oKAtxz98D8mb2L2Zk8rbovWhwQDbu2SAj
zIlmougBfhmC8PLb3dAD984HekUq4+fpeDQfd4wVHej5pL/ut6uz+OkfIYJKV47xreijFOUqf7m/
FeePxr/vm3LjJ4KSDZDd9mweJNJA/r+U6PiE9jYwj8omkNbpBnpSyESseT069fI+f0ITRvdRPTIJ
7dEr7T3c/6CZhNPVFpIm9w1yI77fllhSSd1XzhvHQPBSWwlOpreVZkupmZakFZB7Ygu9AO4w0wVd
0X4Kda82LomcxZbdmTsWiBAk7PFGRwfllKOc7eUuT9jYg1yougEXhDW88A8+ZV9bsD45DrSB2YUT
O3cVXlqcXEt9wmtx5aWerRQrNIv3pRnpSf+O1Dyo6/6T6UYhQhhpzhWkM69PbI0MbyP1mO5cNIWY
8rEunouDB7CjZrSHiCS64h3R2qAE1mCAdTAaqPa08A1jGHZzRqDVCrz9CPX5S8pfeKi6l4tYS2ss
eWUNMjgNWGETuB+tS3Me+d0kWKPAbvGOQiK2pNJSSXImufcH3obmGOIbXEUTryU1cpNECez3lkTy
3xRILJICiEdpaC7c+7MeEpONXA9a0EaFs+v5bgbPxXbqPTtmYtMtn8PBiB0PqJcT728DWcRtT30B
DFRveUZcRmcVUKQ8L0z4XEx3+RGTuHjINNbr4sGza+UM3g5NXXHBTu2Imur9KfROfV/qXOrrIqpy
ax5PfBldqfe/YaYYCzrikZtGxnUx6iFdT0SYDVw0VPgGlELNONK5irwJNDkkB9u2YzMEp643crov
aiXODn7MJKMdD2DyadNyV0oquBhkeDwKxSX0ITDUWVmNYXxI9Dv9XFLXnb2jEOT8f3uTFfdB6593
EuzVG73bFU/JQ2hUO2WV7mXd+yhWwmHYMNYB7AcZjUB4Xn+6YCNfWvK5M4YOIggW4L2KRq/JOS/c
oubjqPRtpjlHrO6flMLgUsK7G0U7xOHO/WY2whJcfDbKvbQ6uf18Twq6ooFVT6Dm6/ve+xrlMdH9
Md6Dr3iZJ+ueKuDClX3jAShU0kPZgB7sg4rm/oLY5/5luyTBNeddgbWWJBFB5yibe73xtCystBjA
S9vPLK96Kuptwr8pwtbr0iWY10xOe6S5QyYfqpMgwZo2/4aQXRoigUV6rzV8SNr3e5+A6IMeoNAi
Ue4/uTvhWMB5PMI6wd4wGVoR54UQMr6d1q4hiV+uQgTeyIBn1zSzlh+A6vRLg0l/q/wn38WB7kHM
QhYpGswjbenxPRqbeHXMroRcL7qw8dKfzDPKYHnuu2hB1SpLjlYce2pBzystXGCjb76xIiATAwOc
BPa76yF3kA8Qol4I7KbaMAKtQOtq9N6DOnzf91fj35nYAVwFfZKATEMrd1pM50XAfyuJieywzvQO
bH9I+Ij12t8Xwsrn0fwgBvp9izPzBwpriF+A0BpQQXbqNzgIfoQdkPY8PVab3lxSlZnbnFcGJh64
KIPeSWoYSA/DNtH5H1DjFATxHtF07WmZQnN+QCMvGdQ0kGyfLFWeIASoRNgT0cpQvqChNhk2UG+5
P20z5RQkpsHiAN8OEiL0d13vCC6OC77Mg9h+Lg0AxCpdIQEIjZtdTrgd3tQDeWyAKn9IoDOQJEb1
DKX3zXl1/ytGI9PtcvkRkxenB4CT29T4CJC9GOLQQW/u876Fmdkc6YSwMRCbjj0518Ns+Vrh2hJt
u1yHi3tY+z4Ic/OTu7ALZwYy0tchVgE5BjQSxs+4iM2KxImyPsVAiiZ+VthKNbmiWOq3mIvArqxM
BtNonOiJ1YhQ0o5NsxF2jg+51vg14vZ9+ioMFqDApFyKxW6Lf2hnuhjb5E6sC7HwhsxD3wUNFYiM
/5bDKQDji/vElXgPrRdb2WecCCJcyCMj7YE8xDT0KFJfg/ojOjEBuq8hshGEj333VkDQlq9J5p2W
3uM3ewQOEYbQwTLSMIIP/3rxGoWP8lROE9vvAygKRWD6cC302Pg0CvmFjXLjiCe2Jksogqm2g/Rx
YnOlogeNBi4pMy4by3c6vWa/7m/+m10JYwiix7SkhqYNbeJK0kTpS8UHPqiBs3Kbz6Yov+9buC0K
jiZG4ANa8JHrn5YqMy4KGo5rgFMEsMJDTah5feUcGkim+8Bvt8zSZrwJS4FwwPECxAK8yoCnT9ZK
yPLADyMxQ/kbDmvd6Azw4ECDy0SxBtrqCIbvj/D26T+xOFkx1OHlLmSEzEazz/bTJb7VUJ/+BGZD
ht6gp5p8r2j4pS+Cz2dWb0z64VIDK8rIi3m9LVPf8cPA9XMbrxv9Xds6DPi+icvrH5WlBfr3Ur3h
5thhoABTqEgsAwyHx8a1PddPZdXp2twWrRTFbhA3Sx5FU3f20y1klG9iy4mlycs9iDWkGRVYqv3v
SNbPNUvO/RK3x9Jwxum9cMlSwPBJMxqJidjTRFzJGrFVRz/d3x9LZqZXmMyEfOFwIEAyoJXqBkhE
a0YIzvQ36cn3zfvGboORcebQb4cigwqH9XerXwwKcaIU4njk2P7yu/puxu9aeajXH411hq5XY/wH
5kaqeRYSISLIaSeDkyHNWGXAXdrAvSpk63/kqVmK+gtIus6uLoP+fSFOvc1rYYCwBH/CI5CEY7le
NdYRs9J328JGda0nYJ3LIpMFgedRQdYKjbLiE3TdUl1xwDB9rpjH6GdYiihv886Tb5jsnMaPBzwB
q8IGw0Lt7qEBm8Wk8ijNABToJP3+JM95tMsRT+Y4U5TGybWusAvTXUXbaGkN59zI5d+feEy29FQh
lcvCzv01zjXR96aaE7Z860J9JTwoT8XSJh1D7quobjJ/E48plWHIp25d2Im2l2SreWV47J4gPuXO
RisBmyVLqcDFbTOJUQIlk8JKwLYR0j3H6EMM+OkLWidjM/jKeCI2xzSuSQy5zATAQMIxIRXeAJWR
Fo/MTbSEwQNMjB4MJG0QWU/u3KoNgUBk4tLm3Me40yPwGyggo3do1a6C9jQYSzX2W8Q8bkF2JI4A
KBtn/y+XduETEMP3oB1xSrsrXkGiztvRi4SUZDzC1IODSpR9sm1bMmxUU0Ci6P7unYln0BwLfwSe
LBHdoZOzwrKNEESaVtpZ/RqAC0SXm3OcEVVcsDNzZcgsCEGhRIeI5obtB2C/WOXSuLKD4HEQVmAN
LvbYSODi7BaqM39kU5Pt+8e7D4AhqjPq9N5FTiSvGeTObdYA25n5CZyRYrob337aB1DMIR8bHtkX
Cr5ZkljuMaHUeDwXP9vXnOghaRcGPhd/4HOQi2KBp4THn5zfIe81yWnlCpQO1ItNxoxzI9n5W6X7
xcquIlJbg7YNq7U0rHgIASLfzujiQf2NXotwwZncpiOx1y4/ZnK03cEPmrZQK1yqYInYfrZGA5gr
GUxQdBFUPAi0N0GVbSgEPV36dil1M+PLoLWIPYBAE72u7CRE4cpMbpisr+1CZqAeoAngF8rExVGO
l8x0BwDpiFfxiDREgHd9CRVtLDg1M5oZCsKtGB78nWvf0hpSxkYAhuYVdEMUhbiDIbZWDjA16BvQ
MtJ8qO2LB7olcVuDCNt7u3/Wbtk9QNOA/i5+1PocfydXBR7zQa3EfAcCRCI/OozRW01hCF+hrqwi
9LG5Fugb+oy2+W7g9TY1OOEYgRiRXSmJ3oZbgMFrq+f0rPx2wMJkgAk7SA1n+A75YeEi/yMqv57D
62+dzGEchWnIuWxnl2jexTmt9HdUDUbkwID+Td94SrbZQaLniCKS+L4/Ubf8G5OJmmxTZBl9Nc2H
Dk/W94juewM5SzBG659j8vRpr5H3F5+8fUgWR216ePlYsH+LxIZ9tIsjq4dCOp5fk6QUo4ldouZS
hzCtjUgIRbUY8MOwQO+sa7q6BP1OB/8WzI5TOp3yS6uT0xELWqWKktbZVXfoJcRnEZiZtFWMps77
8yvcnsPr8U2iNF4aRNEvMT4zJuZRf+8peM2MAa1iFeAXBt0hS/3JI4MdWxotCFjO0TO8pfDWZClP
fduLMpnr8Vsvrj9Q+3RyzjkdmN6TnfAigm99WD1GMOXBH+W0woZzv9ENr59QNtCNRVbU2xv/ejIm
pxIaoQIUi/ABbv7NgYsYMnniLqxF8Ba/hUE2Aj8jd+nWnz1f6PmHIwT2HIyo41ddDJvx3ZRnOQbD
JtyX6Z0f3tfMV7UOTJlkHx+CAjSsc3QOAoks8OsywKfd3wO3qKBx3sHnhHTkKFkw3eOS62v8oLq9
DfN9RPYQhH0KNy55/BG/rcd1dLbQKyhR/lM8fK9+aUGXivK3nVvjFwCaBEaKkcRmypPBgC5UdOK4
t5+3r8e9v/0UzPxwRKnKJ4/Z1rKsg3HuyWbzUa4P9iaC/BFAv6clfdRxeW9O3cVXTJafiyo+dfgI
88DTpngB4QtJa3/hxM0dOCwnWB5GFWDgwq9XG9CDTAHFUm/7g+GUihFxmnF/PW8DrLGW/s/C5EgX
pZPKXpGDeywGPw5kxQQBBze0XE7RJWgXyP2S4Jx0Gztem5ycXK4POg3skD0IwZ73exQLUrLtT6+v
+3ePHp/y/ROueB080Y8dWQ9k7axd8iRs1zG1CDEMO+WI7W1w2xHtYXUOyMZIDmiOtX8T+q3fn5w5
zyoI6PFASybaQ6cZQpEZC7QxDlsLSutWOgXDeyYafqwuLPOsHfAX4u0AuCz0za+XOXCGIYjHM5Uh
Fz6mPlUEV6wMAEX1e39Ec7t2LKyjhQZAL3CFXVvKHCFrei3s0S+ttUSS0DAo8y1pkAH9PxmaksqX
LeYuGg+pFr85/LZiQR3zet/E7Kz9G8uUsBc5njKrxaC3lRA6kO4uxsOAC1/cbKlWtzBpU4BxU0uu
htu0t2uxwwMrwTlM0gEtR976/ojmjvvF6txQ8EK7kOkVGHJavKk01PnTJQb7ubFAkw4hLlzn2FF0
vQFqlRdTNip6uwFPKRcBPOoeID9yfxx/YOipc7y0MgmEWqVr+TyBFaSKIA2Px8nr/sgaR/MhWzXk
sds+Pjb0rTHePkSefLBER3/G/U+YjQUvP2HiOoGdaByxwAbM9FfwRoFMGHQypnl8xFVlgUxGOCVk
92Gk+nkFHEVEF1zH3FIi/a6hjYdXgW+YHOmeR+fg3/6vO4DE04So4QLFxPxK/rMwevaLSACiTbIb
dBhgGQKz4Omy+5xxSwi9/2Yl/1mZOgwp5pUyghU/WMXkeZ+O6ITj+hEUmb792D58iQSEcQRiLPoB
0d44l+jBWPCPC0P94025GKrSBhrLqviIavSP2o9kR655f7/MmUARD2+//8emPDkXXNPlteL2OBfo
3i4TyXRydZ1rS3jxmZc0ioXA9IDcG2kNNApdr1oUBqJQ880AvEsFbpkUKFs0n+vrcE+MHQ+l6WKj
fGR0tdRcNpPdvDI8ra6NdDqyVMGwQArPkj/8cFu+sw95A34bK4cg+EP6eX9K50ILBIns2K2JS+0v
krxYNZYrgkpIy8GOAWLqE0MEKCCoH/FOfg+DhezNOG1ThwM76OVHCyqLR/L1tCZ9nuRlyw+2Cv6/
OjrXXKZnAmFfmeCkCdkmzpd6dmYfe5cmJysZVEmaxqUw4LG37UHhCrgQVM/fBf3JdG0S16CYJMIS
Zuhvq98MFLUhGRkK9DRMcwEtn4QQrlYHewhNLTLzjiXg3NRj4cUHnyG7q2vIOS2htGbqDxxChn9W
x6v4YindGnLyWu4MdgNmIpkkjQEQsSLSpv7lqBY/+A8cKADiV4df3d9Ds+t6YXjiRouoyVk+g2Fe
e/A3HE+i8I1N3zzBKjYgnLxvbC4wvRzlZBOligPaw2Q05p5axiXST5ZaUXdawpYIY1B9u4ijMuwo
ISNNqx0hGmvdWJAGe78v6dZEFmnVPOU2Y1joYqS+yeo2R7960/g4xXAR9SqzfgOj3p4WLqnZAYNt
Y9Tfw0Gd9tZyuSP4raYNNjL1gmpWK8GjCV2srMwu4oWZ6byWaS1qPcwk4AU69jlp4QgSolFVe674
pSMy+0QGTyQ7St0jF6OMV/PFZi1rzgeyzGNtjqzXjPHoGk/Hz3cIl74fP9frxzXIVUyXWcQl3974
CsBsKJkhR4cyqjp5SeV1ndQ1aGdtduBtRsqoJCx5uVthPmxApNtRfEc9cFQhuh5aCpWmvKiD1kZE
g5tYptont8VNTJLj+idZfb1AIBz4uVE58byyHeKtPjagaTspuvty/6zM5F+uP2Uyy0AYZErkhq39
LBDhCPIPwpl4wAFCFFtASq/ZtfXyhh65Q3k8n/IlnOotjmkyE+N9frHIKqPESR/CvGq/9r/o/adH
joAEHXSZ5FHefb2IR5m8HQ7gzibe+y+q9ffHP7/a/1Zi4hGHUCzlsMJKZP1LXB1zZaFWPrOLr+d3
4vkq8IcprogBZnqhN+arKdJh7L6qXPJgQB1svdvQ1epbNbQFlzvj7K8tT46rWrOtUqRRi8CyBPUU
ixeprrl6DHnYCEQuCij+I8vjjoX0ECXbOFvsNr51j9cfMLlZh0plhzbE3ArkNTy8oxjj6U/Car0m
om4ZrLnJNmd4xKUocyY2u7J7E2Z6Qxdyo91tg9AMPF+R+fTzGLwYDtlQz1gxDys0y97fRzPJ/Wuj
k6dSzChBzKcw2lKpJnqnv+8/m/NTeHpKN+u1JRkvEZLXCWHNNwSHpObGEjyYF5ci05lL6fpDJg+m
XmqT1P/zLbkxHufWeH+vnjQCnV+8nGT6FOiPVrIl8W73BiXPA3w4AfoAbyfre2ELLp3uvy16cbp5
rc7TNMHmZ1bPr+C7yBFbydRcO3q19fTHH8XYGQq6/KF7Zm9Omn5aON2LHzAe/4sPqLumj2MPq8Lv
Kx1MZIjucH9gEnyy7oiVrR4gD/BiGBvMQLQ/edbCC/r2Zr5ejIl763tVihsG9j20FzrtVs1sDtQm
TkKDfOEdecs5d+1K/3rHL8Ya/Bdp37XbOLZt+0UEmMPrYlKWZZmy7BfCdpWZc1rk199BX5xdEs0r
4u6D6m402mhPrjzDmGOoWkO18SotzAQlvb1oHtcmv34yuc1B5/GQGEubfnF6J5cb+OrzBmopnQNU
gmRxxto/e6Qd/QLElc+AO+12iYGLe4OO/tc/0O6Un5f6+mfSyPdTPLnmlMhlgoAfTztIDbYjUAFo
BXZT7rDQ0RZ37XZU03h6fW0MFRQSptCTUc8WuujHnACijqVfrRaW/YdB694zvP+oydUXpUnhle34
UfvOPCLXiLcd6c9n+4vg4guecOd72O1LZKA/YcMDuz975GYPDJrPJNFoF/yJ+4QY9W5vKei1dY3n
Z/q8I8wJWwEoO8SlC0dtYaf/XMo3ll0w67gRC8sCmNqRr7L6PNsGNQR9osHKWt58fN/OwCbuZngK
dyvLKvOTHPZK41p87IUd/EFidxZKdE8Y4tmzjIVFnYnZ7k1OvTZQkDJRDJO54e5dW7KCjbsSj+62
X7o3f2cx7i1Nrq04+Z8XbOzV2u/bHYiMj8fUSHSPuDv7CSm3VCYHwTxjG22XtICWlnJyadUarTJt
PFFyYteV7aLjPin1eFgz0dJrNVOGuh/pxP+KVDfPSw22etsIA3LFE1UQC+UnDHT9/KToX+r5LcM9
ZjjfJ9AbbBe2rTBeD79ODBixBcgOyRIox+5fCLWPqzBM4SWJ++21QWqz0K3naP+svgSdbvvI6JzW
vlVvhWdULSB8CcpgPT2Nj9VKHUbM3iKQcwYygjm5+aTJ6hdeoJZ1iE/qTyJ0wPQ9rnKyVgbgR13r
ixyQojvriAUWpmJ22W/MTpYdrYFJkQhYCtBTGbKeq29JkOtuYUPK7fHh/UFRPZr0yapnkO2LWw3v
hkT6UwtZF5RJ4Pzz+meKLlAsPf7mti8ldsEap/pw4A0Uf6GdgzoRb5WX3asAGC8LsqCW/C1r8syv
XxvrLTxIGxMkQcYJbQL8ntnJ/dIkjXP/6MsnLx4f+zwVxaSDcCx/aCLWYThhqT4/H5NhK46AdqjQ
TCsihZsWgaaObhMyUsrosSAb5eL0K+ZwACINXR0melhWKYpnW+9zVSy2j/3eCxDyYzVZgYAg+qym
9aWh4KsWoo4olbCxEdb1unGZUmfd5AANJpKySmw83hLc6B/fT+ydxWmhqUhbrgv9tHcMhifR3zDU
Q2iYnxgDm3HB1O/b9d7UxFXvwVMVQRC0h6vO2tJxu1X17R5cWPBZfKNYOFXjVv41LtRlccOM+a8p
wo5rs7psKcYF+vGgIOh3NRZO0wx6EuPB5TXCRDXQGE5y3kGFbr9+QCEW9Bpj0/37u7cCLcFAXvuj
2pCDfhqW1KBm7igg50etNnC7QmZ3Wn/SULOjYe0NmMPG7AAY+zw+DyvZqCzgfLM10Z3Q7Mh3qC/5
ezOvMND0IhojQBOEtoVpH7MbIaJgGql3wmbTd2auyKAmOlQ1IF3gfVXqLxA2kDRfSir+fifuzU7c
zJbnfT4oYBaZUxO/nYGTuQuhPrR+vDt/cylI94YmrmNYlErro1vduSDJlhpH5EOi7Qt48tDzp20r
/bOyj4FZ6RyyjTF4pY/rnclvN4HhgG7YdjJLXrX2ZtPah8I61zr+2mTWmSUs6dF7uwRkmdveoDhC
umzsMgb5yP3zKdfQH8olf4B68TndFoWjBVbU+QtbfCbQwKTcmBmv5RvvkhOrQis7bDd+05wKiBzZ
XzGxTfMwFqq+z7Gpr2prdV59REZsP16QuasQ+UBcxSKkwLDf703zRZ7kiZAOjud6eq0dXQF4tHDL
CAnaIdUFYzOBA1QbeKiBQwQMJInSJHrX3BBVyAx1gXTHbHOQ5GELMAgenhX9EzW6VxWr6BJmj+xJ
aS9hocatNb2rbo1PFpN3q7JsYiR4vXglX3IZzo6CLC//XeHaKgs4IPUi8cTcvX9rc7KyEGfWWi/B
gLkdRQtvvlIUPWDAf1wKpEc19LVQTo8XdO4GQQMStGhGUjOEIhNHh+vSuBVirnWUV1z5oDTOrEI0
RG3fOm6yxpv+2N7MrN6Zmzg7TZkwhUfZ1hE3oYGeOHBuconOVE+eb7v1AqvGzG69Mzb+/OagiPEg
1XGFsYm6wlh9ahTltTjW3kKdbnYO4RmMSF6UbNGYfG9Ha2s5VLO6cygLlU5ZivZqB2kG3+0lsylK
Zt2FCUdEMFgnja/ZktgzS8/4uDMmuxUHBYoJ4FcbEbWTZxwIVRlKTFrrBBRidraUj0yWzCZ55Z+z
z+JT6Ejy+Xgl5RnP4c7kZNRJIHN568KkyNp5+dZ8MtynGOh5sGVTwhVGEJGAW/v0jcUyU0PK90V6
ysFjm9pU28fuJemPNeCUEjhv/0ZaDb7XjUp12u8z91nE/w3tRuibsVg86dS/g7pAppY/GAmEigo9
UO04tZucdOdhI6AqWf8JwZq7SVm9qF/9+EuWvtLuWW50oVtLFdTqXUjbmFRZB5sibMFxUusgdpX7
3eNp+c1KKIFqgMdlhaYm9PZJk3ujpQ1qJCVKJmK+Hc4VpzNWIx6jfmypyvxNQ0HkbAoquNmfUrRg
v0KI8/EXzDzOdx8wuUSQeOhjIQ2Q9ugMsSfJd+9/o0SdtHYjL+z8mf4CDFZEJz6aQ+B0/eyRmxMm
sHnN13iMHL6wJJLvWiPfCYYVHlurtFI7Xm9VX/etYZs4rjVAxnYv6K6VIIQ9K+9ULyHobB+YhXdj
zge8+6rJJRPnlGm5Hl8Fesur5JI9YLMjfJYxrwyI+qpg2/i2njsLd+nMdQNOHej5ga4cOs4/WZqb
yUjkXAadcEyddJCxRVk9beAcIaVcoG0vvD5e5ZkDL0BcHpBZFb3vkDG4v3NQgFXjrCuoo9RMcGkR
nRJRpu7Cbp4pH6gCB0VqcNYC/A1wx70ZSct83lUB01fibNTKtGLX0KhvgKopb0mpOAPKq6jSQ0Ws
S4wAauB9p8edoov9WS43VQXuupJZ5b7JCdbjGZg7aeir0wBGwllDh8vkAgpVj+ujQaFOiC4oapXJ
TpRycir8vzy4MFCsBKMwYunKcBm9KGyPXThoM6Ep5BBvPmB61JMwwIUM6HhyAcOX9d6ZV8P7jMjp
e4XKygq8rlCS499aliT9Fv9lKQc3c9LBAjACpoHFApPT5H3jixb67CXCqRLYdWSL3M7YRyvrOBD2
KB+7XfBUrcPN6vG0z4DQMOobq5MtUXcD+Jx4AJe2tRUDMUGiQ0EE62i9PCf235rsOmv3peiAtXbr
Dd07+sIHzEXHdx8wCQowF3BPxTE6xjvAWaD0aQ36wXuAaJ0X3tW5GUbhG1rpgL1BrG/yrPYZy8he
z8IDRf+ZhEIFvaTDy5Csem2tqEuHbeZFhSQ7FFsQPaA/ahoey3AV0opyg+MnunBtPiLAKJB8eyKy
8fX6emhNtMeCOvHvuYww0qVpXbI+/vzm+lJ8plA7BdbrYg8OTtybAhp/iAYJq14A2bzZgNglWim+
zr/4xcE3H++rmRItmJkA24ZkjTIKNE7erTiK5Cive0CrFKvY+xxRvW8AAbY+ItnY3XnScWhXXk16
dsHyzCLfGZ4OvOwU8DVRxFPhiuc2nkx4daeILcl43c8WoreZGBGdNNAaAShVgg7k5G3Sirxh1BJh
RS3s2k9R+y7pi7YkNT4DR0dkNKYFVAWKuBC/u1/LAhEiV2t4HQRy6fXOlK7hH/mb7jgLbPe6ZBXk
fbBag9WHnWp3H5y1f7EBbRj0/AOvdLFrzd0b2hw2pr3bmR/9mjNFyDatXwd997bZfJ8WbrK5FRAV
kPFD7hnMQVNNMyVt2S7M+N6J8xPoKrXC0CJ02tQQnIHT/HifzZSFICVyY2yyz0o0tbJKAGPb/VH+
iA3QrTtEea5XX7ZtoisaBJIMONf5127xwp6Jfu5MT3ZaqwkNIJhc7/B2AbcoIJ/W9s9lP6oAxhfN
3nwwa2nhBpu7Le9sTjZcV+WpW0uwmZDiopBruN5zh/wSLlwfc8G6CAQ2ZN9BmQSg0sROLNYVM7SY
1gwJsNTIdBkxByil2TUC2Ar+l2vVpnpNjOLIrJWnP9ILaC9eluR8ZkphWN2bz5i8ia0bur3f4TNA
GM+Bx/dQY3L5zXA1xSPjtJ/otaRo3gPn6/rMoZ9QWthe4+6ZBGKAoOOPjBYL0A1Mllh0qwyzgJPX
Z3+r8FCpz4+37w+Y9rcBBBc8urN/I1CHcEAxlVbUAZzjvV0LxrATL+oG2H0ZcILYQLnALs1oXZSG
YjtnlEY043sUCQC5GvPUooGxhnpQj9TJ0imeH/q/L5u8ywiBCzahNXUCha22kSepB0mNz4/HP87f
g+H/YLtvXqm602qBy0sYcfk3nveaS5HCu0TXUrp/bGl2OGh3A9R9lISe5la9Ho0LTYGJ9kP/XKjo
tReWHvwlE+O9eDMYQaqkNnQb6lyaXk8gAIElPebWDyZol6zRfigL+tvmjBr147HNnlbpZnDTteIp
M3A/lq/8Zm8J6DPL7OfAhuNuFIb5xmN/rL61dYyqylJmbXYJ/9mepsvlVFDbommp08rSqoN2pfbJ
yoP5eIRz7+zNAJWJ58bWDAU/ETajl/2tXUOhr1xghX5i/Bdm0HKCJDx2yi8lOVqBwKcVKHXy3NPV
+tMTrDY/Vwi9H9uZC3bgL/wzNNkqyRCBR4XvqaNylZmk6NaW3JJgB2UkReO2D+BwFCCZFvLfQqjo
OZj32hblKVcSrUKha48XLxpNFnbwaPXXabz5qsk2EiSA4TUWSzmgiPnCV2pk+XEJoGQN/InvF9Gp
b8XPklGFBSjhTKyN6UDVAz2E6NuUxpN1c3ISSIO4EoOu6CqvTx0fmEVx6oeLlPJbaHgv+GwzsHhU
d9BqwCMCRnvoNBFNUwZRf4G8rFsBLBMYcklSDYhxUkFEb/gj1mjt28SvNZhcQNdBv+VEHwQwHy7k
M2ff8pEYY6yf4Y2dnhxJajUI1wAFXHwn3tXlRCMWzKzdh8KHIlohhYgOVHUG7bqw+UZ3cbrMI4nZ
WFRTRdTv7mfb9/mWdVuPBdiD1TOkiffMISfJk/vqL+RQ5nKpoLFE3gwqtigSTiki0p62Xsong2Nw
rxxITT7tBsXulFSvzcIdOOOM4QWFEA+KhBL85InDIkTyULopahnhum50alRAwNGexM9LkQ2Io3/P
H9DT6HiVwMIgItF+P39NVIl1lMPp16BYstfo4MpmVSMZbIHemFNJXNS8rxeDK1Ir5hXms6Cie+0z
2jI2q6ZUJt4YGJLIx5HQM8GXQCPbykz2lwp+Hb00KYQN0SOhih5hPYDf9UyExvyzInsVQEdlgTxE
EGd5vFNrJZBNORe1zMwSZG//RHHkshbU5BgVCVY1C3RVlNjeKMWWTY/UT6RRcgwdy+bYUppaaQMk
K+GFGqQLGkQhBOJFfR8YtPNCed0NnXYSkjYWjpmS0Xgr9hnv7Us/KBlD9hlXIAnH56w9ZKijbEGs
wIfHJK2l8qpkSps9tWFQamtaAy1pl1Us5Hja5QAY0aGLRUujscBBlrzvyw2fyO5YQ+Bdec9zbIHm
lM4VOCuNK+8Fd6BPz0kfxNXelyRf0cuREZqUUgHC2awMQkR5mgjSc00Wg/opSro8tAYgxho7yTS1
NMQh79Ga0SdQvwtcJgITDx+zjSm5vOCvuFKlAWidCjZyMjFu0y9JSoBkJ/6ALNlnwuc8tMwiN2P8
A+oDYn6Sk04TVwoFMf9JKRofPWV9KTCEr/kiM+NKiXtMfUmDQVe7JEveUzBWyWaAhEH1Vau8V36J
VZN4YK8aKiZdNZmodRuPYaTwAkYbPzR9dMHGL1kU8lFBygqddFA0SEL50LaKFDiQX/DQxoYaEJro
tYjmqPeUrYakvOc1yijLLafcs5d1zWDE+PeiJoXU4J+5lkI1XIOGr9nlXuttqxKJke/Y44K421Rt
LPkHpmlk6Q2/Jgc8IlG69r0W6rqGfF2qvcRD3PeEQsyQN4smiTPDLUDIbPKYaXyRFir0UJeM75tN
H/Ky7WVxEO4aXvOhE8aLbiTtkKBhgq1bumy6Z2IkxGxcICp+KTrMt8IgNgxJ2jajZh9kqWeymVsV
iV6VmRTpaoF+YNBfVWlfvnhQNxRCKKdoXXrO81wZdqlSQHAk5mnM6CKD9qiVkEa8YMoKJokjOZIV
nYFvqb11DX3VFGzdacqZDVMKybbI2BST53e1BLVUeDUcWt/qSKUEzZIaQ9qqS4p1knRc8QQGglgB
vLcv+n7lBkzFniWVAjIzaHKpvnudooSfQ1bmku31jFyh8CEHrdm6sdbrPB+0vsXJXiRgqQQqHgYZ
LEk4G02x4fxeBmlFzjesHVdlnIKxpeC0LyZNIIjAeo0nGQP03v5qSPH4FlQsPf/ol7nPHLgy5SIz
TryiNhk1oJnFBTybl6RlmXgwPDSjqN9dmjIm6FqGVwpqHw+qRx39+/iRmenKhBrvSDOCNl4e98kk
mxoXQZLRGp1KSPQ0xHVNdQOkX3yOd+1quDKFXV3UtWxw20TV5X0FDQ2bUkNBccmz1WpTo8M8Ny++
hZAuPC09FjOODgArIOuBaJyictL48xt/w8soYD5ByzpuIZd61xbILnMR+CkwhYSnLnQwB1D/BZQp
FhzZuWoGBCLB9yqBKxK04vy9aW0oorTjOhZxCOFPg/pMK/QX95/KpoxsjbMCUaff1O5yHan4+hC8
+MGC3zH3fI1CeUhagWH6F4eQyBdlFCGoc2Ip7oyhTXrCF2jLzd12qVucmwmJIBGDigY8AIlHS9D9
aFkJVyMgl+xPeIs0FWCI79U1J5vcfrzfZtCWo5DrP0vjqG+WtGrAAiqwCYvESAsaG1BdkPHfGpMa
3kq2IcCoo5ZIUM4KWrIB0EyywYXRvPTG9+MvmV3h2y+ZeCJBrKRyLeFLkMMfP2KPJi/7CV1PlbHb
hOheW0i3zSVJ7oY+SZLkNQ57KvxfgyNbstG2BHmwcXyt6em6Dv3DhbzIbxkErOjtICcnKKw8XvAa
LCzgZZ+f2sHeeIYOsszFJNt4T0yc1TtDk5gk6JSmobiW0fFiGcM2t8S1nhjt3lhyVee2Kup8Go9z
CZ6LacejFCa52gK76mTEC/R3vzTL1+E5Qp3aJWOHVmP8CRcuyblrSOYA1BBRYkGZY7JwcehmfFlR
1rEkRueemUHfnPglVbMlI5OVkuHsS0UMI/EaAog7DadCR0lfMxa2/UwMB8Kdf4OZLFSsMBXlOdyp
ECLJXuM3SBxfQu3kH4EMBB3FFoIceFnj0KxV01eIuHQK5jaKrOC1QTpeQ912cgF0mYYHvO84B80w
tUsiSGuCciy21OvB0aOldoS53aIiOQoyUAQA0pSkXC4KVe1csXeYjFtn1ZZLWOvxhM5lttGG/8/E
ZECFIifSwAi9M5zdCCxhH+8W+gfX5Rb0vs8QciHaHkJuKTmgOHmCE/hnwf74Ek1P3q39yT2WRYwK
UTcMUXWkEn03xvtLYGa2agR21G3Ghi9cLisGd4trSn+WWt2WJnhyNliOdkmsAiuYx/SgytmqYRCt
Px7iOIJHI5wcjSrHsexKBQl8zwKfLOSk1mpeWJVbvPwXhlAikkFRiCbmqUCtVPqSOAghkGD+WN7W
6u9ssERx/diKMLdiCOyRqQaCY2yHv38DgzigSaa6wFcKBO8Ad+31a3k1rsBZgrEo0Tl0LnVvgW6a
OYHAbL89O9WTvnRlj/tyOqu3XzFZuSJSkrAMGZDe5Cdf2jPytlui7plbuFsTk4WLAw54fnCIA6yU
kUjpgQrqSdmAW1BYShaNmcVfo0HVDShkEF4DDHI/p3Ug8Bn0fce8gnRNVtwWmPzwM1mDSjQGWPNz
YQlncjNQGfmPuV85oaJTfWi5guQDoRSw2wBnUAN9nutMRzZ3Bw4T03lzj69fcNigeHM+NWRRzmnp
GybJ1i4JvEQcfFRQ+32hgLgoP7Gq4aEm0aG3U6o+gsZkokW18rkHBOEviywRBBEAT7mfaXFoI+Tt
ssEJatwzobZtQwcnUgkcoBqJJu1p+t6qL0X0CQQ/Kfzgm9Lc0Ny/QQJlCO378UrMpq5+uHIFcD4D
Ijs5TGUypICmj+BYz2JqAplrzgYARSWcZKiF/djazIYGDhfvFlBmGP2UVinVOJeBUgPrpLKaWAKj
XiQ1sFK2CY2Q7RPrsbWZuxVJMgjfwl+GVzyVaBPKMWXfgvakD6XCSOvAM4G0f3tsZM73R1ITgCNA
6EHu+NOedOORC3WjhqwPwpOYASUVCnhNfuAaTF8NOI/0Ig1o3a4JSjW1GXsg4dNKI1NVQ15ktJnL
tqOECccODzXEd6ddBADKelHEIeGbHOSLN6JMmo1SbjMrHNZgIECfMNPp2i4qSb8EAp4rzYxUOrg9
UMGXUeK739VKHMdyWDSs03oflD9n8WtQi3gBiDh8JAH00ronv4o2fiSe66Bdh4xrFyMz87UBtC2p
dTVYFeiPqT8KPzMk71sagAda6q+deTjggAITJnBInaKh4/4jh0GO+UgEZkLc76+AZr5v4XHQL2oh
Eo7hBWfgBz0A/AT1cvR2XhY2ysx9c2t9mk/tPcj3IZszOLTaNM+dQhLllWUsKpyCCi225ZLq5AzR
EKRdsCQSctPIT/zKSmdq27acjAIAJb0S6tTTTDdwzT46sMjxiP4eqMAN+5LwJg8s/MJwZ95HMHAA
K4JYYyRzmlwsocwGjV8zI79SZV6pZWS9HTMmaJuBU2jRCGg+NjjX0HJncPIgD306UFXyWIcWQHUC
XVt3etbiKosM+tlEA1FjvQSyMW+/PM/O8wPDHRnBkBE5y3Yn2mVgIrEnUk33lmoxM3e+jM4epKDB
1D2qft9vPEibMDWTgHoP6fB3FTQCH1W0UNSaNQEMAXxpIJEgG3ZvoqzdUCtbHMCEMBoZVppDL7Gz
MMUzQRbyhv+MTNYUiqlNLSNdh66/0uDBcBpsEhtPtqwb1mDlu3Qt7axO1qGRgQ1V27gCirO/Ybfp
PrCWslvz+xta4Oiwg1YB2MLuh4yKest7Ss46niJ+hU1g8tW67CKTib8hjCt3Vsj8bQIL+kMkXUSo
zMRhMu47HizQKK39gkwoWUpDYShYp6MMoc01IGzD6qxMohhw6YEg6UT8lLMyfyBMfonDp8drMVfe
k0XQkaJ7C0VUPHP3o2/iIVFTH2vhhudGvuZI1tvNRfV034dIg3gWUBYSKxaynHblQ8jBqJujAC6l
x58xXpkTvxFITgSj0Elh0UE0Xrk3rx8cnVwOYpl1eJkI7FNxKTUjWFe+IUL2tF9Abo97+LcxZDIF
cSTzm/KYKWo1iB0y+A6nAqaPcySISJAvRNjjHn5kZPJI9EXB07CFEa2yqXwB4zyHd729Pp63Ob8L
E/efsUwfzKgtKl5kGOyfXtEV7a1uL0m49f2TKu1jarbwwbj1Y5uz0zf6eALUQ1H6n4wsowqH5LjP
ORDb0w6tt/Drf8RIfs3cv98/HVIdFegjYDPeETxP7knFisGJZZWctzxWjlMSeEPakzRMhw+uK5Mz
AykFkaA2kxZGiAwBqg8a8vdE9CDtbXV9Hpuh5ILos9OQ2THTJtJ2FDx2eMFCDr6xWzeIlQcotUqE
VQtoZecu2CbNpGOiPzSJm3cftfiO0HLAi4Bk5eARlSbqR933A+BeXh+FJKg6LrU5qe1qPUf4Ci59
BikWPc0T6ci28E3MRIjFS8alqmj0II0FqbYU1Jmd94NvhfIAql5XKphr2ZWUWo+XbH6b3Mzp5I6r
2izRUHJFuqeukNhSVuB0Qr5z0Hsf4gePjc2lYpC+/s8G+Qm8bw4z2wl9wbQh55Q7zrAqiEnE68EK
Vupfi9fr4/AM4eVDv1NBi+Zvm5cQnRELXzDnI91+wXjr3nxBw4ro7S3GLco+qQwUdlGKOkrCrojN
fHhC9Y3mKzVVjbi02OIqyprRyqkhuqfet6IanArqkxYvdXPPvXq3HzXGGTcf5WcSip0yboS4MnHx
sIMeu6/8IsJo7gW/NTN5wfuqRvE2hxlwlYfCTvHNVrMF5DCTauGkznrrgK2KY8sN6OCmcZg2jErC
HBZaIhLEtFAv2KIdA9oECS7UEFBadieufMKv4k146j4h+FqMtYzF9PpM1gEb7t93TGY2yv00Q0s6
5yStUT/VUKzcqrt0ICZqyq+Pt9ZcKn9EN6J0MhJT/tJbZP2YNn2Wcg4LGVcb/ZFci2qYoZ2868b9
qo45pCzOqwWjcxHHrdHJmrpDkfS9nHGOv4ZXVpFUHqe4BBjFUI+tU+ZWvCSeMft+CVDnUEYg9S+s
Nu/5LpSDcw75VH6TpUZTmby/8OrPnogbGxPfw/PyKsk52ICUKXuSU5NNnQxhLemXOtNm3yzI+eC1
QryGRqX7s4c1S6UKXaCOGttu/CnJWzZb8CrGZ+/Xs6UKowAsnOdfGOA6GzqBIlx0sswsIFuA3idv
l8uEfZLoOlhi8FyyNpm63veaWMhgrXRtClz70R0TbBHavPOFnN7sfXIzrnERb64tdqgjj29hSY2N
Gi6w/1SEZtt+ouPw8S6f2w2A8Slwh0eg0BRzype959dwm5zgO/LAhVgHQPS9ZSxIwOX/5j28tTUZ
VIaca5c2Je8MRxbOhBYQhvsS0LqlZXp2LDf5Ur5ubgPeGhzX82YW5SaQlF6DwQi9FWG6EqRr/Pfx
/M1tiRsT02SoOoBiQnBhogFzqzns3tttelE5w1/If8wGTLeGJs5E3oFMTfJgSCpABeSpuj9cXJDO
lx8D1gz841Q8N+fCbwgN5PXjQc56MrfGJ5GCSjOvjbOUd3wNalwGFg9S4hzqKydgU5YURReHOnEk
XDAgVS2PoValFdd6Fq+9/ImpNvkuyJ4HlupxbQXNqlqUiJ3fLyOzBUg1oBMx/vxmv4iVWCR8XPFO
Au3GMbtjqOD8FFdlfqQvsSWlgIl5ppobQCHJ1rAIuZ1LeioC6ESgnf4jAHRvn68yxsUZRSKu1sv6
nIIwwqC6ZArZhgttVt5V4pqKhvakBQuB01xdBnQz/0xPjgrD92VdI2B1pC8rWknWsMbxLHfQRQJ/
owX5+lQv9AiERGvlJK7ABRRv+C3PEh5/GJuxxd2gAzdZ24933tyD+O+zgEO9n5FQgqAGyh7QPYD4
HhL7aC54bGDu/KKDBDhqYE1HwMm9AY8pcup2Jed0yKzauW90OUEju/eCpOuCgzzXb4ZWMzQLjlkY
tElN7r8+AzmAJ1L4ogb36RpgVd2gNnkaxYz+/weFxwN1X7BmyMqU+JH2ZRx5Hcc5wDR1Ubtytcyg
fGV2bWSUZUEAPwRtyILR2WQ6WmEkATVXlvul85G7Ctv2uYrgGxz3A1CIvVk9SRcXsF0zOm+z7ZJv
P4dOllEegOw96umoJY675+a8toLQDj1wgiN5eLnbd3askMLSPUN8fjyhsw4oCs0gC0YsyyL3f2+p
oGUEcLnLQeX4vWP+Msq68/7I1To1c7sMdd43WNYsSz14C7ttwS080nOb9Nb6ZJyMWPWam43W5W2T
2eJH4b1G6rr0jhKywotdxjPXEDrjkBZClzeyv1OSexpU+FEf8GCFiwadhyaaRorhKqQmGjiAQEee
yCz3abRKvqrCPIuxCZ5bAMFX0hrykdT7Tr2RAPvt8RrMfNUoWozGGBRDgPydPIDVAJqnbGxl0xDF
D0UA4valgv7cCb2zMXnnmj5pZT6FDaYSrY5JLJERd3LldM2KlvvQ21PG8EtVz7POyoojV/6vv2Dy
9kHtg2+GCIiKrEfBq7XLAZF6JZoU3hnHbGvX27YFUPduTaqOWqKWrItqAX03O9OgWACrgCIiFpls
N/DwVLShbO/0QvtOXUVnwnBhMWeImSFBfWNj4kqrSpYrxYCZ7u3eDnf+2l9X5jsE7vDHrgl9RnJp
/cM+vTk3ZCkDPFdvgHmUMQGL+TlZ9+cZwGBIlVNAN6CX9OmhYY/Rwba4inQbkBFnJGoCjcDKt09L
yl8zD9qt4Wmdr6+BAJI1IFYaCM7LB6X56NJrLC8UFJasTM6Kmg1Z15bYRXUSJLpWNE9Voq6GECk3
tmGsxwfz/zGZgK1zGrBGEGy7n8zc/5/JbPTa2O+PqVXZgTmQZ4LZBHt5swYX1unPEnvl3DZF4Ae8
G7rvR0Xne7MhZaUeTF1ArMibyHvmoav8eGA/F90kukRM9B8LU+eeE2hYIquFoizpel3dQ44XPZDH
F2xOyClftL22p3pNvhKdYt+CP97gTboGfTvKKn9fCbOpbUnndGTXdUYg3VL+fo4Y4e77JsvMxLXk
pQG+DzBO5BeR9Yut0MrsbO8+uaPUl3kAEVxklXZixSbSt+itY6xUh9PxeKbmXuK7L5lsgUTtNABq
BjTReCtRBynHOxpy98OhD/+bzXa7JpMLUlZKDr3mqAMnGHI1TjqGrK59oyWAe4HdG3za8BK7Lchg
FjycH2fw0X4Yd+SNvxHhNkk0+cf2+8sA2+BXIv46IXA7CBadkqevxsrNltSrv7tXsHYRdFKmerz3
jGq7iD+bfa5QwOG4sXAP8sHJ94hiJQiuP4yd1iXaMFbZSTW68iAK54TjDIAzGpVE4LBcL6z2TKYX
Gmv/7E68IUjgNGodwy5vQ0DxWv11NYIW35Xxv7QzXnM3890GndB5EexEpLbYjSENYDbsyJ8FM3O3
pQLOAhAaKqjjTxnJWuh38IXcsTAjfR0hnmdDLI8NjeGCNjCIPruHhWhr9rjcWpwMbEDHlMB1sFjk
T6mEthdR72KkE9GM3+78vSYd3CU82lwMr8KjQ6MDj351lB3vJ5NhRbkQKUC2+9ZA6u89gDzhWpNJ
g34Vc2FG5zbIra1JpBMgL6zyUY+wrSH7a6eiOV8Z9oa5qBg+Q/yPaAMj4lWcAg7eyv2oVL93taLj
gN5nVb2xC2Wn4RRym2Rtk+dRLteqLP073aug9LBPW+HlIh4umpFVuAqXVnU8btPrAUI0oFEBJxtA
QdNgtfo/nH3XcutItuWvVNQ7+gIJP3H7RkzC0omkKMq9IGThEt7j62dB3T0lQgxhpqpf6rTqKJF+
597LjGMqSOj1Lnr0j6ohrI3amex7P7H5FxateCVDiI7/1djs7O9U5nV+OU3nZrRfn+3nxukcbW1j
6d7e6kZL2eZw92E9WC+F8VA6/ZkZLrN00z8tvzevwfs1fAs/uVtrsjzHSHS9FjOdQy2gbqV0M8SJ
WepMw5yPoB2Cs7GWSROY+thne57zJ4mXQd3EqZLdh0rKr2SU5pyIH9WbNgsnulneOaBYqfsK/9Cw
8fWFE+xqyKJpEO4Bx1ZG3DI7wbgxDPKR86a8guk5Kk8lmArzZuSauBv11TF7/eRM+FSsGqoZS2iX
a1On6YA9oIIDtMccxg/5AC3oMmTgq9EahVdRuBs4O6C5PCxcWEsNTQv22/mpRYkYeEj2n1v1/Cw1
uRG2xxwDmi9JSl8N5793aTaekSJm6BLSKGpK4RSIeKRB6dcqnwKNyiDxwSSTxgdtkxscR9/d+4Xz
5trOm7R3p5oJdFDn05mAVeizBM3npW8wdSeLH1IE8e4wBL/u80s8GUy7tkDFkVb5WvCtWBrvfv+I
q2sK+YGJdgvMPWjil6Ndp7nHtLgWzqnvTNYH+stDZTs1nGYgleo/3azXR/UJp46w5NUkXLnAoJ8O
2ShgUnEcziNhLeFEdSwBHmzWMYVhd9VZ44Dxhp6OexQPDV0I965NN3yhVKRdpkEHPfeyq32sMSmc
xnsjgivd04fyc/JMgqMDRSkkNXSz2KSGuLp33d8HeYrpZ0esjiQdHhqT6B3oWpcNFz3OH7EkAKF2
tp4+F/5b3W0ZzHXA3BAjEzooC2+AqSe/NTjbQjJJQZhEou0cvQnZThVKU9GWwH5Xtike2gIPwUwQ
mnEgXXYqIdD8ygq0kbS7obVGIxyBeF3QL7iGObpoZbY8JSWr8iBEK2Nl+Ot9eIxd3oKO3RvRfVgC
KS7uRDfp7vncWlgu1zKDUyYBKTrgpgmuicsOhkoghXqL01ZLYcShnXRhmyVWAhJoSou+MUuuoP0H
pKQHzmDVeclC8UrXcThA62liTiFqnWs3hLkkJO1YE2BHyVF9m6AYseUI6g3/6IXUBQqhsjxrPPy+
Vq9Ywlw2O5vXUQq4FCqt5JyWR2XwTZICVLfTba1zy5ZqUMnPVVs38QlJ8CLf8shzyKa0be/1GMKx
C9HJzzMCH0NAS0f/UUifG6u1flfFeMsShH+rkAabhULslbfI5e+fbRSk0MWONTBtA1ySKupKCgMD
qUVDHjdpeZIUWMVVOz0yi2GVjbu6XVpjPzfqZfuzwUYSom+TqX9koNlDf6jkOy82veQ29l7Gl1jZ
q52hvmdQmQF+9feJvhJaX7Y921q5OrRiIaPvjIEBbrdVTrns0D8UlVsCJ21J1VIpYQqgL48ltCgB
oYfKBTCMc1peQ+ohliHsdRbjmgGtybeJStWGgZqrdop0ij3Cn5oqbM2iHUfZ6NJAhpt9CU0XKhU8
oIVtIouD3RdauBmTOM8h99z1r/HYDS8Zn4zvmeoXifX7QP086C6/evYsGCGOQHQFCKFSCiCTqbgi
cNtxsJH7yog0ttDalRUBOsyE252wnj80RAShzrUMNLxzKD9IxUqL7pLG/r1DP68jGAnCHRFY6Uk5
ZE6xa5jWienQThgY2FtVzBiKasUFsanm9yIzO5YYWbaUAvkZ7CDdBfDqJFIOws/cpVXVG71pJAkg
kbiMoMPDXvo24BZCxysxBVohqKlAGQVyfl/vj2+xY9pJie+FATkrFeD9bF2VNJR2TQB7CObZbVtE
tCpHU2vsMHksmdMkxwTSeXL0tqTedKX4gk8RRRkSjchIgw5yeX34VdwocZuQs7fL7yCeZ8oWNJXz
TWVaGh2tVKLiQix3pQSNJifEN/hwuDTmKQEu0IaGl1GqG44ZhZQzzBglU7jpjZvYlP9G/IYsNKj+
k8a+AN2f2b7Ao0lVw44BRABLAQswxvydfyFGYkCfQ4CzMG0eFfyft91D5Py+gK+83FCNxMgCcQR5
NxDQL8c2HBTO4xB8nIOMoo4FKULXW9UbFSp2sKmrrfVHsQLs/oyn4+r3pq8cYd9bnptlgfCbMJ/k
4lloY4PLHR7qfR2gm9YISbklRZylfpJZCMKRscs4Dv3kP3OzuBHNlb9ODPCMvX1pSSAeekgg1k4c
0GKpnnZ1K30b46+Hw7etVGujlHgx2s4PfU0bJzX9jQg2p8EHlsFBlmWD8TWSh7+R8rmY3Hm0XCOC
b2IVDau5Gb9IBtvL/VY2+DsEGGzJrv7aLYi8EmxzkBoEDVGdLaW0RnJN03sgVPpN3xqtTt992c51
E9joLngZqyVIzLUD/luDc81RMgo6/OlbXLsA8EOZhUC6xVS2EE+Q1932xXtYM7xBll7vS63OVhIS
3X1d9GgV2mZ8alQNVM7/Vs8gSKLgOQeD8/kRz3WkqeNIBN6G3NectBKF0awhHimTcyFSjVslvPYs
pJ+VB/Umm0Qu57ldtXAFTPM1izFkUBwB8cQtKkCR+/JoYEGc5XyYiufO6FfstVn5NsZzKXaaKgO/
tDKfxBySTaCaopXJMU967s3GEZ6Lx2yFMv5SAv/KuxX3PR6uk4AC9JXnT/ShxjXDIAeILpmJCxU1
kho9zMbeujft7UyoLlBlQ3bjHlTywBahcH6bLr32rpx7F98wBUnfToO+GuU4k/ENMeg3uhGGB3Ht
wSj0dVH598q767K7s3slZHykNlN3IdCtvDu+Qx+ouP7M4HZbLRWjrmyLSRVc+hraKR172S2uHLyo
n9raydb74iq5/tvxhlOUCaj4BYr+NmgNUfxMFzMRwuPpHTHsxIV0ZGXytpU9YZmYv19N1x4z6Mxf
zU2f8625MlY1AHGnOaKlXX12DoDVuA75fbM9NW4b/a1NIE14buBneABmL9uTNaHI47QR4YAS0W7d
ihbRdtFreIQ4EJUObXnLj9sqXfTiuroW4SIFWiVIzZAdvWy3gd2N0MUdOZsQ5RzxVImMm4D25+6E
xNFxCa9zBWQ25ahwC8AqHdLm0uyNWGtxMwR1DmBJYuW8GeuG14Qm4xk4jLHlM80EwRhjsM3zkHZ5
RgPxKKgIwILOaoezwDbBuGYQya4ytwYIJN/GBL4ap04wpNJQnkUYiA0m374z1FGWnIiuiObg61Fl
0KcyN7Lcs8EKcqCmO7kh53sIs9HWXcVG6/I4HPHCg/Zteks2ZqUiXwyppt/X4xXloMumZxs56go5
TnzcOcORwMy+NGvTO7amTuWQig98aVlPyL0ZUkifnpybdgdvuiXJhGsh8fQQIKiQgTeHp8HlWul9
kLp0gutdpLCK9DPDEyDsCz7osfsbb/mLpmYjrXghcMIjmro3zUdpXfg05qiw4xGgua60gHa54kGJ
wUVWUZ+c1PCemrWG7JvqlzGuVvmxeuHv1U1vtnfiTWzdqYazFSBOBJG9Y3k+ncTzuYQP5UPqbuGK
vj4dYXP6+0xfydJcfMtsotV+EFNQ6wHHBtEUYl+2LGG6paWMxbV9DxlTiDgAOwf3sFmlqpULNR60
UTzX8m2k0yR1fKtHaJhaYXz+vUfXIm8IXv7V1uxiGLieeFDvw9Ftghyjn+DA/hqeOWuwt+kLrO3X
bm58GgutXsu9XbQ6O1FbVDuqqCPieSoBQKV2662VdXsHY4ODtd2W8LF8GUcjcGWjev+9w9euKigl
ISugQCwBkNrLfRJ6dTo2sYKXhma0rU+7U9Q9/d7EtVUCwQckNAmgL/LXg/n79TSGUMyr0Dk2AJSr
Q5W32UbJOlhIGV7hlE3PFsi0IC89ZZlmq5HUvqYmHLrSgU423PsPoA4fKkh9tC6Fg/kbFiiexG9w
AeWsV7GiweAIC6OpXBvO798wi0IrWQog+6iJ50yGtCUlccVkJxVH/UEvguJcx9kAiUVZ/VA8XWnM
rPHAFpe4QN31/gguoF60dWLV3QABxYIVg0jlGCEGVfKYfyWJBGBO1qKoRIuCq2RD9KEKCR6Jl4J3
K0QMeSpfTt+YIiXMVrxEtUqueR1BObkZgiaH23Y5Nk/A4zerUeibwkx0Tj6rpFLuoIzLDiQrW6Qs
apIXBqRmi8wQU0X0rQqIJh//HgxPUaaWyJUKee5yUoLArFZ1AM6DSNvFssjcnKmjG+SK/05k1HyN
RpKh3p/WqUDHpK3XWkq4FcshCkmZkKutkRPWpKDLM76z0hI0TAopAUCn06B84VlX8lTpusYzQNSN
XxMMVUUnr7b270Q1f00dzEwud0IXtiB2wnnjHN0VGkDO8kmHKifJKLcKNp6l+7YfLCTkroa839uc
nzaaUg0pSq7nYKsYwWkfmf5RcAToQjCLOfLCRrxS88MOQQUZBGrs9h+MAa1jqR6lHlanFWzN1t7B
DqcAMCmjj/Ie2novWQ5FUlNhhsFljrlwW1zvrYLcJmoqk3zHbHPIUugNSp9IZ6k1W+44Zsf4XgJR
qKT8CmtKFSGFVe2a/mZYwsZNv3n+bBP/anl+g/gZSfJRDqWz/khyI6Zi6ZBsm7VO1R4WwoGrJwBi
CyhB40yV5xAPcEKhc9unEh7cj/qwa1qABhaqF9dPum9tSJdLNckHEso82ijt3QbiIlCjCszbD8/2
ty2Mhdbu6dNVV/fa4vv3aucAmZQEYKrxdpp+/u0o58SRGwR/lM6bEM38fk1MgcuPOfr2u2cRW4PU
sSpOv3s4W+tzAADg77//akg44T3/8/GzyEmV+whSOGhAi1zPCQAsfMxalPQklPPUnI7iMWsUqmfb
rl4I2r6izd/6NruaCkjDJnmBpjNrt3ve20Br0a4A3gc6ltttsbq5WRNqntSIwqL9925fjca/d3u2
63o/yiM/4KWJdrAbPp/xHqGSBYLQ6pZtnPzz4Sm5u1mfgSA5usgh/K1N/9eoz1GpnJDzYheh6+2j
sN1PDwDPhEHpsD/VQD860cIqunrI4MGGuB/PU4DsZ0PdQzhbEEIcqTHQjjvYRshmbQ13a+jsvHtL
SqHXItPvjc3GVu+7yB8HGWkEyYrXqsFuXeHp9/m7gr5DNAqMBmSloLcKHc3LPZe2sV97DZOQqrDz
DW8b7vHdXXJKvpprwpMe+QrYecmEn0eg2BearOKEDEvD+7RfC5p6uBde9c1+9dRawS0kv28MaDGf
23Nsnn7v47UIEUC/SUALTrb4gssuMrVJRJi1SedIeS2GlyG7S7iXgVi/t3IFEIuR/NbMrI+cKKZM
qUScXo/TqRkY7SECYqqgr3dw88Z+kCjdckeNdlujNpQYsqghnGA4OMRAFa5BxeH3D7q6eoANATpV
AKJifh/mASl4MqjSmX/m9qxzlGaVERMMCmWhtn+9IQXGaTqejZjey/FVCbSuMy2Qz7WpKbb4yntu
mlpt7OZLIm+ieOUUh6wDlLcn3z14wl02xfk+lycJmsqsCkZH3Gm0R9Fgq+cd7JzyE0i7H/6UnGJU
OLJPC64cdxBpTQ5gJYcmRCPPvw/xtWoG6s3QQVJFpIahzXb5PV7C6YIfYGmZu87YlduMoqxvlA9s
k2zldaDAc3xpx14xoMYq/tbm7HrWZC/gaoY2EWgg+wH5LfqMO+ZkY5lR541urbowLHcS9z2a9wsd
vjYBIB0BvgK0E+Czs+OiqqVJ6QDnLXfKmW6L7FELbkXIBPWpBd2zqM8h+O4g/OKwupeS8Ffv2O+t
z+5YKWzHTNKGqes7szzoDyoP6i/VIuMTuoruQl+nxTS/VhEVKBNOGPnxeYZu1Lxe4EJFOiegw9Qr
eFiWRhqoZhy14IVrZh+ZdfD2e6NX7/Lvjc5ioCYc0ipHeIuY/f7R2wHKRXf7iq4+usPh8JBtt6Jx
Y7iucb90XFwJkKAZAHwA4nforCmzXRwXkRcpVSKfySdESjqkeU1o1fRL9rDT988G9aKZ2Y7JJJ/F
NdwPkG0Zc2eMNIwpF0bG4KEC8ftYXsu2ANqNSBYyglA6nj/ZfTgaymNbyGfkIumkxXvrHByjpMHk
37hZ2BrTtrvoGC43tIZ9AQMVXDKzWyYe+aJjst+dU435ZtCgY00XNAu3zM/E69QMLPJgKjFdp3M+
WodMvFz6Wnvu9/GNYIpuskNa/ANyXU5oyLuH2pLMytTb40L39B+7YdbwbO/JoRylULTpzr5y45Ub
7lSvxGQVBjZQrW39opL3ZDACQ9mCdJPZcWC/6i9MsuAXzfQnUkE80kxu4Uu9K85Ds4rDB+hTMGKw
beCUHq1asDMqs0LYbPl32T5jRrvVz0L0oCVGYMKEsmT7PnfkwqhCyIG5+UkpDqVQ0xIENY5GbvoC
38Jjpds+wTtXcnPQfNchQKDRNhHMjpiJEaNGCesgn8qa1YmAo5Aa9qn9xN7fFXJCQQxCsb3mHqBm
gryAZAU76TWqFqnt01b6sVS+zeF0oX575+heiGK0prZnGYT+e9ioijWEtrcCxPzwMepR5qwqsJa8
635c018TiJqUgEI45D3n90YcDK06TaBgB3sVuSoPnq0LZ+ZSG7PTq81Q3IevRXfeSA7Yb/mGLO3p
68vwr17MLiBIyA5a4WObwQbBTPcwF2vvYywRWmy8l4Xz48dZNRux2ZLvhiKVW2Fqi4IsKGeuyCz5
eOPRnApGYXcbwTjp/9+mXlOjgMDgDYzgDVr6l4sjGZSiqvkYjdZVYzceY3QQ4t7KulWZAHHU13DB
DfglxaqfuNCvdhG/guMKaKo0G9gkixI4gWLqouiZH8FXI2DD3KShMOGJK56KUJzsHeU9JNv8g9+X
mgnDCio1h98H/UcuZfYZszEHbnJI+TTqpmp/anMog5fosmeFqOcU+0Rd8rH+qpb+2Iwo4vyn37PN
GMnZKPU1xlsq7Dqgsg4vijBalZJZv2UyVUdYU2SQfDOUA6zjk1Wsutmb8NHCYQ1PbIt/F4AizB5+
H4XF2Zg9/aogbDIVBj9Yehlz4+ZWFozg1c/vdCOBr9CqeezCbYwhgTeXYsbcJhxuf/+Eny97zIQK
dQaEerCEQXH1ciHCBgyGR7ncnStlEyrIER/Sgy4aNZzI8yfZS2nvyillq0KGawcoIxHVb4XwoRft
AZ5aIH+C/CIjl9tRMXLEbqdIK3kRZ3PtKJ3uwUnAEkH4PPs/oDomkVTBR5ZUWUc9JlA5ptJKqR2/
d1i4juXnSj/I4un30fmZCECjkECYlDJEFZZwswkS8aqsOAUOhwEO7vC2Gntj7CFsXoSHSHzuFR6S
PuuS2AK82Tk4aCn6c9ksIF/nTwGQHOF8oYGrB69THs/b2dqNOU+t5AYkq0fJecQK0SKqPeFh6WRO
4oSNAaTa4MY2aCA77xbIKlPZpYCSyF//+31ApuPh2zb68Smz8eAAKQOaf+TPPGDtYtzRmL8BmNtL
Fvo8fwPMGxJm56MICYY25tBQCYXDUHjvvYNW5BTadpZcynadGMlGbGCOXj8PTWr/3svZ6fSj8VmQ
54djK2UVz5/r7C578ZLTyK/D1g0FU6hthVtIrs1u0x+tzUJygee0mhswvTGKOcpd2HUwZGrMpNwn
8Bj7vWeL4zrb7nC54vtMBg0zXfGWX9kF76Yw5oPgTmTUOP1d2eoX5TW+Zmu+bIC3gLCCoEAr5evB
/y0UEsJyUEeC2UQ5tNUcGP/YEeS04UMC9KXwuqRwc7WXk6QRjgpYOgHmeXmoNREPUVRA8c+RZMnM
kGs3WumiWwwHBJEB+6x0p8SNK3hvC8N7bS6RY+aRNoQaDfC7lw2PcaHCGxn0M7EJvHulGTqnJ6io
wS+NUDEJhuchbJN7eHVGK4FXBzfhBtDwWPaUjOVnLCSdU6lSdmTAwu3HjAC3xMsv+RBl7u9fem0j
oxAOJpNIFEmfY537hA8y5uFDw8pucBsGgpOZopYavzczT5d9Le4p0gCCRJmwUrNwtG29qkM5A4Kg
pYk6kREdoNJ5SI6KFb13Tg0DBc6Sra1qhyvZ6cxkxdsFSmUQNz3Gpr6CHQbi9dDmlgLMaQvPV+T3
75qvkEwgnijiu1TyoSTMbe26Cq0eaR3ff1Y7PGPE1JD/1ep/vfX/y//IDv/6/dX//Df+/AZ/xDKE
kNzsj//zv5uqLl9Y+JL+QZvy46X5I/v841S/1GFVh2/Vf0+/7P/+5f+5/CN+17/bMl/ql4s/WPAD
qIdj81EOtx9Vw+qvr8BXTf/l/+sP//j4+i13Q/7xzz/fsiatp9/mw83vz3//aPX+zz+nS/K/vv/6
f//s5iXBX/vqX4gY/F+/6z9/4eOlqvFX1X9AuQrrTp+k9xQF26f7mH6g/wM1RWhjIwkzaVsgd/Dn
H2lW1sE//5T0fyBUBogK1y/ew3AR/POPKmu+fqT8A0Zx8Bf98laBVav453++62Iy/pqcP9ImOWRh
Wlf//HOCvlysChUqZBBthB0M1I7ATfvBmor8sA60sY8MHtytNQIjQ2eD1Xfqo+cHqi2qxVovK4cX
HTHn3bCX8A7vn9UwaoyWMDiDC2lwp8tDAy1rcCLOXZRZXFEYg9/TLrgbSBDTIJAdT8wMPRF9Qwhl
uGPGwH7BGtEOw7tqEIG6l+pVK7RWKYlUyQLI4EDvTvOheKprgAM81pWcbUX9tSyb9UA0aCXCGECC
YJMpVaGZ+bEZqus42JMGLp9KyyhQFbs0hShu3N9WpDdS6YET8FaH5SGDsFORjJHB+HEvKTHwrlH4
QDxSGF0PdocKWdty10EOtBw5M4mjNc+Gp17oYLgCb7xCyO2CQzI0RQxfeY/twLkkRoQNJ0orlD2z
9J+zFDiJbi3kz3Wt0zzUHpXYknKQVcWnJn0HyIym/UPLNcQcYiK6qg4rsYrEiHmrddlAMoAlTlp1
5yaW3uCAAh9AHY6g45oMsD3SY9DL4nrLptdLlOJAEfuNHnOuChdJJHPtRor9dUfK0dCjwJU6JDK9
dRek/T1w4kal3an6Xi1K9FMGnz4RjD7r92UUQFRZgFNpPMEi4HR6LCLFhi+wC+apUxAgofvnoIWX
FhN0/j7LteIOecRmx3vZfV1DIq6sn5GbshBHPIKXQxlfPBEph4ciiuTlKQIYPqlC8PX9DoLdQe2b
ii9Bm7nMXOD9LFV/HTVuF1fjpmZ9a+Z9blVjB1q5pJnxIK5akCSANgjvy6Yyii5JRhoBFsdr2QHA
1PtOiorXsWi6Dy1/8JqEyv3wUsZImnjaoYnYoSQddHKPuDwpB5drjnmmLva+mSR5ZiS5WkZUTcYt
GRlYL9Id3hDVPeRNzwOLK9onaeKGGbROkFBMQcbiGR6QgtOLgoGXhok3piGnZ1lFCkbYhSM7EiXf
KB7XGsmYGbUmGUGk33gCj9gRSiFN6CaRfMx17z7LMKRDQeN4LTEC7S0kaXQ4HmTJaoKKKv4uV1ae
Ehnw1qN8ILk9l5k+19CSJGcNi1tW3yN/YiFt4Hm0rxLQPMTc1OSNTBp7aNsNAbNE16s7EuinkL2N
/sYfojPJN/hPkWaLG4u0QNW3z2PyqldHRYrWIozm+sxp4IISCFC+iTc6EaCjn+H7hWHTcfWr4KmU
74vekIIjqGjUg6VAVJSeUeLRMvopmJ6VkRbhuRj4AzSuHgZfu0GO3YblLVJThjgAih30haGpa6al
bKuHIy100H8U/5irK7FnK9VrkeGSBTepMtgW9Cg7kQhhMWn9Bh4SvctV3GcfquFG1qKDEJc7sWg+
uzB8TsomAEM6esz8UXWCgLeKVrzRSQR2BhfCbiaShzdhLPzHMc+1YwfpS4d5aW3yODesFIT9QGrb
NSwrqn0y6o1dFiAhgSWGrVVCPTDitBZJt/JAKvlUitltrHU74LSciEXpJwRN5Humdh3SDD5wR8S7
k1EGTOHdignLw+o29kNbroK1z1cuqF27JuZN0LtpqVbPY6vBdDNRQKknrwIrXebVm3LgTl6NmoAa
PUlg0UR+Wlu91vqTN3FjcNogWH6jdSb0zGD77Ft+8eL1DVCcqQqfDbJPxc+uSMwuUvrHRtpkwMax
vGkfNBGCl63iB++d1/Vwfxc4Qsdy0Ae3jweL97TKENUyhTf3yD93YJtshTLwjADEV+iX1bWlxrzu
VCmWaaGpDRKeMmdWxT6OqsGMfAmmcF7t4/lUPCZEuwuEEkoQOlfhphj5t7bQgODKmGRUYwHpZxlI
2+KBqMVjpDL4sHqPZbLmSl27LcL3vGLYz0w1kNeHq94RtIgWmyPvodxscuo+5NcS2PiN7tTiW1Ya
tY+tAUECsdgMLFsBX/usRElgeprnMl9cxxVvQ1yQ5hmWrPgSBji4/dQSw8HggReLO/CUBriT99KO
dSHtPUjUq0Lg8MNjhfMMrtpP/BiZaoFMbpVIsSOPGVwG4TpNB627FTzNirpyS7RxmyfRbSArJ5AY
YezIs4xt8kS7UfPwuep7mFE0/VZD99qS0bY8IR9VIQMB10csEsKP5qgd4cT9lISo+HWpgWSr2VRb
SToVOF8LgooR7z9LUWWSuKVcDeWXrDc6Xd/rCp7P2aoqtxXs3evimauwqQsg0FW4YBS0gSdSK6iW
njAzUBG1cv4NAHWOmnE7uWdPodqvlOKcsPJRg0c2xSm4AckM2g++OFgpr5ZU8zIQyBRmB3qt3ig5
DFoksGKDtkQuqRags9a1W66LjwRtr2CCXRuJ749u3kPUW71J/c5RA/Ak/OCGIfuWtZjlQX+XhtL2
C2JqWqnRSAb0IWBgIbbhpo+KVQPZbD9HoIEypiFnbbvSUyDrQhYNZi7FTxmX3Xld+iqxfNOXaky7
BA5GETh3WMHcqNhZnbWnBh4gQay9kz5WTOJL77WiP9SCnqN79VrCzqd+RUbA8ErFHgj0+TxO8mBY
gqWip5rBq/APYU+9wuHA60fRSqqIwgXjUfCHftUXFfYigXGzxkHlL0Fn+Pau6KNVpuu1UXOhLai6
Fanloywmd5zgHQVI5tlFndvQotRpGxaDkY8sdCQcVUE92rD0sWOQSupR3OQKvJF6p8FbNoP0R6Q0
97XSrtREwuDnRYNMwthTniAyGTMr1uBynqX7Jlqhrh5RviM81HQwOnCqVtJ4naqty2KVelK3CVMH
0UHWiOEKlxgxYvCQIqY6Y6LDkifcZyUSqTz30YolzXXV1IfwCDu8Uy4mx4Fr9kTpb7kgs3rRS54A
QqSsUU5xUT/x/GeSiE6TfQqDuO7gWem/+HJjBGK66ng8zbnOVQvmxHWJE2Gb8yV86ndBvmu1Z4+s
+fZewI72UskIE6iOrOXhIdVRpeWREopcHXnNVEhhvwAFJP1eHKB81L1AGQ9ZlN4m8U2Iv9j2voHp
xNxJZs/LdxGTjTTr3U4IcF0kz9EU4NV8Sh5KsAyIJxuZqFGtg86J1g8u6aA0hGB7I4wQsmlBTOMa
AIA1+KqXePl60ScPSe+giTe+1EHPWEO1s2xvomAFcaNNzwYzVRL+pu9RNmqkt7IpDL3nJUvDo1eo
OZsHdpT3coBC9dQgeWgWMnCgWnZUYsCQtP41zQu3G5uUli0MWzWyJpCDZj6jKGH3tqxkAGtVMDgt
boVqRyBgOQbk2ISfKh+boxDjtOXXVUDW4ojUp0BCE1Y1AS3rGOd8c1/4AuKPerKiEoD586xU7uw8
1O+ltlyFCJ1uOBbm8EH3BKOKcXBKMnwght4DvaNNeqRUgVhG0oX2mItIyzS75huYJKxFedckPY9D
R/xUYMkNU3jUqEQJfk6NeqtHoucqA9yJWEQOWdGj/pYc5bx8VTS+NvUec6L02SaMuFsgMp/7oYay
DrcnpbAHU37VZe9yVpiejKdDEkjZGtBYvAN6o5KjUzOeUwkG9SUGNKtWYqybAVwaqZppO55Va6Es
72tpdEN9eJCD7j5WyQ72jhvcE0ZHENdk/AbqHWZIgh3JMpdwBOrpY7Ppq4IYudR2OLN7yilqYqdE
soMgIjiISW7lUbApFN7KJfggj7BdKUoBuW64c1QwgeJiZNjCO3iPwfstMasEh0o0pts2JUB11kjZ
KG191hIgEaIGVFJgwpxIyif3ddnMo/qlCvEK6Br+DaFr+aSkOP/jXuBv/ESRcHi0qRNWIpxCGkFK
Tc4niqnAq740OBU8YJBlN6qXh65PBqfIBdEFSVxescg3w9o7MWX0D6znUljDl/m5HEucuEGWdOqe
G/p4349RTxUh52341yemDtL0OPISYmnHE1r8RIGNXqrb0CxA6F9gMIKUe+i1zDtwBI+9VgRid6x7
e/DEFXDcuas28l3PcTeaVuhY8P+HuutYjl3Xrl+EVyQYQE48YOqobqWjNEFJOhIJJgQmkF/v1c8u
u54HrvLQVbfu5J5w1U0Ce68Y4YmEeTAqDIH9B03mc0L7bS8jLH5ynvKIVeS1irAO1D3jHySM72uH
mIQGmNhd2lzXmm0FXZrhAHY+SlQjcRz4LFdSHpuYPzLjOaBB1KUSEPH2fX9vZg7LT/9X1EHempFm
oa+8XIuGpHXXf7phXd+Luhz+uigO3EctOsvATKaLwOimPW9LF1aTXSTJcB6Z36fh0GIygEFBiyk+
hyMuMlMS1Nw45BjM/jMlbZUhKhx0MjatoO8zZunnTAevkP2k98KnqLbVCyrDhhAhhEj8PGD+2SnX
4PBTEBg4ClxJvMGIMBSqN3A3btdRNwfBzMPgxFcUlKaV4InbzH/ZppPF36YkNGUGgPLH6xv0eSA4
Y4Kt//ay0ImltMP0OLoE258UYbohWOKKOZ5kAssuJCP42vjWh6kKuqFYjUdTN1hvARXDhzL0DTEh
j56i+3VgZ6l1Pnr91eLJPjXiV/vRu3Gm/RKz317UWdM3P2YO0PLDP5G3tqfddxS/INf6xXOHJ9P6
z4HtqiNfq2/Cws/ADB+yG94ZmR6Fh5+e+PTaVabNzRZ+qhKvgiPyNa4wMtvxMFCVeRJZ2OJvhyX+
VIVSZBFH/+w8e2ESDAHiaCYQYegZ2gYMEvW0vRonKAtJBKb2tc3qCD10hGzJsD1QZStwpR/KnZBg
66C6TgTjVTIdAnNt2yychjsSkOBCB4RCdJEsYiwKm3QeB1wfftscqVXHTkxfle2XhPWbwiGDfjvd
xjj0gFrY8SjL8rXtqyfZtxceDBdFkUbQYphS299ZTImHizetjMsT3cAKN+K6tiGGtnXJ18jJnLbe
YSt/bBUAvsZvgGesnwuZ99M2kDP8CL8CY45b1qdWz/c9fHTxGOpM+jWWfoYAva1/izZWOGGFSGjm
YWjvYTCI3kzd4QNyojHpVVwn6LJMGc3K2v0Q9XgvKr4PNoSg3i4SGuq8jeo2B8uEZRUeXwpLnw8I
egjw5LvH3vVOzjIlTjv9CWgHhLpjO25ZMaNVoXGXTIgGLd1eGmCUTGKcVE247s0IF14JhGjy6OtW
lwvCKgBvuAPWbMRwLuOhmoCyMvbpC7nvIrQ4CtyEozpM8GBgdkf/ZzyBYVjj9lxiRF1n7t4bU10C
saSjR16AC6JzhiiNG7eOnKTC2LovBzWdmUSBUantYW7XAVtrPY6vmIimc6zpt4+7DkWKmbtg9Iuq
AWjaXAaXeV1siU3cuofKW8VlYbfhhHhVuMDWGNkHtpSQ1CxBuDzUw1zd0IwnTyv0mzje+gYP5XFR
DUApaD+TcYb0eqqHLx0GeWz/1ugIaLrxuRL2MgvvR/b+iBNz0ZfSU0SlgW/WPyUPF6TBlx2AJo2b
189Bqq2IIGpNWbBay31NBudR8/6E/+0xrZ3hqV/xDUIj5sJPQ2xiPXud5ZjP/ZDKEZVu+MXXFt88
ibt0kfquckTRdKHcOWPUZ/AWhpk/3j5zRDxEi05LMeRVW73wQOaRD1hmWoLgHADMuUD15qQuVmSv
Xt9Ui7BztfpF7w9I/1CLfwwH+WimRpyn1a45E32xgDPcdaM9bh4u5cYymwR93Txro0zWrbOTuAuS
WYhqIrxVE56Qzn53csgDV42Qra4Fu6EUPfOxieyXkWV8nguUppeFw8tG58LisR9naIFwyDevEQWw
V2MXwHn9Pq1jl5QL5pcx7HYmEMjsaMf1MgWDhdtVrJ+kdcrfpgfcOV10R/YC2WUeHcWuVB6H7ACe
nqjCsoXD9NgqA8cj/GrtS+Bij5Y8LcEAJtEUPE2sSp3R7hsA+rvZOwzW//UEsI9mJTnKzR6s7Av0
eBczL7GQxXq7g0/plXjOoSPmccFLnMy6ehycmSclD37HyuxuM4oXLsiSP1f1ibhOJkM/9YNh55r2
OfK+vXFOW9HmY+s9xv28Zp327ti0/KWLxi2q5WE2zUkwkAd044+1r+80dXeOBTS1zjdKYcSj394+
l6oVj6Zz7joW28IpZz9BLId4bfn7UNszHR9jaKbCfl8uQQGPiXsFMBUGJXDOdqdqC3kC0+7HNqxD
OtRwLM5IalW6vSC0/E7wL+U9iQ2OpmYDJme8t1XlJnijwOWA6dmtS6O5vghL0g3XEhkrkqHVOPf1
MGMW2d4AehzBOu9dFxAIGLUjk7j+WhfLgKufZk6wwIngnTgdeu2bsElCTOgA6tFUGj0KFST1GH6s
NgBlEsZ5aKhI3bFDHnGtT3XwPJQsC3CYjbhjJ4AJfSlOrXSPUQi0RwABGpx6XzprSjDt0Q6ZDlCk
HkqsPWtMU7rMazKu0avltUkCDl01HGNYpREOQ2YIzMf3gVwHoNIr2vIUzUPcPGtgdxjAk3CoM58h
gjPZeFxmTmmXt6p86MgHIsrypR+AkZS/txcsnFXq9HpHjPM2tjiLh6UBXL9elvLJsug4sOAQVk5C
ApHW826OXxs8P2BKH6ZOfjS+E8D4yHOq2kM84khexieJ44Kvz3XIM3mLo8JnjxiNu3n2d9q5HdDx
rkeZr9tCuVBlG38LAUxMM4oEo58aWw4BANpMXdZtkNutzi5kULnZsag6VAvmDX2q7A/tPtvobW1R
Llj9HaPuhE7V3J0odOfvg/gDVMPpxE4BhXZ8BOyVywVWwmIYsDa47sWPSdHMLWC1fjh15a+SuFnc
7s6ggFeWzi6aYvwEK5SU2s8cv00rHaeuEyVc1VFBqlcWNgUWXXxyfnmk1UdFvUPfdgcy38OWJ1MQ
2nvT+XtBmkQH4X3QP0XeZzt5CV1RFyfpY9diqTc+2U10Rvmyaa6DaE4cexvKi7zcDdvMejCab0Cp
NZkewm356vzyr3RxE9pB3bcRBXjj3wedc95w6uleHNpoAznRVf3ROPRVuVUS6lc9X3owIXx5cT1R
qPLXgk/QTWroa79clzFI4u5FrrfexiH1w62738jkHBe/PxD72MygI+wQ7kKLXuwmOkKkfHYMxIey
zGbvTWzjQajluaUf7YI+vJk9zoO/q2FCC1EW7/JTGbz7Itr3ClEKY8z+TIFcknVpz/1Q74RuT3K8
8niSz66ogDmRva5Z4iJoshvijPEnUfMT5DtpD62uR9eiDsp8a5a0oRQXf5SO/b2uGDp8OC7Cx8V/
hp08iSiFcFTk5fgx0eMKwHc8EHTWMDOmzVKns3MEz+OaM3Yp3z116m5z8NEBoKyOaNsYxK136Qhz
L674vMGwKPK+f2m3axt2RQDHAa7x+qzk0ZZsD4NQWtlnf67vFpG3zopLBJUyoMyUl4imzCKtsxaP
zG019Inci+0v92yGdJmHVnaIRXyN/BVlvEMytwjOmwq53KDn7eIGWCMXr3D68h6G/Lx1vV3t7RGx
eDH6LkDedysbm9Y+RiWgayKaM/gXDkwHVxjpY/6KKyDhDL1v+hT0p6C9C52XgezlCLio8ISLJo8f
2794A4ivXFDcgYo96g6/FAmYXAASoe2+ncOCbIhL6siLcet8FCA7ZtRbap/m0bZblbeXC5TxKOmQ
5mIonttyp+Pl3asfNnRmI1cFEEvi12ge7ncRlDuAiEcPB4vAMUXRbLFl6Mr5crfoqWI9xLDdPbQG
yGiJQYFEQQJL/4lQorOy60AE+t3d3MLLXsXsdV0XL5fbtEdOKebEJW/kdkCNEMo/3WxAjk6FL9Gp
Lqj+QY5/57C8oqJ5nquIYkmYGPZ1DELVgfPWTbQTdQd/HbCgtWflArRtp/OwjXLfE3UdK/65hPLD
I1hwx+kVdhn9Ws9tf4xpjLHQbdQdKsjeG/u2OaiTd4bhW7bibLot9aYGaM+UiknlUZWNTlR05Nrc
qj0AksMruzMM3UoGNuv1yh38yOsH6TU2YT+dtBR/fN8BxLH3/YnsLRpv6SqSFaztDfJ9brBf6G0I
8q6Ghg9xvJ06r/ACLX3exS+r+6Lri0c5hH8jalN1LvF8rl5bcHruvPneHb4XjxyENAcafcajeKyB
wlJxzx00vjOTs23FLKMLAyS5kYeqPaxTXvE3iuj94Ako98V0HubvERUyAYUA2QEINejxaWvrKiWj
9x4HSwahdDQrVPZ5WazAsmkIqJiG0QAMV91ud87q/e3LLx/gcTYBp0QChU4qzkShWX8BXuABi1I2
RcPbeXbwPzk4Iu2XYN8FQ3PtuWnew42HRbPS+1tyU16DJ8m3ahcBkYjJO/ZsvE4MLNAwvTdbn1bN
BouH91B2lUqcUPzwQUMKS+/iudyOAp4PVPPt9eAZAHOYUiKisrrGk6xdoNOAQzOysv3MSAxiuQHD
a8iXJPGl38DjIoT90jZxdIrEOD/Pm/8JnQiaJWP76AIdsrH5nUZ9WGtOkhUuNdBeQPxjwJPoAwMn
Yu1DHNfO5xiQcD9sU3QMsaKwbUx18LmCak9i37WAigCxlHPYHRgMs8Pk6dxlZYh0ldICE6z0Awn4
4zZh+5iC6k9MSy8FEqnSiiOWpYQHfV93rvfQuQWPvQrj9XWpNJ4tAjlWJ7zPuNoEYFQImDzQH1eN
8yiJxnXZS9hKcGo5gr9iMYzxCMXbqXbLcRctMTl2enKDHFmoTcEAvWd+Z/aK2dfS4tvQi29z37wu
S7QnVfAJ+17RIGsdTdH0pXQ2rGC0GNA01NDtGs76AIa4KCM8gUN1UNQ5j7FzYRWSz2sSJpJae6w3
J1FTXJ1tY5ys3Yizi/Ek3aPe6OSi0w6izb4sD30TtIWDGE+VzHXbvtJJwUVNgZLshsG/lTtRBClh
TfIowXlSPotmUjRhQwXwsqnw92b1Wu+WsM0H5Y1H4gVhDhbHOyGn0eYDWAdgtGPDEb0eiaDgXMnd
4PSPSALqH6ULgjReObuqkuodRMdj3oSC/mGDumuWzkOe8yzTjS2os1bYbWbl2KyTgCq2yhmfNFCX
HIi+e7+0TlWmdg1HJGu24Kon221QTVCxPuhZgyNHCrFbKIrdGL3gUdJ5LqJC1fcUTS6EzxztLmlb
Su996Zj+nW8gb0ndJVULkKa20eZ3E06TxOU2/eAdnHGReBOkWYblXmOArnQ1yGBF9F2H3wclwzpj
rdoI/giwMT48RG5sc1CZf2e1DklbtfTehOwFAQwIbVB8X0O8UVRT772DcgcxLdV0nehGckR84vTo
FzdzlIMqvk3EbyXk/UAlxuUDUe8/Va/9cQ9dbHDWw+J9mhKkdwm9w4+CtrpLVo3J3nGhOVnIPuZj
B8ndpoG0hdV09vHq7xfH788hAegk+R7fxYiz0QbHXpufcXYVyrYqbI6gI3HfWpYqXE3AesiMgsBu
cQ4VwVzmDMt0cds1eJv7GGkP7jDEv45A9XXiO2TeUbQfA/ZYglzUcs0qbDRonSPAfXmlB4Z05Mhg
D27X9sf4rHmaRq4e594OIFA2mYll+xh53xWIaG1/4loKg8yhfgMVOytkcXeirx+GqYRPcMPodkt1
w5d80yPPUYPBoKMIxFjou9tP9KodTt9H7DUH1QTdHV02vaMmoJcO+wMmHIWJSsJNSTOvdl3oZbSP
W3Hh4D9brkO8164813UMeHCpop3SVuR+1EOkGhsQKrxR4a537ppoRb7zZP3orwrmLgej7SBGG+qW
qyP7+Ks1xN3VG2H5rExwx5HLWTiYD6Ay7TFE4S69DjOxr2yG2JgaGt4P7joUYTv3ACsVamWN8eJL
1Hgsm9UIJYyHlcKLCTAdqxeNdSKcv9qlDMxOEIKdhbdOajzTO0czRP55paX76I4lGmWUx2TOY9C5
WMDWTAoiI6guRhB93jjcQRICbb6Ua3k/AQDOJ9+d75vQ4ucbIwJW2mXIJYdc6y5wwQaXHuTqeJWx
yjUU4ZJeGZSIunReI843U+hO2D1yRaKPuRnLOXWabkNEvSPII20g+2GM/EWTBgTe9cr/dsanSOoB
6YTSYjcXkFP1gCh4fIlLoCamjadsrFmErwXFt+4Q3FuuO9yavStyrtAfhiwOF5uiZO6r33LvHgAP
smOGULXuJWyaCZYizjvsB+gHaCAiyQmJahfvLJIdgG0A/66DOWN+kEVUksxb6+iBqXLdoUGxPjmm
nuHYgGSoZCHbRxC0PfLWigeF/UJT1l1qDJIQfSz8VyizLgnXZXSnpLi3sVp3VdOnbm+cYmIeiFy+
ASVWlKKzQJVvS8P8Y70Er4vs9dUfe3tP6bjhuKZejh+L4rPmfA8QaTzphrtvt6OwCGLsUFT1658F
bfAJTjfyWDY02K1G4fei6K4IfeMcfB8hMuEUAnWxnZtHHkQ0AvjEg2Po9ACkShFQ76tYksiZ4zCr
ltqwpCZ+gCrQsftTgUng0YIY0bZbTrxZEcqyDBpvRIk+vMiNfnxRg6UJorGQCqwv3iGQKtrH44Gw
tPVvvVTrHQC5LzmBMR8itYuhuubJ2ACOae3WX5iMsT7VA8b7sen8Q2UaZx9aikd48XZrDOXMEEcH
xlBZM0RMp9LRR409+0H1/nQH0tIvXG3XO28d1hxmWrxjtemzOIrDR8v78I5Gy3RFoZbdd1I3L5Gs
gTgpeEQnyBTsdEHSNFAmjm4XzDtzcw9TjiiqGxo70upx7Yx3XfHdTgmGEy8HncT2bWVfBIKdH+Bt
ns5IueWvkqwOELfmzQW6kHZkcLPNWrk3sivi2V8KdzYq45ga/8TB9IZs3ihXyw0clWs7vSBvuWKJ
1GVoE42y4hswPaq9QTFAGtiG3tW1D+a/lE6B8Qc8UgtWIvJBVG4gSK+QR0OW1QEFApN8ss3iXQYd
mtQ02weAHuAzcrFfnHtO6rcW2oslRJ9uSF1015sNAbFg0rExrJzmynYAPInDwRZ3ErIM5O/kDHkw
GQaGEZcGBpG+GVSxTvOhA5rXJqOL9WXjH7RsXB8HdgjRUIwdJEO2YfPp9vjqOIWwwOsQ65g04qa/
0HZRkHlBczLqjv/0pRudkTaO0r9xzDYPzkFdt5kTS5Y6zuIc8YA2+5gu7KtrYogzQUpeIeJAfaoy
bNduVQiWx6Xk4tAKPzdKo/g4GSAwpQ0PzjKDBLJeidV5HfkVTxv2cjEg/nmzXDyOEDZixIxmmdeK
iv2I+SPBXxu9tq0Z9hrKuhW59jO+lhJmrzkbBlqFCWBBe6XNNAIygortwpwW2PrS20NNYcBNEWe9
pT4b6leFHQGaLy1optzS/i6dFle/3cJUhjNWsqayA1CL2B6hfwWjU+HPE5iPt9k9R5HS942/8q/B
Mnx0Mpyc69oS/XdFTfhv07byGG/O2uSsJGAKvPnGwNryAwqM4EpwkhcUANSRzrOQEMcE1QNZYerf
Snc8LRNg8qUa3f1m5+F9LLcyK+MA07TXqsd40uIOGJbM0VaLKbqy7y32B7yJyBwGwgGRx/PE7fbb
NnV3F3M+F7Ld4i6hlAgse7B0Tw6Uf5u0Jl9Rn/MY0wDq2LZat8xsGjrWbonM1Zbx3taw/ilcSYcw
6t0jMiXh3lpsf6cH1WeiXterlZDzGMEeOfjJwqIY472KGh2mAdbW00QmmREbIsiq2j40t+p5GGPI
s2oJypXZ8cUZ8FChRtoxAOhGdgojsEr1gjDK8g0IPMQIzmoura693djT6WodDn5aNCz+Y8JJ7WWI
6IW5c3VO5DQ8eOR2Mdi5xS2EOLFsHrcNWrYIcRjDtkaXrYfoCu8MOVee63+ZEh9m5dES92epQbP3
gPEiUEMJL7flYavrAd9d6GwQ+IR1n1p4hPImqN1XHCZfE1jFA2jhOPEBLcDTTdaiF7a+47ANMPg/
a7wLS7Atn2G8xg9ReddyUB/VKQ7ueVd1x7Aszd+u93A78bNuth3w7ISFI0YAw7eCubfbfCMnXQKn
9KcehMspmKE6NGOCyEtIaruT34sxG00cYJ3kyDEEZ+KVBjwQZ3sMKME3OAn/HTcH30Gr2AqQJSz4
jjXhL1PXV/sWQAbYc1D0Fpn9DsFgX4fIlEeiZta2vUwcX5uURtWuc82+bMSLA/hvStFGXt5H3pH5
Zm9Qo10os4A8lmY7tAzgvShNphz/1GyDSKegTEiznXk0vRCJ/+JV+NsokPxg/fmn6P0/5ff/oi7/
L7X+/5T6P8sO//yrhP9fzQH/die+jRzk7/i//qrdj7yJ6/8/mANgJvnf3AEfovv6/FrwYf63PeCf
v+U//AGe9w8HPR0IvfcQUoCyKvhn/sMgQIN/oD3K/2e0C3T70S2e/j8NAsQN/gHDAKpbsWlDZwRR
8X85BAil/0COH0DpwLnlO0Dh/3+xCET/IzkTEd+oW4JDAfaFm58Fc8y/Gnx01EdrPIP1cmUYTPsV
4Xtj/1Sqfh74nd02qB0qI2r3ruZDWGjXk6cwds2z7SW6GzkOGRhz3ULg6Ek72BrlAVoncxJqClCA
oyygMcd9XFn0GsTBiUGsvxuUWHYa8F/MbjpuiEFqTBEGJSNVOe8XjHXlFAfffu9LvDDDM5NLVEyT
fcE1xVLDnQpxNHUph2RiSPFOlL/2354zAb3Cirm/nV/QLG/9AWWW9R4rzfyk/KicYJ6X0Qljb7ij
3MdmyxFD25eBxOUMLVHruBWIcvXmu+MXMJWTF3YP+EqdZEYqQoJeKGT/TKrDhMrnE/5SqM5d0AX9
AzPRRXs1FNyimk5sLWuW4QoA/QJhFhe/nsUulHRlVcICgA7onS+tc4CYaxiB6DeIOwek8qnnZQCj
AqkImNynXrvksKwNPEVBSdNyieK8x+pQVC2MGqx2sWEGEyuMu/aFWdiQLd4MYSgVorDb/N1F4/Kg
4Dq86hVaaqeDOj30lzCLmm2CqB6MOQjuP7DMrGkIoYnCYAQKjEgof9tquN9ikLwjrAewdVXD1dU4
M+0wyxMhcHhMtgHMDmHxoSYjUBXMNM9zxHGsqbkfv83ibsUiBvcN6Yb+aQ0r76M1Mdl1tekAc/P5
EI0T6LFJjE4OnARrr0L5Vjb6HGFjHOuqw4LzNGJwqrBRwWzCTdG4ldBQNS4rInochab6WiEzuImB
ZgZq3p4X0Zk0GuVwhDAoeIBWAaYJZQQolynIVaWaU7RCT+WMgb8r2wmfYUjtgDu1Zd8ysvINdWsd
EOe1Szdl6cG3Xv0M7sMWWNxBz4bgOsqukceqpOYU89A9eDGMzRo/9SUSUQS0wS85co/HuMut25Bi
qlz/vEiHnMI6dgdEQgxLmABccHfctPJzXZZ5t0Jht9PThrUbJQfoVNGYAeFbGVmyxAah/zEvz54Z
gYBXesFzHTUnOawBoHJo6rkPcYFHZu+7msmXu8Y71q9AghEBQV5iWHgyOcYWQK+MP2Fd0X8gIPef
8OBseFJYkw1BYx98VwaFHaD/r9g4fCNyjhydupwfMVcDMDPite98tgv6AGSAA8m4U1lIhLe5Oi/a
hQqPd16hyObmCHEwRVA6JLeBRNKF4wwVyHwM/b/Y5PUujnv/xOoV8CzmA9r34qEHvzlbcoWmHyqS
Tu4HEnQXa8KjGjtzhvFxPy66f4KkSe3wGFyQtPRUx/2npAZdeNrsl3CsM9Or2wc2f6w0JnebLB/9
2f/agjJIpto3uwqKH/iUvObJJTEyqUGUXCLjvjHrhy/IYqkLr4d4iRof4G/3eSvgKWgv0RnSth4c
Adu3Z8j8tcwtEP74WUq5U6vbIT7Kh+yovFbb9qfDxM6H5qGbANPT8g3hFUjDBsLTo4o8Gntw39Lk
MALliEvZBaH59f2gPEkneHPb+ZtRxFvc9uvctuUXTEvXyNmqD4HmmkRuLUs2aqsfHmJgrdhlkJ3G
bklepXCxPDoy7SE3G0Jx6qwADUPeyLywe+oTNJEL/TqXURpC+aQ8LLBSVfcVDGCeYigUBpBCpl4V
PnXPqMvZzQO27dFTBRFlnWtkrjaolE8xofpP4UiHHQBRHI3M3cSz1UHwq3zdFqCfnzz/FoUPdDZq
8fkBa4K2qY8v5egDEO9tj25IlMCuDPgZgO4w6T3gicDB86j763uNKmBGNynOjDsUuEjA8XF7XENJ
j51PgZNgd1QkQh6qirc99LtnRqCeHLf2GwPXj9jILiBQFIU+OlhrfRR1Dcu/D2qHBdV3OdZHeEKe
o7nfhw7GyArYroj4HWRkBpgA7pTRsB+O5RWwcvhQLctz18YnizcD4jxK3yaC92kS9bWb2bC3lUtT
BvUtYopzJ15AE4fxb1NWLhadMSyAK2PrNeRSC9yeddhAVYU/oNgg10lRuLhjAlRYuY2Q40A2n/gB
mi/03DsZ3diptvOcmmr743QM612tEGHv9cD/YAd8qrSZ0tXbPqYBzjqOFf0naof2MSb40jyD3wsp
bG+TAVqmnQvN33dkMJEKY/2Et435uw3zlkn8pLsYFNxOMhKxrJwXwBUL02P8MDHIftS2jfAe+GO8
FIhM5he5bkCz+Cxg3NftglKJcRZPSuPfmXH6FiNsNc3LflrRmqRZ+ADjMEyDcBol5VgF6RTrAOSd
0x9pO/A0HvScd3OdQgnZnLtRsMTfOEGwvC8gytAI00CO/6VGPBcleOFAnm2pS3VThCsga3e09lM7
XSiyevSc3DFmxRk9aKgmQ2BP9ojFiGFhEcNsn7sQ1+BRwFCoc9qFI4f9yk5E3dtaIA6+2XIEUqoU
tp6uAF0PWT2HeBYYCmItPgMYjjQ0HzSWGW6WlKnm3cFeB+2GU6Zr47/CIgifowjuHaQQMz1lEGJD
+B7ofBFNzqfywn2YgFsIPyqBGyBVdgZKAR0y1Itfal7PiE9CLLx1HlS9yhSBwfeuC/GadHCzjrxc
0m3W+BnB40jedL9Y4tyUSeA3odvbDF8hkP1li9HAAXEadIftZx2ufjLxMEp9IBwYhvLaGpFMPX02
/e3dDD2CU0UCj1/I1yptfUXLINrGY+9Nyg4n5xCXYP96oJ7eDYKX4R94Fu4qeJb2sQYmjpYxJDXA
wZNwp1M5b/GUwqEYJ0uD1Zej4P3QRAKJT8KZgXAEfM0av4SZipTVyY2WZt8C49vN64r/OvTvXhRz
6HaWEKpzLoUAdjTyMwLU+MWHyR3GN1K/wOm0neZ/J+/MluRGsu36K/0BAg2TY3iRmWKOjIyckzm8
wDKZJObRHY7h67XAqttNsu9lqfQik/TQbW1WxY5gBALws8/ea+tQ3WtfvPpJ2+7aKjDQVdS3tsx3
bctbMbkkjXLQR45h3msmlxBM5ipaB7pB7usk3FkdSxx/5jIKNq43PuVT1O6KIY+3jLDJOp3UKTS8
ZwjucmsSqnsoS37wXY2AFiTIysIj4TiINn3v2XpeTGVLIMFj6bNu806/tRmYf99m+atUvuXBho65
9RK7KjC/p3YD/N/nSzUU9W17XUNaPeQx38c2w5Nabu1hzBfNN0Z8JzfCabpcOQXO743rNnOHw2J0
PDRca+z0Kp3aYlrnakrbGZLFYqsexqScdnbcP8dTymbXSAy8J2USGOU5MCpyRJokcnz008m8NTPL
QM1zPdrvSnNOixsjnhzrVTrmCCwldMgudelU1p+TTGbm2lFlnlxZjWlCWRndyWdHEw+jtXYSJ2ou
QtJxat/mcvioVexrY+PZjMTuygzJxpqdh2HFih0U9jHtDHQ4oqeYtGIb+InTR3hEut6m51VGHkdC
wze9U2WaSfveqKAfNqOBgn4g/pJk67amC/ix4XB70Xg9e+TFUoAE1iYUYWW442dTuhddVEwsZcax
P0lc4GJbTXKIXj1e4JSawcgeqBi07q5oTcvlqcuT5EGmjdy4ZMxhfVNncJomnY7YTrEU4IsOuoOd
GKI+xmVY8jfu3ZTHfl2BOJ95ibfAn/KWfOjUY9rwWi8fLq25QfpodBnZV8Iju3nf2Eanjw47Ahqd
hHgPszI2efpZQbNpZo/QsTPhBMa4O0l2Jb07k3/z3Hm2bzKNQ+WodcZVNoxNwLMrqeRrNRmewPwX
pHjaRwSHw9Snjf08xNLwL6rOw747VHbabxyQWzjpsbV2zSEeu9G4y5NuHtYlnYLyrkq9NnyyfMkN
2/GnFLmZhmi15zdmEsLw+qEv8L3XCjmVR5taNXaMi7wiFWbsK5JI2E4LFXtUrrJwvhgtOym2sZWq
YmMbS4thwZ2j+3C0Gnj6JMZAMqkYxWXuRDPPPRxun9kSWG8KZwm3GYwAjxRuTiQR3LQcDlEX3Zno
sd5mnvx0PKMIyUM61rP1EbAqQzgdJ1PHa2VZjCy4vfvpNOusvjIUD8E9PzFvuKjV95RrYGR7N+kC
/dmAYrW4AcaxujHboeFhW06Mx4TIORKoRvrUEUucTpIteK+j57oMvDs2qkDlilKssfWOrKTSkmlW
p+tOjzkhiYwMWDaNB4zijHe23R+D2TFv/NbMb2yzw5g5hHyvXQOdHqO93b6EA+blcHTdlyhJHpmb
uD6t3mxXRlJFCR7+PFn3Vlg+D9rLrq1U94unlHXZVHVKbwLLw4OSTKP5FgK+p1GF6MdKNr4KDy1n
8ScmPmVsEN19eYE31zcJzEz9qR0rj32xbHdhNCp8d60V4XuLOhVesOGtik3j6fzBG+M3ldveOa1D
lmCRFa77wL2abVIbBV9AFfdn9u3DKkvYZcaEowOAyxel3xPBx/5fXHdx9m1qibP4cU3gfWrYeg+O
B+C/dUf8+zarY9SM/s3AGvMHxONvaVn/a0LVdfO1ulfd16/q/Nb8Kmktr/ejVvbn6/+fRFmEYFH+
a5TFvn/7+FqgUfwkVy1/5g+1yvCsT0Ci6e+EVYv67iwcmj/kquUf0TJiEwkwsasiTyGL/alXWd4n
YdJ0ZqJiQbPij/1TrkLJgseCtsTYQDOhcP+WWvUz40UAQbbdpX/YYWUU8sT5RavyGhfB19Ek10vr
KepIbdauSrn3ke1I7L8q+fpVGvv+cgI3gwAoBrv3O0vrB8hP5yIQlSx9N13keiufJle1RZIbXmNu
6RfzINvFmpcRnxexn3zU/dRUh6ZzrKOZc2jmTJaaCZuT3n7p7KI4pFVk3OkaPWaVWRMWdRb4zqZy
RJGvM/7KezGB4Pdjdufs5vGxpfjI5ymuLorCth8SUTbNelTkaEONsQHkzXHiMC45JrMAwiTst7vY
w9JDkHvibDFFOr8dEvYGKyfU2e0Pl86fevCPdBH3Z6ThH98G0TwuksAGN/tr4ZURwZnFx8rHExbt
a9WVzaM3eMLacnBz1jbKIluvUTNnYwR45X+58c5maa1WRqVC3N1Zwml1zvgI/BHCpZ+zCtiEso4f
M5LTUERSULyqgLW0mquZ4JNoSXekmUY01KyLtkiW1odcHoDIg6F3MbTZdGSnIVjlV95hROchUuVl
wclMZXMYJseg3oAG2Rk8XrvyB5vy6rm04lsnTvLnrCpY7bEy2fz+k/oF6Pr9k/KdwA8QWC2KHn5l
E81zVzTMhXSdjTMHP83xQQQxaQM6RwINJxEDpWilsbeQhpTVi9Xck9BKShOznmWfKmsc79Vgij1Y
LcJNEsermZufjbyM96Uc/6p11/oZJvT9DS+IOH5hS+sPZVE/i8JF7JNMsQu1qSpGJN50dNBj+Jwu
Rmq8A3IlLGKxyJrJpsIpjDoWij0zpf4LatrP+Jo/3wdFVY4TgsXhZ//z+1AFHqFcxGxJF3+UMKIF
YSL/Jl3rP16GvGLIb5iGy+Xj+OGHnmVtG7DWU5s8XvyNWPU2wdhZmyJ2CSgoMBT42AiB0a6z4sQa
gRUgZi5qD95NwXD7F5fLv9/mHGCnlofZ0HMcJOuf344oo8onhCo3hTu1l3ZdNMfYqaGbJALvXpQM
5a3pRIDjqlI1bxnhq4kKyFOfd9W1j0eFw89c7TL+35PVoKvoPPQd59Dfv8sFaPkHD2ohIC2fmWPj
OYZ/77lsKL4z/n74zOjP9G2keLlBr7SxgKbn2aoulMf+ug+uFU3tf3wsf+uh/dvH8Y9P4/9+rb92
LL2//oPntvzHDurOmyLe9X/DI5wf228f4eorIYi3HxdOC8Xxzyd4EHyyqbcDw8sTecFO8ZP68wke
2p9sW3jUkfLfAXSqH57g/icOhCZfKnQcl3/hXwsny/n0/d4VChGwdvJc8Xf2TVwYP183/MboSGGp
xXtzqZgMWHv9+FvLhzLX5NLzvbtYzarGamEgqnxTVurGTANqnjDHr/Ms/saTtXqAPmHsFGD2kb0r
R+iOLXMjd+6Im5zH53SMRB4f7dxneAikv43yZD9UrROvpniAmWM57/Y8VpvJbZoVoshrnaGWIETx
SBH9ZZDCZxWGL9Ycb27zQD9XJUyeMBreKApEmct1/M0fA40COnHqHtpvuMKYYjJ+W4r0wowKtNdN
cV/5htgtt9RkJcmzYZBEMeyT3sZB4KhoXllF0hwqfH077uTUXeHKclLf2RRJEDypsCUDz/2mSvdF
Rzcf4MH8y6QadTmBUdjxj3H3YJ5DGGpi5nuZFYcodSTrHEZ2zEj1zDIlBTeCWs1neca8VO3ctLnQ
rZ/unQAyRRZRsGi0nA+coZGnXhiIbVXS1vvE6QQ2gt5BwVPmObO6qyazHs0In32Z595+roz4WygY
VbEThVc1q6w1xx03JuxgvwR5ITdWTToyp4ae9EZF+C5viXvFw3NcpmeXmvGdW7qCHN30KChnPLSD
GZ+rpC+Psgrst5qqq3jTTsrdpKNICJ0oxGxrtrG65FpeLKASE1H5g0OOvEzdwjtKy5ue69aQ73bd
vpnzhBUnb9xErXynxXxjd6PeA+rpybX64UC3DMl2JuIuPQ7CgJtSJA4pnrolH4ZX26P6/EFh5lg3
njRWKWwGSQvX8+xG5THIrX7D7NidAtY3H3EXEB3rvPwj7dCCcYfo3r5NqE41ziwqMnVQIye0QeFF
u4wGZWQ8PJL8YtYiI1g1Rrpbj4uWxdkzYpkWt9VB10YE2Gp5EKGd4ilOYjwES2Z4YOflz+ta+Opy
joVz2Vf9HXf8cSu0Toi1+xqWWQKrpAuevKG4CuGRTIZDzUuDEVoNNdnJ5rOMOIE43XRvtFBl8sLJ
T36dcEiz2rw0gc1MUc9Wx58mPDyO2z5ro6jPonWCg+q02gqCRE94rtId1XX+l2DMMiqpQ2O+92Qe
kXvmC4w5fz5hJZG7cSjVfTao6rIsRfRg1mXIyO0TM+1GwRa2Y+3aZwGJPdHad2Am4KQzNT+jZjnv
BRyqSx/yjrNNe0wf1/Y0GFwPJUmnagjYd5TeeIOGiaw/2S1rsiBDuOY7ZI7HoV8fGiFvMbB+MyMU
1mmokUnRgVdeQD37zAlgM6dOf5EGJvJtUl4XYIhyHNmGJjdoDNdtjVd8FG5+9DovPbRd+bUfByT7
0Kl2rTZ3ZeYunYsFIkpFGAyeVLhmYT0+4BtmsZytpd8tD+h412excRel8ZWdyY/IdNRXlXTNrk9D
KylwuOTkDU6ulSTGYy69ICFXEhtFQTIca6GYtvEg52zaQtEUabjjqL/oz3Jo+s9m4JzwxZLs7PL8
Q0UFQmVdeTeRTCjcbKn27NTNPBto7jF0BILgECyCuTgwYpcHBEQ4XQ7z1m2Wii9KTcv2OfTWdtTs
0S7CbeFaLBfjRH+WSeRcVcYdjO/JW0ceXeQu98cz1raaPUmWXYZBnrxkIYYzp501EaMyPvd9VaCz
O1W0SzrDuyohSbZbaTg74NWXIyRoxJdT0LP1RG15t2HAQVRMON9W1arHC2OnbLGiqLsf44LQT2je
ink8RdTkbdiwEr5hICBAOo47I2/zi7p9aQnMpI4gOdEU6lRNbXDTFVGKOajR10hr5LNLJ/tc+pj+
m8KE42dGLbtnC67ESilAvGaOvbw2R6LHke+Xe/zRNd7bctjM3fylEO7t2Egyo6aDrtyUjc0JOHG+
oUJvDRA4K6PX0+1yz1yzozzPrq8Jzlsnvi9mIs+sjylWppVogfdEY1I/eHm781PPug4KozpUozl+
gLcodoOU3k0YT9bFqNJ7uUQy/I4OIMeLCrA9A0BRU5gbdiDDtrG7+FBqI95y/TYwGBnGCZKa99iy
6zstWbKlY/sMl7c4KWJ4uOfiD+5TO7oMjXVr8ovDtQYerw9ZLuVJO99DSPos4tpnMZjsmO8By+ji
Kca5wcwt4o3j4RvA1tDdxPbI9TiOdAEwkHdddCnSeHpF0iZeF8ecmLFq78g57ksfZ2U9KughQ7FN
ynC4VlZJYDF/dAtNsqxiqOjadtwFbh6Q6uzjB1/Fj9HilJKZDDZ17t/rYX6e9ZDfa5mBg3EhTxVa
0ASul53m2Ce73oyqDWeQiZQ8/YwdxIS0qq9iDLAytMuthZfvFGZMyG46TkdlV6AjAts6FP1Az5PL
cwwoGn9RBkZyPX62TQllSXDaa96iyViO/8TsO24pU8WWPmIbbF3lPscPvHJ6l7tZtKInoQPMF42I
qdyYOpZ7E+mRh36cd1nvPs8YWJ1UG217l4y9THkASVtk7oWjAdOxz08EdgJ7sppkm/iR6X82ijjf
G04AMc/OkwA2DG7B6ymsryuLAnmOGHlRfebWLVYucRFi7mwVx9Qg7dQl2c6N7IOqtPtkKdzTg0wO
Yxie4bDd1mQr1pbGV1xjp2AU5gnonRdVzkthGbHyykwSykZ6jLsK63wKVTdgiZkN1SpOn3isvlGS
us1svDhhmMPc4LIIxmHdTS1wJ+VtJ1NdyRmKA9Il9qHpWCWwaWtvJXX3pQcndo51ON4bQ3LDGH2X
aot+Dt/yDkZeswqVucshiqedR7cLHlKuee5cQZR/aevEum8UUaRiOaclWb+yh0g8iqFJNiKiSTqu
+/AexA+f5RB+FWFfnXtLcpMZ3S/0uJe7evS7W6PrNQ+RSDXXDc0bCxEZs2BPpp7kECm+NNv2BQfv
bdMHQijiAxgvzl0X2xj2MY7kRNcd+Ed5L0smZodWPf9ohIp5DTbLZBA+TDL9lJNKCL9M2LcJ7X0f
A/7WePT/pT9PMEH81/PSEzTef6zeqvzHecle/syfBj3xSUDxRr8KFh86JbH/MS857qcgMOHUL0MK
AZlF1flT8HTsT0JQlmOyuqNLj1Hqn4KnY30iykZpD8qYxVwcWH9nXGIs+2lc8m3BSYsaILQA7CDE
uX4ZlzyGpSYh/7u2wvxCR+5nho7+poHUu+nJgxy8dgZNNfgoStiRT8FMqKLo6l1FInY9MroD71tY
mmi7l73ZuXseAiSIc2e+qT13PIxpxvPPHW13L9xx4yhzOmmzN3cp63Eyky0GX0ICWzYC1qbJ83rb
0+++Dj2Wxqi9UCtRiRzgEWLnYP+9GmZuVFB9eRKly+DmZd9ojraubWVVTzk9mTcg54xbe/a6m34A
5+h7A51jmkAEGx5c8etQd8mTVSbylVNGoq+meZuR4Qv6czTWW99TF1mov7YOfyDp/Tt8RoCLrPnD
sQm/kBdgRbqgCdzu1U6f7T699xL/MhFEYIHuikke3eSYv0WWfRbGeMOB6S3ykC/nFvpwdVHD0iv8
8DREzWWN7ysdmhtilzdWXN2UlaFWwpkPrGYexineGF6z96ItDpsqyO451TEFkvyyK//KjsttnJI8
htopu/iUF+PNEDxnqb9xUhCqXbEPRoBRcrzUxJtYLiKW1sZrq0grSLu8VTKmarfrsK1kr2ps74Qq
nzw4k0nunyDbvJCHfhpkcYwsNnK1fBTahg8K07mpbqe42/keayKSkT6GoxcJSm90uEiM6FprsAgc
lFeD+eJAymm/juzp6za7zNv6zq5ZvDRlzGwQ7kb8GOsgtomNC95JGpwTq/zWOlQ3MZp4RGKbriNI
G1zbLa8Y1JvZn4BfBNlxZtAROifOdB1C0Aus6z4W+CeitzKvPip/3hjq1rCz6yzJt9N8yod8HVsH
YXOsB2PR7eb5RVfHgPhJYs0Acthcg6e6L037rantQ+5cuxaohhlfVxgWe2kgIRu+ejYKY9cZ807G
9SODR+3sXbe4W4BKYz/uezvbG+xFk/QmNWJu0e6+s7NtONhXjhJXSgdXdhXs2vrzLJ+iqj+6Xfc6
+9GmKcUBxPO2Zp856fkCBuNr2sU3hB33o1lcT4ZlU6jCKxFGgdsk17FTHI38VWrrImo4BcL68aGC
jBNXp4V8QG9Aa9vnEGvq1UJNKpvkVdhvXEGnuZOEaMyX3H7Jgjsr4XtqD1UUtatSD99So7ilaee+
0s5mwECOmwVQr3P0q+fKaG1QqeLkBsY2QD1whvAi85vHFDuuVKwP/LN0xDrIAd5ahB70k5X5O3c4
B865FxxYFjCmP+3Dabzsk/zUeZ/ZjV6Q6dg5udy6yM9+5eztVG2ljF/DAhCBqKLbqRju/eXHlwTh
g6UPbX/ntl/LySV3uOtosqpEthsh0DBvr4aAsardBaa8dDAJeU14rj28STkRomo9ZNA6UoLvlEp1
0FZVgb3FKa9RH54LXxx4dj76FV1TTXOJAo4byAhvdSNOhner45aPwd7XIaLQEG+HeV+V5DEqfZBC
bhEWJlfcSCXlJpbFfhjNzxEgDSckz2e6XyxsxdB7h+28JCCZeUdoDEDF+DvHeyUboF7NATRIkoPE
Mz5LhbXGJhcfY9tddW74iAn8xgk77DCE9Q2ZUuGd4jfxrGI3Wu9TQM7Om0md+Lu527dcvp3pgdfV
n20TEw2H52+EDdahOUcU1hDDzXLgVnAzmjg6NRVocROgXaAjEDi9OJg2toZZ77xkuPcK0MBFgBXM
tHBO5cAln9jASO78zWsYJd2lm2TNuVOEczjKkpUIrx1jvmQbxTl4MLLTZOjguo/4tdLimOyJu31g
5LqOrILzEAeuQPbZiXwFSbBUrGrL4uLwDyV/FDSsr1hc2C95xeggire+1pBZCtCITH5bpSrYd7ml
L9mOC+Avbnnl8uS5AzBn33DKtq5s85nGGSGjYuNAnxowmMTwXmJ8XY2MC67d1oIw4e9keB7C9I2w
EpmZpiQpag0IevIQ+dOtKmUDo6R+NMp5mxcNO4mSMXBv5IG4zqr8qEZQcEw/HOe7aEF/DqewMMMD
nvVdWLf1tuVAyz2/wLVxb0ebufcQ5Mz6ZGfBM3Gwx9pFKko6/7FL6Y0c+LJyP582fdtfltVNWgoo
b2nkMppaei3L8ULb9Qe2ki9z7zwknT5x1m6JsOSHoDKvcRIkZDPN58ZrojfSXbjFSBPhT2A2u6j0
hp/5SsagwWqGq3XCURmpfQGuMHSukfWfut4BxlkCIBks8upm9mRCdDkaThYfA2s8Z/ObbyfPdIKt
Ca4x5O0X0kZQ5tBzMqKpuY35LlylxrwPsZ2yAXGm3aSw5ViiuKqaiYPH4l6BoKr1/Gz2zjdjOdXP
Fhs8lRF+FA6GZ2+EtkE8+NIyncu8iB4sMnL5EN2GDRywKnwe3OFtCO0bIXhCueojwVNk38X1gO8g
NC4VD6WHoXWrfWaaxFIFIJchMTi012YKKt1beLdeeWlkhrXK8u/pp8Hh9l3cO8WCCB7adA1k5arT
BKBdKdpdtHxihekDvAiLiLCW1Z8pQ+A3PanP5MydjWYZeVnCxWen5ceXaZKfU4/ntw7i5llEyFmG
2+qvrqH8XVBxNYx9xwTSCDr/wlRd+Cr5IKsecZyaLz1fRGuPdRW73VIfK3TpywSh4KpcWEcpmYJd
AOyMcDlSzJRhhuyxD5XE9nqLTznAg6vmEKpmAHA9dOV+8ACWO4azNvvnZnxpU/cyFo2xLsPoxvHR
tp3YvOB4IbhPBQ+GCq9l0R1HbiOOORw6yZAyqg7wArDQ/D2sQ6athBCELaYr4rD37cReGFWtYJVo
3OZwJbZOUz6YecU6KcPehlqsW53sGqe6R1e5nKvM4sa2QEvxC114og9OlcqoISAm4F/hPxrPzELF
TcCUiCc+9/BMK1KtNRGF2xKjeh46F6gWJLam4DgkzbMyjBhczQFilnFHwCp8DOGWIm+HTYZNfxx6
KhHjxQvNNz60qty3ZSHxcTtPWL0Jm0OH/29lHToW7vcR5ce/N7Q6Tma5AJnVd8TSsTVoGovx6Y3N
BC3Xfk9lubG1/dFz0ARYgMxU7f/+MPb/psHkt8PW/5i/du9vafb2U73KP2ctYX6fqFwvcF0ap137
n+4S1/2EgYDfvsvluKSkWHn+OWu5+E5CfB0of96yNQr+tZpygk9OuAiUvseG2Flmt7/RlvLzrpku
ZDiuHtXoZKDwmVDt8/Niihhskk09PQL+XKcHo42MF6PnQfXD9PmfuCZ+acj7/jKuz3v1GObswPGX
ge+HvWkVarB0mE22OVveI2SGZutVi6UPifuJrpSPwR6ag+7QqRpZTTcefHs4/Vb+5o2FOnuzjunv
xZp30CLHuFsoWGld1P5FY/xipfnXevf72xQWGRvLERh4bPFLn2EKAI7CEpoShMO9aGRPIHGVhPGp
V+PXGPPvmaFUb5QgxvUXn9AvI+/yRdBwxVfO5OsK8atbgrvMkHJvsiH85AWwQ6meFGyOLYI9UwGR
L5CrijGCHCjpWlM91VSPPLnAM8+l121JUUzH37+l/+TSEJieuNR4Ux6BuZ+/syyxAsuEwbCdYAmI
1YjLelf4Zfnl779MKDyLpAn+Jj6An1+mlZYqXabtbZ2U3TFDoF0LMXS7/41X4feCaBvi9XJ+URRq
r+HhF+ADT4kvE/VqDA7i0fvvX+Rnd8D3y8cTDg1HPPYsz/V+sTBEbU5eLU+nbZFGzhk72bSZdMV0
KT204zlCLA7dv7KtLJ/PT9csdxAcaA4yOrVLwa9+LduR9Htocv1DMbzCgk5v5gCiNTkhAuLYR1f4
ccudLB3It7oWn3//V/63i2R5de4gSIM46Fx3cXX88MNmz0KwvQXmRj/RjSDMf+NFur/7/Ys4v5jS
+GTZmvv83+OIoUU5XAKlP75M3FgDv0ZJJAcMw2aA5XLOvDi7yGeHUWyK4+wlCgnIUy/ZkWd34v1s
ly73GHitRS+/At9Srw0R+hzhPyYf4moHRxsBRFpIxHBK6MTAwZFmuzwFEriK+Bv5BKBJvwVTdstK
luNgxLn4hcFpYazkptwHpUQUxZmVbrXwlmih7WpvpWOzf+yBbmw75dgn2YniFls23SZJ570gJgE7
z0IS3W6RffNb13ig1nTa6X7Qm4mvGTs7N+Vt1nqa6hy/OrMaX3plWIjDjUdmbYuvUyybr73Izk5B
CxIbRTorBiqLOOdY0VU51hL3G2rsyRyK8MJpPcxXCgfCx+wW/QVpvOYiAX3yKPn9t5CAUpikDWPH
KuaTIpzaNNZL72XDtlLVk/ZVt66BG/LvjK5/mZVgBhJvkYr9WO+MaJIzs5od7WLE+Q02HLWjcEs/
efinCfbTrWDMhXtlxoHsNgUBnLfYmgzEKikH0HuuU6wbN5233dDX8Dhs/SydItgWbUo6nUyj2MCT
PgQegGqAFdAFpqY92hJ2oK+q7Oi7Rr7vamGQ6uIrJOs1Pic12XvPQfoTkBJY+4UxM6FpHdkNeUeM
2+xCh4AqLrdv9jyl/btmMl8Tvhy0eAcZxgkxkxvgdbM+hI+LnK/MWh9ql0YbezEk6eh+6o27uFfT
sTUpXOl8MPh9vZtTWV32wnoDoZisSYfgiYwaUEtL4QQzUH+pRmZVAjKaaU0cwPzD+8qMiOaYGv2v
h4Hl0ULQ9FxBTcS+tYcvQKEAyuFTYRGqy81Tn9rvfUnOMGayT3N5l3nZDPEhbY5hHYc3Xgf7rzZc
+1hRyZIg1Vt0A22ZcfXBNe3XIDsgeX1RSGHS6D9XMYfmGPpLZFbPonFIqsZ8YoVHu7VVws6x43Cg
+wyCksDoAhvIgsIZd4KwUIdWqTGjbsknrcRMu6caM/Zl9n0t3PBgdJl5CHvArTmMdqZ2Axqpug0m
Ea3YHUP2T5xrMwBtO9P73ZluCe2a+mJkVzPCzpDJKxfdciWt8ChJ1IAFsuc7aRBUTVod3QDKex8D
T+7JeuiznSR6W+UxMGUXZbQ3OrpnKn+bluV0Bt3FKT5mNy4aiTYC5gzwywHr9Ys0WZ8HKVoSsSZm
CAbnubo1Kid4DOtaIy+b4Yvu2/mYIXu1WDlvqlJM65SA5sYixr21O/0hWsJ+js/bFs2NR6dtlacf
UQ+HQRodSbuIYIU2BA0+c/wIce6yxuEBdocPLbReddroFZPAW5FXE3Df4H0OmoMlLRLOnFaW0rjU
VvdqxKLj1nO31aDpmNbc8kssJsYm/xS3jUk0uH626hl0cjp+GEEQAzdKZvgLBowHf76So/HFIK6y
pnCCZbyTOdP1xKFv1SBKLNVplBCZXFpKRcZu9OR7NEFsKz08RmHyCur7uq67pyBN2rPnF4reZ8kP
dLkJTuJoi5gqjnzM9lOKLND6IdFVsiyNBwoNJw8+oiNlMAIYvU1t/PT951TcjGYdrO0MkU6XsDcJ
xM629PeyU4u/9R0P1EXv986FiPsZWtH0pluqaWZXcKHwFUNbe+oSSBW5nF760L/qwVFsKRhIN2Yn
oCQ7lftOPQkpFHL8RxzKjwBbn/FXFH91kPu3M+TS1+6za8RyFtggBn5+VKEljj4IEJRCV1QPthtD
S0lFmk8o0k2xq1vXemhEaV1m7sTWulHdti8bWMx2pZF8ilAGxzbUI9xwozHoL6hQQwLJupp81Gh9
ZCkU8N8/Xznf/nqI4E0zm3BA4tTCHueX5ysJSjNvU7/Zwh6bpx0r4abamZiXo50ofONrQJy4IDPT
TV5/DD0NMa/Jy3beQP9tIyROldylacn1GyG4I9eUdf0+yD58iwrO/TtLmtV2IPLy0JM2/Ra7be2i
YBqGeWDbMoUkbPulVDVM3o10JlgIwEdxEKziqNzFvWhItaryzXEt4F6ENcSXamJMSJuCiqqhNEBH
zn5QfvMLI3/r3caDMEjRBi+czYDvUYjIuE6xL40dWabynZ+Jfa2gud3Qi4BHztZJLHYTMtQNebSa
/qYFJKMjk1SfVdqyvCBJOYj1NOPDg91A88PG6KP8KnbH4M7ElpHtA2nr5jgO8fhGqocWXr/35jfS
QiPVXb5I59sEAysUgraDVVkHzIRkeoaWUi1/gOQbc3yUK0mzhQ8SPqq/kIppG9hSBLs2Q1dxA3aB
/10Hbka1JUQ8Fr6S/iroByq/Ac/g8BQUWvJhGgS7VnFhh0jFCWw+8v4jhUaui/FARib00lbR7LOy
Q1PfOV7tA8EpOheN2sbZt2JWhFJAt2xUbvK8K8+pnUHqNrwOn5+yHQodHNMfwm3nDB6rfpO48a5p
KqdaDYDrn0bfYIGc9hoDhaHqYNr4djYTn41LO9sFPdmiU+iPYbnrhIoOvheTCrXN3CdZ3bujhxGy
DSeMCT01I6GN/I1lTKAXeX4U44WrdLIporgFx62nOtzQTpF+dWXBI6kEureh0gIcdgBwhgNNsgT4
7bY0cSeaAw0/DfF4YOSUC3oH/qNf+4lMzwmoPrUevc3j7cqbjTK/9P8ne2fS3Daybev/8ua4gQSQ
CWBKgqRaq5dlTxCyy0bfJvpffz/YN94xKV8pavriTc6JqIoSSALI3Ln3Wt+SrYf0m9gpLcjyG/Ds
b0tzasNzHosqC5CYzEBTIys5TwdrWJ7hSxlj4HOKhuhTkfQQxjg6dombgIBTjdMGE8zjicQDdNBb
hN+OveuKqX8C6Mc2Urnh9DAOTZYFMTsYXFE5oqdzeQ7uGis2iQ/LosLeTIA7EcLILLOhXWmxq9vF
wq0KV4qoE1u1bEINGprNXNDT4+nK2gfa+d1LLIRxp8QyvfAnox7NS5p97zlgvoIImF6tuQElhMSj
2Q5GIsGiWC4qFzNKh5uZxAyisZaCFpzoW8iJNWPWL1Fj0RckPrPN1nnsEFEY4CWgAwaEhJuhusuk
x5AJglOP33UiWZCNsCdXU9vxGIP9Fy2GamOQ90nkwgvOjYqiLxkYWu/ZdlwVyDpKP8Pzy8OtXHWH
nIOX4cqLxvTV0OBaAihnbLuY6kGNRfgJnsmn44cgvnkaYEw3sFIrgjnJIoqw0zsC3e2NK6CrT5GB
IGE9DlyVmVtDGhMoSrfN2MXLpvB8mokGbd7r1jdnuceP6/RYNbX3dbTLhkfdcjWWC+YYN1irx3VS
iJfxoLvCz7ZOiF9y02a2Dz3ZTfNLoRarv0jjHh5Av6g4hkZWpdYm6zGaUkx5r9JpSVxoK0vthchN
TW1R2t2eZUI+F3NqDvuhKtDdzka6sID1OCmsTi2gBPTs/pPP4OEnA/HJ5bRUjKRnM/y8+LmlYIfh
UNwJbhjRUdKM84vJSX3C36aIhIAsmViISIGYxrNSgH4KJEbhbgd9DyDXaGm9jecsvGtctHbkhw1O
SkXFO7MpBxc5z9wCekKKZoDGKrl5/7C+wnusa466QScaQPPaT5wHuttRvJtdG8oKoJTkRggpmkMm
VfhpkDA2t3aeJSZjYJrhG7Nc40+gUJbZrqYbQxxv4jzmo41SFTORlwSxN6G6RRg73qhmbr/5Y4TE
bI5UQ2+XXv4dJ6N0DfyFe1cNksEpWqA2EJCmvikekXPScjnwNF7a4LoZR1o9ZKMSpaXXxQobkSeA
vVht++xWLhkyDUqBcjtxPmwvG4B1yKXyePwWV7XB/K8FqQi2x9KBr0pSQpUx+fdltdg2sqKGYdni
K+tqzOvmzvON+HsNm+FhmDlsAdYt9WvoGMRcZEjAWE5L7W2nEnnAtuWbfTEmUr2QXaWA14XO66eZ
QSTgfZGDkCtHPsb5XI/Q1Oy0l/IgdBd+t5rJ+UFsCRQ8G0jKbUd40w+kzAzowEj6djARNUOiU8TO
Wda2/ArFjUCUxu6jzwUrP7BZs4GW17aegbTTC5fqCmSX+opHp75HiJfABpLEC2zU7DUO3twITW1E
GAzTQtrzT6zSzMu401S7OdhBdMG2XoaDM0XZU85BZwziZKqxYdPQu0k6TtktRmf2ARwmLfJeUxOT
lfVg/wfRI3KOKF+Wc2jZ+asd6WkfEYrEGxB5bEyo78E7u0n81JGnSDlIAHIH7gfiLe+ILYrzWBvo
qIAfe/U2W7wu3y41LS8Mxv6Cyj0eHy0m4wAa9VLdj6xjPFjr+csHgMe8bLxHoQDkPvWK4naECkG9
wcYKtcE1mHSOIHLY8JI8/4aENEm2VWGmfdDqVj+v8tYbMEmOvW3dCvgOECIUf4k/oiYHJJPfWS0q
OgCeE4NVX1YV564obFlKp3jlI1hI6gusW5+RtnH+mgDVAMk1MJZtDFxVzaGEJhE/En/ucEJJ4y9G
IdC8RikKW6ynubwcTa/5lNFguW+nkrm/ZYFO45jm4J7Ne+ZB+2JwJRExU16RbeOH3gPbBaq4zIu0
vSVVzfT3iRqJKjKMXm9wUQLaEVadvk4Tagw8Cbn2PnOYSzQhpPCznnQIIPpcJjq6cEcRfmEgmBLE
x4Y0MexrwnlHh7V7qFM5tdu+J3vks+f1jkcSAq63kdRAAkP0Yo60TZCq6T1z1vBFdg47dWHn413e
y8zbuRQQSEqLrqsCFNEDjzRF3MEe/MYgfWZuvthEGWK0hS7oX9eIikkpIyVGIgVZ5aIqdC0w43KR
QbTEExl7VNoM/fkHZELSjyL3bmoe2pR41k2TjPEPN7HYCMfC5+Gp4hiNhqKe67chYrpo52sn/xFn
DQuIlcH6XKuXFG4SlqUbp8s00O0SP9nv+v1fqeD+3xy8rKen/13mtnmN29fkaOyy/ge/NW7r3MWy
hOt6nmJt9Xy6sb89Qfwb+sAcxDC5SqmU85+5i6X+a+0Ru76gpfo/5Dr9O6UedB3CNjQRAsXjL3Ha
v5m7rJ7io7ata1Nt0/W3MB0LwWDk+JhIyYrCgYDsQBH1t59d4iDKNLcfU9Nzr6B7owhIORRm6eQc
wthfvkI9Jc8JdysL+uh81Os/dt+hBeTjWHyKX7ZWhcHt5OPU5WgYEwnSRr300Ovoel34LWOPHc5q
hOVTEuJJZzCKMG5YOWFwSps6IV7QDNPrFErMV3y8zq3X1N8UeZOrRNl+COdlocysR+dZFCQOG5Fj
fLHbBHxM20oB1i5zcnMDRdl9tiIc79odjMPsdpSQc7LCVVK1au66KPSDxGHQOS8kbukQ6S5TZphO
yE8cyE4plg0ikRyWWHf4kaMBcjbCdOiWWmqcfwobfzFQ22KyN4M/k3OEs58lwGTe+scD+JdJ1+oZ
e3Nf8X4r+FVcAPPr8Q/pgWRKjXiNsHF7WmcWOBNrO09rsHBHwroRXg/FP6IWhyEfdjbcisIjJfi+
AbdTEthVuQ8w3zgBJsRhEvtw3hBD0jN+qfnHCbVYuOa3CL1hmnHmkGX8/sc/beevjwEvgI/FEdeW
deo1X5qsq6KULm2TQZGJOs0pnRrs8P5V/vYbKVx6q8FVgok+GRoId0mY9eRt4OJe2hmSW4qYqi+u
GC8hO8O0ROu32r5/UWudvvw5KHF5FGx6vJKvZ0o8psd3JrJbndaqAxdaNowZHaKGxmLGEzck5vQq
aT794OdJ8cGJqLpzCltJ6FMmtVpVINZM5uoqRwV72ztrS7fAunJlplb6OW1E9hTPuR007YgsTs0S
15kXOR89WqeTnvULsJrhT0aWz7nq5AuwkCySAAr6iPkwBZy9AQBmWKFgVa19clXt0cVgzhtCd6/M
Pt8nMzhow4RdXglvOieYfdxKAxzJpNCjdVatzxabsNZilN5hzlsSBfRdwWyVXNMqDQoGpNeiwhhE
cWkfVG3ed/jNSECPgIFJLGfv36G1M3Z0gyQNeNZq1/ZAh7IwHt8gORg2HxtdaDqAgaXyPm9WDTCF
309BAJ/ncsJ4/4pvVj2uaDlkCXM1JPbmyaqXZ0YVDgVXRND5CJcD0FNPEzozLsjjtHfvX0y8eQC5
GmMsTIxoq1FSnyz5FQ3tVjstOYAmccBUqvvaTODKO+Bj0sJGfwlnaFPdgkf3stUR+PP9D/BrET/5
gdm6mNOtvUmfgeHxD9xTo9DnjQgeUn50oIPkXOR9EYLYRXkXahkGMb4ytM4w4vuGlLDKblhpJO6a
rssRyILfvTIHn9GIy4jH7h6XIZt3pGz6WyPrGIzE5PGqjFGYXZC/XnrxyF9bE3J0gzQ0N+VjAXSR
4m7TjcJAW4yIM1ZS0hv0o3udGt7jQIjGIQf7v3NTZEnAphnHUwkTxcoh5olnEuY07Jh2Amaa5HZ6
OfHZnulG9xeiogOZuNy6KcMz9evn+/9V1v9ZB9X/e5UV/CiL1/bISrD+B7+rLFAnAls8by1AXWn6
Li/17yrL+y+TIstm+105u78lLP+jbpHuf7lUPjS4LJehMf/3f50E0sFksL776GX4H0Ft9i/ULetU
/z8PPPIZpCbUfhamfXZk3rvjB74qMwPGHWinsWpp7zR0nzC7NLs5ISX0j9/k9vcf/RMMcrw4/7rU
SnrhKqYQDLD5Sn9OqLOEcbHT67UBBwmLy1ksvzq7mtyhvIrNqD6MbZHD+GjJG0mG+IMCzj7euX9f
nzk582GJn4Nf/fj6PTkMYQFSEaIgIMZbqFPezpqgs+5TeygBKCUFgZU+R90UxblqiE+OI/HAPND9
Drk3vLUcv3WDNkdGhtZQElW9iBa2SphxntxbC0HRB1ek44ozddOgVDGouMbjJ22NvIjJUwTWQCOk
KX9O+LJpxTK6JYVn5GzK8+Mh9HWa8FvkMhgeBmk9mdooyaaajQ4wVx4/vX8/CIR5e/M97KEKQc16
R9SJ5GOuzbBVc9oRY+1DpOlZm1/LQbqkQTF/AUOSKuezib/pNdcKJA2uFnx+dQXKn7Rpu/mHZiep
fAT7SFIS80gFOonq71pM8Fb9oS5oSJap53Jaj2R6yIve/i4mBvCHCArmY9hZYxzEpDJ9ozpeKaGD
1zLF7urqZeo9u9omKpzvZVPQO21R/K95DQaRCL7Xdt9JdZ0eNX2BYkeM2jx+Eqi0PjFmbawL7dSx
vInDPs1I03ELfW42soSCnBIQsSl8cHBrU5TBUjb6aqbUBvIVxGS2uEzmyu7VzE08oaWaRXWue4rZ
68WDokjoge19DUXjZWeQyUaSzYcWpDHcMNcl/NDHxkGIYPegcBhGt8Q9TQy0Gy9GvY9n6MyqLDkd
Rncqhq1qgV5vtMZhssu60K43NVL0LgCx5zQkPYMOC1KZeA4zvEXCKVsGpycHuvSJiJuHyWyCbhkz
+2owQuLydEiYGYoJld8nyk+QqxHgLgKrjxBLOl7eumeJmHzrO18YH8AcAmLYrvrW5C4LPXe8DiPD
DxnNezVG7pTW2T7nqQC5YJYWbhLbxpYOOEhbO8TafnmTMjjCEVukkH5Qm1Dc5alobywUJVVgQ/nz
t6PUUMNkSA/6G0PJONk7HeeMLTcJMWdqNCRQL6PvxIGLBJRwe0p9pgNZ2tY7p89HeqYhQSTmDPU4
eP/h/9tiBNmcpAoqJroZayXyhyqHdNk5w8/ETKli/qqAMQda6eYmE4wpNnTvQM8ORrUngXadk/Th
B5XGcV31azGiVHVManxkUO66Kfx5/U4YUUKI/LCtKRUxYlbOpaX75MJyCnGohJ9evf99xV8Weog9
nssRFg2dJ09KY9XEbP2CA+RYjjBDHUXrdCoBsreV94pfuz0LrcVBuDelwdwMJrykGvsv8X/zfprX
fEWilfaLNOxLQh/oA37w+dbV/3gjQlQBmgTzHPB6qBrHP4hVmD7TpZy0OyOsbknEkQccDg6aHZJb
19O12KYROezlQHgP8gMLoCRo3H1VQB7UPWPS9z/Q292CvdqUKA1pggA3O9kYS0OXDJR7c6sLp7G2
Qzrih8DEVHxw6PrLIiypD9ZDuA/un3bL8RcX5HPRfeToH1fjcBvnQDR3LGc2wyFHuz+MqcJkPKUA
XDZmG7dis8wJW7WjYlq3oh9TsKkkLr00crHFvsdAYwYu2SkHAniYTvZMQfUHn/ntw4t4bz2aWnRF
TIqQ44+MLVK6Q7h+5GGpv4H+B209MYZOXALsIS07h/fvhVhv/n8eDgzUDnZL9AKEScIj5IU9vqDh
ZlXPKMpk6pY7z00I4QZgsRphCkeLHahmLNe8jDy6Sf0sex7H1labkUnX/v0PcvxQULdQuSBC5nSC
yRNizclbSy+zpjGRNltsVDRYOYVuyOSZH9+/yq9jzp9fd70Mak8JPU/RafNPnj0xjrWDZo6gJxb+
ciPi0n8omgKcJOFx3xneh/sOcsoTGI/hKoxKkrQApdGpccBtZntDeJU4q6bmFSkIA973P93xyrn+
BqRLUDYi0+aQxln7+F7UXmpph0C7bTtyMGokhjJmtjFCnuEp6rN05zmDCFB6xpfmPOiHf391Oo/E
YtAeIR/jpIhMWgtqZK9qYOGdgIWWM76pMmwqG/h2QKcmGj7IE8msEbXZ71p3Gb++/wmOi6bf39+y
0KLT6lCuPFXjAliKKfJ4BoYyLfE41FALmJU3021VEwQVpnlyZs162L1/2dN26LpJmWh/LVBka5fj
VHltN5Wy2prYXSe1V/IEARRPedSsY2U7yq6p1dwdM3VxIwuFx7Kc4hGbKrIahj0yX2oaHpKMw/c/
FfLuk1dz3TsFrC/fXDlptF6PH4e+6i09+wrzWD3eRkBh7hKDwBpadbTlqMhoYeV1R3xBN7Cnf5J9
sfOzIpDkh3hxNkFFTsmVJGUSI2nEqQGiqo0yFJ4a9lvgSJ36XlgVdlPgJUS3MeomCjCG9f+iYumn
u1xTUdVhnR/4LZZbxESf08iMrlxWkXCXGR42np4mAiurzEneZi//KWM/fnGMFW1Rdhj2dyZqt2hb
aLMt9yV2EMRf4D92KECs87GXBbOsoqOjFGa4fVrENTzl3lx/cZrRvDFq4RV0u9RAx6jk4pcZoLUC
t44Y3MDswuTGMsaUvnAtrHOzqn19ThlVk+lABwLlUlbLh7EC7Ip+sQH/1DKGjbYlUOE1R1kNJbVc
YbeHMhEdERYz2ejoS0UeUFF5P5eIJIDNxMjtSYkeCUxDLT9hY8zI05IdAZdWGLvYgmQhl6DOjeSi
TDUFVmSUSN6GvnucpF29gEPRP7wITMt2kkXJkFu36Y8YE2V4zprsAOzQRMgBOJ7Gb+zkjDcXNslH
04mKCY6Hn7dnhOuO3iY1wyzap56FJU5g8rlh+CV+9N40ffPg2XzivDTYj3wZ/3nQ6P/AUWnnegXo
c1KqrJjRX1JVYCImyy5IgOmxHiLrQZlsTSa8bEUQnkBOy2O9IRWGT8Zi0Xif8tpOXoocjkRgkSIJ
4ZcpLfklYU9HabJWxZxi5rqtmLwHMCrnZRsKSZJ7S3tnQ+MHB9NIaf/P3GfLsxPyiiHZkOH5hAQ/
3Rjj3BGeWM9AmhpAUdy/XKeE6c39azp0PuY+5vJfLEqVf6gsGVz05Hr+VJkbvcQIUsoAkpCYzmdC
PggYQDn52MKn+QK0xbyr4AzcGTmj6oBYZIi4Ff4ORmH85vjUSEXjOLlM+JCXShMzac/uOd/LxZkq
c59EdxfMslU5yP8yT4UICi0OdG2FcmVn1TIaLklo5cRgKO1ZB+SNUbQfKI7JHYkzFQb47KF+zzKp
OIswZz1PvbiWyIgNm6/Rg0O6sFXWZkEyZD3PZtg43XYJY04qgk7pqyoynM3SDesRBEgC8GWqK5PU
8HpqfhK3F796lV23WzktvcfgAqLarjD7ioH4QFeCX7Jvs12mo967mFvg6XDSM+Oc8X9sIMLJYfd3
LP3fQsNZQE0ujaov+Ob19KmfZSQOpMWyF/c2re2grafUDLpQkHA7LDbHuY3IKKsOTq0RbVGMrQrQ
TiGs7UMCeA6JXqf5maEje09IFrmZS1dZL5zhSI73MCp8ynhYpw0MNFWcWWoAydZ2qYJpvxCzCgjc
sx/9vsCt40YZFDTuEdh4NzLJHOblrrmDSXfVGFWGvVhhz940UBj5gyTpvkSJh1sSkHrdUF6n6plx
sTUEquvpHuQgo15Qf+PMJ4ahN84z6btf64opSZD6lfg+qa6+M4ZGV9uecGp1MBLD557PYXnZLki7
dpzI3XsEA0m+NbySVynvbP+LBTDmZ+f74UshywWASA4OzWX75LWzff0IQJa0O2upvXInJsOXG+g9
Aput6xlfhIzYgTs7Y2YTxtK+Bd4NMaVJY9mdATq1rrvIqb2dWvhpdrLO3e1YDw3nynpw7n0JzDsg
G0lDF6DmjxkE9+NDPbO9oEMRZFg6c9oDarMkNshoGYqrJBGy5ont4hrfRmVe2maz3JLymT8Q/lTO
QJvACW2yDr01ErI4qs6QQybdtjcR4+08DJJnNpSbeKsnJT7VVWqT3eMW0ZlY1icfqSuyOeFEOfqV
ybxA/pr5AdJB4VyD5KXS9hEt9Vs3HAx8MZ1i79U53sEo08udMVrlD3Ox08/8BeenRr81BunUlF+8
oh1XCQXI2oDMCFAEkZ2AoJk9MqzMWKGDsdE8suLpUt6PjoztS7IfrKC34WPdeFbdhduqsekeme2v
NM9mfk5L6LlbTnrT5yGvpvpi1jwsZw4C0WwnBxSOhB1xFgw0au78bBKL4ohOEGq/obRcfrJyik9+
GnKoa7Q3or1E25kEUNWQuPe1qc77ccJyLNoG0PHGBCDSw52qshrRRwQA9qYfnX68imOlb/M41JDW
RaXwNae5htvUTihD67IuoGcwq+KJy8FDM+JbDIRRonXmQ9Ig07sWTemTQZtWKeKCBKHIzraWAWFa
LHG7kh0f4s81e1Q+Ti3g2M0i1hcrv9QOCiS2d1kl+z3TN/XcWDNG0Uos3fmSF9m1NWl2whhJIG03
u+/7g7Fku3ysjKuxD+vkzAmRIGx1e5+EClFmM0SMbBucYn6pfxR5Xn8WzUgqLuU3Nc1FHRVV8sEp
6m0hLelFKuGuow4cjicn3p7k+ARKbLfNkCzBv2dB6NKFXat2DQD5bPsWUa5BlqbmJ6yA1gdnmeND
3FrHSjxrzPmY+a06ypM6XswI9kPOiATJ+POnBeU9FOHWCVQP5UWpJP3gQP22bsayp9AHmGiosRCe
fN0aWvCYaV7JcmqiF6+enW0pephevORPfouTJlzC/O79+vRvv7FHY1Pi2/SlI9Yf4c82jyZgMh0U
tF4/qa9yn0ikVJvDBVHngLJDoz834j58yoYaKJ8zi3//nR2kwEyJ6e75jnlyUDbKxMPoFnP5KjXo
JOCRQUc3nA0Oxgg3FvUWw5V5/v53/kVhPj4+rv0Ei/EA4GGP+fHxl0YA5mKKGjRyQT38U/IIMKMe
WoZSY1LjPOqMLku3Bp2f8FBCBZCYueL5Ne4sOMpAKpMyWGqrLXcTJox9I2Qit6S39Ne+Vap8a7kt
O7kzemO3z2phfDFtzV5i1fkjePEsiOIUJ87C2CvDgX3ty6EC89FhREKk1VZrVOlQodEoPQS8c4Hd
bymtMgpIAmjJC2vmUAURDVh98I1K0800DSgG5KyHu6pzQ/uD8+zbMz2gJ8tUNHE9k/fw5LCdFkMM
X5Y49L4tw88zGFi5RRc9Tx9cZ/07J3fF5cyKvZK+ksnx8fiuGFyZXDpQmkknbI6ryNFfkKGJXV9V
d2hBKqwOeiaCx8Kd98G1//Ku8+qtIyYeCQfN+vG1OcqblOZGT8mWY6Bxou4cUW3/7OTOcjmQb/H5
/UfwL98VmDDKol+jFhQTx9ezp8VajIxmoyhxiWWGIXc4lSGftF73UNSuB6I9nvch8IEPjsl/uZtc
mWDNX1e23JNnfxE5GTqZ3fMcc/SMZEi+kku2xPvf76Sb+mvxRJThcO5hGM8bdvKDjth1c9ms+Rx1
XJxFvOTXdmtjnexhE/e5C5iqN771JAvtiQiCDJK40RNJHuY1i4x/oYsqO08JEniVg/Q+aJH8sh0f
P2lKwPiEFU6vyqYXdvzr51B4i6TNUTJYmUB62FU1GRrkoldbKdvseyLTHpxnmi43sPnQW07ueuCs
GW13q+qv19sZ7wgq7HjsU1DGcf+1rXNsHV1jML6WvgnARpu8K6TK57BOP/h11ybOyRfggeSjM1Ay
bWd1/f+5ajeTqIt8wjcB3phAYM9OydMrWL/6WnT/mG7z4CC+rzaxyNpz+tfm9xrp8WNiTwymBrPE
QPDBJ/plnz35SCty3ZEoL6z1/h9/pC7mcS+zrN+SUkgK72BC6T2bxsp+VR5R7Vu/TnwC48EEP7um
FwELbjNU01jWoYqaNqL8EQbPnV+S7rkZI5PRDAWi8lAMMOO50baIf0hLxYTYoC5pN37sEW8QptYw
r5eEb+0aRvwPLksCl0G9O+XW6i3qrMiu829N64fiYil9PLSJdI2z3uR+IQs2IJMNwxw+4FkbSL6u
5ugR00D8qk1sSEEXwW1hIGR+yZcI4nXmN2QowPwoq605kkZK+IvTxWj1cW0Tzs0Td7YAlUsuFb6Q
pzwBq0kMst1+iRlUP9giI+mmKAcy88oFUVTuRRZ9g65zm53DHM+4hOvkLAEeNaL+FLF3m3yas58J
yE4McAlnTMj0zOoCgBBkP+HEUVcmM/Wv3tAur0M6p/murQjM2rjaBwhjOeQI4QCLE/RKNuGR1K+4
icljHau9hNmNE86swl2Ojv9z77cYr3qJkWFbdIx/tqX286+R0cP9CeHk7QxLDuCEXJ39VJz/HQw2
g7PvaEZQ4i4Q9zb2GtaF+C+DD5KrubvxFxc7Bh3o/IqjEfmXjVnjYcSBAoaApbi+pu+BeSesMABs
sAcSj/v+w/l2cVe8Ap5yaZN7sDBO3pYFQ7JUU8xE0YrFgeDycRc5qbetfW++MFJ//OD1/Mv1APyD
6fB4FUzMFcevgjm0FXC1osOp6y+feP6ahPH0FAJt7adkWzCv+Chy5e2qzpAMibqyGQ8pZa1l3h9l
nNtX/PMaS8+IYXkbdx7jeooVt/ngp3xbLrKm42XGJbdqIU6BDqKvtG4dSnJ31sktBR0BIhEn4Ei0
xktf0PLB6z+dsymgTASVd/v+nXzbS6WnwKZJj5dVg4Py8dc0zZD8wwGFwjB1a7Kx7d+Kvl7tY2b1
8v6l/nITJQUBQwaOIGyYJ3uE6QHPoubmm7rL/BD3eNM3VeRWO8/nEAiTXD//+wvin1xvHpMcFCzH
3y3HSmi0xL6CmIP45jE8OAtppzw2rpqvGjWmH1zPWlfkkxUb1Q0SdYae62TtpN4CGqm0Mnlm2oJT
5jZrsAptiqIoAzC/Lh4Q4S+HbOznxxoPt0ZQ6TvPRpZi28HZYGKSJ4im3odyAA88rVmRbhqh+Pfk
1N+nnSHTwKxnihr8dbgVSVGDsfb+b/aXx3GVUWM45ZSI+/TkNyv6WAP5p9OGMnO+aAlXvilIS9xY
jTRXAGQUXUyjYe90mdrnuTUhtX//A7w9s1GxotMFm0E1x4nx+KZF9BYxlkDlcDXQSAzzNkzDuf7Z
hZminwJgS5lIFt6/6F9edspkYC8ERzHwOy3Ia9+de9363ZqHFmJSzeg9xuny73S87OAcvZnuQiER
UIfMkxeAsT9+iZyr4O1c7lqOv1tkFPVvRRyRItEPptD5HFXln5qn9a+cPITonBUAI7ZGgsxP7mDL
qb43dThA9feqvZiLOiB5kP4P2ENaJNj53v/t/rKCuJz9kE4iD7V4ao5vWCHBaI0tklBtlfLS74zk
czV2xV44FX2e9691aolef0JUrdgHwNOyBf2SE/+xKrNmAEKPinFLr+orc4P2stYNEw8KgPOkxpwM
fsu9pdnPdKRr5l2axBbQN6InM1MRZxwN+OI++lB/ee2hrbCyUWaha5LW8S8wLDgvk4x4+S6Caeo5
ZX0Gn6R67kQ991tljgr+ZYg8uU6T9AsPeEn5gJ7/g99mvczJjeeAwLiOQyV6Gvdkk4TcZMfJUFAv
9o0Dp5Fx6pPOCgu8WrSak1ptfHEzEoY3ZjVNP7wW0f1tnsTiO00f4DRVtlIJ3v9Qf3mbPUbKYh0g
rkkrJz8NVlCvwFyIBMQIX0snms9trewLc5iWHZas8kA0iPnBD/H2JLhqTVajCLJTdjf7+HYAr/dw
d8c9IQhLeh6FWM+Ek5FvOi3N1mWf2y3pYF7Fw6C//+tvCy+JksGm58QnOHn1oon9JvX9gaI3M29j
pqs35D8XyO1UdDbLtvtGQEH1+v5Ff8UbHd934Ceu4Jt66x5+uqxU5BusDVGWFVW13taQvdV9omZL
6kBTO4C5yLoeYmPjM50LaWr0u9TUi7hqrLL77E7YyJlPOZAdZzO22j39ZI9YV+IpJrye5ZjSuybK
BdnZfNdjhvwRd5Kl2RZELm0iOcn90jgF9mZaNeoQj4kFNDXS83WxhPqDGuLtYoPAgYIFTTp+DraH
43tLGIVXVx6NYrIN5KF1shy6EGmjfphU5+//rm8u9atPilaRoEEUryvs7c8CMAtTeIyVB3XAQlLd
GKTWt8AG6pjg6Pev9OaBpULhfLe2RJiRoQE/vlLiFXMhRs6ejG+IEBRNeF5yANuahqiDSYswaOxa
3+Pd0/v3r/xW9sHD6q1Ab1eCc+IzHF+ajcGWYRjBeVW5+VCuMSD2zPCj9VR1tsyLus1LFIAG9r+A
qZn9ieyD6k7EDbRZonTPYQJoot/X5eP9T/ZmR1Z8MgYlvMOr8Fid7JWmX9gVX33BaKjCa9xY6hKG
if0BWs761Y09enk4vSCHXvXILsMe52T3kllPHHllTdupQvNHnAw+4G3n1jmoKWbxL52bVy/mJFdV
Fq5I9IhQU5mL21VE8Crn8JmQa0ODIY/ZkzctgSpf/SnzvgHymcQuLsfSuyYQIYS0kZnmg2E0ww1+
xq7Zy8RM8ZOmM8SOkIzRkLO86VRbASUyPodBYeFsr2AA4fVk6of0crHjHZAL+NZi6L01Uz4s6ZUw
0gCcGXPKn52ENBE9tnRVsQVwgk+y/osWAtmnVbSomRy36OGwk5z+o8dLq7ZVDLjussUCX10Au2D4
Mra9BhlCR1Gfj5kCnqXICZ/Pa98Imc+y1htBPdq9PuuZgbv3hTdjnlxgLkU/7WaUT34zQd3xqqU8
i4mw8gmgsGt0hm07ExaIv9jGVBEyHW3RJJdBMQzdtzAPra+MDbW/ITykoGzuJ4Ywciia267oQqZE
FmF0B9c1oh8kVZN2oc0mYTqkGud70jgW2Y5d08MiD52fqAusy2WyUIsabVb7O1X5ZQlINy+vmfaJ
9GJJs7LYrNgVFDx21D0w5ZUx5TW4xK2F7QYHEvqWfmMqTETIRDUnP8JRlBFMo+1ydaduH0oZteah
rhAeBzjDkbHiJ1uey7o0n3DyetiWplVZsvAweBtGeHO5QWUKrrfXY30TOdP43bNIWtmVfrsGlYRk
vzdNXTwZfaPkLs46z4DqlcEDyziuFhveFmKa4mEs6emg8I3P3EVk2aG3ovLMRIDUrvgtL9+TeSXM
wEnNBlgFvncULACQU1io81RRV3fWTyfpWrxr9KB7jn8scUAsDK9lGxDYREpJ1DMw8uoaUV7hbxTF
jeA0k43RNi7KtYdXVEZ93nR1He0QsI0zOqG+d4IwLk2cfmHk2oc4H6dvNaN9+yq2Qn9v9ko7u35u
YbxXhiLpIk2c9qVllSMFICaSOMczco3gqPycxo31SJomCgENN6APemNt34xW699jQIkfU38NCRpp
jHwzmR1/04SxWDSHfPVCrA4olbkRC8J5xKU0gpNx9iELNJDLwBHjB5h0SOww8Bo4SqlhPdmS+Xrb
Ls13Djc9xn/bLkC/zKDj47j3v1NKQ0TWQ9PtS2fBWd9Jhx9m0B0y8XZ0vWYfM/rnFs+wbLcl1Tma
dA85NC5HXslNXDT+Pzjpm5d8oQe16WLbQbZkifpSzJ3/Y8bjzlqgsKsD51VxFlS9RzrPkJQxWgJH
1fCIabWXQedJkp90hFr7Elte9omjDWmmcNQQ5nEoiKwP9qi/7RSua+HJ9KGPIxk9qW1gEemBsbW5
xdDplvuIZIGnUnl0zFL6vJdMNLFXu2qa7nnJwvv/Zu9MuuPGsW39X+6ctdg3gzeJCIVkySZlWbLT
nnC5Zd+AJNj9+veF61aVhHQoVnF8h1mZhYBAHDQH+3xb8G7+phZF9n6qoavdnQRdLjkyo/tEHg5v
lNe3iz9s1lxWgYTSOyNgT3u5j3HeKmsKIKa9WeXWtwHNwb6BEPMZc5QLx62/b0ynVCxEjsA92U2e
CpifHwsy3CHKDEjdnpKt8VAQ5NcgodZLG/PfzwQeux86Vw50pEzUfWmIeajgrR5phJwQC3TEzZcS
TMYujTX/lqDqoZ/5411rt0DGUvymUNgQPE3pQ5o+PbvgV3czL8jETERn1+gnPreNpj01zMfuwuj/
TSzL7UfnwItu2ed2y0vAy0FBMtOUWgw3MOVtH5Q5on1OnX7+k4yPG8k5ENdYEvt7UrjJOwgTzd04
2fK/vfjSCdLlvD5ylDF4i3jZCadtLDZN3iCqytSuJ/AWO9iiny34BOFIGv/C1eZv9+zTz3Hv5RXd
4EOpf/M88nzmezzijelohYleVd9me8WlDVLCHsZZfGFKnALs5UnF07lkU5TDcY26H+XoW7DLaHpG
as7UqBPFa7EFMlXVy7taT5OrOMCUEga8/9CTHr6CkcTe93qM/e0uxx/M5ZaTEvXxjK9yVmxAZU8r
SMG93ngNIKnKu7W61fvq5PnPMa+mv+bUdj69/pt/j2t+k2MZuQXbREql/NG6VqaAvpp5H2dFTlo7
g+WFBggpauJdWOGcP3xQgzJMn2c8LnCmd+rLs9wCqFIttU91tmQzoIVkKJXmnexs9/M0BZ6889Kx
/0zeoUyubXydsytXz7K3K97TUOxZFR/wjZefMi03PwxaggSMipNVXo9Oazy5mhGL3Zw5IeVP8Xud
5y9MZpyK+iWr6UgIaGurf1trCwali6D0uiSN+FS3Qfo11s0EKR735LsJfP27NRv99Gjao4N6bsir
ez/OF2Dtc48XXQvF73p2gjI7wC1I/CvR5fXXxTMwuao0q/3m9BxweQGZIB4tNnIoDCEpN8k0zEz2
k66lzrVnJeMv8urTsjP7tUMdMgVd8m5EriXej1XqV3sycB6WXC4Uj52gmPBS2uBPn4JZBuHTAExt
qdcS3swHmL6CGxFem1UFpAcjUe+gjRO6O+Q89YWp/YffY80gactFD/WEajINYCJbEaJxgAmMgVI0
nBVQ4XlwyTRWtgMTW7+wjfz9OZd7B2Ux5LBonQoZZbWibsvRDOKJ59x1DWfWcYwCrSZEFtV/bQZs
PdKmNw6eayxHUmLApLlTU7Tk/tUG+nKDSNG/GnPdOuRalXcX1rY/hB2AafjP3H4ZF1/Z7DUBMrm2
uRUJAF6frJSXuHwYIcG1rrteuGf/YVlBYk1s8/aKKEitPBhkhbuC5fFbARXImRDibStXXEEAD/GP
TXod83B/4Q80//TFuWlTtX96kaDK/GWwS0DdmebwF45pQEmUWFw3vqsLN7WPrW1CJZJ9nGRH3N3M
TylUy19zELf6zoAsNsBIysblLRHJNrfkJLR2XVIV31s/tijjR5j/CT3e8MEhBbfuu97GRnCtBI4m
fWx7MHYwdsJ9tRDXLYyMX+jAEbdI3AL8C0va3wX8XOzBrVC5z+HQ4lO+/CtHAneOyfDtwfR2VGPr
sBddu8I516iDK3hGFfV4lrZPTuataWmRIS60AbYJgNG3nQi6m9eX8z8cnuiPD8OJO7euq8UsndHG
AUp5RLp1CzJj8Hl72vEslly4159gMcpmearo4jzIixa1zuoDZUf9adD2cIr0ZMlupKGD0VpQRb9f
vHoydm6NYpeXvTz9upIBGg6GO0+C2oEq+ZrPZK53ZWylb4ACOS1UV7d60DlbeLfC5vjNpbyHQia9
ZX5P5mj+lJUwK/drNsGUtHtwlagg0jiBIeZ6d0VSrPZeq90GBltr/CzM2eMyrjv1AyW8+VtvCdJ7
wFhopyEb9zEEdB1Bfj7F4pOxtogpCg/RIlAW4f4qY1GuEDFFQmiYuXPp0fN3/vzFIQMJJ8+s7PEk
9DFGsF5OmGTw/DzOWmePdN1oDq5GXay2xtbEO/U6IjP1jE8k58wHX3MCFJ7F2FW3iMerxzz23Idi
tOvkPUeP3j7GvCDKt1o8V19rAA4plm0eiYqA3ssrrxdB88HzcuFdsaNm3T9rD/8PC/A/J7bNeSzA
7medvUAvnf7zf0IBrH/4PD2BlAVVwgMfxhf/ggLo/+ABmIeDgDJIzrOnUvV/e14YJsYW3KdIwWGE
QAqfhfR/2UvuPyD2s1dyHuXSdTIY/G+oAJgVvoxZ0qw2id3TOy1TnE1RWaxMeIYjBl/UV6TOnHFu
6nhK2RmWwN9zXQAw9jPFKizYSPELZMXsW1djPDU/J0Dmxg5O6/ydUlaOLekEfPGA+L+Re2eOCwCu
J1EkjjF5XWJwJwKK5FcomZyT/cLY1RX5gINZ+8bjMDtuiAe5llKnnaww0Ev8yu+6ucMmbZKyqN8V
kw3tmB8G4aJjOVXfoGRdEDpNJeIYz0Hye9c4DdxDW3aJfOP1mZne50JDc9/iU1TtRzcpqITWUrh3
PcVdn8yUO/K+DyrXv2XVmgP4yT1qowlxOUC5djyiTyL5OBt0HpqvvdzNSc8jF1xKCG5GnmW/8FbP
HyRFxu4VTdj9XpJAdMAKzHl6FJhoP9q1EcAvtbv4CYEoEpLOmRFDC5yEO456Xf+Boxy2PksygOSm
dEGLd9yqpq+Z6DryUrHRwfDQdSyRxbpSfZ3ZvfELzEPHfsa10gJSmYO+S7XKbq7mXEuwc5Ry9iOe
5xBoGk7sY+kWowU79q0nvgXg72ZyI71JPXyB0IYyE9l+HBCfN9czq3a7L+0xsa+cdWxCDiRITJLA
SR342qO27pMJL6Q9wC7IdWbX9+a16S8U91gaF4pjMMfel1zI6V2Wm/InIi2zvHO6XAwRx4q857G3
K9HXa065vAnE6A03kuez4WitU5cdahawfMfD1gJuQKZA8w0AAe517VOZvcSgzq9nRvQvPOAG5z3w
iOpLg0dGJsAQ5DUqK1148xMXdd7r+9yzsuvBhG/LPuFhEltk8LL21Zh1SNzssbp3uBLUV0h18s9M
dhKwHhBOsuyk+hyUR4P1pVla72vOq7lzPUNCuLcNY+RhnpPyyVjCh/EYS0TjpLjI4h6qbHTf+lw+
qO7px2TYlWYBljj27RWpF4leb99rCShfS3pWHDnSGb5jo0dxQxLzEsAAebQ9pk9OPskPcrTwYMQK
5URjrAoUW+U8+z/ysbc/5VMzrXuz82IkTe2SftMNqYUiAdTMU2QyY3owjie92mjUf42raf2FDh7U
agkRWX+ntbN1MxhZ/GtKMGmDJJn8qMViPgzU534dRitGn1XX8beB6qVfWdl2n005its+6+ynOHZr
tMBLL26sfEyo0II3vhwbRwBU5Fo13+pury3JHrlBJXY2pwH/wEG2ZGISkBO02Sb77DXuouFaPBsN
Jb5milsC13mgP+NIhYoGVrDYeTrFN+B4cv6vaK7WZQfTVOKFyjPbsuPoimFBgp8duQmKBXPHKO+z
rrbGw0QSkb0Pl8VvTeqPf1l+NjxNrC0oYIKsOpCUhdAf+4v8Sd6Pbw2dtQ954jbv+bw1c8cY3lSw
y751uTPgFjXb3Tct500XP7+cswxgHdKFHaS4YO/3nvMzWSg7OaTdidmbtjPmaGDDjC+D1Qx3A+ap
J5Cx3VNJ7SexR4cTrnKF4RToBT0pH5GpA9Fwtd6K39Zzl0KKhQMRHChABQHKmoWHND5kwxL5w2xV
63FmXSivpAFxCM5C72XZfU3W5FoDxxz1upvJnVf2izhOad99OyVwsCan+tE+aOAn8dFJkupdIDXb
fdtTbk8tYtvZHM5qI3/IOCYYR2cxRuxNmxTxPI/+LI8o4k7o9UWgR9zLsinmK7tHBAhMwPaP3Wjm
iHATw32qDPImdCs3XPHkrxCnDxQMpG+0LEvnd6IfgxTyi491ZRUvnfGphUC5fF9INn62RKe3V2bJ
8nZDKX1zHzTIJ/AeqXrYXZRDYbiXljJKWxeMdtGPWsuuoMH2qDVTWKTqx+FrkuhmfbU6goqPeCJt
sWMDx9kpIWv9lJHy+JLEefzRLF2s1GKKU3exaVS/8L1MQ/ZcKqhWKm+Mt2Y6Ov/0f/q/M9L/2Nxn
z5+R9mlWc1v/WVOMtbz58f9+/+f/C07CaZlnQI6/J10+MmDOKP8EJ3nWPxzyfBx4uE6goTzVYP8L
nMS/QuJuIAo98cN+H6z+94gEiAkVDvdnG8oYkn9qx/8LcNLL2xMTj2ucB/3gdFt/lpgaqEZDDxMk
93o9TUcLLPYNCpvlQg7kXOvKsYtJFnczCat7EmDIdW1uvV3elcdnQ3z/zyvEc1XSudaVC0UxOnMV
j4YfFd2K6azMSanFdnuzrXXz5cgknlm4ThvYERXxARzH7J2Q3aXE4LmuKxmatJIcUnj6jciZ8Tbk
P3GpvMQgOde2kn7w8849vVnaEcTC69lq7qbCOGwZk78B+1YQhMgdLTvSdP2Rx32u9NXcX2hcyfj/
ay6SLX054thfBjk4UDta2qb4RMWivKVGtf4SkNI8NviTgyZtrGNV9+ZNJpb8wOaa/1c6uv/8tvJW
3xWJawh0b1HX9Nk+zp2bdTS/bxu1U77oWYxVMemCeOaDoGWOkoBKvkb3/jtRw386rgQwppYags/J
iga9pp55TaIaN5lN8csJ/WXPPRRG/myUZsTJ/3sr1ie3tH5uGxQleAejgyIU12a0JnzJ1ZmANZuX
igL/HAJIdF/2u5E0SqGaGVGidDLmBKdj+ngzbeu6Ery6i0uFPeRmxAv2jTEl76k42jjgSuy2S9OV
detX91WlYR4RJ/bRnGVwvanjaurVsUoUxJZW3i+YhAFKd5r+noJz4Ofb2lcCmKz6OHr42t/nUFbx
G108IAvt0+uNKzrNf890VQGN+0rteF2ZcALMH4FtAwieKud6xFRh2RlaPR4nrTd+uoGcMKiAQh9Q
2HwF4mj+MACgxDSkNS8pis9MMF8JaY9in3LWBoFtdH7dpaB5TQqEL2SvzzWuhLQcFz2jSklEQxl/
iEdkOy6Fbps2TcAWL0MjMZO1yYfWjwD+6TsHevOcGhdeS891XInpeugGwcNlG2Vo0p5sTv3ZXMQX
vv+5xpWYlis181o1txGmoGQ77BVCdI404FL9ybn2lagWMLYDKIFt5BWAy3LU6nt3TK3H12fvudaV
wEbE67YSSVJU83Cwk9gAvXNma/nr9dZPM+M/KdZ/h4anvKlY0zyu2Jd40TS206GhKJ98Uu3cOh33
w9d/4swfoCqArRgUeLyQb3En5yq2T3Ym1sZPq6buLWzmulbYvOa7XJmsoCB1ZdbatuX6lGV8vv02
i8WNyZjNSID+d+PyrUiKCxClc4OiRGp9UiWvWE1FJgVfOjdPuXzq4lZsW6+9088+Ozj4U1mKThhe
hB72ja89zoN39frXPDdhlEiN7awWerngw2Gn9lVcBO5HcyzTfZBJ4+n1n1Cew/4zKZWAdTWE6VbX
k6HzfADfgdHfCsRwLaXTezIVmXuA21J/zGB0jKv4teaJdS1mZ31aLCSF1GUY10OCMHCXj7V7a2Qp
ZWixwHolnYv3Sd9/40kfLWHbPMgme+Nnc4C5mj286URlBrdzZn58/Q8595GVhUHH5KiD4ldHg7ku
+6oAEFnrdXyBaHiudWVhmJpsbIW5mlEm8+/jNL0tRvP9po6raK9xsiCHaCKIPG36ZLnz/brWP7Y1
rez0ZV2jDlmbIAJIggpIb6PYC7bdGnkXeDntKxjxaT7TeOJ4d+7dZFQX9qdT7/6wTKrC31jyYD7Q
aOR5pR6SvuyvEt1YsbUUYEAnwD8nTNAevxA7en2czsSZiqS1Bjg6SdF6EVXB1IXFZYE500DmnLeA
w+s/cWYCqb4Svm2MDvVdQdQw8XdtUL7zxnLbrchVlgmj7hFqll0QAYPOH+dGiL9k3I3bjiKuskBU
JLdz02LX8gtxK8zmS2umF770uXFXYtZaOkAMSeVHnVFmoWNp6JlSzbzDBme8sK0oaot/r28qXL1I
W+nXq+VHY1F6n4vFIUXsmqfi+Kx/HGqnee9RB3NTVTL2r4BjUJ6XxdrVBO3rZs1b4x4vAnGoGs+9
mtu8/r5pOqhaSke3tCqhbCqaIfHsbLu4Ntz207a2laiHTON2uJhwBgiKG1+vKbLP4aZta1yJeuRJ
vhV7PYeAojOPdkOxKlrVCwekM0HyW5/1bCe1i7awskE3oskjzeXkpXvMmi6/2tb10yx81vpqwOKe
9NHgutmf7En14NNIAnzbMq4KLazRIHGMeBtMUQF4YkkAP5/K7rf1XQnxOp1Nb8SvNUoQCvAY0D2V
VM1v29wcJcLzRNoFbqxuZMXjg1uRoc66SzK+c59UCXEoMPlU5uQm5na+y6EV1Lm4eX1MFGHyv0Nb
lQaOI0WJTSLcKLen8q5DePrNll76wY2pmM0lL247xJTDA05auEw3mfehWb3vQVJXj3VGgSuSDx9p
zyIuFUSe+WNt5YDvF3LmPcQpI6CylO2PlunzLMirxut/8LnmlcDm6SoIMNquIuG412zp31ZXGtsm
mKo2NkRBYToc7yipvRzuFtUPtk7517aeK4d7pKkpVpFeGWUaVHPf7ygPs/tt298p9f88ro3c6N2E
mz5vzPYH6vmv8fU6bOv36Us8WzI0t4UuONA0B+G3uPtQ3HtJp/TnQ45aoljYwk1W1yijQC+/rdl6
7I1i4zRRwrlaqwpx5rJG2Ph+qzuwiN2wJBtHRInnwu9yvYPiFfHybe0msLzX08locNt4K8fsHopO
CY41juK5jQ88HwpMCo1lW99VjacnUVIaWbZGRusFN3NZ4F6YY+X9et9PO+Afjq1qAQJcPR3PZd2P
Ylv/udYV9gllUz8Iz25uLDlZ+x6F6bbck4p1mlpjtIH/+/iD18ldYybV1Qx3a2PrSrRigEqVpVMV
UW1yW0DH+Kjn/YVROkXOn0ZJCVaZAMusexIUMm+9N+Sy06PEi2PbUvDbjeNZvKajLIp1iotIi8v+
ujLHI1LDS6izcx9Y2YPXfjLcvJVx5DlObu6zpZTvHDmV9q4ZJtw5qHDzT8e4NN8WDZYSyLqzTtKK
F/4alysn5W8GwtOlNYcLZ+Nz30KJ5WARcYv9XB4NUssOrS2OS6JdKpI417gSyuDAUUlZsoiWpBU7
Z0iX/Tg484VpdO4VSqVU6KndQ6TWSLqITGLlDGF3pQzuGpwytplpP9wKits50PPqjrze/jk0Bqe+
10P9zN/222zu2TTrgPQWsW3kUYVU3JfFjRV0/3yaP8twONe0cr4uhNCFPmOFnPjlQab2zznuP23r
tRLWlYZodDL6NbLR3exkZu6lBFW0rXElrtNVw/ep6vMITgKaMbx295O5bT0yT2P1bLhNPp05WXEc
mrr9Q4OOBJzU2XihUfWuszeDC7brOfKmEQv5KQndubokwz73NZUIZsGnsrPJc96+cdaDgec5n4fF
mbYFsMrCgHMFbJV3ZE4+aFggxa5ec73teyrh264lPqnwtiPdW3RzV1mWzmk607Y1rzKPvHUsywUQ
cYQiuoF8HHyQMwa7m/qu2ksZXQ4Ha9XnCMzZx8EtC5ifVGlva1wJ0DbVVvIDyRytvd+DPIa0WyNn
OGxrXYnRtGVyrIZhRKWX2z9mLOIRZ47+x22tK0EaaM5ii15fozLtfhqmiILl0rp1auIP+7par2Oi
gxz1dhyi9ASxgpMgdy3apafOm/rHbb1X9t+gdCVlDmg3PSBJ7zVsfKlCruxtq+PvQopni0w3N2a1
OF4fUYGc3XRV67/jVulfWMJO3+9Pw6NstWkyIpzXRR95aW1/da2gPOQTisElieW1kElxCSp2moZ/
+iElbt0pc2KMfbpIDLq7K9rO++ohlfs4+0vyMNgCmnKD1+CFbfjM+qbiThCat4lYej8EDnXMAg2+
68aLhlpcaeEwu6b6LCJdUj5PFQ/lQc5obotiXYnivJj8PKkMPywa8bYxPhgi33axU1ksbmOjNRC2
H1LijKB7mq9Xe9qo9FB1YFntB+Oa1nTbspM95SyocJe4u94UYGp5p13HJQVLlhZqTroHSrcnB7pt
XftNunwWXQBZZ23STS3MveYGTOv9pK/bNkFd3WNlnEDuoNduBXXGMHZBkm8cECVqNd/0JtmtNC3r
D3qDAgN1+NW2wVYCFTHxmDaproUpltOY/nnabqgo693SOrY+L49MpWllblc4Wpg1ICPyQsOTU86b
EgyoG1827kiKSzxQs6HRmtMua8R1jAfQps+JC9bLxscxyJJmsbUQg9snyp33SZFceG7482oFJOBl
02aSx+PCSTUUfnMF4uAN3omft423srO6QHfd2qfXWIscjeEjbvUbx+P0xzyLnNGQgTP6ixbqevUW
0Nix7beJ0qjIU5oGgr5Q2aWF5mC/H7uTlS9uEtsGRIlKQ5eFHHu6PSfi3SzxK2/dX9uaVqIyMa0B
+uGg8TSIe2XlyM9Ob2xavcHnvRwSByPOaqxpu6FIardO8z2lmk+b+q3qumDOYrXSM/2Q1D3IyuVF
k4qTbeOtsqqolU4KV5+ZgAKTYEe/wWR62wxUFV1u3HWFCdQsnHFG2QFpTq+lPV7iXZwJSlWjVVSW
gEI0MVGa+QYmJlYAxsaOK0HZF52VabYeh4NXX3UoVVD1bLqmU177cp6wg5m9E9DrdKxDzg/a3F44
KZ4bDyUoT3UhssPwI4Qf6OxOuzBFmpdADucaV6KyGnuW7d4LQlssT3hirAi0ZLtxuJW4FIk9BThz
img1JR5M0noywFgdXg+e0zf7+7kWM7aXAw7FvMYXd+2iYsVUOnfK4+KtD6jutavXf+DM0KjirL4b
+qCdK36gpW4vM52TAzbnq22tq1tmiyUVEDY0d9j77nKcpGqSPBsbV7ZMJ5uMdYRVEOW+tPZ10oGH
Ladtm6aqyyogz1qLtdJzR5ZXadD5bwCbXnpg+fO9iEqDl5+1hIAzrRUiSiOf5ReoFSb2g628MYsC
0FhDofGFyXlm/qgirbbxACxw/Yk8q6BqMieTezVoVvBIWSwx9vpXPvcjSuzGY7ku+ri0Ud/7xb29
et6dn+Xf6mx1LpxIT/PlD2HgqQHcFhrPRg5CHtvu4S1arg93zc7DvF2NB9GV2kHg5Xecaxx9N04v
Ja4zfxk9rdNOe6L1yFNetq+17vvrI3Yu6pSwzij/nvxY1NHJLPxGUtZ7HAoMxTa1rkqrPMrjrXWN
uXUkc3Bnd+sbAWl52ynYVUK6JbnEVTs5KfnT9F1rx/rDijvxppcM6EovA8N0kxiH5XUk2ZE/2uP0
ecIR8MI0PTPoqsAqQVteWWbeI/kr7kWe3I9uu00aD5L0Zb+nesgxVO76yNGFic9Ae9Tz9cu2z3n6
e54dhYfOnGyRV32kJ/I7UJx7oyw3Nq1ErqRsVow460XUXCdvbVOIA/oyefN6x8+sC6qEqqHG0IHW
Mka1P9YJQDnuH5k+Djt/HHg4ev1Hzn1VJUwphyxxUiKR3fqUIbq1fWf08mFb20qYGoZmDuYilggK
wK0We5+lK39salpVQmnsKA6waD+ce83d9dJ46/aWftjWuBKjDj5vrjFmKa/smPnZdfFAic+2KaNa
ow7IV8dxiifUJ/K+WOMvHm5E276lKoSahfSSHAO8sBNDsDPM/r3jb8zF4DyohFG2yky2VRDCv8EL
aai7QxZAuNw25EqQcljI+6Grh2h1/bdYTL+N8+5xW9NKkNbJaM61pTWR17C22IuFMUbTbVsUVRGU
GGPNFfBuIgxePye2leyBl4vjtp4rsQkynCOau9YorMR9Rq40Ty+F5pkTlCqCaviaBebQdQRk/Gdb
G8lexu5nOfTuTeNtzJfCEHk5Z5wAKEa8aPyKx8tHPrhHT9rTtm1aZe/XhjtRkxLnES6Vw01gZPsR
x4QLJ6bTvPvDiUkVNuXl2KObanmC81zrOtN8B9dcZ5ucgRP8y3GpekwCpjHNIzP1qH7krRs23sZK
LVBcSutN46c1NsQ80AePWgJiGdfdbfdM1S2rhQtuwNPMonnNrlcn/r7C/Nq2BqjiJspzym4d/Swy
6/Q9xk+/nKXZ9tAMMvvlmGAuxaOYN2ZRjxPtOyxO6892amkXdupzs0UJ1KDKKg3EZBa5ufagV9MP
7DvHjaOibKJAYArNyposakSrsdNhBtiX2SXb+jM9V8VNPaybKrX0NCp9/ZPv2B9liT3rpuVLlTZJ
d8DGLhBJVCyI16cEJ0sB3Wpb48pJV+8peh/7U0WsBqDHh9u/g9X8cVvjSnyi3TPz2qHnQKcbXFQA
n4ETLzZ2XYnPch3SfvTHOAzkmO27wA+u5mLZmE9RxUxepTWLVvXk3fLgi+nLW2FU99uGxXoZRFrS
ryV4cvJAmXstrO7RK6E5b2tbCdBxdJex7TM/1HJHv8rnITk0XZ1vHHIlQG07qwpjaTzSY8EncnCH
dnSftnVcic9W9qk4UUXDoprAvyV40WXFxhFX9UpoBgKczbQ4bGqtvwkCA9/TctszLMDMl5+zxW+E
d/3CDW1v9r/M+eL+muECetu+6G/7iWf3rqaFKj7hrxkurQCtIm3sI4vg16ZR/12X9qxxMFS5NoGR
CXmTffKW9m5tx20ndFMJT3Ol6M+dXDNMOqhXzd4E4LNxSE6r8LNey17PNURgU6iVdn01GngSybQ6
bhsSJTrXtYh1WLtTiN3pnWafNiJrWzbPVIITSlENTsuYQmfRg6hbcbQ+ljD/tqn+DFWRtAjfb5DG
DWGGwzVvM9m0L4d+22L+23zr+aBXGLSuwhpCS+uxsLbWn8Gib5uGqiBJFPGA9hjbFPjpV3Oa6NC3
IGdv+qCqIEnkozXqljGEUzXcrFJ7kPGl4/+ZbV/1XnKQwbQzueSw9a10Z2BksEOi9Lit3+7LWZ5i
Szl3WEOGSV0f3Sr4K0hBB29rWwnOrB8H6GxBH7q5Xe1NtzxSxr3xqKWqkWBXYwWceH04WPZTIYt7
b6y2LSq/uQfPJmExdV1bNXEfOrkdJDustow3y+A42w6gqgwpz6SLYtA/NZ/+qHSSre4UbNw8DWXz
XFF/TmPm9KGw0nnv+KUHBLH/sO2DKtun4Y9FTkKxCWdIH3tfYpJjAsXdNl1UpZHt9Cs1mnkTxgHQ
a3kydNK33RBVpRHOFDAWjaxBK2EeWvkVnt62hVxVGcmgqpxhoOXenZNjlcztIfGsjY0rwXmit4oh
n+sQLnH1FlMOEw5aAS39atP3VLVGMpCphNVXh6a7xOKQm3a/XFPuvW4T7hiq3Gj1e32xoKKFQ5/e
jbIPa1+/UNB7ZlVU5UY8V/QjwL86LK28z3YGCk1vB5ii2TbXVc2ROSdWqWEtG44t75F7q5vrX7jP
Ww/bhl6JU2OVMUUwUxM65dh81NrYxYqmMredAXQlUK1K9EFqJFUYVP1j4Ygf0haftnQc24qXG8Yq
Sq9d2lyGYvlS9/p3cK+bll1d1RytvRNrZUHLw2TsnXXd1cslF78/TxZ8fV92mqcyaXdTJsNR78Su
tvV9nnTbzs5YhrxsPHe9ZDLreAhj6dTfyYmsT1wENu3PwOdeNu4nlMmfONJh5lPfn1jLB3d1NuWH
dBUq5Q74SfuxXYftIoKrCvudG/Lyl2ppzo25csQVZTLiLrUOYb2Wt84qrUMaTNtWRl3lSi26NgBt
N9pQX2Nnj8/Tey0Jfrw+w09D+/d0oq6av2hTvnSkzWgb0+7beLCs76frV7OzpmbbIVpXRUittfpF
Zk9daHRuC1EVn5E1ypreuQSiOTP6qhIprqhM7bu1C/0EDOeuZQ5dLZptXRijc80r19HFQkY9JVMb
rm4SlWNbH+YKsu/rH+Bc40q0NjJdfC9f+zDPxDtz1qIszje96OIOpYRT5VQyXyvOXmP+GIzdNcb1
m9Zc3Vci1SmbldfFgj0u17w9F8fHytW+bRuR00g9O5Gm+DKI2sxEONoa2pLVejP3wEe3Na4E6iqT
FW+GRISFsOb3fmyu+yVvkwtHr9NH+0M0+ebLrnvOOsD60NpwqPWgOQTN6H9pwLKmeLdi8eh0stzn
lVtuO3LgSvry99Z+FnEmKhFqIP73cclj1ZWPMLY7vD5aZ2g6uipT6vIR76y470JQ99L7uhpCH9/5
Q1z/xdu1L58qV4w+OOM88epr+HfgZOCa6O3HCXPi7tb2GqvaZ4bWt7dkuXMw21Ynl93QFjkrjGGt
+yHIKW30i1F7jEWRlKHs9Me574LpzRQvXnWXaYOF50ydAijOkhlqN94azbbpoKqkpOnBoJ7NNky9
9hpN91/dfOl2f6akT1fZVX7sj1aqtSKshVzd2zlodP+zo2Vcf/xm6E4csaV/apqlmN60shblsYt7
KHJT01sXzrxnVncVcZX79RR3MIJDL+tkcDX4cj65Lma54GKg+dsUNZjLv5yGetMYbY+jX+iv9iEw
8LUpXEB5r8/BMwukKqkSmllJvzBFuOitfDBKT1zhtN5fGKFzrZ/+92eLjekacP2KQYQSb77Huqqs
Y6bJ4tO2viurjetNQOUDlklriZudTq9disC37RyqdmryKWcbpCFCwXPmzooxUfO0bcdT1W1kHbVl
NYeFQS/jk48NboPUY2+jAeqecmLXXUemop4FuRKn35mJ88bTmgtDfmbKqxopGQ/VGI+xCOO1dPY6
CZ43XubBd6vm+MKMVPwd/gXq0FWplFmWtg6BjWW3CqqvRd3/GnHyvGGxpHx2TebPwEvjO02Lm8OM
1TvGcZW8kYHeHw0h0/eVNaaHoWx5Q5xzr3+TxqZ/m1Kb3uENMaYXBuLMzFYVV643VIVueUU4Wtl7
6Popfp5oqTdNbFVyVXmBlk8eYYOd1U8A9W9asQ2aw1x4GZGWNVZril1paDvBlXSLO6gDP7b1Wgl2
fBHi2OkbEZqNL94yN4Ib2VfDhWlxbsDVYF+NhkQai22fT+907z52tE3Xf13VWxWz28SNDEQYCOPR
k6kbaV6+fNg2KMoZgsrGGdFqQrrImjmcL369ByXxuK1xJdJjmVIuXJAxCuqm2PupX+4k5roXZuGZ
45aqtcJUZei0JOlCXZK11CpnfJcven2LSXh5W9lW85FjhNwkkdcd5RZQB61l9C37UJIWv7oSi60s
nufrTeOkiq/6pJitngKqsIi7I6+LuAf325ZyVXuVnDwaejDTIR5GBz9ojkY6XUjunllrVeVVksBZ
apyOixFemftGVpiHaQ06XqTC2zY5FUMlPN/wurltQ9vQbrm0X+Nmu+165CjxamH5i/EcY555o/Ox
ICHzfnbbYeMXVa4C/5+zK1mS24aSPzSMAEEQAK9kVW9qlmRtln1hSLYFkgD3BSS/frIdc7CgLlUM
7h1oFIiHt+XLZHFXltrg5oOrN8i6CpXvtfOrZZLYsVkz6mqzEM28VGvQ3RkLymOh5De/u+jYLMqk
rCqLpkO6Lv5mytbp1jeVX7zlAq9sp4qdaORffAy2E8hAqnRYY898yEVeYaonGKheugsJqjcHJtsx
9ol03etcXOTVQRqz2AkNge4ov/Sw0cmsfg+8C7uChE2V6G01Fz4E89PUJRna6/+nIPb/pODAHOCP
DlX1xWYxv9ddZMROoPn+Xbfms9+RvLjC/0TPR9mhaySxNAdc7FQZ9Vd3JH4dNeKirgY7D8UCkdiL
JiA/3bj6czqoZ1bhwq4icOEHtsLT1c2TfqAsgOhoZ+/8jsUxz2m0RdJEpIVIr+jOO/BXp6qSfs8W
c8xT1WHfx/qlSBrM30Sp3kAm+sZ7fiWCcTFXTVyvEEHa+0tSltG9hf5VSmUvnrxOxUVdVYEFed2G
Bkyo4SMqFUBNu/dzzi6B1D5oG9XKtpegPxnGYgzYR8WNKOPaqTjZLeuknCSHnyBr+5cpp8dqB02O
35k4tjmVI2h3EpQW6wiCYUWRjcozRHfhVmW1HjyI8Ywvk/gc0/SYii9+m3YcpwYCEsJXK64Jh3bk
AMFNnnieB/3xQSl6q9q+qsxFSqzZz4WBfsuNQOhKtBI5VilnqqlqOe6IShCpiHrZvo9LPUCT7rAf
/Y7GMc5kg/izGIUBEG0250DWb7fYDn6+08VcoY6eWAirm0uLilnAiselsH7Joou4Gsuj3SmBbxNS
P0U7tC7F8Pevj+TKsbtoq3FWGHaExMSlR478OLN2yGoUox6ZODw37xho3RHoONsCAYud6DmEwF1e
970fTQvUHH+8kt0+kgZ14u4yyuWONWMJ5Iip/F5clwoq3IMQ4bnqL62K7zU/taXf3C3mDn/c9jIG
WkGfsbwABkRS004fZl35vbYu6mppebxiYqa/BMO+QJJevJ3CwM+9uYiraoauYjjiRUTl6QuIifJq
HP2iFRdvNUGbUcS76S/SLJ+XXb6Px+rbry/5FR/hwq2iVUZzN3YvLaJ5TZOkR6U7vnEiEl/slaaC
i7aKem110zf9ZXiRj+RRGb0XIanvJZ+Tk4wLC4J6EmRQ0L3Vxvj3RXntX4ofL0+8Hk01CdldzDDv
X/bJYra3bIr6vCSietNUkB+RazimfTAfJh0hJ/g+OQjC1070v9ej3N7zdl4yFFiWtzosmntt6v0j
adh8UpV4H0GNK+t0f0AgNNHPM+bZU6375TROvbyv+hHqJtbKu3ov/uymJrgn+0aUn4sJnddCxoti
AWn7SwRZwBSDQks6tqOnQ/+Xtvs/EXHSV2qsOC4ChI+rjBziSOvRj9CGuDCwNQHGmYDY/cKVAt8n
JKP2WOuT3xV2HgxTt4oWQreXfQ/PYqd1WiTCDxRPXBhY163QrKg2cwkb0EkGsXyXRNU/fht3/Lqo
Q4shx7i5qHD4wuPkYae9HwMy+be385/PuZIiDvd5by4x57+ZJPkrLEKviVhI7f1oY3IYGy0ljEbU
6i8VNN+olX6BgosA2zHvmRQLTrsO4/lOi/OG0sOd12m7GDBIvYYFJDEVmKZo90hJZ57DFYqcv179
ylv3E9uUCFbIj3TNpaahud/tbh4OgAV6CBNlWrAAMrltnNo19iPuIy4qLOhaDY3Sw1ygsLmW52XB
oFwMic3Fz6pcUBhUdpue9G2L14beRwIzMhAg94OFEhcWtu+Cz0WDVHCtqk8BsxO0Vw8/2S4ooP94
P/eibymYkesLI2MEaSvIuVex33QPIY7NQmuZYuC51JcBVfi00BTqzET89utLdMUZu4AwzqJxNg2q
El0wfKk2RtNkbr2qElAYd8wWpMdBBDx1dynrtUBa/3ywfrtxWV7c609uF2u/WMV/XpsJYA0K4ewW
yMFiZ1A5XqoM0wRDNoycPjLIN77pVOsVDr1opf/43yooTu0MczKA5VcfyuaRceITkGNlx8VqtLsB
35yby25baCW33EJYp3n/66/7sshrh+TE45AlaPdGUMD99uSuTJJTXMt7kpg/wuMWKuB1kQ38gJeb
9Z8P0VZxFc0Hww+YJdnOlld/t3FbvQsMBi+DtQw/HlbxNyqUM4MWMdHPEVgelrRZXlSsC4Gd9KGt
9iwsyu2vdQrNLdzw1a05bhrUCeFCAMG7VOExDenaw1EbVfTPFdSFt6yB0Di5GxmtHnrkKfelGKNn
BknFL+1eRU9i0PtDYE2Zd0LwE1BxQ/brz/Kq0eHInOcioapq1iFoLofY45MhBsNGk1fpFYs7z8VM
Ds5qBhe/RElyF1tqsj0BUNVv607SDpZPHszd1IFHbS0xx2TbUwHaNr/VXXDaMFIeLW2PskOIKe/5
UEu6TV55B4cu748XFXK/0QxkPVJfYkXKIR4BftXoxnN05ZO6RFltUS47F6S5QD4+6wz5XtDASwAE
G3eeiDCpURRoUBUwk8BVaVmdgrXtRsb08hS88kS46DSy9mPAuxa9FwX5zaOkW9bukXyzmcarq4b9
Oy+EaUG9xzquL80s5Wmcm6d1r25dmWv7d2wcXFwQG9zWBpN70j5KMIdmeggjGPMgfKJP7N8x16qK
EN13dXMZeDx9MrZ6FwVz+9nLoFxYmgZlU0NAVHxBgzYE9C35rGbgX/wWd6zVAhywta3Fzl8mJ0T3
bGTwzmtpFw1WbmwdZdEEOargPK1JXaRCTt9+vfgV5+7CwUyD6kM74qNCwexcmPGNnNqHLpLnClNa
lJc+wQ9PXMjX3o9JTAqcvVbFl0Qlz0k7e2FVsbZjtJAUphbSUy9rr/8wUj6oJP7469O54tVdlNe6
olkaAwOHktKAonIZ9e0jAWTmvtVL8rtiUn/49T96idNeeRuEY7gtWIshgZ2YS6Ji6LYYDk0O6IS3
9/NB7GO7Dxsg81s3prIgGj3+afWCQeP0XKsmuFCW4/TakH6pjP5T917MgFjaseatXUCPqFEZZqK5
0w3GN9uRff31gV3xAi4ULNnp0HUH1j6C/bc6mqO0t52X8gA27hjzEB5bBeUyfUGj7E2h4vokKz7f
ee3chYKhStmtaNUgalgakull/oqOn1dlgCcuBkyCGG1sRllfqpIC2sfXOY2q/oYDu3LmLnZrCetS
d0pp9Pj2v2w4ztlhte/OHSsGYJcG4YyHqJ7p3ToH3+Zq9SJ0xqk4wXlcloPlG75nQiQDaVP3ZVKx
T9UZazuWu66d7c2w64vaSHRXFDzOQOBZ3ftdFtc6ExpGokblYZ/G4ANI6p+6cD1uPDrXvqdjn/0W
7nvDrL6w/SgfukSaR1R1bzUor3gW7kTH9GgtncJWX8y8tSxTvSZ3PIzqz90A+qlF8P15WyJz/vVB
XQlOXAFCk3TlgBizvpSEVeeYg8IXtGnqvOvOq87JExfXFQmhjlUs+hINIFHczHsMMPi9Zi6Kq4/b
ZZLbWqGY3n/cRv1tX7qHXx/MlY/sYrhM3Vg62FFfpk2U53XqlgxjIurGsV9b3bFa21YdZHNwP+22
8LRiyZMhANv7bd0xW0ifJpCvQH5FWfcGr3QJy4q9GG7wNR27JSgX0h6CQpe4Qhs6IXVKFrh4v507
ZgsNuW4dNmTq6HLHz5KaJCVdcAtndSUq+YlEK9QDQu5Ygyo4TIM1/n0uphMZm091UlvPX+BY714y
g4I105cDo1djBU52Xf3hdziOd8XEBp2HPoEd1e0nEOO22WrIrdmQKxfSRXLFMSDiiZqRAQ11nwIL
vKVFMXvVTXniIrmKZhIlXam+FPvSZAMZP05G+IX5LpBr78pa1mCluCx72WUo3CTZHM+ema2L5QII
uOV7jbe+YST6YBN0xCD3c0sb99+OySvxq4vmSuK2LVGtaAAC6Nd8szt5L2YG/sVVtXfzHCwpAL1J
VrUVaOxjFWS0rauPvBXVc3MEXggnfB7HpkPDgm1aAC5vQnaCOuunnTK/S+vCvlbWUTpJnB8/1i/T
cNdY4ff2u5gvG6Lg3ICI8FJvw6Ox9Udt7K2h2ytpBXOseNzkNK90rME934zNm6EX4pOK2vLUtS2I
SUldgguKR1Ocirak37ZlKfwyeRcPJqNgo1O9NWBKZ0BXTyB6ho7md68XxEWEDSwCLVkS4QXhVNyj
3sHu525d/J4+FxHWDImBRs2mL0FAH9axaNM18Q1zXUgYn4EJYQtBDK3X6KOmHTvRaV1vhItXoqDI
ccdcjXEc8xKp8LAlD7zc1bsEAPTvk4HPyPwO3/HKkk0bWboVv2A0U9ouBhW+dvM8e8eCobHNRjYi
Oerj8p+mkBcL4kXPjTtOebXogVfjpNFKRntz6+9rzb3IwXniigiunTz4WC3NZVRBf6ac3oWCeQZZ
LkTMrkdPqwYh3ChftLupeje0h194GP3kjFdjrYIp2XgEqw2YIuqvwwKog9dlccFhHdurkdUooFBM
amYTX5IuralQnvfFRYjFfA+nhvXNpeLsA6msQekk8WJw5omLERMIgqqhQgaj+lBnjAZtGqvhVlP5
iq26lFy1kcuwvATmFLPzj+UxHw+BbmgWaxrc+Z2+Y6rRTON6N7O5EFYO6QypIRLeksK4tn3HUhUF
yBedQI0a/2jadIr1eB701v5Wlf16A5t7JYV00WIlKQxg+CNK/eToz/LQNlvacEEsjQtkhfiyqMFL
kwQfm/7Ys4h3Cy3rCGD3RBHxdi9l8ygr5pk7uvixEay0xjSoy6ymv+/qr3zczn7f2DHg9dBByW1c
g4QpXs4rC+P7YCg+eS3+E4BstDHUVJBVF7PoMk6VPG3h5jOtzxMXQYZRAjs0G96GgtImI2JuT0G0
fPHb+cuV+m+vtNlNIoujvmyM/9X0uwVrV+Kla4adO26WDPOsGz6jyoZB8gfDivmJmdavyuZitUbA
o1kLOfdLPxU2XefkWxlNnt/TMVpgqKSlgtSXRc7J4waNg9NOys3vuXFJu2ozCjHGgBnTeHs/UFuf
oVzl2Q51sVpiJMcoCbJGkC+pp5KPzbupTCbPrTuB8g7Fqn4iaJzZqftb0u1NJ2/JI7xcildSIxes
tdiOkzqqcc0HesxotSbohB8hlNkgLT09tF3Ib8Tc/5aLXvlXLnirOraDBBwIq90Yk/JKFakWRD6s
07w8xiNIzme1/RP1ydRkzAQsbYiYUsyYTw8N5IGeR0H5HaSk6H0x1jILY1K+i/jCTvtClt8SMEiB
lqIIH0Djz++6mdR3xYK8KIsnUJGf6H7YsyqK6M4mvTm3yVqQtBpm9iAWi6HtGSzaZ3bsn8qgbe7G
euvYXbh1/ZahfV4M6bJZsAIq09OPuqJQh93moFlPQHgGOS0OcPpBUOFMyMvsVAWyv/tmriF6bMtD
yFSWsXmseB+20E4aePGFLWHzAbo7aDOFKIZ/lnTa32FAmD4KiUCHENG/A+Vre8NVvVjQa0fvtLzL
g3d7o+FqQd5wofQ4tWN7I0S74mldbJsFzwsPwhFNqLWa7jiG9iA1Z8Q5Dlb16PVaugA3Gk3jpivc
USoPTHwM5Peun2/hh64dzcvv+s9THAhWC3wpxN1CJNmxRd1Z26b3GVLjiQtlawYQWgxINS8N2HDT
T4RRr1EVrOzmC/IAZ8qOeu+k9+ih6XZIieF2+mUjLpANCuOygwYqCmzr1GYSBJBnK6fu7PdBnfdM
jWvdR30PmBzt2ixa4rcThu79kjQXyRYHQtSogSP0C9QDT9oyQ73FL6KXLpItpAal06YDQcA+3UX1
+gwAjxfIGlzajpGSFZj1GNjky652CHsGRH1KVsU+/vrM//VzP78B0oWuAbgdo0GM6mDFlHgTIS7+
B2W86LQBi5cee0E+62bas7kn3X2Ex/CutSQqsyHc+WPd2q3CX+Kvblyw1/2OdOFuPCyilWHA99IE
AXTCqdwp6EvRITwN80uPmQ7QKPO6EfInirSosRwZQH2RZfHcxeU7uZHQc20nZkkiY+mLbsHFqkMj
HmqQQXZt7GUo0lVnbFGKIciRaoy6TFuKmToG2M/m1RuULvqs7LclVkJU4NqJCBjdFZxTw7xCFumi
z6rS2tkIPCBd0oVZ0Qo4us3eSoeuXmYnrxCQdErMOKDJwPbpQ1Vv8f0OtM8ZYOFJpiPqbc875JPy
ZmugEtAY866V45RiXLgYsz42y9tttNEN//S6C5QuWs2yRqpjeUmfEvnnVIJBVPVtgCrmNt1wI1es
xYWsrWiTBUkZV6DJaPaMYEwWaA/VYmpGxqvOyq73w69JF7+mtrDYjjhBTZYfzyt+WlqZ6MaveN3V
YhrxB1f762fs2hqOuxZ9x0eoT8KWuUW1ydYIrvTiVQ8CF9APG/yfeEFTP1kA34amDz8nQ7yfhQ4+
/Xrnr3NbcSkdj10f3G5ATdaXcApthhAR7B7luoLfCFI2AHWb6WFMBlOnh2B7CinFMQ80CAZ//e+v
HZxTQaBQJ2iWvsJTEtOvtdL3eLhuRPbXlnbceRvtcuYcebhhy29ih/4g9PW8VIxxao6lm2FAODng
m7TTBv6zef60dTfr3f+WCl5xij+h1+y670WASKTbiYFu4lDwD9OGga20lkd7pLaNu7+M0FORFRYV
31MV1UWf6YPMD2F/sPt4LoLPatWwk9EUJ1pE9GkH3gvQ/Fmm0LIbvo0FJV5FCeni4Szt6Rgse33h
6/JR1i1oZzfDbrjkK5/RRcE1KopLRDNo81dZtWFSLY7prXLitbV/NP3/EXvCbI2M6LJYup83SlcQ
+6kblnVtcedNkOHY64FhUjNumr939HEKTB35+XcX+oYwZVskCOguLOjDlEv1dibkNy+TdMFti2VA
cnWIgfa6eSzwqqH4rN75re2Ye0yT8ag3U10K0assmcNMDNZ63hTH4AWo7De1JNVlVdPXidZrGqlo
Pfvt3DH42AQ12MOaCoORXf3MCvptGvV6w1VfuSouvA2sMFaAtKa6gPHxTs6dAQeM55G76DZxQByr
3w8F8rBIpAnbZRocXgVD6YLbIgC3jjLiJd6pJTN794ktgefSjmn2AHjPpgrLC7jPjtM8D/Uzqqpe
9BhcuuA2OdkhEAY1kjJpo3fzFs/fjBbaz2G78DaAuOIJpg/wccw/KNm865Lhvdc15I631rqlLWcb
ljZtnyVRJ09TJD3P3LFOiVl+lKt5kCd102dbc99v0+xnnC6yLepjWoMxNMhXTJpnYVBUKev73e89
dJFspSB6QwCGnZs5fI7x4n6sl3X2iyRcEBu4XqMiXrcShU59LvtTMnlxKHHpYtj0EcEVl2N5YXK4
Hzr7sDP7zeumuBg21gyRWqktwWO9ixPj844Jc7n5Bc0uFVnXDEdDQmxcH0hgWIhEaqyYF1UYjsVx
newYUdA0+JxLacmzZTXJJOWFX8zpotjqEdP39VoH+dhUxT2EYPfTAuyN37E7BqqEFDNUa4pcq/5d
0C5v1oF73nIXw1YemFYEnw9sSLeIgwymVIJ+9LzkjvfcloNyDBeXl4DThzjs1EO/JeWD36k43lP2
ClFh1VcXsR/mXJNKZnG732LxvOI+XfxaEjVQlbNYfbJv9+TrXHz32rWLXIPKblWOIULPSG0PnC/5
UN2a972WdrnItX4VTcjDAK5TT+y3GCzZqaaJOg2dlm/syr8r3bb5UJTrJViWNVvWwa+vKl1Y24yo
qATKpbxsHT9AE3msZ7W19cnv0Bzb3XkbbvvE1SXGoU3lrlO9KL9Xx8WqBSG+8sAkmFBI1WdRcDxt
EVGeG3csl7fKWBUwdZFjderZkjE/nXIuXbhasliBKlOIpQtep3V7/BGVg1frU7pwNTKATjTQWFuP
/Dmphu9dCzYJv2/pmO1ieanBDa4udFBV2pKtfrCI4P3CJBeRVtsm2DQbsfps1zRM+Lktlt1v6y4g
TWtuFF1adWnqiaRlHfBsmSFT6nUwLiINotPQtNxwMMfYfIao2KdkLr2YD7l08WiqSxrA/wxCPIwt
PLCi/VQyYfwe4sixThm2o23IittCI7QYgycL3Jjfmby8zv9pWXUIkGhPJNzqhuZDQQ6aWrn4tX5k
5FhnrNqBQ1REXUSwx1lvIwSR5RjfsP2Xn/9KwcWFokGuRIO/IwnyOgiLFC3DMR2k2U4H6Is8T97x
ryAxSKwOaZDPkOkCMlyBI9561gNcRJoMuoTPxqhLt8ZtdkTVhykc/AJJF45GlxD9a0OTvEQgs9fr
gwwTPyN1kWg6Un3dof2eC1D+YZguWR5mYZlfWcqFojWVXK0u9yQPtt5kzRiK01Dsn7xuu4tEE3PF
BjQ60WWX07motjejaG+cykuK+8pldGnKGqpBVNbbIAeqoL1jU2cf6yKaH1c+x1+Qxdd3fj/BMdi9
skIeyMRyyH8tTzWU4x4wDnj2W9yxV6kS2QQ94uBib8h5HsBzt7ZBdOOI/r0hr50R/fGxWQ6hKrPA
mlDgrU+EkO5J7zXPrF6/bnbEC0HoloNes0ptsbwTbHxrWlKc9uRFPj1R70vL+f22N2uGzikgF93x
oYtikw1DTO4XU/5uFqM+xNXwEM7j26kG0wuJAcSMxVo+h2FTA3wlP/udlfM02G1X6KMcRV7iB9Ft
gPoyHz76re24cE4plTIMZL5XdDiVRfkOWJdbrN0vN+WVr+BC3Y7atNW27Eh2WPMsNzBktaufhDGH
5PePn7hrBwiKkCjJi148z0y+AHj9jNeVppzboAwaXie5GSM7pWYjQZ/1bGr8prCkC3ZLEluPJQ2T
HCysc2aX5E905P3eYxfrFoXLGC5ilTlTRPHTvFa2ysI2EDeC7Cu+0KUmC0eGZqHFs6m1GrMC/CkP
Nl7qczirw+9xcEFvtNxoNc48yUdOcjO0gMLKxjOOd0Fve1wd+2owlAFOF96kmBECg8qW9Ir51Q9c
rco66UFJUWxJfsx8AO2cae/aoJV+tWAX+iZosRgGur1cLdv7MSBfdhb7bdyFutljxRt59LAoup+a
9kz60s+VuDRlUEJpCrWOCbho1CnY9h3EXp5zAtLFch0HKDujvoO1MnYXo9GNQYfwVvf3Ws/ehXEB
KdHqta5xXdalPm3VIu8mekxZU2z9E+1KfcIPM19RRic0NSMvHq3og/MgEnNfG/zIFVrCN+zidTkS
Ll0Os4KHYuF9VOSiJ9NTL3X7lFgU29LqIOrcSMMG5DJq/DzasWgywMijNY0t0FAnGvLqCc3A6qQj
MSwpJs/3p0Yd891Lf7dKSVnp+1CDA97LsbgYsg0ESpFaZJITFrxJpuU+jM17v6Wd2AGhA/BvArdp
OOindpwhu7KOfnPt8icMWYNDO8yU5NHC3uvePjb4rn77dvz4yiM6sm6G6RbyXdHQr2tC/V4FFz7G
azpFU4ilJ7o/1YX8HtTCa2nhgse2uYxBORTJPIpbncViBrEdGJR8jkS46LGyGqZuNVLmCbf6VCyA
1G6DvmEur4cfwsWOsahotg4V13yTQAkR3RyYmBc3LuHrblC4UDAUgcKlHAeZt3PUngs6R89Hu/GP
EAITXrGZcBFgDYOqBH85+UqxvxTtvw4D95Kw4cLlPSvqBiyuY4O4r+xYRroxTteNe+WywgWATdsB
MM6kZa46+inGTHi2kP4PvxtDfwz7QBk2gzpWihzIKH4uzXGP8bbp5Le4Y6EJtB8jAhRpHh7Fcl+A
3A4jr+zDrxd/PW8TrjgmW+m2Aa4gkW/y9d42NUmZKI6TsQe+QB0mN/Lal3GMn6Nu4QK7wEKJsVq2
SKQKC0oJFlJ7JVjyw/7EOdEPJFmBXi2hPPHrn3XFylyU1xYkw7HrXuRDT/5M2votD0OvCiBaIz9+
awkWJVoGo8hbNBzTmC9vj1i/89v2y1f6TzkKRFnAlkJyJh/j7UM/qa/QFPaKo4RLSsZFOXNVU9jt
1BV/LLysPkEF2EvXkgsX7sUpS45NY+NyL9YTSOd+H2LhBwwFav/HUznqlfZFgcX1cMj0OWFAqv36
vF/SstdupWO3NmIlLSEqnA91xN5ENaufqrpe7yNIfqYmGqo7HS7BXUtUf8Perl1Mx5hNlUjknovI
917Hlz6YwswEwg+ZJlyEV/TCLl3yVeSHEIAjDy/kplvg53NdgNehhwWwrZqj8GXMSS1mOk/rLVrN
K+fiwrHqrhxHLnqeAwvzbDZ9347F37/+yNeWdgw2rspVgweX55GsktNRJ++6F8Vrv8Udi9XLNBxs
4TGqCXhEkRWWHwChUjf6JFc6buCH//Hqx6AqobPucF0SRrq0LePp9zKJo0uyTX904bCfO33MZ9zh
JR22dX6DwNaPbk24eK1FkmkD31qcY4JIneY20neMGnYjDrriEFzEli7mcpN2EHnVxijoD1VaNeq7
2KJcoIV5omb96PeFHBtf1o6q/RBxHu5FhEiOsLcH6aJbKcUVB+rykxlajpCoFTxPxhIMMDuvT+Co
RsZSjGT77UCryC8JEC5ZGYZkDxoj/cp5yKb3MZ+2bItNf8NBX7ESF85VqZA0dc14HpeJPI/gTdyI
X6YtfoJzzSrc12OO87Udn1Qf/a2WW7MY17btGLchFSaDMf6ck2lfzjHdo8cptv3J6+64OpMatrVg
auDlyLcl61jDTjGUgf0Wd2x7DSI+6IbhVKzVKcqGwWPUiMNz9ZcD+08ooca2H9cQt0WEHaR99Rbe
o7r9l9/WHY9crRWG5OsEr14A3eSO5uj6+c3uCFdtckkOo3SJF3XimqT9sdyNTen5XLuIrnGYMbTe
HXGupoCcClNgwAAK0p7Xxalbx8PW7RXfcOa2+i5WbrNeYQzH68xdQFdXYH7F8AZ30bT1lJEZiGJe
sNhvtEe4sC6Dyi8eR4NzX/f3BMXBdGbMMz50gV17u45dqNs4r0hQPM5j//cB3uMbruTlSr8Sxbm4
LnXE6DwBi58n8z49Fqvs7kD/cWsq89rqjpkKqquZYnIdBZLwT8LC522YbqSNL0u8tvGXf/kfG62n
GXOs8qA505r+1m6kfezHYnxQm679nnVXZRKxiB0IGMbRl+sDEMKJFPLzPPO7ko5rZRipCuMmYHkU
gvZHxd1dXEe3qMavnbsTKUfjIRtiByxe2TkFD+gTbw+/PCt2DDWgKKYFcfly1wlUCyyK+VBU9at7
CRfaBfxVEYIVO85LCdKixmRApPpt3EV3LXGMK8O7OIfkzj9jXf+haeyXmbjgrqJUYTQa7DrS8u2x
1fdreEuL/sqn/Am8dRRl25cVzSPTxafNDn06dIEfjkC4lGSmKK2oWU9z6LX9EVbBaSLsu9cFd7Fb
dGvjeKigubIkUOeAhkGbdoodJ7/VHS+6rvQAArhj+Ry2vyexwS0HyM0vMXHhW/2CAdgV6W2OdsCW
6lqptAKszs/yXQBXLOcejCEry8GA3aeQ3/12bM0Xv2NxjPMYhBqnxLK8a8R3OpLvcog/eS3torfG
qpNJtfIw70cokqagEDWfWyZXv8Kxi98aqeQjYhcKL0dOvNUkM2Xph2sTLnyrm21FCtVGeVyYvxna
Isb43fKfwFvgCg0Z5KVzcrB3YPt9k4SJZzTnYrfoautCDTbMZwbSCLEaFNSVLPxquq7IZDskVbKz
Mcy1MRnbQYxZ+9ENCBe71QFxoKNwwNIs/idR5fsGLBZ+t9Bxmy1FMw4AeppzkPaDtCL4p188q5Mu
hZgcx7WK7E7zsJ7Juenk3ZqUvos7lhk0iaoHraK8bNtP0dGALLSef/c6FBex1Ufgw1lnDFJ202bS
beTvepSK/Z4rF7O1dxt4F6Shueh4+y3SpPygwvIfv507KegxGLHX3ULzMdi3h8jq37p582wXuZCt
oiCMqDUM830I9rtoGoKTtH4zIsIFbbFoj4YahPf53LcfVzFAimf2klzjwpWW3MnYrYpg7Ul1cco6
8kYns1+o8hNdWF81qLHMYb4qPWYKSpPpEQL34fc9HfNUR9HUc4+k1uju+6YsrLPzIyMWLj0YSJ4a
ftSU5FXdxPciaOYskpiG9Nu5Y59qUpUqw57kzdGeZkOfA1Z/81raRU2V4KbpaWsIXtojL2P5eW2s
1xCHcDFTdqTDsMXFkesNmrgZpgjZp3nZio+/3vmVJMvFTTUzg765JSRf7Fw2J1GPHWqlRRT8L2fn
0iy3yXXhP/SpSkiAxFTdfS5uyZfYTuJMVH7jWEJCCAndf/23TkY+xO2uYuJBUsWhEWxg8+y1/qrq
Qd/JttzQxU1ceAqg7KL0UYVF3ElWnmhs1G8q7GAsefTqlEL9ONuohjoZLt4kgrsDvCi3ACH6CKr9
b2bq+uL3c1+G4Yc7JawS6ngW5V6YZtiGkx0hk5sRTVKoDJep9pMAS1zgymwxT2wojkLveoNgxMpP
nffJ2GWttCknYy2mRLev3yHLJk+0re9sNDcSti5qpRch9mQjR5EIkPa0idSXeq6iyx527M089g3z
W40uchViPCoZJQcSWWz/kkg2nghk/u89Dbzcg3+SPHCZK3Msg0wbeRQiFssFNSbNP3JI+d8BKL5n
nqw1Pns4jJd+OciZM6hM04QEsOw6mtjvIOOyWVU01hY6h2Fx0G8JomU2htLz+u/SWRXZph4PKWEB
5TB26mDVHst2vNPxfz13fzJ4Lp61BiQxqL0+it2GFfTGIICxQR8+n+q9P5dNKh+ZQe3eunX6VNKD
ZEo0+tSSHj5aUrQZt2WPV/jI1lk6BvEFSrN47qwXWCXRet8fGxPG3bnUY+d3V3SJL7CforU7VkRA
4FhbNk89/vGbqC7AJfZjqqXoj2Kh+1+DkgpkI/NLWLjElaY8XSuijwIWTF+X90fb/P3rOHcjp+CK
dk2oTBjTwyJE6G6Arj9H7jKbYY7oOeDR6ziqwkOh/Lc+CgqFumu6GnOi43zP4vhW753k1lwu2pjS
HAWnU5TB5kxf9qi/96x9q3XnHNBOQ9QPA1qHnXiZ8XoIs4W1Xts10JbXAxN2rRED7Y4ihZv1Yxrw
L8Oc3tO1/nnPwTu8bnxduj6yqt2KLbbzxQoQFke4+11G4ffzunUjDX/RzkDruqozMCLLQ0LT1WvG
wCHmdethMHZluKntBdJDZfGusjqt/A6OsLF43biKQNvbI12LtcVjrFaQOYXPjWfPX77GD2eGAEUG
e634XgxTxT41luzvubWBV3iBZvbr1nuW0i4K0r3Qda8uakc9qqCTX80c9Hxftx40ivaaDEsxUvK/
iIzNuZfET4sUArCvG6/aBmzksKEoo1uak11V+Qiuq7qzC/2cPoHwoNM6PeJI19NWEN4mD1upYnUW
Mkxy1bLmK0ui8c2WVEAWxDR5/iKXwyrTeDVQi5uLrcb+MYyo9Q53r2wMBIZe/x4kSuRAbTUXgCLm
5zIm5IGhUPjOwfZGaHC5q5iuipdQGS2ikcBmUibJI8EbtWfrzuJdDdnBiXBbtJo+qekj2Hsv8ArC
AK9HxcYimo6e2sK25bdQfpewFfFbWS51RbstWUrczArNjgc42I3ZtIbfffZXlHS+7nawHChliSYL
VPqatJvJAF/JO/1+ibf/PX1x1/1x12PDUKJnC2HG8YGZfbqALImfYph7v9FLGX1NquVe1fqteeOs
YbUQXIpr/JD4SEnGOrF82Kxt/vIbJmcNKzGZ7ZjiEQU/8/EMvn3J4G3mR0WBiH39EXbeVyjy6sYC
LuH/rGVYMNRLe3XcBa5i3RLbJ3QoUIrzOwu2v6QI/M4f3JW/mtpFLERjymtr+6KJuDm/hB2/pera
QPYsiMsgWMZC9CiEY2GYiU36yVVwF7jSTT2PG6qqCsSy5pocQElUYLxMzTl3karYtsFWTSvU6Jqj
gSL3jEKIbfrg90WdFQsqrz8EfNML004PQdipDOY/fp4ayOe9nokJ8gjcLnwotiYJnmwjusddWc81
6kJUcUCqkkdyKLSOPgLSPnXb9vXXo3IjMwPD4Nc931BDhU85DEUcWf5UbsnTsC7YOvpTGffvA8Iu
o0i+8Gqt36ipaq5UA37at+7eG8WNXd4Fq/Z6Q8pn3YYiJWo3KGlR9NEOafS3rusth3deRbJVxetX
OdSN31RwgSuYU8PpLxWm0MTavO9Hc9Gajp9+PaQ3IqqroDVj3NoUt5ciBMV9XoLpD6P8rnXcJa7C
dW6IVZMprP59Q/Yk661e72w7t/rt7MRJz6JBaNoXsGA9j2RCucu9pNKtpl/++w8n6H3bduhZtBiS
Nf34QPCP31A7a3o0Sbo3akW7KIiAw3yb0YD6VcJyl7QysQ0E45spEOaGhwRSqJeY0PLk13Vn321Z
X/57OC/mpCSZqbpsRAGrZ+POom6hxzergPTFemp1mGR2156bl8tZgVWYcD6J+2KsQ53zYVzyqPcr
4uUuZNVFg61TybrCSvJ8LNPnbvPT4+MuYgU57a4pk0MXDU//QplOlQ2r/M3rW7qEVcu7EjTI3hc0
jT4twZY3DGdwv7adVdmDag0l3vyKgPJGZZ1pqhxCAtIvFLrCWWKbaagirop0m4eTVM1+2sLdc1t0
8ao67fdSR0IXVJRfA1ke2TxZv7XvKmdFTVTLOo0V5oollyMO7Lkl8r3fqDursy8niqKwl1Efwydc
UX4f6/jx102/fLifnO5duErGVDaE7aoA4M3/7NOAndmBRwgLz9w75d43wq1LWEHfZ4/Lskckp8En
mFlAzVYEfvc1F7EKkjhqNn6ogm5Leg6SsQIiqv0kBblLWYUdn0lFKl2ketlPSTe8OWCde2cp3Rh5
l7NiU803HfSmgE6E/TDRaD0nZTpcVYnyAK+P68JWL86VKBSVfREdWE6HnZoTH/r6Irfw8EIWuQtd
mWo51nRqsKZ4X8BB+2k++J2My61542yndR8euCG3XbFFnSzg3Vpemi3e7ozNrdaj14eApp02U27W
FB2UjltTiixg6+9+4+6s11TG0BAK+q6ow+54rlaW5sZs5Rkm4PdeXG7cyl0nxxUKI+HCyq4ggQk/
BuuqZBa3q73KJgVvHDT8stcRvxMlbgyWi2KFYxUB80r7wiZWXaYxP4bIT3mduxxWoGAnjKw9tvC+
T7KuWd4QUnreVVwOa5LhMog17oqpr6HUECxtVg2B363cRbFSmPgQDcmWgpHvewpwb5HcMw/roljt
uBgbrdIU7V4iUySi9tnOC7vT85dE2U+ivotiTVESWxkMqphAqqRvaMTq5gQAcYUVQsKqfxQzfloW
3EWzRvBky260gp5s+JhMy0ez+Pmgofb99RJebRq1cb/qou3ar0hM/WkCSPV4LWEXzepXsMamx35e
i1oNJ8Wb/VNrK1QaNhCY9DsYu6Ja3azakhAcdza7LqdUHbCLK+8pGN1Ysy6jhU0dFSV7pAoSU3Ei
fO4uJh35nfG5EX9cSIvKgIlustgaxTBc17XUcKvtYQ+FV/NmOZEoMY97p8gdZOPGZukqbTHbh+sx
LBovk6SHOcEagWZD4SFR8p9ff/Bbw/WyVH64FNKKEYUqN+w2QZulETwmIlb56TZwl93qbWlh4ovG
157SvCPz48Cbe3out8bm5Rf90HO9WrFNocEygOrKRdTDt45O8k0bRerOx741Ns5O3IkEVjKWdIWK
1pMt4RJAt+6T37g7i3gS6y6Dzqpi4dU/dWA+22DwO5u4/JZtjB0HyKAWu97fcfk/e/gVDfB/SYUf
hhxCRbyqNtMV48F+F0H/IW7vmarcWFguuzXD/+eo9rUrBrZOv3EgnH8MKCutsrZlY9bLQcM3NPXj
lLmLcy3dUo54rsTcYZI88m2QZ1HS2i++uTTXkuqDI+GO+NbYf2RknwhUov3Oby7DtfCtMcduFDLW
tT5vdfyOt5O+eE1K8rLUfvi+m1aomoNvXKGSKD0LbpJLCzWKO7vvjeXk4lizhNtJJGZVsK15G+PO
kolx+urXc2epzjUlNQgZVfQbf+4tr7NKVJ73IZfGkvoIk740bbHS9LqF65tumv1u/i5/Ne9zg/MU
aQo91NBLG/otI3byu0m49FUQCTq3ydoU8AvqTkCJglNFDr8rqMtVIR23TfNBZDHq8vcW98RDTXea
vhELXKwqmEppLMoTCxiUh8hGS1M+UzNOb9awJ++rICBw41btF6+p42JWAgo1utxnWfTpLJ7gG1md
kM8s76zXG7uUy0TVtlKctYcs5qns/1r3aXyoIrK/meA76RfvXTSKlc1eyW2ShZYlynNsc5zUQKjf
JujCUVOpUijbVmid7c9Lv9WXbeDW74LlAlK7XTdjO16hXmR5Z9j8VNrDz0mIu3pUhG9TSVVcFQ1w
ypOqeJwF8FD2i/Ghc9dtUTmrl2SvilXMf7Y1LEST+qPfhHTyxsms5iQCVgi2m30u7fi2i/WfPk0z
l4sqaWWmVCo0vaZPs+r/iFTwt1/TDlgBU+lysdVQFXK20OehB+6d3A+KYv+BouJtMGUfBHmi7Hnt
7PNCzB9+/XYOwFGwhsihoemSRJ+jg5usCeC35te4s6EO2KsX3siqCJCyu2ygnSG5IP2wIuZKUeF9
ee5lJIKchfq9pFtRzqnXSYC5PFSlURFRbVGQp9Ik76a9T95Vc+m16TEXh4rmteomU1fF3MfLu7Sm
62UQKfXKuzKXh9qDZCV7zyrwUOSl+lxChDYkd84ZP9+amItD1RLrp4vRdTnLoM5EQId3DDrOGnL/
0fQ440X7TERw7zr+83dZ5pJQoGmXlMxrkLdDINlpC3p57is+fU/VxB+QbNMPuxmC00FZ7RWSofr4
+gxIAnjiyUQG+X7M/fcgDaYzbkGlV/UhcwEpsi2k2uyMH0TMV1tX7xMo13mtNcdu8P/qsmcddImx
l/DvkNfvzzJi0Z1N8NZ3cNYxjS2OIjqoCg2vpqLjxjwcZGrfKIXXIBWLOetQ1v8Gb7V+CWbgh68/
Ay9noafJBrneMIvTBn6grfEr6mUuN1VTsWD2IiFINnOBROd7M1Z3zm4/P+QzF5sqxRQ34BBFPi/7
525t3h7N7nXOQQnK6yGpl1UGGvUQBS33JDPr/sdUMs/J4+y54bpDWk5jz6Xh/iZO+PdOjH44I3MB
qSjarOSQucpnbZ/VXnZZREjot8O4iNRMIbTMqrXM27Z7VpZ+2VEb67WgXELK1kk8LVUc5GAmvxGz
mseITH5KIcwFpGA92A3jsYl8CrvvNQECPiIJ6HU4Yy4gRRXmdlSO2AIMZBlStfyVhLPfWzD7Dx8l
zCDHVYt8b/YvMJr5sJj1T78Rj1/PcDpNstxCVubygPbrES9f95FVd0Lvv2+y/81+A8193boaGOUV
NpIcYju62EkyPSxTOr+tmjmc30hcIh4HlMxncO8tH5OKBe8R4vTzDt9L+OaN8/onEVP1PiIwMcog
aERP0zaJNDNLO32jqLH5lPRx+3fDD1plUd3yD3OjkyrTHUcepxLx/F2CD/wzDinYpmBoFUjHNbqo
KlWnKQ3nr3Vqjge8iqDgeO26d3VNgjnbmmmF6ysOwpkJxDRnNaZM0XN6wDQ7ik68SjX0lFS4ZrSu
8Ti/jskV4EXzZUuDGpqr6cIeovVo86oL1GMAsdFnvq4GXVqFHzQH2cDXY2toDV+IOIbfdGtldjQW
T/l+rnfMhcN2ZlF6MYoyZzBx6VfeZ3OEIPLrKffzJxHmkl8m0XU7v3TcoJ7++4jL3jM8T/+RSVe9
raJ+evr1n7mxLbiwl93MyAbKy5wM4WOZqo8rjvR3fsKttl/Oaj9krSRXkL9ZxjQvQzxGBWq/MDr4
mcYwl/VSXcoPIBNlzuc4lyX7DCFEv4Oq65VYLsjPKGHTXJG0zOLgY0DIvbq+n6cdmOuUmPZJH2Lx
iLxsUV4/xXv12NmZnLQ9/NyTmeuYyLvFzt0Ai/WJW51xuhcNzHU9v6kTq9YDcG4b8DRHUuaZHA05
9Qtp/LYHV2ArWsBBJ+2R5hNb9vOL9dVpaPvB7+rkWiZWvZyCGmLw+WDLb7Inf8MF87dfr6Ibtw8X
+2LHBIGqcCrzeqHdWVbRcklimHc3Kax7hA6O5wPK/Hf+2I1l5WJgCmmZDWrpZb6ZJkISTr9nXeKV
CmYuB4bicjrWElFnn4Q9DWK7VGvihwwyFwRbGLWpZhYdL0P1YELztrKln9oecx0UUZoSweUZX3fR
KYXMQdpcGO/S868/8K0xf/nvP4Qy1m0cqgE4FVnLy1NAhiYTR2T8FpULglmTwPYxYSKnBm+VMBhZ
soM2n/267qzYqiHyxVtb5FzP8HgJv0la+gVK5myuc72N7d5hVKBm/JQOT30y+N1WXAzMVHCPCw4i
chg9FajfhVgIGz94DYjLfyXBqGe6vvSao3o7LNtTkgZ+JQDMBcDSlhx6aA6R9zC1qU2wZRSeBn7z
xOW/MO2quNRU5Fsv3upuHs912Ei/Ke7yX3KPLTQFqiTfpH7UTbycmrT2XPou+WXTplatrHguN3mN
u/I53TyP/S7xtdWS95zVPI/Xasw0WR+jUfzlN1Wcc78hNYHye8Pz1v4+Uf2u7Re/IO4qbHXQ0Q6T
RvJcSax2EfHnkGovPJO5+lodIhNJdwNzxCnIg+WvuD0++o2HcxvfStLpkLyMdcDDnARN8LSNSLd5
te5SXaqDd9m4dzxHLo9BdWDdTm1K7hx0/32w/skty+W65k5t8O8A+gZVZCz3Xc/haWt49QyPGBzf
mfgmgqTO9nRj15B1/CvWcve0W8SeuhximVVtuF54PDE8MwYoLqiwob3bTFQTvFGr8rQ3A/ELrC4m
VkYWl6UoTjCn2yvqFuMsShI/13jmYmKr0YLVZOc5Ugd/87D7MmNm+31BJx2nYfvNSSRYvutwPctw
XB9idtxL9t3YhF1KrK2b3pKqYvmw0I+sNU0G6scvp+JiYZsgML4BKJPLTpxwVvtbbH6e8czFwoIZ
dtQsoCwXuIhC0mVB5qNNPTccFwwTosIpx0J9AtJ0/ywptNdo7Oeby1we7FAtRMIXUH6SmgDiM0OP
uve7xMSN4irmEmEqisdeLZgtLxRStryYOiQcFkAZwV5x0lUav6/KaPwUljAfPZWTGGUGAyrxqPdp
PZFp2P2mrQuPxXAN4KtQLN9I9rKHWK93fuZSYryae9YotBtyvkI2qA8z3dzJGt1YDP/R9rLDEgai
jF5c6N4Gh8lRWeUl0sBcOkxKpBfGfaa5reO8M31Oysqzaeccncp95tqkcR4uAPQCGD7HU3OPAbw1
JM5ujUGW4azjKDdyPsdcPZJj8buZRs4hejLMWBCdUY6H1Itk9bXe2J2mb2QE/kOFUYkHBYGR5r3R
sEndv8eWDeejjZTfxdelw4ZIajXRIMpxkH4+iH3jHSFcOqxv1iaESFaUTx3GhIcfjBJ+U8VFwQgO
AmJbdpLHaTlnSSCv5Kj88rkuCBYyaYwhZEdIHpqzqOckg26I9nupc1GwIDYRypHqMDdb9G0fB7yL
yDsdvzFZXBAsmhO6J/Nx5LIW+9V0L5N8WppsEdTzFObSYExtRz2b6Mh7PnSZKMsvphH37tE3spqu
Ntc4jlpW6XDg9cwsnzStmg9qHeovbJPVEx2a0fNW4KJhB5KPVLB9w2OA+Ij6SgCuk1/kddGwMurA
Q65szdNF7U9B1fenZE786kBgRPY60xAKPGKQHq2LODlPqR0elAyp38x02bAp2Y+2WixGZe7WLJjE
uwHpvDvH9xtz06XDDjW344FLZC4RbE4d0erJyrR6XOo2uhMrb0R4FwlD7f4sUo3K56oHywLVsNPY
R/du17f67wAnQRioyOzhmid7AtdtYrocqiry3VJS43cgcImwsm4HmHDYNY/rYXiyAWSsG2Syz16n
b5cIg7hMD4lsjE4MHCFTUfQlTma/87ELhA2qb2D1pTZU2jQQNRBJNsK26c7MufVZnd21ieZhhD/Q
loesXx5iWO08hh3qlv2GxclSdaEgqWnTJeepPo9yfLdqeycc3+q4s1iXIRal6eYl18H+PlV1eoqq
2XpNduoyYUjX2YmacMzVFJxn/Td8Ybwe1akrlBVRxhd1bDangsDtU/eXdWn9HpCpi4QtA522aA/G
nAZ9daJV+iFoaj8fXerKZA0J7dIm7G1ei89t2M24qrW+4/0SF37I8QZiCVF1gbZn2n+Rlf0N1a1e
K5O6QJhqTTuourHgOgKZQc5ziCfltXioS4TVXYz0F6ssbsWgI+ooPAV8SL02DOoSYfumu2pcXjpe
L8fJ9OUbPsXRxWdhYq69HvCt7aELAlefHG5mRRsmX3fRfPRr2lmYxwC51A01gnkJeZesiaf3Uvjt
/9Rlv+ZhxjaadmM+d+E/5cI/hWr1Qp6py3ghczy264SmS6velvtjOFmvKy51+a6ZlbUR8KDOazJX
Z2UkOcGz4d5j9c/jIHURLwXH5sHAHze3eAUrYk34w0sK3y8QuiJYSNL1ilWByXexfYo0KWrTfvKa
Jy7NRUP4OKu+Mjnf+fGguvBbcCR+xSzUpbmOwwxtg9LFfKq2/0UAU+bp7mHr1og7W2ZSCqGPXfb5
lqwFH81pXzevpDd1ca6G1S00/Tedz7A4vAoulueQdH6antR1GTTgPWYKZinH0VaeUDJ5phscAb0+
p0t0xUpKEiFRn2soI18M7edLkg7kvV/r6et4Va4KquRbNOT7Lp4Zy+OF3zmi/Pz9mLpEl15o1OAN
Q+eibIPpMiw9yB4bzv3fCdyKP5ClTp+SVR3Gb0W5kFfSClh6kgnjRHl4KZNZnFo7fvUbJmcfjVgH
kWCeqDwZg78HnXRZOpSd357hQl4lil3JEYgur8b+M4HrtBTE6zBHXVNBXoXHIKe+y4Nkjp9my86q
PITXyZ+6jBfbpYjKaepyy8AkTwEqm9MQWU6/IXd2UsTH1PRz0+WsC825X0aUjEL637N1ZzNdNlN3
EOzW+VElX7t+z8sZaoG/7vm/svv/fZahLucE/igVqJzVOUZnfuKlqXU26HE/z7Tr3kLZSz6wgRzv
xzWZi6mx+6UjPXlmOmgQ+5IJfmBSdeeXYCiylarSniDFOFzLZl7IhY2gvqKh2zHakLo+KYrjQN9U
SwHHWT/cH6LEr+NCOMOwaZBYvfGefFsoeRzm3SvXQF21rDpKmp3AvS23Q5n1Bi6ebKZ+TwfURag6
emwDaZBHUlEJB67hXdl6ms5Tl6GScbrEiGX7dem7JwUf3O/12tfffj1pbmx+LkQljnZdZtIc10Au
3zorzmsk/FgM6tJTMy0HZKnb41qHMWSniIWmFaqT/CwnqSubFfYbIOm9O65QqB9OGyojH21C/aTb
qAtQ8bUMUlFO+zWZt+ha0q7JoLoxe0EZ2Bmced5NaWo6xq7brI9nEjfypOSx++3dLkPViBIPy1Wb
XAO2fEqQeMlqUQZ+IcxlphKYE5maVRxyJDHLVpz2sqZiftpwcE18PTBTh5fOgc/7Fcz38LDaun1Y
Sz9vVVzNXzc+Mgih2YTE15UlXyotH6g1fkXL1IWmmnBGuGVtfO0hpbqLz7rs/fY7VzkLqfqUc51G
11hgfSb1GJ+Q+vW7zLi81BJbHAJg6ncNmvlazrD/DRNPcJ+6ylmN5qXGlTq6orp1P1uR0HMT+6XR
qEtMpWki+nqw0fUYyHjaemQBSgjX3tlMb8RFl5pKNWqtyVJu157W6s8uSlf7VB9hHfplA1xyalsi
eBrAe+rakkpm0G98o9J7COWNvrvgVLXCPONQAaJWL022Gvs0hMtnr/3C5abEstMYIsXRdYhr+qAD
EOmLwA3Yr3VngaZr3ELIbdquzbRHpzaansvA+iGx1AWntDz4MVdJdOUntccm49Xoh2dTF5zq5jhh
Rymia7XRJ4g3wbuxu/cWcOtrxq+DltiHJG0Hzq9qFp/WqXxAfdk9FbFbbTtX36UzSVvpNbmSOn6P
8taPbE/8djiXnDKxVmOjxXYdg0pVp7GJXvTm2Q5Jfr+54myhnOyEjAnFCoJGJF6V/2hm9YdX0y49
1W9tuqWy5FfgjW9RobFmTd/87te2c8INUKwJ1R4VX5MahaepzLqw9ZyGLutUJ32Ai/qBeMvNmJEV
MqUvKrd+HXfWJtwZFd+12a7humxZX9vkPOL06Pc1XVGsUOmKyxKbHNIxsISYeg43Sy79rrou7gQl
TiBrcJ+7sgiXoArPRu/lts1PfiPjrNDGRHGse5wS+2C0WWLSB4gz/+bXtrNCKwW19MDO0XXeliuZ
1qf9ODw/qHPTHQ7Gd7Ev0RWCottDQGc8YaZr6JnIdIknMW2AYAnG3OwAPPoybj6lSRz4jbkLPA2H
gIg319tVTUn8kOI4fWm7TfkFL5diIlZ20EQa9utUE5rhnX3NdIhaLq9v6rJMkFRsYAYrt2vH1wao
RzQ+aTwO+OWMXJpposmk1rqPr2FYv53X5c2+JL49d/JRYgz7aOfBemVLKN6Iel+eONmoX8o+etml
fng16hb4wsBvbr02ByzAprZWnxM6srPfqDurlAhq8AjWxNij0zMvwwssx7xKPaiLNNk1kVTabr82
hg9ZgLzOCZYzfrbq1KWacCPig93RcTEO0bNI9+5SQinCcyE522g8MNFUFIMeslY+EzmP17I77uko
vkyMn6SkXKgpWdY6VrgdIghU0wMJk/ibErz7GO/zeOcHvOw/P/sT6etZE06jCiApTq5jotN3VSrH
s+Ijv2xdGmAPif2AXOqCTmKAWfmwJuSa9PUXmgzvyzL2O1S7lJMKlsAOmhKgcG34Lk5jnVUT536J
Lxd0WiKKK6N8aX1NPoQi6LJ5DP/ntahcwmmUzEDgat2ucERtP3eqXt+tSQyd8V83//INf/ZtnTWb
7HOYgN9er11g9o+GwNQmg5mpuag2Cs5H3I3v5Vih/qGr687vgObiTvsU93s7UsQ4tvwGLP9rIqTf
tuLiTgOvV2Y0Ar9e09Pc2/9V5vAMzS7s1MCoe4CR0YIsgapPi1mQzk/9rD6oCzuxRIVQ1h+Wa9Ty
+RkeWMsFJ8zB7+zn0k6EUjND1mW5TiN0IF7ehmB857m2XM4pVgmyAkBgror1cZYS/FNtflPFFb5i
UWm2YCDoOFmD8/YCl4xJ5ye/RF3CqQkTAFphNV+7CtI0a7Bkc7huH369sm7c/FzAadzghKHglnzF
Nb55kklQZvM+pHce4W7EZBdx2qxC3YlR63WBzNmnKYIAXKYaPK2SqYa83NR4qg9RVwErmIK9RHHi
epVH9GViU1YuSDX7jZFzQLYA2Fqt+XJdpGUZhEpaoK3Dn36NO/uu6ZkCiLsuiMqVhietKLZ580rq
xS7utGAtde06zFeRbOoCw5EeGcnkm0/HY5d46uYeb/vLvF7HitpHa7YUshZwb/FrPXm9m8MjYOVJ
PKzXoar4KTyWLgtTNnq2/jJffzhh9iV80vE2tlwPOcxZayHH3on+nqr5zw87sesNONtZ9Aqi9Vfk
a+lDiIicV7RPn3Zetl47SOzST8CV63WpKntdg/gt+PzvK+F+1oaxSz9pUjV8aDHdI9NMFzaHe4bC
Y7+XTzgZvB76qRNTOZXldA3o3r+NjF6e2okldw6BPw9nscs/CVGH2KSO9bqPps+2SHxsJPv46yn5
MvX+ewiJ/6OHteHuCiXP+dorwh73AHlyGQQPIaj3P4Z63N9PZMDT6K//2I0f4hJRL6cDXk7Ncl1p
+Nx0fy2VX2VO7AJRKW0jzsJovfbr3p/26YiyI557z3476xailXFHVnyAOFTLJdwneaaol/NKVcQu
FEXaJQoGgSgfRntz1XMNMXwYB3n2/WU9/xAV1jkmiV1atA7J9Ad52PE0pNbrOh67WJRoRbsFoVyu
Q0o+Q2TybXKEfpPehaKwnmbdNhjzPur0pdHlex0G+4PfRHTWK9USylZhPF0liuhPVTjq06DvtH0j
ULpYVMfmFtSGmK+wNtxOnRnV4zbZ9izXxi8nF7tsFKO0ltUkp2uD//dgkeh+lIp5rlIXjtKVDrfh
SKdrCq4lD4LjD7Lo/g5SfGN0XLmrY4lxpU3C7YqMaNs+QeZPfWjDoXm2VcTv/ZEbccbFpJK51zDh
JdM1aqYnTegfe1J7HS0hJPZ6Oc17R9WLwce1J2OcTWMwZm2432n85zdCPKu8blxCvDmEHTTio2So
rx8XcVm3Ga6toJk/kinSp8hU4WkoUX/otRBcTAoVWRHUqJflOpoxOs08VP/P2ZktR45yW/iJiJBA
QuhWysmZHss1uW6IGhEg0Dw+/Vnuq7912uWIvGx3Wc4EBJu91/7WPlDrdagAtlVK0SleQqBC2ovR
3e0ci0dm/DvptLfW0eYN1lFZ06BH2ph7Gt2QqYH0faD1rgFI6J1w5K0/sYmQA4GOtTJBTUAUdP5d
BanZTwPeuqz16Xsx2xvH7xYNJYDDqmiPS3PamOHnYIpgP3Ss2hm9hDeKd+wUL0F5VVTOthKqNAAm
VbT1eHFMfFH1pLNWoVX2qpW0FTcVEJqSYI471E7j32hHP6Ov5891j94cv5WJkGnrX08ZSG6qjPmx
/NF0dXid2Qrb6pss10VYp8l0oSUtH5QsYMw5Vlc1xLCtwMmbWseD7LqLmLNp9fpXW8rg53UD87r/
/c/ZnsDjY3RD2iKDVH1xVD+1lVivnM9NdoqB5g9hwFJdBr10Wafim8bSd5J2b+xzW3FT0b/2gzZx
dVEy7HNWXGjgdTbWNsxsPD3oRK6HuLyuDsy2YifpObK/4LtdIGTTOQuLOOOi1NfFKVuxUxqkDpjn
ZbgMTFXfkCAJTmMIaPVVM7wVO7ElHavQYxY6GHU/yMXKYzjOxe7vT389tP4j+N+qneYgGkaShsOl
jxZWZdUkWJ7AmUahvIrDxiWUXLeatsqnKO4EgIBBdxlfWYAVzJ8yKhf/To7tjZ16K33i3JHRVmt7
Cfgin7UH5b+sfXjoBSgd7/yN9I2x2pzNpCJ+WIWaLulchvmSoGdpoZ7cTXQwO5sW6lAhOZyJKaQg
MOIWe+XIbd5xeLMHveVdeI5nWe9X2FrvyXydaoRtBVLtONJmXsfwTFTBMrnGkBxf2ezBtgKpqYxQ
/Yvx8LIofQYCXxWL606ErTyKt4zXLMSjUw5Wgui9y3qou/7+VrwRPW7VUX5Zx7FK6HhJ1wmnPQNL
+dLYZH6nnvbGYt2KoxatuUoiKI/LsRhk1nRVcat8wi5uFuydQPKNr7AVSVlC62B2yJfPXP9BOSfX
PaAZfx+efxL6/7FrbFVShWthu6269gLtSJFi4CE0Xl5rCQUMQfdo5KtPUtn2ZlqMy3tVu0MwOrln
lXO///4R3vp6myA8saUbJszSJXYAmQrxncvm+3WP3rzmls5z75duvJBwhkfUB5NcB1ZmWxmVaVb4
GkY9ohhnH8HiYON1YkEWbY7qKYZi0qcoYMQxeUIu9HukrjO5Y/8PP+ULibanFu9CoP/wBO3CnbA/
rhvqTXztRwnb5WVtXg3Qv3fzEyX9la/w1mWwLCc/9KIIzy51COjmPXPpOxfYN9beVj4lQzaXflHY
ehyUB0k95dHkv1w1Ilv0lE27tYgknq0GDRVS59GjwK+TfbCtfooMuOGVq7KXZa1+edOYPQ9Q07nu
k2/eSDR8GBZW2l4G71+Yiy+aBddpBNlWPcWGgNQySYNzMSzPaUQ+JYN9JxB9IwDaSqd0xSfvexKc
FWuGE1kRlkR1Le7dEMQ7UJjWj9cNz+YNRY3OV2sigzOomZm08h5060/XPZr++w7QIc9v4OsVnmXq
f5tO7wZYy76z1b+11jdvqCHzEvNJBGf0wPwOkuTr0sr3KApvPXtTIiKy5sorDIny9X3jaLyDJy7f
XzUoWwEV3n2sQ4oP3rj6UYsG3p9pdx0+iG31Uy08gU0j4+CcTu2DYsNpWK6jULOteAp4uNQJi0eL
WeeCxd8VD97roHpjwLfSqaqNxjrqInxshjp0Wv0kuINdt1C2JCjLaqG0YMGZC/vRl/VnUfl3wqW3
Pvbrz//njqsnCgJUi4/N1vBm1Omx7eLrLlf/tJr9z6Nb+GklunkdkeJ71S5n4fk7qaO3PvTmpQyc
p2MZYjxoZfeiz2enD9et7M0ryaQhDcLq153Efg7smi31dT1kbIt/oguIoa3GcLRGPfjSZpqV112S
t0optQxFDAMwd+mCsc6Em9fdWnTvmay8MdpbAtQaJXwarKGwjlQfC7KA+bYuV95ct8qooqATC1pN
z+kgX8yYvgg7X3fcb5VRg2immY2vb00j7/2kc+6D65b2VhblqiLtxgnLRA64LPZKgxgmk91Va3Cr
iypTZReFpuNLq2t9Ar2f7QbD3rtovzWbm7OyRJdBQFyIFz4dXsay3c/1cB00iW3lT0Ks2lR2tVAb
MpExF/2op/m6wHCrfzKackmUCyFJJVk/Dsd1clc+enNWejNLLUZiLhR+SJHJ5u7lqpncSp8SWrlU
zngw+miwwVa5G8R1cclW9xSDjQlX+GE9j/HIMsPbGZ2SoI9c98E3KeGZUCvjMDWXcTB3oSl/Nry5
TrHFtsKnPlptoqXxF7xAUGsFkNKyDHiw/rrZ3Eqf4HMxTjboystoi/XEFXM7Pl6bL9pqn2ZluzTu
bHUxpv7Wsvpnm0zXQf3ZVvlUEulKN/v1DCsSni10DDKqo+titq3YaW2qkZrErWfH6l3k5CfGivdy
Fm/sKVuzv0a4oIW0218Isy9yRdt75+Ir78jB5u0MOiGqqhroeejnuczj1iTA7ZvxOkNsuhU8yVFj
swrb8iJJ/I2At2ECc12ET7d6p7kkQRuqxKOSLMF8rLv5wHT6Xqtu/J85U7pFPE1d0AFkllaXpa6r
75ONgg9tNehnNabseM1GQLegJwFGaCRW5i/rtHwrjbujOrhKaAYa8b8jz5Y2gQzRwnxJK6fvojoJ
bmzcDO8s93/08/8/jQarkH8/PuljM89T6S8ge7tdMrvmwKpoOahyCXMaR2OumiqQWaj7/tPKxXqc
sIa/T2Tqv6LmoL5SnO9yBzN2ebRjwb/PLfInPGwLfwSjss/hoBPKPQ3idqd0xw9rF/urIgC6VVOx
YgATEON+RmVrB8M+m7WzpVddJuhWTLUwvcTRBHaqGNbMuPpo+/daMP9hKf/XoG/CZ7NGMKwIq+qi
CbbgXEP8tAOZcUhOBjKZOu/hDhPngWlAf4Pr1wn6WlLnhMg5H1MV7TsbIeUY94bsaClCk6Glo/vI
yjC4SDXqY6HGYGeBNTkm6FL/OjQiuUcDPJrUdZq2OxkumJjwNarxLAo/T4MsDgDrtnctRXnZ6W6+
Aa2wusimea848t97H90qvBI4mQy+7ioED1Hw1Iz9nNE+Ta4qb9KtpEt22pqmw2Rx96ud0kswXGdP
Q7eSLt2PY58qPBnmMfd8+mqvVE3TLeMqhW8J7gfoTpJc7dBv+iJIfJ1SnW7FXJWFmaSMib00c/uc
FhK+WvKdHeONidzirWxCaIkmwuJSm8lmvWjNEe491zXi062Uy9E58XVZl5eVNOxuTqoZAJUrXVfo
Vs0FmVKcyiLVF26Sex4EkJqUV8Ww9P8ZFgYzcyVgXBeIMH9I0n5aw+jKxb3ZLeoR9q9Ea33B0D8m
BBnNxM3XWeIiGfXv/d8ZXUXwMdIXhTtJtjjU3mplrkpA0K2GC7L3MCFuIufIkG+2R8YHfTJXbtBb
DZfqHVnU2pMzW/QXqqpLVF6nbINZwb8HRZdFZFWFq3zfduZu9vqmcYw/XhUrbLVbHVlKXoixgL64
uw+8GzPT1dfVaelWuzXIOY6SqFYXT4t5N9QeDHe1XnXdoVuZFvMqUvAvQyk11HKPHsgld85flSug
W5WWZ3CkI8jGXlxJ5n1FpcjQDfZ83ZhvMmFrX4t1xlt0Rtaqv4nFuu5cS6+rX9Ota99SiakcilCc
+zVq7hyqPqfApdfJ1+hWnOWKBaRp2Iyd22ge88rELBuKkVyVyaNbNZav2tBOAESeuzC1eReuu7kp
rtP10a0aa1FJFyZ8EWdSVSIzUfItrvs+v2pOt7CprgUrCC7A4qwJK+4lYd8I75vrVuNWjCX6sGxE
AFIDL8yzrNi0L+P1vVavNy4kWzGWKMoW6GnJz2iqjA5JxIoz5FnNrqrZeOW0bsL6pg6JnYuAn/t5
CHdhQ5eP6dymn/8+9P+0C/9HALvFTrF1bVhQlMm5TTqafEMnZ/I8lWmQFasOzz2sT3LOAI0bG2kf
I9/CnqkLl+eliManHkazv3oYQpSHKAbdU5YlO8Smmz4kVAYPEYLVA0y/gk+hS+1x5GuaDyBE36D/
APbYK7xp//4l3ghktvIvALQhnJE8PkeT/NqQ6jlEdHrdozcndkgwp6/BxpmU4XJeRTPniqfvhdJv
LZ/Nke1FCpJcM8dnEEsc+jIbvuaUt+GHUI/+upN7q/jqaQzrq3mIkU1Qy4sYxLJPyuK9vNnrOfof
y2er+KoCmA96GD+dNSriH2yj5huD3U3lzZB2LA/qFqQhHtHrAJJ0q/uKizGMxsbG55i5+h5cOnbX
VRxgkL9PN3/j67z+/H8qOCh+DmO1NvF5SkW6QwvLciwYsTtQZPTBI0z5+fe/849w4L/G7XVF/M8f
CsLV9mZCfYiWQzg+V5EwbV63PtyJsnV5BQp5trC4elYuDqIdHCMp+unCasAC6Vq4FaSvlXfaxtEN
tyb6ouNZfbR2SZ+gK+uqLGpGhvfRBZCFrBPKf3Cgfw1qn0RQFg+mJ+oIutf0sQTD5mbwbdFlgfL8
grTBp9VEal8VlT06NNS0ZSbYGB7TxS/HhhH/qWQVua1K3k9ZnDCTVaXuvigKS853BueNSdjseB4e
w6Vu5Hr2gwdJMfTzPtHsnWTpWzPM/j3wrB1b5C4sPxtsGkeACMwhdlG1d7atP3R6Me9UqP5xlviv
Gd4EKsXSmcanNY4G8ImDm9pNDQw/IMbIJtgm7SGg8l+AKmh+ojki3lta/A6pjbLQLWWmUQg5dsUi
3pElvLFB/j95W6ca4G+T8Iz5TP7UiZCHFsTkH3+fr/9W39Ktvm0YFlC5hjA6x2Wafk6Cfj4zw91t
ZJJq3ylVHaZaLOckEtN1Sbqt5K0NxoWPtonOBinAc4Th2sHXT14X1m/FbmHRLMXau+jcpFF71t6H
WavD9Pnvo/XGXGzVbkvFWbDEjJ39OnuftRVORTUJ+unvj2firUTg1lARSde61EhbnquAFyrKCwNG
aZtXASMRzVLANoIP6zTy7pdGLjX1mVnNjNZ6aiYCoI0WNJZttlrsSXUGSzhv+KNCgWss87YLh7GA
NzcXKB2tVbeENicJK6PPfQW8ZJT1M0p5f9TQpGrOkMoe1nvDbax+onvfIj0yK5gXhFm9OuPvqZ7K
fbuk9KhA8ib7LqiwYc3joE8Ona1iX6B58Wsvm/aIUvIttYuBHZ6HqfBY+zjII1fEO+AJwYMLC5wx
aY82rFNDRHxbgp33FOpARrtg1cWUDdIWB0B7/yhN1l/yFfNSDr3JmiDtv8hklveVKvmLS+fhoSl8
cCgSkLmnVTrzZ+mWtsrKmZfyoQXC4asTIiDHAm3J5UMydFgeWYdjyWGRa0Myy8LmIdW23XUuMBkI
IZjjxY5i1w6xw32LNbc61AXcgJs6s7x8ru0a3ab4DoAWF/2cl10od5xYk1szuKeknWERSNsmOdSY
zscAmJPxPi3lXOUy9vEDOOXygchEn8rBhSQbwKPO7Qoq7Wm1M62foTeGT3jh0q/EgOQmEsXpjjn6
KVI6+Ckj+ocvtjrXRref41SoKkNLTKBzaJjsDhLleOfqrtu1UT8cjFAdZAiaSCQ0E3Cz2rGrP9dd
SeFDURZw2myLlA6nqVhp8JCSGSrzYpya6WRaObNPTVU3yZ5UHr8/LPH8mguNvM3HhLtTo3l4gwmo
8Cm9gXr8pp4U4CT1hAxEn2lY2pnPUokJ9KvOpkuxD2VTmT4nvhT+NhT41YzpaszXVgWP2qkgykt0
9Rykqhz8XIcpGsiu76ZK3fS21MWDn4f2oLHeb8sFzoEDqztYwyV1svOdZlmMwNjvfOna+imxogwO
cdckwcGnlPGDiee0lbvarbiXZkjkVvWDT8gg7uJGNsVn3zQ8eKhEuPY8kwiOgtwX3jYWn6QpyREJ
LLr6XHuUM8488kN5oEs3tQc0cSr2fexHvT4S6eFNoqFLr7/ScbET3KkqRqcmo8iaj5mtx9HfUhqU
7HZGcUT/1KsK9W2oO/xThzGJn+CkEpBswWTEh0LHnh9Y16biNHnZitwHEiKnrA7g5JKP3ZKKO+mT
VL0kEH+2B0i5wYYRFX5ht7qKoAt/mqNePsGHAEgpqJn5dCiaOtK/AZrqUE/CBWFUDzXDQjyKYRz5
uapqA6ex2mnceWs1oNLaw+R0fLRiUHvTEonCYqOaMcm6dJr4l5IxVr80CywXn0TkYpyagcDrGQ1h
zU6rj5L5j6EFGdHxN+kGUPGZqBvmwB7YhYUxxU3Pi7r/zdLWsDsRGNu/2DadxQmiQE0+KRfVCGKq
LpkFVAGGRblIplp+xm/54bFu4jVIsokR4e91EnTDEaRFPuwj1wX+Y5lE83CXhFjXwN46kuwbypf6
CxhPQ4zbTllgHcOqIT3Wdkibu5Wpvjilxrjma7AK6u6WqO5UmI9tEwwqg1EU4zcJeu79r1aa14aJ
Cm0TRxMCxnEqZ7eoSw3ZX3jiRYroEULluVxv5tSNk8ptHFd61wdz9Lq7DiEZv/iVV/2hHpqa3VLs
Rku8r3Qlzdlq9Ax9GSPOQaHhPuU0836Skcog6IR0pMRe4W5mfCfz1KK5ptrLVHbxDZpm4/LFy6VL
zgXsGQ+6LeLyWE749wBhr5XcA3onmidJYZNUZia0tDol4bhMbhf7MShPaHrTsz+sqQDWeykxMfeE
R6hIweV0cPyIgwjC+DDVur+ZqmHyvxO4Y/ITrdCel2mQGlTWtbxtd3Vny/DX2o5kOLoQADWTtW0y
LhkvYrJTXaiJywNXNcP3iiZz8OhLbz3ss9Gsq8A6CoNGIVXCkcroytQEa7aGFQ6oNHZa/kA36UQ+
JE0YDmcPFM18jFyZiNvQhqP4aSoahp96YHX8wXDWy68sbCd655Ko6T9EBov0z0jJmNwUKCE2QVYT
GkY/AOTo2xNbIxJcOj/OPoshaW9+J+M4LkXGRhhTfkmo7sJDBe7hfGf7gM+3U8MQoGflqIT9PvSD
TO9FWHbFy4wXYSyyKJk6+UksWpKDkRPlB5oss7rVUMiTvGFLGBc7RyMG/BuZyNG2QxNfJlRS9Xfk
L2jZoD1nDE23k5qmuOsHOEyCn3BjC/QOf8hZu3t9ObollyDLLlNGPW2DZE95GNtbTWE9rfMVCIrx
1+qazn43Pjb9937VJMEVYTHLJ1EJW3xkFZQKv4dSs6XatYLwIT5wzZDT2Pd9HYpbUMxc+0QNCbri
5MBkE1OOfsa+OQ1FMzN1qlOpl98OemwcDzpmkdxDfpw6nYmS1/Gc8dXpmAP8i85XRCO0JuMtFY2W
mU9llOC0lbID75G3fRuHe9Smueh2BfNxFR2TYeyHl06DHBMfJ1D5QeFcIqi1vpkhbvol58OIgq1b
JDqdMrF4NfKM+5CIEX0uej7KUlSdPUr0BKpwp3kqiD8jRTywJzoCYDflbE558904P9R1xmxY6HNV
vFKU8kiHpVuzUkyJRXPOWK98J8beJ0WeouIWHI0n8PMBMY2Z+Aagw8WeEuLD8U8c1Dw5TlST+ljg
Tix28crbKe8SZxAwzborYn0Iq0SqEoWBkfs9N+O6HEs+WfpCZOG7/TyI6I9ZEx/+TtzI7KmeYRrS
04jmZa/9IyVzHGTchiY6wlpUiUuqaDDDTCwW83KK15CdBajOC87rydmDbMkYfPLMqnXPUyJjc1R0
tuR26cgY/hSOBqcoCiNzFPB3NXsQprt4zNMRTnF3ughCelfNC+A4OTJFFIqWZpKPyimPzmU3jg0U
/my5IUPr92oaQKmtB1D2RvSxH1OEUe03FCkhnsJXZp24aW06NWlW+DlN9oIJqG+yFWh+fzMhssSu
oY0eshQUxicBHZBvMkRVU+SPi+0p/RCufFbkwJKgmc+OV9o8kbADRg0YZ4pwDa9uCE5Ewnxa/FCE
Ne1J6OQciqi6KSiISthh0+plqlMAMZputXpnkoWKmzjsWoH/13nSZQSJJv3DLhINButYkOKMyJqz
r32Lk+sBQjNHP8h6DezN2AssQI4aOZLrvYl7d4QfdoNPImy0DifM32yfVh7Dc7Nz+hcKHzgMjVxP
ChZ/f5KkK4Yum0Y/1o8M3OnhNqmLxTww9N3ED8uMBOPzwiAFPUEr53SRjWURg8JasmU5wBagq36n
YUjiQ6n6QLxEQzJMz/EAsfGzVK6VPw0+K+IdmyRr8U32CWy7IVpdC/6wutRU6A0syz7ANwu4z4qg
1BD4d9GC97ftxjnMkTXUS1YFUaJuBHKsBzNXUN0AWFTrI7Vj0mGvmK15kHxQBBFlGcBpEaV1nTrI
FvajEDDwjXkAn8E80K4lz0PV6HraIzku4/pUlqY8ponAUd0nUqRF3qaeMARna5z8kmCOsSbnYz0F
93ycYn1D5zWuMgqc63F1kXlOjFMwJ7YJ7nGHylSRFtkUDIG7i0Tr6yKzRrjmnkpbVmE2cBjQ4nwm
Le0wcUSZ9Q7UzGKoclMvS4afEwh8yrgYnjocENj+IOaU7ZypTvsdW9q5/hXLhTzxNcLt3QH1dvEI
0/sVOxptV+SMIqI+YtWCwZkArTjddAJBdIZeqSW4D/tGoCAo0zhVtxyGdBFChrESwx4PLk8WzfTz
xyKp02m+a9Kwbh6nSi7JrhzKMnhCoKAD9ArapVcH4gKefBhSRCsH3/JBPLVpXUzHbkjkbSR69MWm
sToi5FIW7Q+BTd0RMmAWPqwIA92+plhX1b5FE23X3IxxFdcNIurXHFMRjuROD6YZ/3ST6ZMfE9r9
P0+cit+4nGIzO6SLA+x2pHIedjVwl78W2ATlGuWsQ9+BdyLzVkgV+RybDxuXvZnQRNIcowHZzOZG
wVS42eOCn1qxiwbmpo9FXaip36Eq2DdqR6JVMJDuh5YOj3HaTfQRhqrkRTeTgGRD4WYgcrZ4bcVn
3IzBtBhsDR87uCDBHzXJDWk5ASYJ6b0o3hWR70Gr6tP+rphZ8L1jvClqmL8TQ+WOjjUJk8wZqNG/
NmFEph1hsx8srLonOd4182RgGtJLRLIDSi5BSffdrGT9TehaTHuLNyL+IPAlhnPaJFNc5ig79DvT
1MuQRZ2oyswR/mqf5kFmpbju1uX4vWJxGB4X8eoKkyczaclnbLKOt7i7Ervs1wLWHFOWtnSO4qyp
wfI5clvExd0yt4ydJjhhDjD8BtajyHrlkPLvViTf42c4zNj21gHNSFNg7wacpDJgWdLaCscjcgRn
Xr46Z0aAAe3FNMQ7zxSju9YG84ueBDkmlEYPflgI2ZEZ/430MvvdoG24PvSmMXdYK/wSCZuiENIv
JO/Hmt04towfzcyr5yGJ7ZwB4JXiuoZkWp+FqFgsWQBkTZV+5FE0I9Pu69/MdGxCeheyh6ad12xW
KX8SI65YCEnAXQtxLTxq7LSQQ60RetQm+9ixFjv8LFd21pVrL3i7ujCvYOeCZGu63ljgHXLerz2i
72k8xUGPAGVuYTa9CJdDydseTT2qXRiv3aljsTwmSk5no7FBiXCs8tpV8V0YImETFrVBwAZxlohk
C+j9GuyTrg0zQOhsLiibcvjuVcdxjOqXbuywaQGltTMyCffgIXGECD7JmJi+tH1qcS2LEDj1uHKv
ZRfsC4M9Y6DJmtse7uCigp3mwpDwgCH2Z1aMPZYcxNfYKOSeIH9CMQZEHnobtLgxVf3NQuafMIjk
iBoVLmwuwefRlZ3zcO4kxl/RsMud7ZsLXOEpbgHR8KdpePipLrF9RJqML2XVTXkTtfwRFmLmk2FG
3sDwT56NaDz2k6bLGGl47kyo9otmIIiE3Kk9lMsIm4q0ISe00g67pTEI6WD40H8bFiOyWkLCa6BV
+IjOJRRUOFMHAePck60RBEL8Na9RHhMnQanDtXmB/uUIBRO/QPFQ1VmMreGoqpHD45WxvtjPMhIO
CKV4/hE1LQJgXG6jx8ZWGtf/ZK5/Q8AXnLqILB8idDYeK5WMFrL7FYOmdLxTpgn2JWvqn36cxGXg
vHtWc02x8qlGQp9PcVZgMRyaWIH9bOroFBvl9gA2Y6G3zp9K3S5rvqT9dHCksUUWNLL4rUqnH0zK
1NdqsjyjI3Fuz4qw+lx6OS8H60zHzzqo7EG7ng+7MCr9c6xU/VRHZfxdhrX+A08xAnsjjsAsFeLT
WhHC7uBXUDyMrZc3Ey1Sks1AK+zQeY0YYLFDddQoRHzvsQ82J74izbUzhZJHE0u47kV1GRT5quVy
kmmoin0VEDJlSWBNuKurKkZyqxuXFqkjM/idxfG1l6tcwpfOzTiXM10uwSWMkrX/TOMepP00Hone
l7jHdHvc1qMo69a0uGdrou5YyO0AA9GkRBLJLT+DYHEvHDXvO05AN8Pc4YqIa+WIfALOSbLvE9E+
g+QFqGU7wMrjj9TG1nmAGOpeGTpzyBp72Fkndu0eVYgQs1/NcF4GCtcpH4pG3aMiU9v7FeGv2ts+
Ug8RTX26WxV8ZPHpEV/kAkf9d87n5AZas+pAOWn/yD5oV+Q8J3mGvrRIMo9YNc6xOozKywAOWjmF
8PmBJRNeo2l8NdNKwhhd7mVLpvhA5zhpszZJU5BQu6R26CU0rLkpE5x+e+dY8wrGrjUiSBc/FbTp
+B1pe/ErSLQvcg57JdzxYKT7EtRRglWMCkCwhygDYUqCWa32pVj6b4jxui+wHpO/q6aFXU0oiKI5
nyKExsXgRyiSZ9wy82VMxwEvSxd81dU03GNTCL+3TTH9blEaepwEGtiyILBYk2Ra+7tpSvl5KlTx
k5d9/AMhW/LFBy7BnUz5kVwWELj/FBLxW0braDE7hTjpfly7Ys2jmaWXUHUUm3nf0Q+2R/SWBVj/
RbaOpbpQRCBF3hhPu4Ocu9UfVBeN1Q0PK3duwtcUSII/lmZ4hO8RdzokNcqmKHMGNX7yBU7RUblT
8QCxK4XQPc6HCT54930cWMAxkxpNUY/dnGBnExH2v8d1HST5OiOqO8ft3O8tAGt8twYzMq7g79h0
D5HB/3F0XsuR6loYfiKqSCLcEjrYbuftCTeUJ0lEITI8/fl87nbV7AnuBmmtP05v5AKS5G77WySo
Wilk/HLA911APNjNOBTtAmAoavSDmWzbpGG3W6hDDeeF0iZwvynZx0+Hu+l37ZBslR3hVAypT6PN
kE2mGI+Z62AbzVsT+MfvaSIMbLOj0c+tve1ePaqwf1q6Dc96iKbyfjYe458wfj1e9rUsP4Kj9JbM
Zp99WUmP/FsddVNfkHkdczpsQHunoMU6iCi/aX80SHKfMAB1j32IcyQvhFZDDmYRLGnHDiLvJKj8
fOF3xHcuMpfu7IVOUGV+MGi+J7s0Mt0ie+jzIEDnmio7VOwc6A6mbBp87yVed75Q/mxlklB1x5Pd
op9NNJcFHR7expWlSYfs7ldZrZ+lGMchMXsDnxEYPzrb/jABoOw7Q7g/rihhl7JeQ8BZqTJFK/CR
l94m9V15NLypNRyye+Vzk0EuvKm6ljESsbWbHPvq8tF9WvMK9N4wmNxiD3X8qbD7cb+Gda39axf7
4fdh1kv9HAYlNeBzfXS8ENxsgbkCHqg6H0IAssthbUuQ+nMb3Rdq23E3UE8CrB0si/PE7LVPbAnL
pNJo2eySFa5a1qww3tf96xY6ji9ykvU3v7RV/xJPjrJewt1x95QBXW9na+zJCa/30Hmel676rKeD
RVqUO3AmmSU13IrjO78bFTKBeJEYZe5MPUJgexi8+ebbvpjYaRd7y0pThk99ZS2/hmkuSYmqdZyz
4QGsYC/pG4qOVPMplsrLwmOuXB71fVFZFzAZDCxm+hTFqzoPWP7CpC6F9ftYwvAGIhEF590z+/Wr
PLH67fWD/boMsmUXGor2obfn1jyHyrOvQJDPqlm9J4dCxDvSyfhk9a7x9w1uEQI2dq3yzt24IZvs
yln+6ONmrxLb8ZZrG0yVn7rlJs+HS4r694lQ/Nw248CAr9eH3q98tvR160wmNiHtsxU6/TfTj26c
MfUOGv20nvuz2ZeaK3lmMUv62o1yDVAZJ612KKlYfNXfXCeqpmRksmwT32unV9WRaMDpsrZn7TTH
H+XN8ZE2ikTTx95dhimPYyynd8Jw9IPyRkwXouzGr1Aci2HNdg2JGskkSl9lW3DoJafhPK4udWBH
QQo66rUn8obaNevsoIzTVWImD8Y1gPPYg10nQQlikzj2yonq+V38KCJrSy0/Kn9vXl0v7BilvZwq
e9AhzYQbM4+9y1PgdnGVWDF9HGwOBMElUul2uh5dv5us07uKkqahRy9rDTIqYsT7+hrOXvAEbi2y
qvHkY1T4PCduGX4EkwteFbHmJmQ7FO2HtCaCgOstbhj1qvj/tVN+VWcCuvHrR0GIkKzxLE2yOt50
9rrusJN29Jp8E6L9UcxqOrnrzNKvxhaeZYmH13nQ+09hzwJ3dwuBkK4DI3c+lyUngRvRcf+sSDh/
b46jJmSq6OtXq6aF6dFEVJqwrK8kWWioiT0XhbWBjiKT7c+aql8v5cULu2TsCSxNoNL2Vy3NPmdg
+twD7gz+l0y93U9XWzbhp4xV3f07vH6tEtZL0AK713xIHV2t98XgVW7adX6HJrRQ1vFsAlnU50Fb
i2FCnuIH9OLTczGTDpYHXRlFWYlwasq2MK6PdCiMfN1wFyzpjs//HWZt+Ns74U5xR+VUF9E41Zl7
nptJmvauBRfDaMPW+MUsLOqpXHmmSGPbG3GvzKrGu70Mgx5CDZzhMsu43fKm2ptPA9idS12U31c/
WH4QS7r/2Vls7gDgeeq8fXsnngi/WoNhJDrVhfGfZlabK69WuWa755sm7QZMM2w3TeiRzeNZ47uj
/Sk4B61u+uuXTHtPIQfWx85HF3APgdXFP/ftcGDjBqZvDoyh/dv3w/57OJQrT6u9OO+VhB2TpXGu
KBeC+3l1CkouezGet6MomdAhY/5OwcBTIKPNQcLh9SHEcGDYewvaQkUA8LfgKHiP1vXJLYSftcKv
lwsDgk4qd1fMFGb6E+ttXG40fnZu3gXyuK+pT7xGxhseprUVZ2VHFOACyykB5kuJUkat7HbVfNEA
pGS5Xttw5IJjmivHpN38AdgBuJSSQsT6ZyTe7h9lIFWSxYKcmcpq+bfgQSk56pc60bIsPvbGbCGP
1xjqTFrDwsGzmukmrK381/oxQ7Ag4lyQ5+/DsoSyXG/91Bl90VNUv22WguTEuPTfxtXGZTweJQDm
5kMEm6i7K9rYed0tj5wOZdn50rs6d2y4soozhoPOYzL0IhXmmLjl3dHP3Wn1+Osde1KnsdRgfnHN
JdNC8iRdGKkTsHAvkzVcSpPNIGuvdR2ziRH1CPU+2MWtLzUj71Jv0+dS1SYrBiG4VaymTfrIPU5F
SYQdnJUsUr3E7mUNu+Uj3Oa5SSfa2RNcD+FtbcP+4u1F58PtlMETGxh8N6RZ2jViAAQopPdjbMrl
NLVSvqAciLIpCNds68X6bbbGPXOhnF9NaDVPLZUdKTCnvqiwsD5425Es2oTGJ6BhznkuBjtfRwAE
7kJ5bry55g0qC9aSiB60tG1L3sv26BjhdjwHwao+HcdgARSRZnUr58ehRYgWFcy9qQO1dXFHMAB7
kOVt9jo3ARLdWDkn0gC3wR8SWpbI/Y19L9tb87qgCslcDzuP2EJxaXWxXXwHMrbr9v2BZWM/bbwR
z4uwyksVNOLaNDo6TVZ7nEm+aB6mRsQ5Te6/O+xUKb8VY1A/FGUy65pSrl2Xe6bjLX6uK2F/rKV2
M4hJ+wlQt3nsy9b5zcPuZYevdOp5S1Fkm7ZhOaQrE+0pOym6o8iLeqk+PQlm6LW2vIylo7JQHiOn
uGV9InkqADTLT2cP2jO1oNFpibb267nw/4TY32aVH2SBy6yiqPlFheV0ApGGFi22LfOGcD6H0x5a
SVksv8iSA5qp5uNqtP+HgfuvkWvwilWUkl6s7Y9bBWe1gtO/29IOz9C+blZaW3yN4sF6HFfzGfS6
z2ujYFdkEdNgCbXHClJxW1ah/w6yMJ4Breo7m576E8I3w0W+V39df9IXcMjgpRmm9zFsyo/GDmhj
m5kBcMmMBfljdX1Pemf06jRlmB0DeMTJCuI2qdUQu4nWe5vsU2hnRef8xjU18nkuIjvioUW/ovYg
zDuco0OKkqVL4lUsa6pQTygue+TzmamRNZltks+bVf5wK2KyPtXaeRtRmKHdBX4uqTBLZ3Wo1juv
08xFWAcWfMyz2StbPrTz6HrWaQ+w94BKTZM8BC9AK5ZvyxFv3YWxbd/egFIrDVm1D378nxoX/7eo
d62ebLWFJtdOtA//yt07pjrZ1lr0mRqVcW9HTKTvZ1QaW9/xcWOZFi5KAmjuoVdPLtno3sMxtHXm
y6V1v+2ec5g7t3Za6EZvWpV5jbE1DVx7i8MtaTfGWf+L50GZv5G1BmZPur50BhSr/ALTBomOa0IC
8qzS2a8kmO7uxD/nqWGG9sNIPkJ/1k4+LF3xf0dclbvhNL2rdS7bZB2jwcqLxVR7CqgbMlr6E/Jl
bkRKVNEx9tpVn7upfTivwvKD5rGUhflgoeyZkRqOmzYtm2P/sMmnHl7iMlrVieQmx07jxvQ3QBUX
OUNd1P2/xSqm7r2vxN69OiTcD2lccvFv1F2sQ5WUvKzVgx5706axQ4Qkeyc0lp9wLXfdUzdNB5+0
PEBrk3oHsE6b1RmgGjwfycxdHHv+/oDnsJDfJ0vv0RPTll1+7Ks4+uSY6bj/KDvDw+S6UE9O7u2r
+wPiNXKea0AW+U+Rb/dvDhEbk6GGgrbMFmFHbLMahOGqh9nxUpCmw3pm9JlkPkbKeo9XnhICXv1a
GRthQhnWBdXNQlDgbM1lR6vYVIIbT2IhXTiNVDRvb5OCnMnKEdWTlYQasSl6Tj1tLbSvXdjzP2ft
UfDl8HnaFw9bo6isGYMC6QP3/jTkdPNa8/daWN36NwZSilyS4YaNtmh3Jqx0Sw3XOpgy11MJ+Tdu
vfzmVRaMOBkVXmRd216NUZtVPXKzu8ZFclRDxpOuf4t30ToX9D7Dfh0Ha2x1Fo5t1DyO27DF51BV
UW+uVBhJxiJKZY+f/jK3Ml1tD8em7GaYpqxtiXn9TwFteS8bHQC9ybYxnIOCwAYqwAkGdQ7xSHNF
PENauyg0bJ9PaElEgWCgTyxLbg+jQ9Jxe89OyrabdC5pYH/ELoQYT94SlAfyH6WBLO4xl0o9nLZy
AQObbRk0NwMf1vyGwOqObyMHlvhXOZMNMRmUzVraFxsrot8yK4Ro5eC2an72bHLbMnLywwm6jt1J
TdZEROfhWKAN55YvUzZXzhMWOKrWtHt8t+US9pk3TlFZv0IW7Kt+jGw3bO2MBAxz/AocGWyfTTir
GoZ7D5pfG4jAbE6l50l16qNyM306uuIwN3lAYJN5HOBs3YAH2vPx5d9+7Q/67iDgl8mk8KGSzYi8
RBtjYoUEPyEa0P0H3l+HOW9fEy1ZNO3DDWV0090cwWqmT9ylYUSz7SzYT3aPc4JPum36X7zMlX+z
J7c0iVm91T851aR4+2uaWdPFGSMyMKb4n1R2+bkw/2wTPJcS0ZhSmBm38tz78mhei2Dkuj5sqpQ4
TILqCrnVirc6KufiabWbZbpZPerUO8ISaPAqxqHN0E2LnLZzwWyymOiPiqs6TjavMryikrGCkdFM
1kfLma1zfv5mzsu2cxo83JGXO4F9zI+FD6DzKeQR9D9RfLl/jLcdEdACBCqw9hr5DwKSmp0DasM7
F8GA4MrRcfMa9WVMi9UW2EGQLY3tDlja/ea7QmQzP8WsF3sKMRqam9I0bJ52j/c372NI4MSbt6N3
U0MdvPhY9bR6eezY25iwPxxPu9broZMFD8ORVhX467OF6kWcoJhpIqm8XewMJJu5N66Zt7QomkJd
yC1TsJJqpyCGlwdHoXa3VyOt1f9mr4G9fdrUNzvZPrOQA44u+8fmOsvAcEwu4Y/FifV5WlGseTII
r7E3AfsJtKWpWzc02kSuzasEkFHxopchCHZMk0Mac48dmdaoABJxqJAYdx4A972oBShR31gNKehV
8zz6kQmeRqZdhhY1zRtsYdXe1XUZHtcAn/V11EfwW8SbrXIEG/Z3NwiXN8k3S7beanZCSdsANWho
D68DGoHwTwA2/6soeFsuW92tXYYXH2QwtBkFryHsu3+HKGF58Ut/B+Rvu4h2IWEvj2ttVfV9VSvN
tOG186ffx972aG9x/xMub/vTFmFbp3FfKD/Rs+/D6km8Chbq1XSNiyVKq6VSLRcH1SHAjPznzCQM
1cSXJZPysJpb30RB3sl2OYso3CryzldgCPvrRdZuDBuy98NPtU4Hvh/odO6KpZchUKhbf7jjov82
EIV/iPjVx9vhC/Nzt5C+v1R0/xT3w1BbhOju1hKfChjyIUc4efRZ3I0tg8nqqe5R7ERypV0JiHLC
d1RZrwH6DgxHRz38gpL70hl/wfVjsm16BtHfVA9lV0t7KGBiZOWlazmjgBO7F2s6qyKv5kIVdvEE
gIvfKEHvWo//KFOSTq6QsjBs2fEc11kn9tY5W/1gud9tXWjzwVsVrl8afACu1VBi+RQDYw8JX1wb
/h3jvv5VOto4PEPHrE4ETfbBPRoyrupyxJASxLUJ08Ny3AsCpWrE3wewMI26f1kC1wBuDkgVymfp
al++AlQFr0CwtfwTjOwU9lwt3zX5gS/YHLcudQLOB1xB88jZb82N9So5u178YpNhGoaLiPJgUzWy
09BYfnm/Nr3XfKv9vuO4lMoSl5UFLLzEEZDRKQyAR04ovMo5k/aKRKXdI/wjQho0PmFT2fub4Ve3
IaHzxOdcCv0u2secBHwiHzwpjfveboC727lx28PLasxjz3IiyT73USXxXB3t2qaKolTg2dWNEa4k
JJ+H+knttSp+NqKpxAOA0FJEadAXkZ8AIh0m90wQilskGY2fKGMarq0uPR8SejCcS3MVj3dTtK/v
/XgYCm+FO6okNi2sg4biPLf7LK9hy0l/WfZ5XCkERMAHwcE5dN/vIyW/yEft+k1zKyFq7/ydH0/2
AJXfxTFrP1/j3uefsazLkK1HyU8RlER8BnPRvcXbGr7bcRB/cw1Pckp/mW3927de8d+iK/66kzf8
jOwl1KcNBmtJVNFvMm8OoOPUYiwLfrucfZZK5piki9doDcSRL60azYePu9w6NeRrFH86xozw29GL
5WWQbnNvMeq8jn1k0KDUA99XU4gdjmGew8S2/GoEOA73kad+bjqjnn3TNfbT4qBDfWiKyXroWxQt
3Jzd/tjTpeyizq7q+tFMCk4F5Semn1Y1TS5CS+FFb6ZDwJY70nvv0M1dtTMF8rlrB5WubAlJzzK9
JKsI4svQoe9cOst8p8JmjJNGuuqpd4h/eRaciio7qkn/YDORCACMz9SlAXG6W902AyVbtOo06Jbq
SqV25G8cYp0bE03ibS5nVKSOH8Hu6BTZ8jh/yeXd52YcbfnSLtWg3yJKJavroBrzNfvzqiTH7gEv
7YsnXrdgKtFeuwj8zorpv52SsNgPtC9glW9sJLHOzeAuj77biZvsC3ONmRcQWsSW672iaNn8jGVr
HD+OxkVeGa5B27yXfWF3eSk3FDsOHAyI4FqM8tGmAumpduxOwDDUY32Sa9FGl65fRPmAiK8CIF7M
VPyDUqimHyZuev1e0FMsEgapiW/gaMdbASDrn9DATxHQ4zLzi+OkzXlAKK+4iOCYLrGelvXaoOx9
rWa3dk+92xdNBjW8y2fnKKC6lYUY87GFDCPkpHXYzRNPu/b6elgzj31fy2nCJcHNJ24Q3PwQXeki
VKx4q3BrizFIuuKYzM0jE769+PWhDgiWCS0nGPlxHrXVnho0PlezclQkFX6LJWVQnR5HepfvhohY
mE5r+RKHo76bFpeG19gKUANZO+qpAa5F5IKGzZuE/0r1bFEdaYbC874zUexBGlq+9q7+IY5/Vc9b
9L4eTXlrNtf8HLGcSLrFqfRKWdfX/TZNcYC+gqtjSiFiUf71u+1U9zPs0Jq3xhqvK0l7/DONDp9F
8RXHas3e/Lg3fflriIP+HG6TjT9p8jb7goRfDKd4PUIS7g6G5LT7QnnuwDILcJxCHWefUs3lbxQL
Eab+sjpdOpdTd0WGMLwabfmKeXP39zgTmqsrRQa2qudlPlAh8CZOrGqh/Q/pRJu2k3brnL/c+NAN
JvDuPWP18XVszdBkdd1S6FbU7OC/earnn/LYpxydF3YEPyj0kPdOy27vN627nFw59gyE1vYkzBKd
KlnVe7rMM7FUk8NhlWljT2dzjPoPE1adL6JeH4TvtCdce3O2Md49zBJcU+M5+LnGuuKB7GvCeI5e
Z/44tc9OVfTtuSn3+glqpL0oZ2ufjFV6OWeZC+e47ctpYBZKqviIL6Kv9mc+5WnOGQmbHjVJYE8p
Gy7qUq+Xp1nCF7z0XDYDXyB1w2/2Rk+NH/dzhqSCQNFNzohV/SFG0a3rcAAWPFbui3H04UT0cPPF
IX+I3t/c/6rBmRz/vOIicr8PQ1WSql+tzYM72uLNVUH0rUD5JlM8RsWSRBYkcYiBckyGtnL/bqij
jsSOl/WmhF4vjVcjgmkPCNpu+IINiAe/JyE8knz2g/fb03WgT5CreAegt5s2XTqy16/yQD/ROq7s
L3YhYo+RwCU1yZb+A98YY8A2FAiraseQrWv7jwXtu7xevW9NJ4E752lT+3TjD/mObItwDczwx1vQ
IGdJ62ionbRQs305BGqjXDa1pdMBvdxBMhB3RXSM8ipXa0t61q8L8vHxTdeDV4ApBcv+GkYdQMNB
OpxO6iG09kcEs+jCGfqs/4LFgw5fh+Xrrj/02XFFNJ0huvYt77gS7b+2PX/VEKB0qlOACTSGq+c1
Rzax5+5P4MKI1ThYjOhz63DalcRjh7viwNijz5vd+VZmYEfVK+QS3T2zFbNYJJB7hsGysmMrvisq
VQyIfRq2oxjFkbgPpxmGdOeCvnAMIsyaur5gwVz18sw+73/G/RhgOfIXtVFe7MuPAHHbnR1a5lmQ
KOXn/jFo55Fxcy4yRyOR/2aXtQUsaFtRHq4b0zIPbXQxPBPMbQzYKhWsj9BiDp1VGaaueU/aMNDD
89GtqgDM2xwD8j3KAkUH2to3JpVl5veWEktGo7t3ojJD627t2fjyMXbMf76vt4wDRb5TkMBoS7hb
yfhdHnFATRiUlErQaXMQACdyituQAI8ktDF0wcovOd+x82mzmORq9oU4cVWiVZDIhuC8aibpZFhr
lCfrjsL2tjCwBim36TY+kLZuqpODCGR/dmYzOpAm9Lucvs5hil2gJe0oEQ0qhhQviaNyeVRB8Lxu
+JOTPui34CluRXg8IeRT6xVdxFc0v81bdat4Vdu7JRSjf9llX7L72dvqn2NdOOqvi+WAzDqrBOpQ
EK5rYtdF9CPWkR88Uys7+rzUlnJxGulGZoGyqU2bt6IO0olDoUuHfsJmkhi0b+Zln7h7Ofplgwgr
JTHQ7tKRCwQyYi4m1Jzp7iG2fYhnMwhEtIDZ1n/8v4t/3XyG9dn2ood20Lq4OYPXFPnabfLDmzv1
iT0MuNtXYg2zYdgF8G3s+9H8ARvrd/ftGkL6AFMi20TOatBle2Y89TYbdLJgmXLBVdEAZDXqeMCi
cfzPxbTTn9oxLO1zF4XLX6n6+KSCY+wvk8e+kNAEup9CVJ8SdmaeH42e5vZ0LHs0vHbHXFuIXkpJ
E0Kh+kHlS9zVvy1I/PGxUzIac9+P93MQWuuerLpRVlJ9uQyYl1t52ouyxDxiW10abEH0B52Z/2qK
vnxQOoQBjZTLZhutJWKT45j208AosaW4ZOz+Hd6Wj96SoQ0KT+Rwlchm8YrLrPu2ePSsw/5ye06d
h6DcRi128wnJ637odSyfuq4Ld1pxA/Euevo22dHtqHpwBa7J2zpCTvyVdYjP6+hU+DZ8ybgg6OCQ
73wQ7fbkVuKAjrK248aD5DBJ1+txGUdRPDcH0sq3loX92efSRUOAry4rxLgdD25V1uEpgub+ybBF
rpvbcYqWCTrn45s9iXjACzigvI52bwHqn0s/qd1D8OBo82OMTZcNMD9/A2nvjCpkql2sZVXf1Dp2
77zNEJeicC8zLO9vU4rjbdtE8OB24/FrL6vmRC5P9RDaYUBlBJoG2AcEhuVQ/SbLoe/SxhU7pmux
PVgI88Z0HswG6yeH7y2GBlbTfg4fW5yh3BDcnY7VtTgTayDy0J36H3EZWNBpzfGBiHF7OmAfr/S3
4x1si7jMK+LU761Nl49Os7AZH4UF+hUa4llYxdwQhbmcT8ZxlzPSkeknujLraVUlDDtKzHuMpSbO
MbR1f5BG2SmOGdD6cbXeI7UOr3rvt0+SobcHB7PK8xZudzUP0plZybzZi+HussNhPiM+l3fRMgxX
bbmoq62aGZMIKjt3xPIbXAI3zqiqB1RhuMDczaGdJBY/EA73JMls8dfF2CLKoe5UXw8p7Iu7dvst
5BRGcNLqb1oiqrX4Rn6rpdT/uibAzLJN1vuGaugVT/36UC/bfPURgTx4XjX8qXfPugL2rVf+KDYb
xmp1i4I6fpDLl6JvLJwGJaGDzXNgLm6Wfsg4ySKAR6eTkGH2nsOZwkIiyBbAYxuam7iCm8RFjwtG
zkH/Si7QtiABiyyTsHq2L66LwFGsVpe7U7l+b5cWyBVwS8XZvgzqMqptYi0mNz0dKpa+xfPLrA9b
lyvVRnRKE+tI7ooA4U5lQzE5kNcwowEMjbyNlkGKMBS6Se3a+Rzr0LpSklDcFdEW/tgs3wOUi8QN
DmT6tVfWjGjDrj5WJ4R1mVf3AYJlvVrLMd9jhOmyIh6iXBISeNfPVplZFT3f0KKEgUb2lkxMvl/u
Q+fssbySh7mdMEh9huhrL9MRLxeWWe8zMv10Px5CvwAagr56I7M26Wmp1YdLA91i+xx5pXVGG1tj
TbDj04YJk1DJ4vh9ODjNKszg34KpG35JHDQvUOMYnleIyt5qljMtZBM3JI8R6uNhzgCw3DHdu/D4
4PlFtGJ09F8Bv1Vn7mLLf3vdWTlEADsrnPWjwzsHeTsX9sRUane3ca+FkwrPd96kJcwGNW+3d7us
exbpanNvbGH2XQ/hyWVDJDAiZlgbgv8pWgdnFx9qH6a0NrMsEzq0sEhHKxOEe4xZ7c6IgEBV9rfJ
mvvo5Nd78y0KfFBYILicfQitXLiM1TOaMFAdgALruvdxe9EeHCA9dBiHOKO7hMm/zvDczb+DLii/
488YIT3ClbArv771UrWv8bgH+qX1cREo1bffx46u1CTeSQxJ1ORHLDj4onHUNSiK3Kl+7GsPCRfC
snMjqupubgtgb6reNzjAbb8re9++x6E9nC24lzZn9q3fN4ZC9H+43DBjWA0MI01bwu29b62uf3ZR
YPAdTzMX4RxUJNMT1AExGXhu6qyIqy/VPiDSVbMLA41rO2OqWLIATAH50Nye/WoXny6ivMcRL0nm
Rh03LV9rwC2ysgIpuImUqbhOecq2DxuR2ZxAjeG/C6i9uQp7Q0xuRjZ0ZXXlaUUNga8dviG8ww/p
veg1GF7kcewX47T1ArusZlRNxvlHDWx7h0XdRs/fWugOY58FDFGWif8akFWZ7F/Wv9TxqER1/bm+
kcIyhfeQu5XAms9qeEGivqNuQltUJQw7XZGsmNIujILRzaihyAGDkZMMvZe2BNX/wtcGkYwSbMrt
0Uz/FXgwnW9EGcQvm7Mj1JCmnJsqCbwVDyBmlPkUtpNzbQekOlg+59O+SDxfyrTFnC72FN6ZRpIM
p2PdbXcO2QSMZpPTnadxc0hotfvjWQQM7XXcL0sWBs3xrQhUkbaKbNBzTSTMT6mD8S9DhbjsrFSn
QzR2jn1Gv7tH5Lwf3uL87TXuFTFHBffSAeW3eo38qYbFVch7XP9Btd2Uk0iKzBg8R9SJh3MPAG4l
kjQuLecOxcUKDjlZP6cYMx4Ac1j/Z9bWv7ZTaX0CMfjdZccBfY+5jKDSui2vq22Gm5BWh8gz1uah
thaeDUpyHtXOzxYLZlveKCApklIVHqZxjRPQr+2fH5RjjuNA8G+yxftK+nuZQHnDy6HefSOHqrjZ
iFcepdd3Z+C2Hj+S2U8T8IGfWHLp1f84O7PmxpHsCv8VR79jjH1xuOeBAEmRoqhdpdILQlVSYV8z
E9uv98fy2O6mp10ORszDVKiaYgFIZN57z/nOGgRc8zg0HcVaXtKKSXOrOc5Z3XyrM62+0wJXu3K8
bnnqUH/h/6QZtYQyUG2O1yWnU+m6wcZURXm/LKO1IejZofnQBJ8u/iQABot+EmMTVish6RDPKYM7
q/ezQxHP48tJEnM0mew/e549vJYppw/8VMtHbwjE4nKgdlhRwJZ7WmhzaPVK7DX0//cnkyG2F42H
IuwCfbiZRIWZRprL91S3rAcPqfUutvzqLjcX9c3qrdHCvOEWDW97Rg0ofemygvoqGAJQ1AksEAYv
QttT8cae4uGIkg/QHmivOg9tkdPMRhzhooxK/ObZH/DMrtlp5ttEqrxeCwLzHl2dbaLA3/ptUjbS
oilgEH3U8WLl71lsMGcyZlTiAb2THzpKw7Xdq3L5zKBtbYS0lX/rDwa6IqmV6tAn+C72pPfoL0LQ
plqnjt4hAZStl+/SBI1JQ1M4kUUUixwNTpaDZ9vivParR1ArgbEWc9rcoBTWns2WJvQmqO0u3TQe
E+ywQO+YbDATOR9tGrvNdu5wyqxSn/0bII9Z6S+F4brGtid8zAznkpsAUGMYlt5F9Vfjyp6UFu/F
PExBF7ZsA7DTZseI55CCb+wOqOxm8vCCHjsV7aR8cPD8pGqmBsUkvbGVZuX0A5DZTJteSmeneXNn
vlUM5ENZxsbwwCboyadx9JN0tzTmaN9DD1umVdFprFyKOevam3/Ky0U83yL98stDFWslwDIO0rk4
OqLLJwJnEWNsIHUgCZ/6zPYjre0GrdlYjttFiNBNglx6T29b/mrSzEqP5tTTx6+I80/jQipdDctR
2/hgTYDEHEoYcNZLzTwpeGI2WzS8Gcti/tKmdGCzm9YVFpqGuhuNtV6Bs5u3YpmpdxnLFs4NtBRz
DOnudGgjA0T5w8MkC8qgwkX8UsW63U5h7tiiv2GM5vu4TSqnT9CReajvVk5S98t1qwKrflh6lHe3
uqsj/g6xGy79neVTt6NydpzgSa/1Xq6mwVbTgW7b/O40AWKQFT4ZtWlS5pzBqo+Rs3Gg9hx3IFoJ
8wrQAtlHiCma+xgBDrYhwvDe3MnHn0GDcLJC5mfZQ8UZ5ZU5YbfnForHwCli2giajVnDc+xvHfPu
twTTyl51Nip9YwTh0NQVXaWAidk3lguN8R5SDdVmf5saMgtJsy5Wjt8jQRmli5sCA9/X2pI1dWJQ
3sxp6z+xKwRbu5VsTFnB3mv6YrugW6VGoAceUTHbX91St1p8DSC+VigZjDDvT6oY2o5VWPoUWlFG
z4T8gKbeuCVSdiHy0qFvGpd2hALJvCvKxLmW/dDsUbY1D0jpvxFxm2Hby8VXjo35Rphuvp4TlkZg
V8aj7rfyLiiK8mlSQ3wvAAc4ISpi/cbtPfz3uhBD/Fic2uehqw3JEHWLxk7D3LLZGGoGeLB0SfFq
B3E3voxx5rXbgDjjCVIJb3uwYH3Ctmcb9oBK04b+4I/omyN2jYFAi2aq023q8CbmRJ717cbNJzbW
IUavCMHAp83+szNajeZoXDGF9++5H3m5XibfCI5N7luAOSSy/qgo/bT5SIF9xJsMcot7RDNUzSEJ
MX1149VTlm/MdOm6rcPgmjfD5Gk3Je4VtFlYV99cteD17ZrsXZjI4NZIL6w7Pe4mzpduw31isGcF
X8EsMZU2Edi0m65QLOUpgNKzc2NvkTtmd/Qdxr4W7yNC+2yHtarUMLhNBAIZ+GkDcDc5WkUPSV25
r912fO9Gb0BugVTCph/R+frK6nVcb9iO++JqqGpeC0gshHm3kEWj7lw/yeW2d8zZe/JQux1MObfZ
ep4BgVzRPBoY3gtVyBBpi6zWiZOYy7qczax6MOkqUHQjcMJAgaijeS0qYsAPXY3VPBrSXHGOdhrD
WFWIAClyOAu0BzJiOTJ5OkOxdUEXIZzGahruat3jWxZ5q9VRGzeLs2k9Z2iR0RRiWWEgMylucuX+
sMqKLYUtxntRZiuu5JQVbz7dGufUpht4a7vBTmdvceIVul9XYUAtnPjGG7BWfO30APeOPjG4eBCO
buaHnkBFfTUrPEIhYohB3M0pE/6syoxHYWNgi3Axz1uJhapHoFr7p9BZNC00t/CdrZtJq7zQnJLa
REJMx2NDk0bziW7wsHgMic4oGPXYlN/iQmnfXBKns83Q2oqjEJy9aTUCeGBylvS8acRAiAKHgWF5
qpc8ecsLMfJ69Gr6jCiAXCg4RtbiPMfZMx3SvPRe5zG1nbAgVyDbKTDq69ycau1gt0UhtvJEINmi
sCzbFTDBZNoatD61T+DcQx6KLOlP+pwgT76XLLaRXJjBnFGfG8BB3zUnaNGuguOpi4c5iCuWkpIF
uAEV26n9MWR5V/2QlceEn8Z+Ue5mwAUcUeIJOE7al+kQBWZfI77z/R5Hx5KWWXI9p+IUcQzAy2N3
8GqnfQhqPbXT0KZ8GvalPY7eFievEhiYGuFsrWz0+itwA/UDk5TgoSe0+0mO7WSue25KFbEfT9WN
Jis1XtMzye9rQtW+LIM7lyEhzWO2sdxqjDcloJqrprXb66wu6L9S9jNwAUFh7CeeuzAtOv8lkz2O
E5sD6/eMdOF4bzWcLr7mAIFcnBGQNdHpzfP7TN+2I6djFO+IvUGoDYoj5rXTB7G3peHsxOsOqepN
UhjZ+4QZ6dHSZvuL5OzDgBy5Cy8lJ83svQKqMK/6VukgkDjp+o9MD8buMY+bEDEI7aaKfbT1g+sY
tsDazxXuNh9bxrSGsYaaH3mJfGho325MuejHGSjBDYNEByWIlkiYghCN4J7RanlGwJAjUC2SeHMS
VaH/ypHuUJ85WVgpR+3y2HDUahxNZEZ6Wb8l5al5uQz++E4bOn9M1VR+ThMzz5AVhmJOcgiKeIFV
V7Ru4g3JlkWNvzpuXxQ4su3gpe51FQOQsANTOwYJ245q6T1vE2MckdZqTOIqPvkYSN8zt+UixVHA
pcKiKWLvMLmoZvLAFPk6jTldhoVeFE+B0ozXOqgsSLOmMnZUsjnFepJP65EAbT2iT+8wf0LSzxax
aDmqHRpsWzu2nCjwDebpLeHLIDgwoayWtjIwQ1VSixnP9hltPJLFV4UATtB3ns7UbJl3DsZDIDid
vWxjSo8V7NvhvfPaEat9IYNxp4LZ2/QcPzdOn9e36KEA8SBzKfdNTt4KE77xWFbF6aQQp8e6yWME
NdJ69irNKPZ5WeHtVswojr7sgq2VB1rUO8H9rNvG3obBw3guLoI9tXD7IZmYXHn5JNy7uosDccOw
8jmhfFnnntlE3TzBlgq0lDcTAzOWdbfc8y2cG9Kmhx2NewHYdJSgwhAugGKp9vhWbc6ntbMTFHry
tgQyg2kNFG4CmsBHBxxnafWpQQy+bqau2GM4G8PFJU7aLUTyHemofPWzukf3h0kfnIAAKeL6XF4H
IN/KGGhKM2ro8bSSyVMceN7ltoTmsS5LJagX8IueKoPTAGdUPXZPF5VzFNuWwzfQUQDi3fgCpcIJ
Xav9qMzWOMoasB5vGIzG6VBt62BxnlSmi++kIPdMNGSw67PCemzQtoDwpahMWAoGGhvfQ8bhG+3W
0miK0ZhhLk9yRsdRA7eju4JqMF9bYho5c3ByW7HGDJt2oW1LBJV1H9MUrGgutU1B89Vd0hu0pP6+
GrqJP4NIXEK8nPXL1BntOobfckhb239vi1F8a8AUHWb3xKRxZ1RQDJKvsPMZCL4Yj+yFCxrEM+3k
aI+l+8DOOkSVQWcVFIbzSJWiHdxyVIfOSEsZ2dz9eo8A0Ni7NilwLH6QIg321JMMQAUvNfp6I5zY
k7ODXZbte9f3xlWb+lxWB03BOrFlflUBKb0uYjWerNxyvBoIe9sxD1ZRnEjzG8eD+UmPTUbd/tQ1
Pa2qpFtje3U34zjjx8zz4MokUgg/VFxy5AIh/VU4HZr9DvvQykFJvKVrynKMda+d1zbFanLlN0X3
5PfG+EIiQoJkrdYg4LWoBSaTBxOZAjcQqUy7GsTA8UdgFl44Cj5ASnQOvvFTJzGaHWcujZcq41qz
XVVSr48c5SS6M4dGQLygJC/TvruaS1HfOGkQr6Udy+spZ7COujfe252mP5N/DDll1jWsC82JBbcS
nf7RdpR3Y4kXxHCN9IFNvbh13bSLEtNtX/RClVdIFNwbBqliM5sT74CWPu8272QQ0Usr9rzYGNe4
aUamLVKbYS2rxYVayakjRl13GgexVhk/f9WN2fkyCqVttMnOb6iaMEsbqlx7FvLLpPEHYG1Qkj4K
LN/fltP7dvbM4pZazZgjP6umG0M1eDHVIvM1oAgD70tDnQZJC2bnCO8/g5hq70oTBNW8CcD050AW
Mvjc3/K8MdtDzqaW4kYanU6Ql4LEvlwBDePEvOo1z4mPesqhje454S/qAZFlZuccituKvmcOCQcK
o5UGfoXWE1oY2icUQdWdS53uwHGJU8mLtXLbRRxpe1NfULrIqrhlH8bdvGrcEo3lDeN1Eio3C4iR
5HOugB5v/AW124OGxKz5/L+ZqX+FZD2DMctkRITjEXnLae4YIKns8LNf9tFnLGMMJUaRZKmxRzb6
IYzeW8VIe9eXffgZy1jrfiJXe3NvK/eNR5XO5C+I6n9BSbbP4MWWlhRYjPBEM0ic0HmBj9V1WBXe
Yvthr+NvvexfcIZXR+biZuA7zb2mFVaIb2Jbe8bwC5j3X93WM7o6DI3KG+fW3PNgfu3EtK97/RcU
6b/46PPQ7kzYhleWtbHHnoodbytKeWEqz3lmt2agDCooYfaTnCmbF3cl9LG97Ik5z+xOtJi+U1+Y
+0SoW0rNLxw7fgG8/qtLcoZOn2M2ECSR3MpRwyifPGoFYvuLHpPzxG531NHpmFhUmir+Zsv5zeM1
c+Fnn61QJjxojCxP7SEIleyTxi7TLsyesM4WqGVhiTWZOOxT/AyRlZkW+B+/v/Bmni1SrAt+7uhg
KDjOYzArNgjPLgsNsM7WZdW1QDEyp91DZF41r1Y+/+Jqn16p/4SKbp2tyZ7DS0o93O5ddC9aWKJB
RLqEACoD3nthzsp5WrftOZhemp5fYhQ/rLa6xYcdXfQknmd1TzRmOF/V7b4M/Leib+7oIv247KPP
ooqSzpJF5RXERgOP1u01/uLL0n7Ok7qnTvUM87J5rwOi96c7Zy4uA8ubp9v8hxgDgH8ZLvVk3idk
Gka2cUpXobC77AH/mVnyh0/3WkPvTKFNLHvfukWp0u1Qu6oLb+XZ4kwFum7hq3HvjsO1MJKt3uT3
l93Ks5XJnVw6dslhX5tyTXzTV+HJC6/42cr0LeCL0hDDPiYKc43IyVl73WxeeMXPlicsMkgDCKf2
xpzHx36ivUBkQHbZrnme2l0AzugcC52wOHn0W+V+xrFz2Tc/z+zOAzQkYw+t10lRXQRaQ6FW2cUv
Xlt/sbkZZ2uz16o2rsxFQvT0JGJ4+nlxalx2S89ju/1ApAXE2Ip4GQ+jRHLo7eb9ogfxPLZbS4Rf
DEnf7ZGwYG8osbR3BjC1yz79dLX+sD7tZHLAf0ON5wUOoENLnvMpHy/bgn7mavzhw0nSXEynUO0+
NoyTFdCjkCjAWF321c9WqG8g41m8ptkn9eIDKRmODESay06158ndNfyp3Mj46hhxihVUlo2BwfjC
Dz9boqoUWaUGNrdML58g6zAHq9Wv4nudnxvxP9mg9eDP9xT7nG7NucOFwZ/8ZGr5trHVCxNcaHUt
OYswgZqTWNzbtd6yn5o+nEW9HBw/qJYNLI/kBTNpscsd8my8WATUmX0TnopMRuTiw5lQFyGfUyfa
fx8iM7iPezoN8DFQ8mj4evsZPahC4enMprPvZtD64/Ddm8DS4hxd0Yjx78Y6KG5LHeUoqsHpiBMm
23uAvFZpqu1KZT9mfXCbk1ClxuHLNKfTeloKGpSU2EvNr229Whuf/LouNtLVkzWSpmBT9MFpot3e
F1h71mWiDLTY6bAzEGc6yEPg1s/X0+Qlm6VxlHgmfOHKKvuxWWGp0z7AL3t0bZwB9Qkk5AEgDQIq
a9uibzjgAm5oAOZAfNPsNuji+BYW6VpPxPA1n03cpdKNZsJh13gprg2/f10Yle9sVd5q9cDgJ+20
J69vpvcp4GTg6tdVXUDxiVvvytCAIeFnBQjhZyfKMhUUUI1pQPyqiWllWDXiH3zSNeYoe0V755Al
CrFsc2205Y6GQf04+XG8dTTA4y4WgiPYOGyFM/LKARqjbd4NjnU3+M64oQCvMOx6E046zPhhHWty
beWjCt08KL/kGZK2TGpbA3nOXQFcDP7dkUFhHVVN/ryUlR9yOqvnzdJqV7BinlptHmlJYV/lvBkF
TCPnCLb1nY0DKkSQC2iqn+YrmA3ECBSpf4CIOaLwmA8aPld8h05oJHEc+tz9TrMcD26CO21jqK5X
rmVg8Ki9Ddo38UKHFynIwDSfvAU6xV7lBpCCShSkoQn4LAQqo2/cUTPdEFczPkDX7K99i3QASEJ2
B92amam0hLNru1ke4kAeGx7GExh47QcgErd+zykLhtHohNUwXynpHsakfh7lvDUKX9XrZsBYZgdu
+SBQSRxmR7/JoYCuBaTmMPUC7GIG2NIBxu81zjIZyk5/NlDjbHQI5DxoeVCFjl8Ve29hEO7haXB9
XNZ2siWsgLmvOM3UfS5oq34EhT9HlYcX3qPxt1PY0aLOxpyauH5FmsgCk1npn4u93EtJ7NRdkHgC
hLzo4ToZ0wHq4AxLu2YJu0ffRMHE0Gu6mclag0MzdwveVGZ1WDXlYO0TMkJebaVwoPa+/ggSxD04
Y4OJA25w9WWEtMNFsMeQwKtgfgQcdOPQUzKf40YRMtHsCsvVDxk43VfRCX2jzOCu0/L2ahmZzHlp
BEJq51poKoJp2IjTnB9robHunH6lbHrHPvq3rZ8lsIlgRcCq4JkOT7Yq/EfTfQGFaVON2V4W1jUM
uW9eMvhHIzchZ8melT0v7fK6ZGUJkiLLnC2xC2bYjPSrhy7dV7rFvLESM3gP8MIkfASI913Hy5ZN
N2TWwTG9PIlMNekbWNk3ThaYfgT3HVEgJLQ1ipZYi+q5PZ2s3tKUQBEIM4S7527zacS1xtCi6F6y
DLmBIep+neK1PQxL/FJm7smbtwzVrU3bbWNWzR79A2sD8HGgTv3DxkaxiWFhBbOI10xsX+HweMec
arwEGkUcdgESYZlcd5FGdxn9JdJl/jzotw6QkfU0zhoaiPYkLPN6TVv7OJGeU5xqa1/0XuQXPZwi
L+m5FynGxjnT64OYy1tETfENkRm3Gq/wtqb7alkawnj0S+S4jODdeB0Y4Nu/Gm57VRf9FQ+Ydptg
l9rEXgpwmuGOP6GRa/oKZYbTQTDDZMlyjrvlo60RpRXCKh4Rz5koOcfk1dCC8THXbfe1r5V2ozeo
TsNRySB4Q5igvmuAj3uIRnX3FPfqE9Ggdg13EJ3qzK1EXaz2iQYOcOaORp30lgcOFctGVmm7RMiv
kV8wofw+2D319OCSx6Zh/tEr3FezXb4xlJiJNB0KjIutuQ6WvovSoK+h5fd3csQEWUiS/CxbJmh8
+ok7YzduAJY9eKOdm1zpssu+IMeQzX7Q7GEOJerHQz4OgRdagfzaCzS4FhD3/VCNSBkL4c8M0Vz5
rtCehHUgFyQxtvMUWCchj8T8GTO0iUDL4OaDD43zBvyPAbYlFCC1roKh9bdL0SQHhlbgto1+jwc7
xdfe2XfIW6rIYtS70wKdcY/Zri0HkHc4V8kdPV/CoRZbjSMYJStlnD39YHTuetcaxPbuzWO0FhZT
n2yd1gOlFvRPQ1oaX3RuKZrKCqcbKJDGbp32GW7WoiK/6xsr8nPTey2HgClnp+v+sauWK1jY85Xt
oLuaiN7YdvmCwVizi/ekSN0qYohRI/azfoA08R+anmm1LLMPS2dMiqLRaF7VXOvXLaHqr8NJndDh
rY5KXsgwPprUy1ecacowzZTEcpPBHMlLY7jVFF52FVeQwTzpWzuA+k+444xdglITi6+XPntdO99q
eWVvTyMm1Nj2ZKwDEwMg8D8mfIAWb3M5LHe2vlB4WM6eF1oCrrKE/r9pRenlJIggqAk9ZuhdWOll
z5bVWOjgA4OBU9XW4holJ6gwQrHU/Yjh9KnJB3HwvaF+xqim1tKxkhckwS0HBLwIckMi03yF8mJq
9oVBAhMUxNQh6UswIlVpzTsoL5vV2FI8a4uNecZOtQjTwDqLO3IM3NmKxsa+GYEUr7Cr81Yby2db
xCMxEfF9h37ewDjWl1uTnZRzHZwgS/Ebip++nqx7jjmIhej46rs5yblzladdFrmpn2Lm/nDwlw1y
QjBt9l42dleEudk5uAoECqZflIp/0dzWz4o5bL4SwMNswYtBdb0CUMGVN0ERAXI3gWfP43hZZaef
9UTzFLZAyilnzw7DKVIJ7LO0X4GLXFTF6M6fLxXow6HKWyxvwjKX+S52pxIhlIynKrisq6uflXhl
UwSqx9O+rzOiUa77gIWxb/PEfLnsX3DWhClgGVlILq2955zE0l1wXbYEffziUTpdh39WzJxVeQHn
DStPhmWfKCxIO0tDwJzGAThDszWz4bIyWD9ryaAYV43jJDxPvt28uH09fUFn299edoXO6j3P6Hlc
XX3eq0kgQyRNcrzGAIfH75LPN4Kzgq/NU3hGiDz3Ra+RCaKor1IGfG1x0RNkBGfLmRmvZQ3YWelu
IHFKoRjihis5UVy0BozgbDWD8RsTe2TuwCDYQ7Zlgb7X5gbd1WXX52wNp4AXQJP6015fwLB1YyYP
wZAEv3gXndbR/35CjeBsBSMY61FCMh+0Klj3YdV50J0zSsILv/3Z+iX3OgZs0U97ibA2g42cNFGW
enNz4eefrd/E0+SCUEnfGxDnqRTwPRbc5OpX+cJ/dX3OVrBNdk+MLnjZlzqa/soXSIpI5xwvatQa
wdnSFSAydaNqxj1KVePOHIsmjpBkev6Fi+t88Zb4vpQJD8opY/VeA7IgjtHRHy56NP2zpeuPorWU
SMc9Zlhkdk3G9/b9Sl42nTX8s6VrmlYfVCNXh8iKoAGQZOgPYD+nz8u+/tnKLTvL7rEXTfuyGssI
WQ91juJ3ysueTf9s5Q6OK1tbWOM+XvzkMR8sNa+LonCq/3zv/+v36d+Sz+buP5ep+Pu/8+fvTTv3
eG/l2R///tRU/O/fT//Nf/+dP/8Xf99+Nsf36lOc/6U//Td87j9+b/Qu3//0h3WNjHC+V5/9/PAp
VCl/fj7f8PQ3/78//JfPn5/yNLefv//2vVG1PH1akjX1b//40e7j998Mk4Xwr3/8/H/88PQP+P23
Xf/e/a+//vku5O+/2f7fXBOTPfHYnu3qwWl8PX6efmL5f/NIrWA9Wa5Hm5w3HfFDMuUn3t+IUCd0
6L9+yHMsGnX6kRn8TXd8x4WoYduu53nWb//1rf50X/7nPv1Lraq7Jqul+P039+eB639esx7YAmgU
EKAc1zB1/s/ZigEowEIc9DrqQKWAc+2Fe5UgTLbCpZa7NEZKFzd0LaMEaI27oqgbU6LNkpw6ICD6
aQWlwknvPaOriifd0H0ZAaXv263BVTHDRDStc5K2y/aI9ijIiR6YEyZLI4XZJuiy1N3DtKm8PXZw
KwV8LHqre1NdZc8PMQxuRTgJfbR9Xhea/WKjUhIU6n4iYQO4leFvOU0aX/WpAoOAZ0GncO01nVxR
dyzjG5Uoe1wDHyVqOunLiZ6lKnUdPj22Q78HlAvQtjtlIEqAZ+sEd+n8nFb8JXAbC0oDPYC7tOoB
kyXrAJz0D2gAVrd2LZfkDwC10rXDYShaWjfKs4v7DvaO/WzGtqrWc9dJeXJDZY2mR4jWRt4b0K3p
h5FOZ3OOJxRwRVj0YEej8hKPRPHZeMqsknbSQEMki0wqnCO2mrpbxwrkzQqUIAzyPkvnW1HOz4i3
G3fVk+L47rfTcGvk+TBHJCZZNU5EDE3gkLTmw45H7boUxDCGOewleD3WADA8RuMNUBU+dxVh/Bra
sHcg5GxE5zoOFyPLiZYxFsrVbZLai7YGqgC7oYPpvjIpe28GYCtiV+DckuvWp3T8UVaeMp+Agvug
GqXf+uGsaAuv8SpCdI+pL+iodB7llxcHA9WWZRcbR/LaQziMZ3mVJHiwcehV/GqqNCtdl6InDWKC
6JLvHFknz9gcNHSlyFOR3HPMB8wA2c0LNU3ED4DsdBUSKuAO9L9K/+NkWDFpyGJLj0RDhM2B4WD9
kJL5U4YeBtDPyZ/nFxIM4dJ3MDKWqzwI5g6y8WQwwYUqAmDAqcyUn/pfE13XTk1uvdqSQOv2+0Dz
Jg/esMsjZqoBi/Q8INzc1IXPL6gs4nMzd0KsSTpOYjBs1jo9shA9TpEylpJHrIPjjlmz9B/m0fVu
LAJ9CEZvTBwVYIWJXyHIp1GoLDkWrUzwVLclyXQ07snG+KpALBNmg/nWXFEjAjDCC0RjcaJ6X0JS
wAAWixHWHurWkxCuif2+2rXV0L6buufkoWUk8ge0Rnp1DmFRbVgtIsaBzDkJOaPVPi8pvX0ylVsD
dcIgx2OeI+NeYaXFtCVmO76xwZA691lPnnSopRIIRwsoJcYzmvgWpps5BzGQDv47vFIFp8ACHwbp
pMlOy538H4wbfb4eY3C7UcmspN0MiLXnMLd4e9yMVCqYH/CKYQJuNacL6RDazwFiXrG2/LhPQsGg
gp6nsBA90y7yiwjX3fQ9NvU0idLeQbzfTbbEBK3kN0CGwQdHQGxbuj6MeFNzwlYx/Lk0w7XEaAC0
LeYX5F6xSVgOwtpQoMr86ma4lkC7ZgBWyPlw74B6DU00YkfBHE1GDO9Cp4XKV5Sn7n/OScTY1fzL
2tDtCX5dOVXaZZtSG3V7Aw0TsnJgt8SwTKlcjgD76HVnqmauopFEL1cWeeF15JiphvsWzE4FATuZ
4BpCNf9uQ/qqMIJDW6C9SW8jxOc3JlEDgIULDzdX0XSEbFbajXdSlZg9Xh0tA3CUuua3zqmaBe6n
bb16tK8MdODKJHXG6S3mQZ14sGOMGpiDVDEjhJ1BwVoVr8Kw1U0TE2/sGw+lmbkRIhX5IHQxnKLg
MuzS+VQgh6b3G5erxjaWKxXnHnFaDBxozuq+j918UbiwS7uKX7FdgHKsuWoUoLje8DlYDTDzEqej
CC1MmDsTrz28gYUMiJxganaqDCKaa8RpBsgifW5BVu9OHo50MfOjlXnDgdtFS1bq94WTjLe0uiIM
7YzXy6QAhmZfl3nX3RV+/VCCv76dK1Ktfe266dNHosJOO4J5jc/njmP2ArFIg67kD3fU5PgJEagX
J6fdmLSEm/H+b1AHWy2CfBqjY9uR9Muk0EZWl+K+jAJRwbWxxAt7HDaFMn7waj9/LrC1cmrM1sDW
H3CEhtgY1UeiY0GpzBfdcXboyTE8cPwjUMy9NZhFFYHzbVzGJ09qbtgPxMVasQndz4XEXxnFzdKh
eC2Ets2W/FtDjrEgDyLUlNyjGLE/W2PazLxMbqTna/vJEhKvASKyV9LOyZhMT33XAWASeC9cvPk3
g0xIHBCznyZhnOvMy+gmonCOlequ0t46FqNpYJskkUy3r9n2eMvBTx+qxLzFJuNvrKwC+mtgp1jb
A3hzcB3+fVC7nPeJvWdfSbVwcvR3UKlFiN+gyFei6TZJVl7H44mUhl/VGk4F2nxbZtV9KYuDNsxS
gxfhFB+qxyapVfn1klTTvVezo7gd9CI+6A7m0zFXmXqqhsaNYFdqV2QoPUM+A7fnY1cEl+cekI2Y
Ycq7aEtyX7LSOr++LXT7Pq2DbMtReXa2QdFvTWT+V7Rdn7uqLCN69PNtVqZZVOQKJ3z8hA82uCJF
6IZEaPtRYHn3CZU37g2FTWR0rPupJ2a18sf6zTF7fnfV+XexxnbCtGkOqYAAHJj9UYJoL8MiyCwR
OXUtH4exrX9gg22IkGyMbQEgfYOY2b2RAE5u9V58mHli7To8YQ0BFSckAixBlh4j5nTqPkVj3Aoz
N3OSb3Cg6HPSPGKCA6E94XipBNTPOVDZHZwLQvgysxyOTZd6uAXQ+7aBxPTvZ+Nd0cIFtdL0qZ/S
L2R9aPcGR9WQiOx+nWXtl1hBNCpHXFKlfNOtjiON6zr2o5bozZOrOdYm7grrwzPi51yvlucSu+tK
123OLwsJjPMIP9HOhjWIrK014BMmiKq4SlrrDXiyucIl/aE0EuQ8fdWZursGZqERNVqy6w2lGzkz
Ge2w2A6kYRc7FKJ8f/LP4qw5FN3oHMulrkKT5Gikxqzm1AnyrVdY1k7awU4rXMi97F0NUSuk+MF2
KwWdcXwpGwQR5Z1yE/PDscAcj8vrbKY/MkW2OhFu8xNSjPwtkZ0Rq13q5ERdZU5HyATRe625hc8v
6h3IF0cRpNMJE7+IgInwLQaJrd+ZBgOTG9NQg5/gASVs9EcHLxbFslkQDBqNcSe5R8oW4qEnRgaY
BGIevAvw9AJi2jrNLD1iTvtRrsnpMyHIEk2Q1/Wx6/00+A/mzmw5bhyLtl/EDhIASfCVOUuWPMjy
9MJwyTbneebX30VXxw1nSlcZ7qfb0UNFVLWRIEEA55x91gZJSKejy/GaGm35NOgGhtSu7GYYdVvu
BDSt3dsL4L+ARuk4z28I8vop9IGYWuDLtcau+D1psK5+kPFkTF/tPA/dcTfCqa7kjTMv9LcdkBWV
lvrY0KIjqnfayc0pfROCWiqKd1oApG7fDakn0uR7UDchFZk2GIJf9Da6VI1BoPKTWlxZvylak3wc
BJqFVkEHAz2kAhSse1k5HzDe5LpsNmm2d7D4/N2FZ2vzvjESQz4mNBx+kVJUtHqLyDI/V3GkoM38
DuX+Kpq9i5+asi1/dZex6ll4+7b6WTx0zc+f3d336vKf/P8xqnXIMPy/o9q779n3uY2/n0W26//l
38jWsrz/gIIjcLUEd0Vz1cT+G9l63n+IXJWHiMYUnvAcosr/hrZEto4gp+pq3gtRsU1+7L+hrfkf
TV8jRk58cY6ntObv/UVsuyYK/4hstUskZlIxE4r/dfkjz0sBFAyx9R6q9qD6pTpqOw5xZHfiDb1+
yZVM7ktDrbdlxc+3hLzMqxS1Khy8XukphbB+JHD7Yk2muVs7Xq6kzdZw/HJSZBNMadvS8uSlWjjC
Onny0rA9mGrxtq2BjkIPcbVzDbfdl9YgPhhLX78hy1Z9QfaTPv7x/v+bP/gzX/BbqPVsfFdoAARK
IVm5SBdAZrVFNZrtgY6T6YEu6XY/zBZRfSqDRzy8kgNRSfI0pCK5cWFT3wIQ4monlvLfFNNZhuns
l6yptue/xFuXnWfRgX7xemvaAXuDHueDY+FRCAen6t5rB1+TiuroCfcCQOyzU0W3EcYC995Y5HdF
EEXs5GZPDDrTgAtRr/uIf2mxJQSotmY3lp9mO3WPw0hw+/qTW3/Oxc8lVwNkzRX8YH7v+Wqk1ypL
k2npiPHpj5OEz7B7NIbDtOG7NyUq54+vD/jCmnRdW0plWcKV4lLiDPmAZm44YYee0ARCog53YaAc
sNmddeVd/JYdX05O28LTSpKzMi/X/7yyis2+YVWYQBZpMisS2vHNAWMFWeZfyGIVIIo0YCDpWTkW
Ns1CI6/sVnOoRXLtEhopDQFG18BOccLPxCBQUK3AAmsQDZnyLdlhlpyk3R5yyyJ3Jk2cBbi3OEAp
l6TcJAbp0u38t8/QFfTB2mwhTM5z1PlLK/BRQusbtIcUmxxfGnLYANKPNwEh8pWU7JraPX+EDOVI
14RVqDXsh/OhWjDaUZ+WrI94MO57ePgmLdgxF+521cA6NmmAAj7KX08QuJfDe5OkG9nHz0eFrhrb
kYZxQBaFwnKGL67rtu1GWX28f32o9VmdTdBzHfYtdmKLPnRvPSz+LGIXTUyjbDc0h3kyyc9Ptre1
IBtfeWMvjeJwvIBUck0kqxcZdIQDkEwKXR+KuBIfvcDWx2BkmlfelvXCOEzEM0mbSumBRDmfDV2Z
NJzWZn3QlGOSk2yM9McMhGz0I9kM3+hkrMg80a+7HXnyzUaSTgD+WmpkTbNQOr1LkIxGPi45ECBp
xaqraz/x2QawHqMuqFuEaJyl9jqFP1QD3jygIinBX/VGXe1s7RanamzVPwn2UsRgA9rMCIdf6Rjh
Nh9AVfJU3WOqxYjatLdu6PtWNxB96ttVgHCl/ny5HWrTdFxPmzbOoEgQ7fXH//HjuOzj/4N854C/
vAl8pf0A+faNHvnUu0UYV5b5s2NrHU5zIZGWIj9hay4dfw7n9Z2VN6ZdHMYy3uFzaW+ofTyqIf/U
pPMefjxd1Ao2OIHYvlmsW/hD719f/pdv4/cvcCWfgPY02/HF26AXNDbr2ikOAz2fQHDn/EBXuENp
s7UOrw/1wrPlkOEbE8DluE1dlNjaDPMSW+j8EGPz4UB49qMVOA3I+FbUmDG8PtrlOaxNGsK5svFY
7ZUZtP6aP95k2QyFi3NgdrAg6ba+WjuEu97CpKIk1H2HSYE+mq0jJfCNavgfBvdMLpKcPq7tXcpJ
tJ6GnixzdiCNDE85rmZM311smUUunR1YmRbcZG99H53FM7evT/xyx2biLseqUOvaEox/PvFwDtRg
WnWGxhTKpIUmEWc3Y3hbhV7Olx7Pn+JENFeW0bNBBXopRFCCgxb1p7xYRoVFwFjTB3BIRmuAWNOY
+4VlxZdT/CShQeqcFoR59/pMn71iBnVNTfnK9RSyzouPNaCf2UojUxwmIMlvGshsx8buxXG2XZrz
c20dEriST8Ba8r/qz3I1W5dclzHbmMs1z71YyiMuqdjEaXFIpygkDrSLN3bXiL8Skvwehe5/yR8P
jl3bl40VCF5nDIIBm2jU5yiFcYIyJN0hrz/F33/Mnycgk1Ha4V9EP1xbL5UNrV4SwttE4lIc1PtR
gzaDI4GveVgigFN2a9702Twd57mocJU1rNtWZD1Aos485GaX3btuQGHq9V/1bF+yPZwfCCeoTTpE
Yxer2JiRumGiKw5NXrdsj2W4pca3nVKzPr0+0ro0z6a/3n3Z7Dn7TYvPZV1lf2wUDVhd5FmRwKXV
LW8zcvMnuiiviV6ebX6OuV565bpuhGNd9vfEOVEfVUVxkDV2xK0Xr7wZ3CsbADTHDjHv/i9n5Viu
JOxj/yMIttXFt8F9h9z0orJD5VrpkeyFu52rpfjbfY5RqBNzVzOli+bzInpIhiLsMQzIDvhZ4y2E
T9mbGqaGCejaiW+cNmxuVCjwIoJQk17Z59Y/++y9MTabDTGf9ghyL++IXKuHcURHd7Dhk9VQjlyR
bBNM4PwAW/cTvgyktiNKNRtyiOHqLVLl715/yM9f6nqSrRsfW7atL2UXnWoXNh0rOyDa1e81hc1N
FVD/aDTe4dSHxJUOq2e7LFN2uSpAqQaIxls9X6px5aBx1mV2yONh3AeCmhBAEedBp1a2xzDGO05N
dK1N/NmX+HtQFxDJmq9Q6mKvU26DZ4vRZXhW4dWGuBNrzJWAam9kadRXnqi1/mmXb5VN9f+OdnEd
l3xEDqWW7AAhB0PFaWmtH73VpJvOqKpPoLdzNJQ4tH/lAtzMm9EB5klDQnRNBPf81dI+KRVaBpO/
oEXg/FEPUS4MrgwjDT8k+lL4ifZMCQwDumhnpOWVPfjZHkRdndDAYSkTbnGgXYwmzXmGjjkegrh3
94WbuoceEcGVL+ZZdECxHNwBqSAkH2RKzIuwCk48bCplDAdUykCOIzJpe1XNwz+T5jIO49xNSUHY
tHJkPayr7Yh3JtzXIrhVrQLFiZckJERJUxFnXkr48Prn9PwpEMxyrK4gHzaTy+UNULQBQ9nmB5Hx
qHVLM82QjMaVk+XZR0QsC7aIi69FSkCsib4/93tVa6QWlCMPnXbg+pcVng6LmLdqdutN1zifLKO3
roz5bGaQgEhKKchtNmHFZeMoroGwiKq4P2hu8l9iOrzuW5da6l8+v3UU5XIvsehn4VM9n1naglU0
xNwfAhibJ9sNgr1TKOfK3ef587PWSw+7PmlRx1IX5yU7AWxHKMAHB4HrxpBZTSQ3i/vGZsvndtG9
Xeo0/9ulwf5umuu+x18ocXkdCDhfKqMka9RZZG/yrJhRIljLlQ/khddE1CwksijAQEQN5w8QXL1h
8O/uUJnOAgAJ6hFwtMT98Pp7erajssHhcuSwDvkOadQ8HwZbpC5qyqHgLqCNLSoEhCGeDSoRG/v9
60M9n5EwCS0lc9GOIOA+H0pPoN9E4NaHucWkFI6ss3NK4+l/GMRzSagjpGLnvpgPRjSZDgunPlAJ
0js907fohcFwJTR/aSpsD1z5PTL4nnOxR452EeF0O9aH3INbFWmSvRPx5pVA5vm7kRQO1sjNpJ7N
V3T+wKLEHuqxJQGADFTfklQH+U/kdk8jb31lGTyfkNSa2JAyBB5D1mVqzTIkHGNdlIfYaubbjG6D
jxAHr4Fv1sdydqCulQvCMuJ7xeO7PFoieo5IpLnDAcB2fiQrYzylUOVp1g7HD7Eu5ivbw7OgjH5s
l70VHKx0LIKK8wfohgHlUTqg+IaguzVB436wywATdYCFALAn7d3g0gMMOsr7K9ej5+/ubOhnUZmY
7WJOsvEQtcDB5yxAoT0rrCTbKdu+vuSfP1UbzSAXX2GRNn+2GB07RRwYrjsFjkO4V+UW1MV++mkV
izqOXjiYV/b257uubcFXA8xhWuy7lwG2MZZirrOuI3myODdOYyXap7PR3ckQ9H0Sm/kbnK/j3evT
lPqFZ4pocP3iCBGRY66L+I/oiBbFwhQ4HR8EWyY+j2mjYX+LtPtR0x2L2we+7SlSH1yhd4kxiS81
zns/VSXjf+DNy8F30bUqFCqjwtivSFAMqjoJya2xVMGZFsN8T/yMoCKfYW/szCwSESpJZUCsHlfH
aBtrx9tKcnfZmJ2KrU0D5LDc9DqlE3Wy013aW/AOq9xwPyV9ghQttD+bQYuOymuzAaCuNvZxE2Ll
oFVGXGvHo4mxR4q8a+cNSn5MdbUgUCiXON+ARYZcF1dkKH3EbKLflDBMAx8fyFGtbcC2daxLbkob
eFXxO9Wa/YdeSZC4hrkUTy3o7JM3kIDYLF7TJrfTYPf5+zosTAy6nHGcgMM5+l1J8NbjcmuH7xRA
XoDRvdlL5D1498VIn8OdNWAXMc6kcX1UNZ7lL8PQQJGlL/0+wx3c85m2zPdBFgcHPGVkHfur1xu8
7zHO6GA1VdZuHRf10Zs1F4ZFlbTm6JiBVq/umkEFONt6uHFzANX6O3xPcKg5zpJZ4w9hZUc71YIX
98Om02ozqjD72quiu62hN4uDQp66HMPFbd4uyNHbfY+kBOGsWNRHNxL4aUs9pZ9k0hvfjTqTPyWZ
jPxgEZ6d5gCD+8OSyQk/AIpiIw2rRfWY0SHl+Kq2i2wnYrykEbWA7qIFLnK+GME057/ospMq2Ih4
6TE+iukot7tyrL+blbei+mVv6CcnsSgxTpUl972b5fWhA/9tvnHQ/rgnvlmv28wEq90mbwaPskIy
pNZNt8SePtJzWDY/sKCsMVqWnaEOKN0UvZujk8ltOHXd2yaHrrxP81TcLamkST9NsPr2WwslwZG2
wjx4gxQxG7ZlXJnp1gKwP/kxBVDtd1YPqh+VL418E219D2Zix70/01/4Hodwq/NFAqSHJuZ4/iLm
FJ5TiHH6vcIW5WHGIGTZxaKNDdZ/PjyEbBSR7+TpFKB96rpx76QZ8DdRxevDjTktN4MGmw+IOGx+
hIFnfKuwgvoRZQUc9SB4JEjAXnXSCepaS+4cNaQQp8doed/rguWFYkaXvjKRJIFtBzeu3JT20rzs
5THI7PrRakbMOmVvt7kfz7Hzobc4tsltWMFB2e607A1z9PCejDQxFIfO7PqSWtlDkwLM5ZnN1ZsF
ZGq6GzFmmHfcGQIw94j4si1Gwe2yscxsOqVcYBy/M/E3RrQ7hwZl2xJxbYgg57ZNZPKRlZa8S0ME
sViu2j32p0NJzqEkivieNklQbGXLqtoADLe+TSXNsj5mc/M7FKG4zMytmTgbyx1jtiaIqrdIUYd5
FXwh0kS5iihpsgCL4yQc4peB91BS7b0otR8jITq5NRGgfmnRvD21i0CB5JqNOqkw72tkVrjzboMy
hylBu31EEqJRwcHVyLVYCTOOKLUj5rfdhDvWYWUiTFvLdNNjXRdp8ZA5y9hsaxHjJjIPHa1MmP56
zoEmLadBmJTPzi4pkdg/OCNcdD91sejduri5I0ZbGuuxdOO6941RVhIvs9zD/cDGhdIbcLf2F5QQ
7bZ1SRTxdKfFJOLqF1Js6K7uWL7C3aYSoJ1Pti+wb/heZ/rZqIV+FqXRPUnOqFUKaLv/uHHqjb43
OQsU5LzGmC0Zms9qUbjJwXNIEUJN04Rs05H5zxVXK/gkQjrLPd4mIlB76bZpJZOcoqrdPMXMAtvc
Bbou2tmchE4/z3a2S70awVUdJ22NKTu47RmdF7wMll6xHSJzdQGUuLBskgiPNEziCnxo0COYX7Ju
GOV9bE1puKVpNFTbyB0cd5cM5FC2U9/yQzHDq2iqg8DxroqGHMO71a6rw4nUwZEEd1jMwgCUU6CR
zu2oC05hkBocYUIntXM3xVA8Cx8uu9hHS4RFmAksWh6bMAIhUmKchtnUCNCVpk824o3Ep2zxXWjv
fEJ0G914lWl9cKzZfVoyvNLxaMEOyDdR0qf7sY06LOQKy20fcwfni48SV7J5pyUNMJwDrf6VI8v9
xM4uzQ122z2akngaPrSE2s0m6doAlThWO8M2EdywN2QxrDdr//2wGfMoTDfNxNayCUMsIah0T+xx
edyJXyqko2srQy89tSmH2q4ysZTce5ACGj/2BuzqwxD3kh3m1ShoPQf+Pn3UaY+CCoz5LX6snJTT
hAmVX+Mf809lJ+gcrZSd7p3ZmeZnct9gP7wso415Sstc3uL8XiRH17KLfl9xyg/bfmileSfxh0Km
iAMIXjaFpBNdUHkRV7LBL9yz1pqNoKqwFsWEOL/vWLLGEXEaairP9CPYOrQe6rZjHZPYOyi10Ksd
ZX/ZdkymnzoVfQE2OURFdfSyNDblJRuU4SVHOAPuricBuLGRbV65Qz4LOKi3rqIoNE6kmfSzq7kd
AQEXbns0i9FaLZrG5sg/LIor4/wOYM9iDop7CpAQ91RP0Tx/EXXWQQM8PMubo4xrXDTbMc++ZGkx
3DYpPQWbhK0QgEeK+bnpEA0fJ6BF0x79zvSxhwcRbSYvXD7ABmT3KhazcHZBrMvwKHMjz9/NtTFj
25WVTbtJoCl8L6J1J3395vs8V7aWlc1VD6a0opx2EceUcjASe0rqY2fYzYOasfNasVw2XOcyFze2
FiG4cS9CNoIcvE32UTdMn2y2FGPrDMbYcXHkz+VqgeTXr/MEV7grP/EiCPEskyKfTcKQlCGpSvci
VzoZY+WAkpYnB/fq9iCSbAalEZY/nV6GP2SYkGGKigQ9tBRelW5xrARaX0/VjG2ylYy44enSwOlF
iOC9iqDf4hvboh/nW7/a1/r7y/ljUfz+taSSpUUambr/ZaW5n8HO4wSqTjP78h3XBpqrUI9io1LV
ygpwayOr7VMq7DzOo2blznHXOIliHD9i5CXdrZoqLvEFFY3Zj9HZWTuaSfQd1heht40lsv4N7mnu
Pw3U/2KfQ5p7C8elQmeLqdzf8cjcf6ezVsw8KvieUBfrwwNEXWJkpk4dNrQH26FzF56W3L/+ji/C
r9+jUMRmIaJbdEkQn29HNv6Lkaor5wTXv7tV41huXJAmJ+2N18QILwxFTGsjASAb4aDQOB9qMOh+
wc3UOdFfEAMQ0pJkLy4QrHU8pP5+XuTYhOmR5UWpcqnMGurBwrc6d05kIAQgDPwLjbnhFIbhfuUz
eXFezAoFkyOooq5//48IFpgMmyr2hCctpoZAZjK3WOuVPud2dCVL+cIHuTYtUt5zJWWDSxViVctG
LLWrTn2AddoStNbRioUx050TRnuMGJMrc7tItqzLw6ZdkYPDQaXFoXU+N+6XqWuQszoBGcHIBZvy
tH00KIa3XfJrnNihPMxPr2yNLw9q8wlQM0WFdrHtjI2nMaBPaQYxdXSLWfkAYkx6uyQanV0fGgSN
8LlGOmwwOXn9c7g4wX7Pl0VKVskm0Qga53y+3mK1M+YjGPjS3Ld1urY5ZLgeX5ng8xWzZoCdVemr
SGVpcT7KMBiui0R3ORXBGka4tfl1zWiBWfGufd/PJyTZCdWqOkagyEs8HypUVYGLpjEhDCUboRLV
7HU3fH79qb0wH1yHyGe7wlylzBfzmWFlVfTadKcurYp7TI4FmeDKe9t28ho/+VJMwBuSrqbIjRSE
QiVDnk8IC7C0mivdn4aki25wKLRuiqxW35qyo70HROw7dw5xuHAHkFUwSo6Z8vqPoNz7Uzc53ZHy
qf3XHwnPViODRhbDrecy3Y730TJYtFGesNAzNjnAnC+FY/R3lZ3R6LEAR0QAkN1mqbb/eiFR1aNW
4njrD5CXRfgQrxpJx9ZwImKbaFqqcbQd4TroxawOr7/j5wsJ3TOD/K7QIuVdt6Y/drmqKIEhaQyK
zEkQUCPzwD4Bwtvro4j1vDk/xBX5fZutFCUDhbSLD7D1uiCtar59Wljtu5Be3I3jGJ1Pinnac+kT
J4oeesOtXzw5zRDsvAAnXYBS5Y3pgZIcrZVBRW0T21Y4R7h5x4/TKJcN/hnR3pYtgJ/Kqnz8VGs8
RW1jZwG2D//+vYCWppmFYIdKoHMxCxL6GDLIWJ3axjEfK6tf+VyJF+EtQwvx64/s8iLJF4F0Vrke
EhOTHUtdHOFjTeuOl9jyFCHUjw92HZgtFmBSdDeBGKLvA70732a9NiYGsszeSgJfa6OWmVCjcIc+
2cxcM7kqc7T8okIUXDtEXlg6JOrXeiHJbDIeF9vDhDEgZGhLArFM6m0Fuwt7E6w+X38OL42CGRBP
gHK6RtF0sUBz7pt63bpTvKS2JOfl1s77axrD56PYyuRbZ/9BwkmN8nyUZKp0g0hYnppBf0NBQIW3
KCRCkNcn83xH5dpiWgrVMHdwNCjnwyyNZ9HgSJdbmbTmR4JaidWgHR/rvvw7wPN6z2QoikMcSFw2
KRadD6WMbCIjTpyLPmA40dAFkZPE05UP+6UJ2ciFbVrVKGz8/u7/2D6aatDxkEOXy63cvk+sYGWP
QzRAtNRfkXisz+Z8C0HTxZ0P0R7lDIY7n1BHm+yIM5mFQmeM9LbRpYtrqZyOSkXdfVoFc0VSsapr
v2uL7u/nSYMKax39PDeIy3snOp1ORCW39rjz6jfFkNHVZYNscnr72l3lhUfKWavXcIdM2LPLoJm2
ikYXxTwXcqzSalZ4giIHnsLCfH05vrDquY5pRlv/Q+Hy/JG6tRibBTfsExL05GgNtJ7TMf4/rBF4
IMJlL+PyT+XyfJQsqJUMJiVPYdFneyYXbKYBp2gRl+OV7+uFCTEUDd4cnEgMLmu9wug1BkimPIFE
IKftavoXy2Dav/7YXnhDpFpQy5K6Jk9xaVahcrgaXpGx6OlxuCdFufjdWPUf2Muv1QvXa8/Fomco
vmGiK/bYy8igiLwpbtNOnHpnTN7HVBEw7DbtEZChk4dHTzXTY1wOhnnlwvziuKsoZNXnuYx+/s7M
DMcrXTbiVFTR14aSiY/p5sGbvH+UwhrRHPTH/+GZSjyE1n2R6OBiwMlWvecGieAw8UhJeFB2a7Ts
u2pM/34kVuMaB6zrXl1q54exz/A+pcleRL31vrZhQrel278lVfyX8iyPQNXhROHT4pz07EuovDvC
FRAsoJMYsWNMsqW9a73FuLIxPntX6ygIffm2GAcF1vm70o1RdzPA0VNUgJ/0sRSu3nXgDna2KiQ2
hlTAVs5DlH19/ZVddiGQeOQjoCKzBq6Ec+bFDcWiZzcvhqg8dcPggrRAM/5R28XwaCjAM7vUbjU5
+MFKjp1ph842N+GV3OpoCMlmFw19A6//oHWNnH0sBM90SdIpw5WZrMfFdlayyWFc1Benoc6WTQkF
9OM4YZP2+ijr47wcBdEKraCoRChsr6/jjyPPmALbCeexPGUSczGDfPdxnkoI8GHymCXQgV8f7oVJ
cQyQfnV+N55eau+gZw0LnoT5qesiOiQr2e8zOF1XvnfrX/3VxbzoAOI1eqteirPufF4a+lAS9EF0
rDtbfmqDnHJXZJr9zx5u8U+qIguAMM+hDZGSV9v5ufKGdpNT2XnXhqPxZeQ28jjSwfnLnhwLmATo
jAbDzXEKdhwvbnuIpGFvq6JQOelFZaVbzx4o6FWR1QOGWEx51860/m/TuGg/eIBmi009ZlGxWegy
p6ZR48oiS4fOrgrsbA+DZRY0eceY3frjJKLIh+xGMcULo9w8YAFYBrtmqQUAEWOav09uS30EAEZi
7sqiD0Di4GFPxZky8veqq+bgFt4thHbPUjgkqxzsLz4TgfXDTtw+3bV9VH0KM9pRNklCghWcSCa/
lN14GOJ4Nv2ikZ1ebW7AnGCUZ3+oEE1mG5qhutxHgG6TDbaMbFvnGKKPiVzmDxPKDPSTWuPH2M/w
PHzRh1SiBpzhH2iE1dHejN3a9lEJ5nIzIxM8LYoI+TBHTfSh6EkYY1QoonuYumW2y0b83/gzCvmU
pzZohEHzt3taWMK0XWkXWUAzYkciFEvDuX5YLDp8/SiuUjAk4QT0nSKgvKtdAwCJhR6vxtu2qR7a
tqDtxrCS6fMSld17OzKUuzOSRCBaDmfb8yvlVD/KUC3vowBmus930Vu73J0ogDV2UcZbInyS21SR
ycUu85IFfjek89GIrHHALljh0WiH2SaOjOkOm/QY9D9Yq2iruZY3hDi2+xV8+YDKgM6c6Qak0tBQ
jEcUsuU6kL0x0jmP9lUVuA/4M4tHWWlSAnip9J+90Z7Bh0Nv/pqqJPsJFkXLbRvb4bdQTTCLHDuh
FT9MA4cFOriYxZtLya8daBBmbHa5xI/Gzj3RemYZPNYo/QR11PohspGoDGGZxsnShTdMdNGxJh2W
9KbqEm6MNPKWP8pySgCcm3HCSyA6Oxpzop9sufS3kSANv50koG+fdDGKYRF5UL4GcwRmOma4Exyc
RmeYwFdTQE7QA+rjk5nGK2FSNba3OmlwbSwMACwN8oGW/1NX8yRna7CoxVb1TRcszuLPdpXfTrIp
wZ5bUn/XS1u/73D4eVcOWTwSPE8pnuATvcW7dkYyvi1kASQj9JY3lijItcPu6d7POCJ+RhiC8nDM
YlQ3Yd9P/CJQi5UfLtb80wUfFN3OVdkqRBAhZhGdGHBRJRNBfXSQk7cx8zH8ijem/VR6oaZ6LMzx
l1VGOViFjiorcoColvhnAw/a0CkafTE8b/lHJEH9o2jj5n0skuEx5+wd8SVJiq9pmXZ3U02rsu/F
EH83cGDczx593A6ewZR7NpkBghw6RZT8xL0sVPhemLm4rYJl+Rxm4OIoEirUQjiLI2kJO08/5cto
5DuQNPrklNT7j8tkLk9x1qAKMGucuX1JOuDdvDjTj7GQaDao6dRPWGiTNYpG3GmwZazvy8Je0p2S
jfl2Bn4BA6xulwcbB1Ko7ILyxc4aGyvz63ApfrT0I0QbPBTS6mCPIQKCoqNEs6kc0lyIuUBimUDr
8ApoqQ6BCtL0F5ah08it6nKXXx7M3YANrFdBClZtRU24jwuBE3DrUrelRXPir2f9VrCiG/ZPu21W
2+ZuQWOk5rdzYZVHuYCQW9vKM3s70df6nio9OKMYlYm9XwzmcxtiyPEkSpOzgDorKYBZ6Vz6Dqar
aG3s2s13Qwj5brcMS3kCfFEu29RIa+tYOopZLEsd/QglTdE+Dp18zJbNPWFDdriGGZ/DP/KFLMQn
UdX84UFn6/c2JHy28L4JG1+bAd93FBXLHhETW7VdT9H3uo3NpxHHZOEvXhzeeaGJY8ZsGOu7gXOy
VhFVCxh+CTG3KNu2DqimJ0Wwq1Bdik9hBY/dp4vT+VyPKE2OlAFq08fB1PlsaD4N36MIipBg0cUv
gHuw4GyOtIiqHbC5/bxYSEyQJBRfNS1Xt3VuDdkWejAHuJqXtN2CVgCTbmDMURybsimfMuHGLD3o
D19LqGn4PfQtMsDE8jr74OaZZfvIdJb7xJnd7/PQlNB8JkvhpAvtZjvYC5UwCL+N4xeJ0X5v0A7h
6Nba9mOV2sa3hHa/1cXado44c8bRZh6T5GeH8ykbTR+FxVaZaY3JiBWGP6c+rr9M7VLYfkQdk6IR
4APpIx6j9JamWWNsZrMYviINYRId5UIcERTymE1cC2O4HdzJXlFIQ1t9zGrIXEfye9LYqsrIh207
8wM3whizbKOKpnEPxjTQnou4Z6HsqVUN3MrOsJD3nNbzw3EezFPTTEjVNuWgUnEiYuk82Dm1xlBg
tnrzozNa8XBs0yVNt6kK9Y/JQoHrx0XEizVDORA9d4bxOYFeKw8mwLduk8wcbBtDt2gHkG4FH2Is
a/156tyfaiimn5CiACi1GMqCZsxcsEqaIiSOvaiv6g3ZkFj7PXXdzyQixHtRudMXfsT8hWaH+UMK
0vwXyhDv5zBmLDTMAnguRs0PMUpd7npnGtkxs+irgfLllzXqZSRjsdYwxzg23K0xJcHPEfOvx7SU
9ntqx/r9As2G2w38ne4mq9R4dPsGvQypQ7IDXgOPYlsaqUcBJZJ2DNvMQDXZGY2pfTIa8ltd9HN8
FwOjfGCXMl1sSpwegVlFYXCHc1SXbtuhX3505MDaAxrnoaRbvykAPbUFsqpApSDUeyeB9p+MUdXv
rRr21UHNqbjnEw7GLfnsJNlRZJx/eEPhRIfRomVkAwNofDS7MAFpoZfB2iTKrd7VeMF8SwJ8NvzM
kgGKS1GnmDqQ6MdnRo2Q9GYO/0+Gh55zqyeSZU6fegXYRJmPm65Bi4VvWZ99SNp8fFMo2T81K3aI
acxe7I95w/Ns4jafNtKbpsiPcx2YnPMQHMdRgGALxgKf8bJYvxYKR1wVC3QOlT/HbdH6OmvD93Vt
D+iEusx5p1n7kZ82NPtvEJdy1TQHxIK4FlTxsBe99Ibt7PYJy6hdRQWrjOqhG8eU1h/HLkFc4qfw
q+eab564umJdX0f1dNRD+2RO4VOcgC3zuaQQr/VmMh9aLpwf29yJOqiWqK/8SdvlfSpjRKYsM/eu
tlXIQ0rwJNqSLzP7rdKdU29o/pT4VVtTfA/fQZL063tMwcfFBT2qRB2Mn+hXjL6ZTYb3rpmU/wyG
MdwbXFt/WF6GmcIwgYPYwoUvRvD/1tRQC1ywpwdACpYvsQzeKowlXFRkYtTOsc0Ev931KvXDCRbx
MUTf3exrVQ03STI79wPn3Lxzl1rfT0FvIUhNkxm6WS877vdIroJ9H0fA8z28b74sVpbHNw14RBMp
KCcoFivGAO0UQ5/x1lsWU2wb0bLJjkZk/JiBBG48l0StXeaZxPgCUOa2TopqfMQVZnmQfQh5qlJC
xfQtYW7rj7yQJy4LLj2OYVtZHF6Q4veTE7ZvY1MOT4EZlZWvK6+lnrB01Z0C9AqqaqhdB7seG9Vt
P6Jx3Ex1w12vg32IqDZRSb2rsmTRSAq86DhZQfIGDapAwRmjGdnkrpk8pbYwviqUcVx5udexKr+X
hfXQF5iDZLO4NbLuK7zzY53MwBQa/iuspm04Gyz3CNNk223eVfayt5XeOUjk4cftZ7qSHqGk0yu+
9HMElKRuOJPrbPxOI8ldgx3317RvcJxBJM0lkL/KWu/B5ibwFhdv8RWtMbYXS0idcd//H/bOY7lu
bNuyv1Lx+sgAsGEb1QFwHL0XqQ6CpCR4bzaAr6+BzFsV4hEfT2S1X+PGjUhlCgdmu7XmHDOtnFsF
pZlXQbu8wt1vbtqx22R2FSxZfyskSyCKYhPN25hqGyoMSA/T5qyW9n1irASzqdhK1yAHI2TMEaCu
cohSzAsUXGcTWTRq2aPoDosrYeNOBrJJRg7qagNhjq/JxPVC27jWuwY1b2aN37VQXzZkPEUPxRpx
z8iXRBW0Kpw3173RBruH9qgnZ7NbnaV2322UxLBvBmUYApGJykvawiUEF2FbHT4IDu9B0oTLheuG
2d0cl1WgNq/KGmk1yVupW1dpDVxzSfYj8+PqEafnBrlEfZVMiWY0XMslew111L2YVjbIlP3GUuCu
thsUpZ4TWwcl1vdDIa8BAQZWNdyp0SVi4CBNo7eIU2KWHVRtaHBgyodctYNxyWuUbaPuL/ZDyzZR
0RefvZ8/gDYg3NiL5hKsn/BQBlAGDlIreV6Wc3uE9zOCYq+UPNoq9NE9jh9BPC2bPL6AG+wGvUjK
De24JQhdfKU1r4B65sheYOpvHHuikqhF9nYudE8sZXaukH606bX6hz1ztFBo+FzYMGu+seIzElDW
681WS2vOzYSjzzszn4LFsgA2hf2+BAhrsKaNbsUi0OQ3aVa/tSLbOOFA0tjYGzdJY14U8fwjyYsl
mBV73FjYsXZu39wVTpQ8qDWcynHo1LeB8K0DakcnsJa49zPpBuWkVZvEdnrflOathT0pKBQcIWl+
F1tCOW/h4RLXIl40Nqx+jMTeqysS3jkEXGII767VpnXfbbt6FRTgAs3Kzc3Cmdw32/yyKcadwzrr
59oye0ObfKcH0J5HzVT4hdPuLbW610V6NzMzoDqV3tRYB/A/b7OePIjmqdCaH84AqVloZ7UD18/q
A3fWdkbi3DVY0XM1elSdJdzKDhXaaHGKYVZwgXIEteLuC6LPtzV96NrrZzJnY/HiGsb3OBffBJVK
HbVVCIQwjvDyD5wfUdc+zhMWOhqRZlE/6kb0bnd19DNKtzlTr25lrF9ZGORyfpmWvLylGYiHoXqO
lHq+Qnc/3RtlbJ9rmVl6Vqf5jN9dZtmUkzM262Z3aLWVlEwYFojjurkTFfpy3S76M3L19kzQdLzz
TF18MzIUDozOT450zC+mHjiigNqa9kCQSUky6njbw9Ks4v57mrg1ueuuZ3JyDC/YKQNyTiz3xxg6
6T0jv/EA0CAv1MZnaK3DdnLFZS6i+0wHVqSo0XQVWhW4XGPJ1NynoLlJUlwcbPPPJ8W+mnTDJxpi
O9nV99Lokm0fF03qN85yw7K2FYVzZSRy37KlHxCJJV00eYAp9YMNXTJwnUn7NbkAD13pojdstrGU
13wrb3P12JJKqZLPV0c5O//WeCRJ6JqobRutTj2p/Lj63JgOU0p0HUcFmgKDNlhnmqjEmWt85ztf
AvwPooQ3y/KEcNA8YIO5bfK0yLyWQktguj3p9E1nuQGcatcPHYEYpwFfEBbRPAZuIYadm1eRoG+S
NtNW78p9WrSlzUqjueyA1Z56i0rNwTfygepYNLKF2rLU5gcbmJ3lN42ikg4cMgeDp4rTO1ed8uJS
7VJduTfyFmcXeMrOUl+Y1jrb11pbKIc2r/LuOobP+61CU80DneqOtDirSJWtLEq9e5jLuKI+stTN
YaCCkW+Qa+ICrkJsHDtaahGiav5BhfPTjuV7S8MDf0in8mHmLihVo6xrwG91SEL0o+RNtG/CqWfB
ApungTHI5M3Q61nZ8p8zkVMuC7ecvwplk2YIATaEImEAAIQq0QQOk4x3HQzbckvIevUTS6syeehy
9D3aESLUMswSP0tpseT1PeiF3VjW/ZNeNMmbW4rkmyjTwfbSZpRUX6goPy+RtO9YBjC+yJHgVuoq
uvApqUwAKSnJP/QqDgxflk00XvCgataLXOSGbxhmeSNjwTtDxmPMh1xH3BqoQ5VG1xRDQ/ioMmvv
49gBcN3H8YoElvlB74jkIeqtAho2US4dfcBvmdzqzD3vod01/NXLpODS0SZTY5B19b0ui+RqsCw4
52rNJFak01VDOWPrqnXzoiMjrfeGxLWyjTsFnT/2DGrxSs8+kzBCRqAvzHk5b2P0N5R2l1HeVEOc
vCOpxxpEHlzGKdPR4o4VP+nY7A5D+aJ0Ebv2xVjHwLw49TPv0cqCnsQz/CMiGVFkLqJ5s9tQFahD
HTvj1RTsYd0mVyknw7Z2LmkQUHbi+2eVzLShfmJJyH/ac4L4u9Ub7AsE9QEEtgHzBXGfi+6nMbUW
hTNTKH6s40XC3TZM7yB1Y83L5pxSSmQV9U28hHEFjYmsRNavkiQ1023DB1Kv5Is2l2EY6KOl/ygM
yhR+Ggoo6XOVyyLIS0vV9onaOxKzVZ7ddYt9GVFyfU2HUg7XIl+aM9e0YGQrpjMzc5GKQp06oZTK
7JckFKRDofzsXZm/iGwWF1osJmWjTir7M6fNam3T1iG0VhSVy10C0vd+bBOiHwdp1FTYNUAfXm0n
2jdrWOx7Nyybcqtr+Xibh4jYPaJkuhc9turHul2KezO0EkIls4bNmeijmpTVjkwDzw1zvDIqVrxd
RVxf/q9bIYDzERogeMPF6xx3Jyei4LIMqNuhpuK06zlpPEpmuc1smXyctWmdaN0dUx7oODlUUdms
Q3gRa7PiY49CG3gEnLiGA2l7YfeudYb1CocNRVBZ5z2VskFzq6BIjJna5Ziacufycr2ogsK3+7d9
GX7Kyt/CHk0f6LjVDH/J7Jos7A/GpIQBjJvhejGs7sQT/rPHxvNFEwfbYUUcgFz8eMd5Ms9jpMLf
huarjTuOLdatm1bPLVKLDeJsbTNPVrjXa1fco6vLzyRVyK0ozfBEH+qPpje6W6T/gp4fKjH6fh9/
CGjailNBjhy2jTPLG9OJgmmp1PJiMWP7xG3/0fTCOQZXbzVUQMSkSfrxYkMjRxv+t3nQR8Ia3GLq
dpVeWv9WLYA6RlWpCKuIbxFbHTVOtTYxq9nUFj7fbty5ZZZfuCVtqa8/lD/as+tVdCBJKEJtC3zG
x3uRDjE4aRIuh7CxtCubY9++scT4aCEB4rgVDVsRmsmJft4nbwtLKQJR20EjykT48aKIsUwcuPZy
6BKXRhkrGs0jIB3IPZYTH8Yn72rVTgkYqg7y1+MxmSVK24rBWQ6TXiw/tb4WV5FjdCeG22dPEUAr
UDY+v1UL9vGGnJBiWbuoy8EyMnGNORbkej6O8Xbo22pbCI6SaoTN6ut397f88UNTlBtaqR9o8IjF
puH78bJm3Myt0lrLgY5VDPwwnNlhWn2m/6AaKzlBAa4Y1nbW9GgKOX+bqZpa67HIzSiddXC6p0au
22g1My70NlIo5jYqPcpOW/1zX//aT54RohcEFFAcOS4cKxsmh6gxd5LojyUVL6OBA1v1edAS3h6o
yYQDqUZy+fU11zFy9IBQ22hgxhhDoB+PHlCSY+kkcWE5EOGx6fQ100IQDF7E6TNpsCdex2c3yAqw
4paZ/i3naPpvHMLZ2HGph1LMQOmqaISi1ihJv5F2rN6VWCgfljnRXr++x08GE6JxkJPY2bHuHysx
Y8OdsIXbVO76PDsPTRQPxMjKa6LAT9mHPrkU4hQoccB2Vjni+gR+ExdYc47QstGng+ESEdy4IwZ3
EZHtXBBlfkK/8cfTBMuEeBMKAZ+3JsTHV/evHxGLIXMNKzNSlGMlmRPPwsH9vRzc3qhfdJOId01Q
mPLyfHZPZG1+8skBAIbzgzgd0JJ7NKFyHoiNzhyYUCvLIluDzTbBEyRmR3waDhtCSoJf390nUxy+
eriM7DxWtOzRFTuWPQIZmU2zkEiH0shVyjaFuPv6Kp9NNgCskFLqzKLoS47UoaNSIZHWuLEM0OL7
wki4xuFD276PK/2bYo3qJQn1hocitrx12fWc0yi2XqcCFaKnQ7a/CMNk2gwEqHQ+5ceI9PR+PvHV
fPYs4N5xksBBgvzl6Ed2SVnVraEsBwNhWtAtXRX0Qz+cmFY+u8oK1uUhrDLZYzSMjGZ3Glt3PpDs
pu+KhI5Lo0WntMWfjTYX6BGKQQsmkXPkxSLWogfh3xKVYC/KXi8MuZ3p7lBCQKjy98v9H+j+f624
lP+eub/p+qr8iNxf/4N/iPu685eugdSnBQlafxUd/V/ivq79xdyEAYI/Buj4t1rpP8R9Exg/XleU
EITMgURcbSn/Ie6b9l9IJAV/xBSKWBxt1r8A7h8r8NVV4MWU4fKlW2iwjoWri17rxPqmWlAOqn5u
L91zHVndTtEW86JfZvcsobR4jqnF3Tlabu8Ay1HOAT4B/DhebDcAYDOcEeWSPv72CG/+WV5/h8Uf
zYDrD2Pm0/lh7ioLc44UtegklRS0sBpQi2nOaWEVEQc+yQ/NgLGbinOKqnk0HLngKneDe0aDCrjR
sSHFUMmaAYajB/YaIa+2TnvWwvZ7+vq2jhTewLTZ8KNCdoA36yhrj6ZZgBVF5NTt2kAZ1AvaUKKH
A5CoiacI/bHU9eiRg7p+U8+E0X99aW1d7H7bx3BtdINMvqhsUecjZ/y48FJua8aKRLONWKzse1RU
+VlX1otHDWekk5iLclf0lty6VkptvHPKHtz0wNREqfiKHrF1TfCNc2Ku/dt2cPyrgJiy2VmlnZzf
Pv4quzYiV4RRGIR00bcrd2rfaBXNnVIpZw96SXyHXOcaWkN3Xs9rMOusxXuLleJbBosjMDX3VoHa
FAetsIv2xCT999Hlj59nsfPHFs7B5vho4yy2s0RtGcJ+cJ1tn7lQLbCivU7VMO3tOdO+GYVC3iDa
NBWGC1IwtzXjXThZ1XndRf0J0tfxsOAdmusZVWOs4qP++x3/vnlChTMTuxJvIJAwEFNIURviuZ2N
XavKM1E58wnQ7mdfjcl+zWLn4+oW38LH96PT6UgTUtA2blPl22UaQKRkVavet+2M769EbhHhQ/7V
8AoIze36K+we2abStfpMCWPlUZWIx7/+lI+2deuXzKdMkAkWT8xjxyrYqevMBhBisglty75tyQrf
tKpO1TkKpz3Fms4nWMA98eiPJwiB+pdBy4lTX73l5tHQ1Qd0qW6Y0FC3w4hmCufpBT31ief9yVXY
8EE8oOKExf6YzY37rnWTLMw2UwaZwrN6ACz5IIq7f/kEkYevJAf2fHDj2Bl8fKtlwjSRpZzjMvbj
l5UeG4fSCnPO0UOPz2xIrF2qFNYJGfffGIUPo4nLst5xa6u1WRwT13oKlGajJkZQFYsSIow0lV+G
NsXltpqbeFtIjSS5mZO9GkilndtNWFZFx5Fe6uRiOkpbBQprI81Et+3v0aHF8Q6irY16pUpNvzN1
SUEVIsFda5c2QnGKyHdpakYXfEriOpXpKocXnbmpe4oyXjOH3UW0CG3CaG3Oq69eDS9jB33nbmA6
2HU0jysoztiMaQnH06YvRb0ly4ncS8Ag9AQitxsIt4u1/imuJ+tKVQpZ0snWqzO+k5R+A6GrnZ8Z
McKaLMkwhOjQl+47J8nhymgNZhTqrfVI6Zz0m9sJcPCewM/c2QGlomqSLWP+vTfNBcegmPOnyaVZ
5DsZmoZAS2MNgrDaC5LXFGm/4TBuyVcvVLppQ3Poaje8l0nYPOVGaqNpaMvun13ff5vq8sdY/PuV
wkxlkoQ8cuw7xmiwACHSzcDWCwW2Ux7uAOrDUmyGIhALEWUxPY/N15/vOun88R1RIqVqwd+FQ/jj
5yvDMEKYVZucxFtrs+jwe1BO14GunKygfXJ/7AnwQgqqMgIC68dLddT/2Tq5XIpRca7N4NvJpEH5
KmrjjO983uLyzE+s1Z9dVCNjGKc8vgfn+JiUR9FImG2G7qBy+8tsnq5DItICWBD0VkCK+1bfqv/+
mVJa4WyGDI/6w7HlpzIE0tfZ4EaTxNhCZbT8GgTBVjSRvf/69f2ximGVwgANApHqMi6Go9mnQ2NV
wQRCymSRbsaq1R7UMkk2Kd4GetnFdOJ66yb7+HvhqIXBmeuxrz6uFea22aCbJymvsMCBuYXj/kKT
lr8l8ZI8DFmhPxtOOcidWtGpDFBcL3dqaE/1Ts1MYaOrcOjsyYzsUMaXetNEWh3T0+vmQ1cq5Cd/
/Xg++bpBq+CMBizIUzp2JhHdXGMyqMi4bEr3Yhhg7zV1qPpW3U3/H5daffwu9hZm5WNjzTiOnduU
kR1oMc1C6SjJIVUUx8+ZlU+8hM/eAeVuRixeTeb+ox39HOudk46pzYHaDC8GEBAefgjqJ06HFk72
eXpOXWo8cdVPniVABPCQKMQsoEfrevvbhqly3WSKlcUOBrpXmyxGI4W2iu5hNOm7r1/bn181Jwi8
ZCsTm9r+H0ftabFzquwWknLHCGiUE068DO0OOb4aaFmfn8inWn/6x0mQRoWxwpgo4FJMOZoEw1hk
qEgLK6isxtx2ytxfUJoqT3whn90VvR+DKzG7A9L4+ACbBLq4SzEqSKzZ9RUNUrMoaP8Ly0UwlzUn
SdzWupE6ui9mBnyw6/tamSEfr5hnrss5rFSDHliQCNJkKnsf2fbobrV+ckuvrEQcIrWN67NuQuXs
DbJH+w9TZIaCBZDszg6J5tx0cCXyYLIsYu+TMS2R5Agyx2WOwqLqJrYRpFuG+yxKxyd27eDGMNjm
7xA7512cCPkLyWp1HQ19rm8be2DlzkUsh20lWVu9zkFDu7FJY7yalqL9PqUq2xbFNoh2r1sXd7XZ
5S9NOtFDN9SIvJpUbYefWGwTDB7oLNBwCl2+hRXbL98NKxsk0ZI25xzS1HejrSeEnZZWPHbD0Dwi
mcl+4Q8Pr0hlRf450tFGA9P20HsSAkULIEF2ETOYNDK7THWq3iDs9eEZhk1zfYjhfGMqiV36hpXn
4bbLkpnafhG3V4bSogJOlcHWvD5bQMspfWKfC4xGGRIemKV639ic92k4v1p1j9x9Gohq4rAwfsuz
eY78LJdadDHArYyQUs7TWzi2Vu51NZIctEJLZnijLPtv8WiX9ZaGOee4ibjsfJsl+AR8xFZLtsPN
YLJ1moC+efwoJqSpzYv3Ze6UuxrpbxpUTcgPkWbGIxyIpzBgfEb8E7aE5nvRhvEvCxcG95UlNJ3a
REZ3OX762tcbWV+3llI/sXXrYbOGiUm26LgA2oKrpJOsXNDqX70NIgLBp6ekIxsI2wGgdwTYjmi8
ERKJUrUv8gWRJ25Vp3/MK/SrfjyAREGSOJdnvY742MPW7N654LrcXTNZ8lzVcqJbC81Ys+5cl+w7
N+m6xEsQ5Z/zBifNZ/cpSb9bioyM10ix5fpu+RftWkuWtXGP4MapelJcldZ+SFXakkFSZWgLpFNU
BwWo5Q+9QiiwSysRHpZeWvMmS5vykAiy6P1RqNEtxnz9gQuhLZq6tnqSU7nc8V0nlRfG9fizqVp3
ILEBRQap5SxynumEzbXVJnZ+Yrex1h3/GOQ4jGlzkcVD5/fjIE9QdeQaGKSgiVVz15RWhWao1C8H
S5Ebth2FB2AR41coW0oTxuHrqfrPUy2bOYwza19UxbJ9zAcrda1p4HXqePWUuEQHhj6pzdGYO7NG
OHNv1tvBqCM2KGT11oSVX7tGZV/rvHBc8YO8wCM1nzjV/rlUMZwtjrXsUtiJmUdLVU9+BVYczUJH
xekCpkl2ozgNtNHYzW9P3P8nawfbrvXmaWyBvTm6lovufjBsEJ2UH+VhqsYZ1m1VXpC/YJzP1tS9
xqYNOjIdCfJrE2XDAaTyVxQHw5kAP3uYmagco9x+/cP+3CSA2DL/Pv7icEV3cPRZ5JbstLS0A3j9
/YU6SFwLwqqVbeXUvReS/PikQKw88TH+WeXBSM8XwX6LszeZKUeL3JLWoGdhNAVFOEZXdcKETxmw
PpRDT2kntIbtIlhbLCWzb+wEk1y+gN+k5Zl035V6KZ6/fgr0po6HBwVjekwAw0Ey0Jdbn9Nv2xat
BQoqRkHO3DIOZ0acL+aWCG6L2VSEkGXUaU4IALKH4SqKUo4jOvYTxwvZUdEjmrUf40zN1HeX0j5M
mabyTedxxqDCaKtumpb9pR+aWVsfODIz15VuOJ1FNbFqQUtAVu3XkTCfskFV92gtpc762yB1wpzf
7lFwRXCgwwoKy4CHB7ufziSJkte0vsUmuHtS1metC8xMR6hfYM26ynU97ryRWBYyoZwMQyFlM+u9
RvSKJLRo5HQQVo7BxzZb+eg4bQU2xOjRBWMFiQ5gaJJnQcu/9wWUoC7AGuLM/MvYH96JYTbyTUHQ
tnNGGFPOupYojtZNvo1TpjK2JMzr16ZAQg41dum3GoKt64F5F4tEb2nR1khndQkS2u8PnU0pYTPo
U6HtJbazJehNelKIC8ubkTml96aJNqFfoTR/aoZIENwNSwOUMrlQZ3BSuzJoFDo+XpX0TeRPM9Z0
XwxNfzNVvfkD7Xmp7FgX8+InIVZq/5AstOUecROa+r6ZsQcih27x7wpofsMZC3d3WAiXvpq62hov
Ghs6OCy/cMkgxUyYL1PZN0Q0xn2WbG1zbLVbPXMGkGqGaIKhxUPmTYnTJr4JOaTG79DF13jcwBEj
pJQPiE5Nh/oFDQfeZmThcRtaeuhgbsl11tVQ1betULt3YK3yloUaJS4fUYLHITHfEGOTR+K6JVDE
ylDqZwgBLJRlrHYvnCcHildpG6Z+XCFJPzizRMNldRJlt1FkVArcHgYbph3F2Mgm7h+6zlqn/olw
un6unG6DUdN+qBpp10HX5pAwk6RKfRjhsIzVLszguinTQKRayWeK4hVYrhcbo32dzomj+5mZFrPX
hj0OslLvuyd2DR1q1hRHple1qNKChdGnbVsC6x+JPsULGUppsr1TxvonNJYq3tdGPUi/KDWQ5wks
6dzLhzZvdw2hERcpxJvcU5PI0ZHWrNexZ6Xb4xSNBxwbsz4zlXcW0s8eiCRg0RFP6dJP9cXUhepj
rJV8gPRBlDfwFzBwS7fobAQNnZntKwMaaGROcq8ULmmwCRIRNbDpBj8v5Wy90JScFaL7YML7ekYz
IZg73AZePxFduJ5aFdR+s4p4D4X99F0SH05NZsqn50VZdPyjJNtSKFKNate007qziZxnpcJl6xEE
7JYB7EXkymPdqY9D10edT9J5czbhz/5p2p1yi8J1pEhP6OobZIRW9aWdqy9Z4yoP45TYybqrVG6L
XkjhJZRp7hnqYR9Ia8xfMoKwnkcdxJmJOvIXnpXxso3qVKf3UM/E6BAh9QicM3rLe9tWMA0NA9as
rDcmJO0xtnjG2VBs5lKutvBGc9g/1xOAcg7WkLUca5oqPwxn20TkOuWutzaaNkjJ8dHpYa4lDMtc
u87ZVGNhT5qq2JVs+7+PRZxhVcma+cwZJS7LwYygdigY3MrN0JcZnSgHX2g3mREB6xmmrHM7x86+
XThZ3oTIYZ6norQMT7dK5zEbIvOsaxoNWXM+Tinr+RJdaiPqf2i/q08dGwsGtFp2yLu1rLAb+jKz
MPcsLG3sy0rq5SHKJzU51IPdKJtsRAhblG0j/bbnBOgLkttRW2IGQhOoWeFtjTPgSYtj1QJFbCTL
RtfH7odQFOYzJ0qV65FZMqKkj73e73mwxKy0aUoXCsPAk+wV1/EEo7LduZhIee26ET+pIeI7lhQ8
c34FKXVHbnzVBFLNaF9FTpVl17bRl1bguP007xbXjX6hN82svawG5Rtvum3oC4ii5hFIttl44deo
pVFLEOgCbngeOCN4dYOTbpM66SqtgHsfb9xssB7HsGTNioYq/5Fo6D2pd9rZt16Nmls8xrR/tKEs
L5o5wfiG39kwvW4wptDvYSetzvxeaTcINws6XU41vUWWXo2ezr75OdSa5a2NlXDcx1XJKtqPAlgA
L3O4wH1e0WPCsql6faVAIAZMFki7FfhZ+3V3NlSD9ly0fd3uUa1aUYDbeQyDNEyk4Su5ElIBLmge
/FMh/J9m+3+hDfpttxS89q//62fZJ/189Vr8/N//dfZav5Yf4u3Xf/8/8fam+GtNtF7Tif6Jtecv
+4tuub7itLSVBPr/Uu0N8y/UHdBdgMqsnd9VafWfHruu/kWPxyamhb3g2msy/k2P/Z921G9nHf5+
GvmgTegg0bH/WwLw+2aupCg0zIDlbzgP6eeOUoVemoGwthKV1IpJW9ioYBgbenY+rrxiGIbzrn0x
kirITTiwssLt9GphzFDt4Wc9DRDlY07X1hlC/+12yZcrTqffO/aqYXLr6uFeotxj7cZ3hoi+4ABT
4LBTzdDPE/D6IR0K9k7pq5FaiocuJNlIkBysU6pGB4T9SrfgR3bcWPi5H4L7f15m3E/wkn9E7Gdw
brBTc6Lrtb+ZpNV7v1AVR+Cde5zsCS1Hq682nT+wEGNkpWXqSv2bU83vBgKUvZvZ8ZWSx/mmA8rw
rUvJeRedNuzTtt9lN+kNKpZ970YXS3ERGW3AdvHgLudjFt0p+eLsbNngWgQmEKgZgvMlip4bVQNQ
VQPlKN5ZsT0MdCLf2fphhrkBmTSNG0JHPGc2ABdQgShi02D7IKfNJNhj4pHBrreJogOBqAo1nJQl
g0PxxImgahTf0t/xq6QjrjCV3c0yccZPQLKjia+0fcl6PBDmIn7V6ESvo2VwgpA21bPSKq/FmspR
2BnsjE7V/CJaYEyJ4kfakUfeEamy6VssfLOxRDtdpRBgUDrxy5EjT7hU71j0nGCJKvobwP3POoJu
KGgBQGkNUwa1Y+HSLdXksiCYiawIqn+u1uo+6qjmgbiS9HpwOnu3TMYEl2CML0gUdojeyJ4jNJsB
DJS3kVwC1LN5te1HDnb6mHLYCcf8GXkK3sdeK66qjs+WzeP3fJxDr5zLNNCafr4QcrI3RVi9aQb2
eCjWL3j7Ox4jxlGzYa1NRckmvB/i1ddxz8tL/LKLorPewGRjNxYddNe+nc2u9PM6DzeNUan+aM7V
fZjZ0W7K3EdENdnWKHpW8pXWHQ2lEThSdmcLba0btQ+dbRfPxnnJMeFFSNOmQ7dMQVNq2kplcZdA
LYbkdbAiewNZgI98yIxzm4IDAQI5q1ypppB5Z5yVHWelrmAvwFpp+QoGfAzyRYRfYTYuwnQ9Xk2w
SmOdhSmpB16fzGrMiVT2lAivH54lXMxt24y/QiLhLwtLSPIjFlvfZDKsNlqnUtWxt4m23eLjWVn/
C/YMfYqvoXJj9cpaUDCKQrA1VBz6flUa6K5iU9q1Ga+aQUQKJh8fblG8NapR7HOkYyxwHHiIgWye
8xhqAwEErj+oPYQxO2/POQa1Gyt1IOUk84CxmB2qj20w2/IcAPpYS76hrwkxwMy5epIPBxCKna8q
+OGmIYw2fVSBYnPb0mdHTCaIKEJ/jgT5LiNcGjsaH8upXrOqxRO1G7a4mjufGQ6zWDtZ3wC7abup
0mg+2skv24i6gPP74EvI2Z4yzNdlWyu+oUQIDNrCuIptRrJRRjKIIsm2bHHTDeYvzUsSy9nNleIE
8CGaSyxbkCzddA5g/zAaiffZ6GOoQc7Vwf3AUzgrgZB7rS0Lj4SjZTMXFAZB/3A6yZqRItvq0C6S
V6nA9skw/55F3K6X0XfeOmpb7tkjjodiWF4oX5WY+l3Wdkxl0AtaPHmyjXACmhUml87ej8gRtk0K
Kea3te3mn0XidxnUWng4XjoQQFnoL1A8O+ZRmUwpawwvoi1voHWdF5zOSfXx1doJXKV4DK0IpoQW
niqOrUWWDxdFdIXbgxg+2goQtI8umsmaKOFp0m4M+tsLBsMQf3mW/uglT0aTVAHuVbFx7FvBeBKx
daLjcFQHW0OyKcRgJLAE6/YftTl8swiDa1vctFn6XUnS50aQ8jL14kS/5qgGtl7HgaOIv4X+vQVg
7mONJdRKpK52496MHJFn912NT2g5PrmR3y+wigJ/X/fnwq30RucCnbhMu6vUuE2LE7rto3rZeg+u
jm6K/zNolRwXrqSugxhODOdmQAQRj+cGpI3JuFWNX3X8/vWn+OfdrOBY1LAaPE1aauuf/1aSSnlf
y4A78pbt/XZUunsAhi+tdN6+vsxRv4k7WqWqKCWZ2anKmUddLRviS1KIOLnV+zuxPEVR72nDe0xz
5uvrHN8OlGOTWiPtVTRCawDkx9uZTYV2EabsG5KwfD3HIH+fnSwzr2/495HERVyo2hbKeYf3c8zc
HY2WdCmc+TclpmaOWYAtb1L3NskvSnUk7G/wHRPgRPj09b2J9SF9vO4qHkW2wMTB/45Va4mTzpg5
0vRmijhJwy6sLnGqa8zINr0QNRwol5F/1REGtZE1uV+jpYrv+sA465XqGVAV9auRiq/epOZtwanp
MKvWTxA7yU1S4eGz3d7elbR6CWMzQRkpTMRdvIDIYr6KPCdhm7FYQOvqzBGbzjXDa2ckx2vkUL+1
itDcV7op/51qHrOahboSoR7wffb84mhA141b4KfjJ1bpZSx+KcOvfsIU1OsnPh0+yPXr+PiAqdOv
iRA6Gjzqe2v99vfBYIGYiZTGvoYeNEB8KzVQrFmyB2M17TkcQxdhWX7W0y7mfO0aO9mlmuqBPQt5
dpIyjxZll+yMo7EZNxPRKN4yugnlrfjd7IR144bucBbn6RpUK/UXVU0THwQZTLcGecaBjNQQdEHb
cjqQ+hXQtclHhzSTry0hiXSmg7cfVoQ3DF2lH0w1l5sy1+TVWPXFQ+wm9W6WEyQmrLu/JigAu6Ws
U3lmC+IhW3Nkl54607aVg+pPUmRBpLSPy9TiBumKLoKPwXJs+W61yLOMLPWt6IqaBRiYi+XUL/Xk
mruxBp1X05j3J1qWV4kaF0EWUYisJiuePZUR6MHLC7+JuPg/nJ1Zb9tKurV/EQHOw604aLLkIY7j
5IaI7YTFsUgW519/HvXBB+y4Gx2c76I3Go2NlixRVe+w1rPYswVrt2e7Li6q6uiNrEne+4vWPXnE
vcVNo/wfbjmqNWQwL+5cf+u+2jDQLgAj3JPnZn08qiaIQLpUCcQ2+404MPMEq3OMCNIpYTn43odK
h5nVl6dHWTvr8XIDEa6+gSQWEc7R96kptMyak95f3+u8JOQDEpQnpE3a2TjEQWUy0FxFt+/z0SdN
UTzpZvuaiQZKmlrcBEQD8Z1+sZwzlWnR0E2lE5nWMiWSIc+Jpq/FjK41MattErxh44SUV0S4AWK8
yMrerl0+NcngdAX+5p632a/docvadj/mREAC0WH9mfXjQRJ1EhutdZNgDtnILIz1dDDoYHPssjp2
LNAx/Ff+Iw4EXqAgRu2wNcOLMeh92GlFmSgSiBiA6AwHO384GoTCnI2KBCmjn/W73p2dXUn+2Inb
Jdg7qcgTpnYtDaXuU14HWpEwp/PtXwjnLlSH6267qc4qvZRPLokjPDKjjcUZu3wsfBbfqt5eAS2l
x8Xv59OKCekODUgeVlOwPUkr6M5j3cy/s9F/m2qjD/WydxMVcNhYjPUSPmjtfhjW7bFk/xv6mSsO
RkNCHtMc655hn8F36ln3dEiQK+BgJkJiPi68jjIv66yoQfEYBnX2wkp7SlbF6EkOi0hYwNS/AxyG
4EPmIqxHb44F+t0zFZB/3Iy+OpW6sMOsXlkIEccXEk9m7tzBRnRR2NOx4fF9AtdRg9+Bu/bYTxMb
EOyCoaE5dejivwjpI9qYJc6QsJXUIEsoAuJWZwyNzPwJlr3Bcz7k1PKtOow6CDeDsBCKvKLe06xn
v7yJ7ElYC4KNLANtYsTSaMu7n/46+FCd9EeYoQ1i/Gw4CmZkV6hj3RHN4RT7sCsPJczFI4Xketdv
BoUqEZBHw20y/mUXbYoctmjrYai5K9gfMgnWChGLVzNJtSESdV4PR2Us4L/2OlPzajcTDZ7g4mYe
69YGLd6anzplu9GYridSnpriZ+1+pem5Up1kDGFzScykn92VVku3aTcyyfgGyUYgp6p59mcH+oMb
ZwsMLZyxecwE7oO788tguQPsGZh4P8xs6SN4Ol/ZbGODbsCk2wJJskBWdI8tPT0gbyRPT63q5JD9
EjNPF8Dux/VQy7TdV2s3XMa13cJqtiRcR/RQO83MaEMGTOd9O76vNWrKOR38B5o4+ky7t4H+D16U
K9e6QFgtjtYg9R0sruIwVloQz1UGW4vMwtBv+imqkLQI1i1LGzv16jyBT9RIbx0vK+ShI2INusBB
039quMfPG9CvuOWY3fdiYBhvpR75fCu/0ykQR0Q9NQC8uk3YxMtEp0kG2FTKB2Oms65zqzo0buNe
JvB4iei6D5aYwV2AeutkMZcN9TyAnIN+8AT+7XV0gh8AlL/PN8Stm7c+/IY8T5wJIEazNO/mpI/h
ZtpbOA8+h2VZlW9AldVhaWr5aGBW/rXpohSMzG0z1N1xep5gFp45FrsjGXrlFaFCe59J5ioE0OR7
EGVPkIvamPzYJUwx/zuzMR2aDByPHJ38SMunh+o2fRlFEewF/LdYA6KajNZaXDd2zuCv+FzHTgu+
5ytWQZAS9XENABba7pJ9N4DZxa5k65OaY/Ewu5of5zd0D3mqELgAGV3XearDpbVvpG1TaCHbhe5m
6Pae5/Zmq5OpOijzdg2mnHeh489MyLR6eDVWKFYEaWkzxz33w24dlnfL5ROr9N496KNVfgEDhAnF
qdacjj7VT1u36NehepB0kwUDGW9+VwCxnqG3sFQtOnvP3OYJZ+yWWOY6JYawiZIS8y/kTDMJhk1w
6osa5BZDpos9sibKqGhC34VoORTiVxsUPOLu5u+ctNHRTjcmgKAaUzC6ngeWkm8S4MsH+hctslSq
MNaBPitQ2wEuceE/aebSXr3CQnPRONW+tiZ1RJVnIOqaSeP1dT46MllD2B3v42LXVtwryPBoJlX5
KHyXNVIz47grJ3bPO27yLtLZ7e5rs8ge1mCyp12j9C2R1BhXSakQe0RGhoox+Q54pbevlCwSvRbv
tONsxZbOPBWa/W0mcfQiZfam80dENXikGupbhYO4SHsoL0GjuCEJAPli20yourziDm9a2YUwIYbH
xhvRfLOlvRo5WTW+ThodWT8rwp6tDna6PQJAA+xjn4BroejA+fYgU7fe8cyrx4VVHjjRrr0qeIp7
34dfKZBrJWpkSW1ZaR17cspfkUYWwPCZxkjsFjuU5j/0dcjOuiv9sGNqyHJOGsCj1hVtlpijbhr7
eFLF7xsxBzWF8Wu+/Wd2eugZ/nASaggwq2t+cGGN9LNwmeoawht3lW9Wh4WQt183dRx1hc+P1UIR
Voifcra0nxMqS9Qp/hhrpW4+r27qIx9qVs4+beuvRcmSp0mnOSKTKTtMdl0wnPTnMA8EC7q8ZZ3j
r1qoOlPG7O+qyO8byg2wgg9jpf/MpITxJ7L+zbC2X/BdNNZORj8gyVpWHOgeLKKqyWP3Bidmk/dG
rhx/sz5zeAxCo5kaRq5MbZqvbpXBnl65fFcE801EIra/Dyb3HvPj1WIUPOh23Nsvffbqw0DJDWDq
qNiRYU32cm+vjBbSsf2tYbrvNW1gQINEC3gDoB9TzGcqD3zx6KdprVzgr3IeIyBBExxZD76hS4Sn
DWglJp1TuxR0DFG3dg3gOa+8SE6eKxNxNGYrIxUA5Kx1pQ4EUFvd7jtjQZ3SyjH6PSRW8Nc4PyIa
giyqi3RNxsDMjlhHjdAp9R8AFarDCso5xDfRnWCyjXutrYNTN7hQY4yMj81kvW7lhDNWi7Pt7Zt4
b6nEBEvbfbcKpBoWCmjuw9ElZHd29obTia9agK6stSjgWTKOxxKHGiAr0e1clmt3AiIUu2cw8M2m
Qe0mS5zca+MlNwB47xpWEh1XLeOvoinEaURrzMRxdXlrC1oPiF5h19n+0+oziTMtkNRVtWQhosH3
ZlLp3Txu9iWv7J+uQfmV13CF/HqjSCAwXB5yH7MIpRLIvNZu8cd6WFaa0TlkSKzfVqKKr4vpd3di
bWeIja3x1NsUtQZnP5euOBaLfOSJsyNdBf594U/lAzxKGDaL/LqIG7Jc9eZuLrT+CHT8W+sPdpyK
GqNP2nysFEuxG8BzFowL9rcAUVRiShAbXkP3rTqyZz2bjBaAaySwgTQ4GnIRKqxEZ74o29oSQi/o
ZRjTwgVmIQNppxQLv7NRgdqd+mie+vTBrab5MmVOduGgWw8w97UDMXx9YncoA6kMZWKAauH5rfIb
giIdLjlp1zurb90j8HGTnbPeNN7OJlLlCVYCIsWmLOK6tQWdSjs+16tuc2t20772Wv9Z8qzEPrLD
LLQdiD4NtpUjVGY2ibRMpwEiy14pfoYdJKETRpuPxsxcvA/sbGRmCq4YIaIF4VBCleDEzeJoBFeC
krXtPIjWzTykWw83O5d2zCixvWDN4xfrjvG0KlQ6JICnYmJ632ER7ta3kjHCDvrjeshk9sup/e0S
KJ79QYrgKNBMXdcFMiVNC6jWnlrSsictQUu+gYM3M2RJyoyYUgMxYH6/fUGY0N2n6cSgGnfpHE2j
rR/GLsjerW0ZEssa2j1puKxk2rQ4VOC93/LG2i7w6TJgifp46CDqPfiWWF+KJjdP6KPWCK82IKBs
7S5aqjnHfrU7vIJT8Fq5XfFV0wwQAx70w0hoWrk3ab72bM68OA+sJ0esEMgWF2TthiLqyTLaQ0+J
Dndmh1dC39GGyT2lmyDY1KpfCr2jxFNN+grBPks4P5s9jqI5aggRhs6WM2CZ0QaS0kBMj1hv3DvC
n29ol6ZfYWNIseYsaOBnrinLhi035p+NIsgVR4u63xo57DD+FMccSX6kG9l71gVfWNBoAFJrtUtn
FuqVVTiXGz/myeVZOrppl+1txf1FoVpcbceGjIVIJzGs5XuumP2TtpbGmDmBEbp9G28b84AJgUBY
zyxraKzr3eBU7ukWLo7Sm8JUXz3r0g/Gb7do6yOUxhm2GeTPGUdw0nNmRjTrj7mRzUfhixwKwtyf
XX0pk0kZLC7FBFuRjV5IJyzAg7v9Y2OCLzWaxoGeNDahKV0jqtQNEt3y/aGUHmxA/ROMbohQDJ4J
z95tMvjeivyXBoR7J1vHOdSanzKlD36gJZlAI9jfXDaPSKcaY6eXgTqDCRA0n8EL7RYruolKaiJY
IjYVYsZg64wonRpJ4oJlx+ZG1e7ak3OEENeGtjlySPgWJwGpumFj50Ykwbux7DR0QNwu28XtWctN
6jKHuzrDmXYpgokJGDjk01Q77lcIfNPeQT63z4PNDBEQzId0dFukKyrY494qkOlpbeyPmvN1GWrs
X/mWgew1PtgaYiwiWfIO6uPbmjr9EdjwFFpbutyjJlvwo8y/Rm8MMFlqXVSQW8UZKZdjVkPMEj2H
vYAUf5aWB3TR7Oc44/ccqtVrYVgW9FPC9k/T6Nmv80ps7JKbzneEGf5xLdP6iQ8u4yNfyvdu0W6P
Rf3DnqyF88q68jtx7ySUskTX9CE2EYQih7daBBCuFfWS/lS00gZkb9bRiIE3GX0auY69Hn0p/JJp
KNMwm8aKtQ9HjDnTRC9wq0Mb23mIpPoGdB9+pbJnTNSObqR0ngfbz/xYjcF4TucxOwQGuVdj5hYn
mc1l4ufA8xgNa9JQR8IzzAM/jBDlBRk7pXNvlWX9rPkbTqahfSkBo8WA+LId+hCXFXpeJJ3Z8BcA
HWMcJefY05R9bAvjlchfJgaUcMDlILdtbTklVS1cgrj1+dLaNoEKi/la9j3Es6JWbIysec8I2EwY
nkJ186S57BmHAX6XjeBDpVs+IpW5HbBag7WvJDdmYP07mZx2EIGpVAUwfQrVDoO2Yjs4686VFBIO
cGnqjAeRqjtmph09Of7Gwqh2az+WqJY9FSsUMYD68IKUQMSfZEEN5XWq2Yt57Y4w4dVeQV4/1CNR
0W43+clkY5CooZZe+BOauFvs6mKL2cCTvgw/i8L4zrJvCP1lKGJCdtYom2s9KWwocp3w7H1Bdh+D
62w9MMWie8+BvvEY13eBEu0zEfbyXjeM3xLm+s7owDK5hJ3shpmVdGAXzYH3GYR1aVKoMEKNp1n2
V7Mdmx0YNvWQ96o8z/b4hnbZ43hjglIB3rmnj1lZjvvZNccwQEGkrfaxK0uZNNocHMpWyXM23LJS
BsQQIuXjrlRXnPAmeq9w8s2feA/WGHUtRCO15ix4Le9AQnSwL0SLYXRAX3WHG52UsMVhqsbBvLPb
6atvFGhguwLCez+Yh0yt9dHjU7pnUs7vgHiKPYRR47EdyDNBDatTYKb5fnYLGWskvSVZOsI3Hny1
A7nGXwM8el8AroZYX01Jl/vfO9sc9g1zsQdETEtMwoOVLESthwsL9PvCyac9OV/GPjNuVxW9XeLl
vRGzEQ3odlGbUfa8Tn0vDyYr9F1N74JmcRWP+Bjk0WLFDKSXpX9qzd1xW0x0WvlUkam6oDwgR2+H
rrg8phXat6Lwy2hcTZslbO4eMpslAnj8NuaZ5FQcaiNpV8YODSiDD7Sp4ovm9U3k8qDCVGeUnRLT
4dAOziBce4tUPkYc817gWeAyy0MFUSMaCVKY0WgdpFWZdyV5c2HjGQwB2gzEaJ81zbmGOpZk6KtK
0elhVqT+jiEO6PuZiB5GK+lOiJEZtokpyGVlewd3Zjl5RAXsU1qhuPVke2f6g9oFld3sJTS7HQl8
8rJV+hzBmSvDzi2NB4Fi4TBn3Oub1vzasrI+ctBi9GkY2G31uJ4KG5FfNqTUEcC293yR6WEicAbz
ogJnujnaq1WRRFN72i2qwF1OaBTkiSQe87m70Qw3LUPH4AsdoKh6Y3h+I2hu2i7zZlqEusXFtJmF
kyCpl+GolcaehDyyyGdElL1ZtQyG+xeSrgs4fJ0FEa+4AWNt75gROPs0E1iG8Qc0O7S6XUkFtTPs
dg0xOiKH1M2BGR/te0VX/K3ezOWutbRn12M8qDyMhW0269wPyAMy3SNyxVcMprbu3SYNeseqz4tn
vTMIX9j6h9uMPwyIvdp2prf+msVQM37S2W9ZkvD0fCyzQ1mPZADZnfYtpWMACsZsMi8rSgaae9S9
up30zOqeivJBb84lEP03vwbWrNkqIN+l5LM1WvfKIJNEAIMv17a09SIgMSba5Bd74KHI2msP6agg
LDPI9fG85Lq9V1Y2JOnSTGHZdyQb6dVt+TCsO8uHWhlYaF4n5fF0uHh5Z+lp0VQjRCxst3/NS2Qk
fWX0X8au8WsaYn8J26ocLxKieWSWpRVqmjRfWMNMu9yjEMSJ1mWsFxqHcWkNjqBGRACCE69f9QC9
9Fs/3bYA84bzWyA33AgjvPMCBieNP/cfZRtM96lRdPempJ31anOGxZ2/FFs6nBHj9DsJpRPjVbpI
pvQ53kmPIW7cmJQ69pjJr7bdmL/tVAcaPcxYzpaUcIHZZ+w2OFK/NkvwczU2d98Vs8FgqqIs1HuE
+cvqn4152yKTA29fkDOTzDT2uIRKHeXzWiaW35R3S2G+CxfQK/MOa91B/a+RuWwVWGE3yDBUjU32
HZuYdh0dqqxhQXupAxva8cNJHyxaRjrlynhUhduKsPeYlzFEyKKMtJrQtxfnPOTufEX5oJJequ2b
4tG9H/QWI5tm+j4Ko/YbqluUFkbfPgOLJ2xmfE9bw2VfwWVDEkT1E6UosRmpmO9dCq4dFr/pkAoQ
2I7KjR9+UOu/aRO/O2U6X9m/6T+CZSteCsDlGlfWFJzcjBBFk8iAp45Z3F6b9WcybdAXYxzgDPET
I1DWlQfvxVLSJwdiHutnfWzxnYm22qtx2yC1odbdV/DznUiuVevHWwukVht5VuoCI93Ye849XeYH
B+J4n1q5ETbL8MQOURxA6o8MdykbJpO17CQZj7kWLrjVAdEQDL2264Hv0xPXBrEubnlXKfNDn/Pq
THvJdqdLp/tez+lJOxJxhGKMmAo7RUs7v0FEd+FW12IP0WBqUWsb2h0RDk7ko5iLFE/KA6idjV+G
AyTcZAZg2Dk1VdFbd7W+Tj8NAueYJGTOm+emOtuHelruc9x0cWsJEwa0x4Cj0lC3acysFYPRGx2P
c99YA/33BtUhFIFZPZllVXzJSYX46trOcMG+uu2pKqbIIDz5O8DpGDJVXP3QjGU7aMUwHYXeWfVu
XhaFVy4V3E75+DYY+MGYMc8Ple7zWPqzFZw4kUANe734Bj6DDLVtHM4z92PYFZuMCuFrF7mOD4sy
SBhytzzy2XfFNGNkCq2kfCHVb9ZQtqZ1btG749AA5dJa+EelV3p71NZFOGbmukQBzPGvo+EXJosz
BrS9J9oj6k8EiP5gIIqmTpMkP0Sb7P1f2joNCdEbtzuansu8/aPJpbYPcsnfa90YN2X7I7UG42CY
xcdilduJDeEroO4Xv5AfnqYzqh6Fb403WLRE3NQ78qs/Bl+kXPRhz6Na7TUNceG8DJhedMYFL51m
2B9FZ655NGSmf5fiH6V8YH4lc7fm0i+zO1VJ63Gttpr9VuedfLI25vGCawLbe7tpF94TtsilQElp
1l0Zap4v9hYRrQdo7jM9Ec8LC/8ig2G0lSi+B76ivZtm03dBUsAdIY3dtVSsaBoDJVZeu1VksSO8
MuXY2pjkg6yJfbaQURnImp1doH2T8LNDBs42ESQUBGYm+yRnhZxMRsMeUWDTwVctYl8T4pwiFDrp
IssOImWCMo5+R0fjEW81k2DGpIUnkn3Io72J6dB2K40MrpMnGjJ0ax16/SVw54NDjhn/p2YQF7AK
knpIs0TW08ZqnjNgrDaCG3Sf3RzhTodb9Aj6Q5OqPyP4bsr8kgAhogtGgtWiicygZLF8+DMfaf1Y
aN+nDp38aAtmb1ZH5lUd9L9zLdjaHRlNJhNuU2dnf6vXrCardnwbP+2u1z8YcusD/39r/2XqGz8e
8auHpayGRJTDTOdQ6ztAy/1lSHFh6etsRpoPd8RTnnP2Fm8JbXcwqf+Yki8qxxrqmthObjD5W5Gm
AiDdecbowmJHg6CMrZM+rD+hX9Nm19tC1cEJD5KuRHxGuNb6NhumQtx4cxRM2RfuPfuFUHPSAwK3
/ManbrwHXQ1Xu+9QLJDiQr9G0BhLUs4uqd4r1ysfLLZMcU0aXVgGRvW0joHzWg718qIpZ+iiaWEG
G2QwuBTpSru6ncipGBghe6X76igsYV5D9xy4mYg6czLPW6OVhHtpBasbj2UkDdHEoMejSi9aHDA6
C52f2ipByxRS88xo0BH2LyVWmJQf+G4r5HAMlDvVlKrk2CwUIdfRmlABUji0kJiZNt/iBvx5OGjp
NvAGxulQk8hyQh1rh27jma/AuB3CrIRNsRJ48/3YASax3FWc3czSf2gV4c2ho1KZOM1ihjxzVrRY
5nj06F+ePdqnUGS1f15HkDwQYeS3oOdJLpwVU6ZrI2NN9ZQEErbZo5iLEwR8k8Uj6tmNdW04aJaX
DLZlxNoshz3vZtmvpAQnLt6tb3D9GY+T8HUqVrv9gk/Efs5qwn3Sgmh34rIy2uXhLV3UiKD8ZiNv
9TZCaTidRauapDCGGoFsLk7aZvN9FCZFk8fmmtiRsXcGcGlr9aytVfHBZtB/E6ldUAMs0++2zWVC
Iz/v68UovxRrGhwMHQT9UuKg0Xv6GQZuM01kPcSEDJTPHpvSJ5aMrFQnDS3wLpCGWaIz1e9HM+Ue
0CcEtdaWr4/Mw1nV6mrEnZOSLdYyHeDB7NGvj15Nlbj6e8dpuyQYLT2Gpl+MsaFZ65nR4BZNAgJi
PsJucazqahXNdL9orYNW3fqoPcgDeLfT62w1w9naCKDbmOyyhpI38Y3mvOtjzXiz9XTGgs7bWmp6
7AnikG70oF+Cun83r1oWWibx3V4twVw0ZI3N4ZQ7UKVrU9CtLujwcfyakczS4ovgwXnCRF98MJkb
x8Rpt/yBpSJKW34u+2mU6GW6KosqHnFgAQauMmn14lqx1GMMv+nHqmJMbsgqICyhVI9NN5n1zh/N
BwJ/WFC27v1E2fPo0LhBP1iqaZ+O/FQ3E6EIRbAem7rVHSUhUPHN46k55yzHJlDOKz8UUbdr5OIC
jLdqqBmOekaH8pydxR2xe5zYnahP1pgSd0HUBCsVzTq70nS/CwxPqIUrRdlxq94oUhIWASzsvEyP
WRAHp8EY7Ghi1STcXrvps0HUtz3HSRtgFCoyERJk+ivP+Knb0jLv2U2Y32vaLgeXHMW7Ah8FXonT
hv4mt/vQ9ef1BUy/OgBdZOjg6nm6r4XFyL43tGuZjwixPNHH2qDIO3CRyktCN9IEOv6wd/qh+j0Z
dvqaKnN7xBTlvgRlytSqyIjF1Fo2D5X3BIPcViGlp/qbuOzfNYNoeW/R9pZhs7j4jEPvdDvTiQnt
HnCtXjy2wiOhl85Yn51uvbet5uuQpT90VAiyneL/rhv8rIi1calAq/Rhl+BChz37p6qtIhWS6Ggz
vSc141KS9zVo018M3uYnZzPKURcxFZ5mfOcIVoNPyrlyXFeCkvvuahqZwWCGCCt+vcN8rvoB7bkL
7gtB2RZnNgwEk7X5NdX1Ep8+DadWqOrXOPkYHcnO1U/Eozkx2Wf5YbEJoDWhbDyQiNv+4EZljO5J
SoC/fD03DeE/hX//evvBDVV/A8VDcP/0EZk6YA6v7q7s4XZTc6/mfe5JSr8XnSdd4kpU4m+Irf/9
UP581ZuQlE4eUbYObOyTXV/XssxhVDpcM1f1aPw9Jo6lQUGCRmGb33SD0UVl223YFKyOMGjfPiHU
WztubeZWGyXw1gbLM6Mb55Az275dQPNLCn0oBOWBVce8DWKx230RN1O/ZmTVQXcch7VAMdRH5Bhu
YuTmdoe/jvXQQAHEgnGMttpgQROoI7lCgG9MLQhZ3b5M5PNGOKEgcgWGhnyh9w645xj71cwRtIxZ
OdF7X1OAHxQ5uI5kJjA/2gYCHiopThD8Mfu02RCdtQRXVqMYzhjvZZJ7dXkd4Kd/IZ6jv3ozT2mz
dc/lkg73uaGrc0OU7uofDbJWErFk3S5FFHNo20WLlrl95zrGtEcMzYs3a4i3SIqKMElz3+qlfzTB
flJlUviKXM4nza5+8az6j2LCXWq703bx/Lo7ekYwvxLNw5h2nFwCplbM38ChFwJCKXiJDsBg4UGZ
WiunCpE7a9GMeTJReJCjzlHqC97JJVmGqbhWSCUe2zYrnWSpS0C9PU1ag70htha3PgXBitve6o38
GZOQE9ujtoSUUO+m27nH7aYSWnGznerUcDGnQ71js7FYu5J/5yKqlQOKNoBbFOQGn21VYWRdiycl
W3zInjHFlmyR+tUq/eW7lYjn/t7o7NjPkfZn4rzmJpuLvMZ2pM/yATa88QtbKwPdhd1Uu4MfiOts
Q7GJdds7onVZ7zKTGK2qqZod2U+3fGkc69x4zDB8qtxz4I4fSLwtQh689qi8jdrY0IqrscnquFkm
lC4Se0nN6rnO11Jhw0l1LZxNVT0WSq6xrnC+slwmF1hNhAAkq8/scmc49XgeGPxFMI/xtuAvcqvd
SLz4HvDJ+6TxvzU8fyBEMe3aO89s7WTcYL2wuchhnZhifLVmEgZbDxrNUK7y7DTDD7YP+ddMTgxK
SlRCtmdm127QF/LO+vzSwayJO23So20erNNMsB4ZLIUF24/8l8dW+76qbwS6EmC5v9l090svxFff
ah+gGd7l9A8TKXKXHFKUvhNVhBROvjRCWT/6Iiu/ZJ3qsNJm4tga9XwajVFcg7n177h8mY7xDjY2
Cre821567jlfhza2WSh/k4j6vjYEatebOvTG3LM+KxojzlGEs23xlkfdYx+WNen3fl3eU2W1b1pP
ml1h3LZxzPr8q4YqAx2mg8N/y5g8sGwNEX1XR4at80n3QKJHzIDWUDXjtr9hb/d9N6bGzlRRYcbk
J7rFZH4DZ2JEtc3FuuOeR1UO4pIFcUDELgm2qZWwFzEvYlqzU+ZqHy0wvj1urF8ZCp1IVShDeAvp
b5QobbJoGSmiWj+G5opHcfW63+tE7+YKjwlxdhN1Ejl3qNo2iCbYFieTG4avOndRlxnms08KJ3f+
8tOl/Pkw+sw8ZaWXY5tr7Ismgv6suWsTb5bd3aVynuJWzcGdVCRor0FH7rRzwwuZWsn0HFNTbbcM
XIetyO7+b1exA5MZ5Yrh3P7pwFb8856Z0ZxTyUrzYm+Tf08AzBprskx//J9eJTB9h6W1BW+GVTay
oZsZ4x8y9iW3YH30Qn3JnQpfUxcavf8XbOonnwUzVTiteGIhmsJM5b//+RKAH2DcLUP/6E0rS6B4
Qg/OqfPf/45PphFehJcxuB2pWSw+rk8vsgCfzXVzbh91Z44Hto6Tjr7tpUbl9d9f6F/OiX/cxLzS
bYmHDcbDooKa89NN3LSkgZHEaz26JN/yqzZOvYPM3hlQQcixvr8ttmlcz0qhNt+W6xbML+hw/xIe
c/t7/ngXiJJ5JhxyY1D0eP7NnvDP721e0IPYPv1c20XaUJ6ZRkToM0PMiEdVyjjTmF389z/982ve
vjxqNlxZfJEUp58qn5w0orQgIeUBEul5ENnescdTNXm3bU4DoylFdLb8f7ymDZ/cDMCz4tD69Hxu
/Zz2mTsYD6YQ3hIj0dvu9bTJv2R2670Nvqu+9j461wbbw9+iRv4shv/lcsJPZZP3AOjVMvVPfy96
sW21J5FzVedjki1zdy0IKvqLCe3PJ9c3iOaBY+pZNmY0ijvvE+hHlYZqdb3bHtjxZtG4reUeuFmT
6KgTTppZlX/5RP+sX2+vZ5GXgxf9X98jReyfT44xZ2Clgcw8SvENEfg2vwaK0d+DqV7TvEF9+TcH
46dAq397xc8uOJQ7JL6ZTY0xHXK7sou7HvZMt4qPclZIAFqmRiyOT5pU57odH//7U/spXer/vTxm
KJ+jAeTV7Xz6x09ltfIBIULGNK7rT7A5XscNsR37rinP82iaUuKIJwTla+ue3LF41hjw/OUt/KfP
nLIdP6XlWZgqP33medlbxsAw6dHUrOuiDZepunGBze23L7dXzvnQDcTPZekvknhnBx4/pCny+ezi
Z6G5B4I/EYsY4VL7oWH2Z4Q5fzk+/+MbJE+HY5TnHSbCn5/ROEE4B5dTPVY1B9sGxK8LyLWz2Ww2
iIlduUa9O7yjm/zL5fAfHw4GZcBHb2hdTrQ/X1m1yijhY9aPJTJqBYAZuAiEpTyuna+t82pNP3x1
py1/OT4/neL/+1D882U/nSsrMxbRtzwUKTCZRjt009sy/1izR0cEcKBeU9JIiYRkY4Yf5G8g/uDP
k/TfX/3Tx63LXCI1r+tHDQzb7n84O6/luJFt234RImAyYV6rUChHVzSiyBcEJUrwQMKbr78DfW7E
blE6Yuzz1h0tNQousXKtOcfEpnLOnZo4+gJFs118G8h/omtPRPcYo2FkRvCdJuuPfLAfZA7q2tKD
enGuFGJqqeRR6DRrwWihW6y/jzH59X2s30mK/AAkyk6NHIMAvTt3HaWwKdrDddiy2LvBPPQ/qwLB
siyhbjOSH9nRGSUSXc3ekS8d71Y9MXyrnViWr4hPz27G6M8dFd6K1i+qOJi7kuBHHpiIj89oToc+
VGw4rfwpD6NHu9Tvwgz22BpEigCYMeLsG6o8ubWxE3P9MNpe4FVMd6bSJe66sLOdGmLM5PTIBHYe
GGUFewBCEesK3Jlt/hhq8YbmGgvK2O2awto2VOkJ+hAGUIifouixTtp+m7bmMyzxs+P+yGi2s+f7
YotVVNMPe7Xwuo8IILbRaDD3HK7mSjxO2nhVkm8NsUlsB7xW0PvvP1kIfl/s0V3hbqXe8kja+vie
sQ6wxWFTctFt945WLnQAj4R1Y9ROU2Tu4xmtcoHO2F72VrqcjSl8ipNxazAeoOn1VsJSQmn62Qpp
8o79p5hYH0ckJ5iHbYFlD8voh+XJqmgMJ6JSl6x+l3wJuE+COZJmPNVkazLW0Oa3bniEB4ri6JPP
3z948I8Hp6ywyDkiVYl/+nUB0JlqD/acUbkNWnleGMoGlmY2u6QTC4KRSf/ZMJL8tngdIkynUbdd
vnxjyBGfFnJVdlpu2Scogd1tUwPoo+rpoOW5ItDHrH//++37J5Hnt98q4PviFnYEU+lff6uLLhKl
hKwujXdMhvekenYXTJxeSt//TjAxSvvrSH9FQ0KyONnf+rcGkIhcyqsGgDe2WISvvuW+lRmT9vLn
NPFgauSfGtiZcnp8WDwj6wrOE3vr7M5LP7HHrmvpx59PZ/ifGLMVM/lhrU3SSNGZm9VlEd05nLM7
2KswaGms/g+b6H9Fwv9hVRcu5ThMHWD/0vzYJAOdAoSE2f2lzBFL0fOJ35mg5YdOc96ncipugVJN
16lNPx5pGHK/ZBLB32/W72ssPwF8z1qyepi8P9wr20mKMexbdUnqL/Mo78tiYRpWb5B7efl3oeef
fOR//4RyPL6fVHByjYz68BKR3VzpMuPiRqVnfxfjkjP7gq0ROV18kNVkPhVZQ3LpZKA87Bgx/B9O
16JrS5YkLb2PiRia3jO9B4F/YcSGo4oW6SaqyvukK4oNlMGjiEq/9/67gNB/Vg7XFJ5kV8AbYZkf
TrrVYQJqy3qRYzhBLVtIZ/rvKwQu7H+O8c9L+a/6LXFCpS1Dpy7C3HuMNLpZbJX8gpwIYfvkD96u
NJLj3H9GIv3D2+JyTtTkAro/wvpfX3ZlGbifQpcraniP0MmY+g5PC7Pwv9844/fjsItb4+notbLJ
+bgBqAEVk/vpNJfWkLeEPD9pFSHoWIAituXobX1c/o/4Xo+daIJqXKigG6hFOGW8Qt2PmfHJk7Qu
uL+uEr/+nvXF+tf1zkdVkHPsNlRkt7JldeLJQfYElK8Jxuzx72f/+wdxPRgJnjQ5KI4/MiUmqesL
+nSk4Uly1Ct0Zn13XNzigO7tk43PHw5lYLSnlbI2VvR/kAn/Oq9kZv2bmShf+iR9sGXlXTJDeUGU
mj8jGIGfXMU/3FWOtmarMCVYuVm/XkXwW72RDt16NIot1Qa6U+4K85NF5/dFjsRaqOwAOYhfNcWH
o8Qecv0untqLktDOi/7NwcgnLZdVAIJe114hFf1kXRW/Px4cEuDB+tKzaf3wymtz4+STwSEzMllw
tBraWa+18fnvz8UfjwLRhE2TrhMA+OHlszyoZVh32gsZ55dyEA+WFX9y7f6wMZRsvU2LeZclJHL9
X28R4i6BHHtpL27xszFJ6h5nBD3vk8sWUDEumQh4uCxIt1Mv/uTp+NPp/fvQH94xC8ls5LrrfWsV
aVcdU/8BFe/fr+EfHkFURysPAyu9Safo1/MjDsWpkZrJO2cYakAIln2Na6w4Lwm8uL8f6vd3i8oN
ur3h8Czav90uLR28drbT5NJLZ+HBQ14VW9ALCDGrfAIfl08WzQ9rFJNoAh2I5OI9Ns3fl40sMmzi
Q4b5MhiQmYDfq/3S62C28lntPKaAbCpa65OO7G8HReVjslJJC68ez/6HJz8k2R7tce9c3LDtg9Dw
2PDEc3Ye5OgEE9f3lI1a9tlTuv5f/7UcA0Ai7W/tAxMH4tHT//gm1LROQH9qFxPN1VFvjCzoOiyZ
fWVg8G8j41ZzkvGZDSX8Akrlkxu1WbFthiz7ujgZ9giTUIGt14/5JVEYVgukg3dLlFCpTFV8qphI
/FcPA7/Y4GnzqJNpKa+Vwa/PnajlknlTqV1Gz33Qlaoe7BhN8xjF2pWuV9YnC9Jvt4Viy+Q4LBXs
q9x/atF/ret6Ngy5U0XNhbnjLl31IL27Fe6zZq5TtM/6vx+edJOx/NoUxISwzsnRiv96cooSDJRD
21ymgpTEcgdjZztUX9twvvz9Kn54e///gejFkKhEFMw/APt/nRYqlDk12rS56EXmOwMdofq2cD5J
EPnsIOs69a+DoIqZbCgQzcVOogAR+0M2OP4aY/Dfn8saLsyegAAW92Pib5h34TJElHB2f6XlX6fm
pjM+KRM/fAn/uVzCBOgEscylkfThNXG93I2Ggm0kjsdH06uvNN29YXwNcCY65cT8bMS6r/37ef3x
oCSVrGfGCvtxRVgKWjCmmHiTXLmZlmbvGpA93WkjMRlmB2k9/P14Hz4b/3OS/zme/MATaxWZGnPG
8fKekKLlYa6NT3Zuf3q8hefwWSd+juL3wzdDyobmIli0i4Y9YTKxlLzX0tk4x7+fyB8v3L8O82GJ
GOpILg7gyEtYkhnY7iNY2uZ+tlIfw/wm4sB/P96f1gi+TrqQKwKWRuyvz3ld2JUs81hd2vIuC9+L
cJc5V7jS889avX+6Q6DRYKTxOWXl/nCgKU28JpIFTwSYEzveD+Ynj8CfbtB/DkCH49czERggXVLi
OICtiOhAEpUg9RYNtCDxyUWjBfvH64ZIhxeLgZP8uKl19Mmew8KqLrpBxoiHU/smT4veh3DtbVrc
AMeR79NNhqP13ArzLcfvsjMchAYSnLSvgOXQxeYvwL1yj01NNA29wFXKl2t5chBWF+GuEtoGm5kA
shGV7s/EKO1DNTov2LZrP1HLD5LunAsZfrafznUt/T52mK0lluzgBJjeoSzy/g4cY7aLMQ0EzQhT
hJpjVdPGBo+x4WwiOXabBl8HXqGnnOHxDI/Lxyqn9igMv7sdnG1FH2Yb1ckrgoD3EVHwLp3qblck
LeyaFrhFsoz2D6Q3dHfMDMswM8J9kUGkkvRAQG6k8WWZ5lO5FIex7fQtieGVhnYY06/dmi6RAaXY
jnWvHnsdkes1PuIE+EyDLAFdOf7pRHSbxMTGb2a2t/EM0u0diZ2aAs+D4wBeIjOn8GDLVN2ZVf7d
KiKxQ7vrvDg4yfYWdJh9Wcf9baTpSPiI7oQma+Bx0bvRb93C3LUJZYqeZaANEjvdaXYn71traM+6
wnlF2kV7BeJCHTMAtBszqcXBMMLqxQH9vpdjX+8cE7uTV6F3dWPLOZVG7/lLnmu7BgeZ71h4SsNm
eG1FZG9L2Rs/Q4Fb3Gzk+DTXtomDcZ56yDewX2YijvxlWcWgjQpRv7tWtkuGPvEX8tWgGM5jvUHs
IvdRDZGEjIHuqeps4WdFGULBgrJzlY+xeWVGxc/a0LHdL5V7HPqh2iCTtINmSeGflZhQEZ2bG+KC
+FuJO70mgwfzAwfjTndDG4B8YsH4x8SDYrS5TgjVORVj0x1IU0W4SdADt9I2znFUf+O5cILcnK2X
aLHRsJstis4+co41qrpN1M35Lm3md3M8j7BEh3J+rInr85uYLruK4+EmDBWxBymRCK63yMPUz+9o
PzWsby73wy1r38ZgnftxDh5JIaPaO6TK7ty27I6tjbhjVOGtkVwN2SmpNxBZUX/3hbPBxmbu0T9G
h7IdxSGsekA8uNGRxhJadQxHkW2trP/ZjNprPUt6RI0T7kOnMW9aUTAmaFXMYjI7X4FAzPamzQsM
fQlg5Gxqln2bNw56z9bA8Bbhp05i7Q7uvns2VdUFnUwn4hUQHvd9Mp1HyBTotqBbdXEdXbeO+KF5
OjpVt5Nbo8ZYMeS4JkXmvE5GylCLzfG2RLYZgEvXN2FnTEcjKSbqayu5brJ4OLahEd6H0ZIcW1UB
3Z3q6tab8cCRcJIb+I0gqZXAXDUTX6wQoBMyjEa7Ik8MjHGWe5N0MdRe5PB7N5bfbZB3mGsQ32S1
+w3o2QpvFYJUTRPxeRHSkCDD64xPlCpZj66JSOmOZegyoMHCRc80vnP1YfJj0jy+RIXtbCz+NbBE
L/0J2lQwpIuD46NamGdomGzSEAOENpqBWk1yUpXKr3sdJq+HlzIxV5/RhK6/IJXAHws62aj7oit7
DSlIWmAmcV8lMJIa9T3SsNBB7IGLJhyNbmZP4kEnHeSzdrmJ2hX867ox5OYo31qdW6LgyyZ0uzZ8
ONeFVTxElR93uo1ovmvPdpiIDdqjgQq97h8iOupBt1rmerVUp9ilrBlK/Np2tRCKUS+MArM63PAn
wjtjAcGhx+ol7RNrm80Rzu82EfzkhoYRWWk+JnOCZkhs5j2CAZF6YLbB93q7KkE7tIAGCgotq5nL
lOJbEU46YQg6aqnaeW1wb21Fkr2PZftDocxnGJm+D1J7thR5BcZkfS/DIoQXxYkOqDA23J/vUtLk
dUwiv4y+h7VokRpGcGeCpkzFD7Shsk3ogIMoO+2xySZ+Zm3naJ5i5E2FviCTg7kTdQXvTdFgwHJL
a29j/96MNV/bQYiIIS2wknKY0R3gP26f+IO8iXkyYcpLGhoJrBhPiUMijpR1/sUpiicbldhz32vF
ecRrc5qXKjpHbKJq/GwwYUh4zCny0SrjJ9G+i8j1/KLEe4RHCMGZF6ErI/crMOkPktTo2SciG38I
twHbhv3uqnU8kEFjq23YNesMzdoJcyg9oagZEKnYKt2boxC7ISX+QOc9CbA42/dpb4x7pAntNdSi
7kYpkZ4aYr826w74iq115mcTgSZDJX+yCCl/gKLNcgdRfrA7hJWZmwZq8OY9TIYpiNnN8GiPPd1m
LB44PvBhCWve8q1dTubQj/7StuaDSmN7QCJJ6sRm5c3tEwShiPu99IsIW77qJtXad01BI9hA6MGN
IRoupj5Gl3RaeZomGYuDx1Tcq9w3LyUzAqAd5n1vQSyck0OxSQBlb0xMUDD9RHYFAfir08oX2fdf
ZgnOobHy5B4oXQaJgsJJkpaESnP2NsAxmnPea9GdTDALezjztl1r0cObMkTrYzitLI2mwEOQGMI6
hMTbLP4cyeZUKsGwFsEVzo0oujW5awwnvTggeBLOPHVh0OV4BsoVu1HmvPw0ZsJNzhh66zg96IK4
JFkGfPlpcsQUmI2VHltMNTdDJtAmRAKUZCh+FDXj8RY30Unvum43GrlLhMWwRpgU1SGXjE/RJ1uB
i1XaR85jfm2hIIEsQYWCWH6Rj8vsYljsRYrwPTKG+wKwCM+8Xl4bAsH0qOU/cf9COk8R1bS63QBK
1JLbpULqWcghOzBKXW4Vcif+s9VGV8IeEYni3TrP65wFcEzk88ULH9ouF/tItmLf6bB7cpyl2Ah6
9aUkv/vQF7WLdcAyAg2JzL4rsT5tK61roKoO3i0mUp7jufa+uw0Sa7fRDB/AkncHANPdCX1EqDl1
vK05xRO01RiHmvpiEhPyZmMbwlSRzQWwtKVgd6YvLPYmgVYiEKN+If4tfAz7CEhAX0/7rDRCPyLF
aGdHTOG9cmFVJkMSrpZW9Pulm6NHHQDBfTPhdhgtRYvBY+gcF6FzVIT17ug/qUexeqsA3rqEErEC
QVRBRjBZaYAM0t0nrp76aT1g1PMYiKW9+2CXLbiYkBoyHt2xIouh/mEh/wefl48XHm8eCMP+oQtm
5nVJSds2yAJ0vsHRJh+y6ht4RRkw+tY3ZKCIIElJgFHz0tzq3YDuMfU4YVSlVXFOE6N7rL35zW71
lhKof4fcE13Pk9VcD42p+5luvE9yvXMTDXlbmfheRhe+PN50nPhzfJgmttBMsFFwu6ztqo6Nm5gJ
7kYrWVHdLlkC1UhGihjcAjEb00M4zWqrxbyRcZ4/jWhv8cqnHcG2hr0zy31SBN+VHj/qiLpglNLM
Qwc/78caAP+IgXyjT2O/RwGKwj+dM2a+thFAWJp2MJxyxMlhvnMwb2/tNgIl4VL8nmdJblWS5t0p
SfL6XtZFeqgn29pCkBmvgc52b1zseW8OGT6UEVDyLnX+aavVLac95WeiC1LsiVn4iCcUiyreon3p
SvxkkQtRktrDQMkcN2czNfrnrnLhMeI69T1VutdoaKNALtRMlrK7O9A2bAJ0oMivbcqGI8iaebwo
XOcNVepQvwDpv5om+Wql42i9p8IajUdZd4mFEMiq8kMCWykMJHl4r9jj1oeRjhdybcvClCqHXW13
K8y+lB458ROUQeFOw/SlhWdybY98lgdbOJsCT+5Rdri9CseL77JS2DvPVdUhWxJ7Iw3tJW+7bFPU
iRcsdWG9ZbXBvsUtYlKSVvvbNkrK1diT6lRRHoE/2AII5MshPW/zzsqONBfn3VCk8Z2hCAZAlNw4
D3HiQaVrxMMwop+PYkblrPXunZ0g/A8d4H51U+P4APnrdC+GNPt5w3DUPSkqv6M1aElQYwk/pjk6
HY2S2s+tluDLYXyHIiC3c9yiI24zSDwCaiB9yQJOKzWPbmce1jRlHVPlPHtoXwPdbTj7scEYx2pG
RFn4kocdeaiZMKE8mqmfEaW5iTCCbZSdxuyYaOuwo4uvi84BnWc6YXFTAJdJfQ9SFFW9q/FLjZwa
BtIAy6VM52vYDfCWjFQu166h7rI6fyEljkgWGxPVprewR2m512B8BpvhTHrjxxiId1CmiwD+HJ8G
EJk4mXg68b/FXygD6DRDFHy342j67ujhcDcj7jnwP5jAXHTxDVA1tLXRIg2Irc4QsiAY1deuwGJm
lq4FqGRyDuYSW8Segumh5BiOZtI7t1nY8JKXKyltANYNk6cu/KadIWe4oXdLoxvokWxfIsf5oeVM
KEx2IKeJkJRnpMXavpm16s2bSXJOGHv7QlhqG3f41rUi7vAuhRo6CQvHFwvCVmq1dsCYQ7McdcBG
hyLt12HUXNkjkmzdIm7Dpfu0UWzqzU1aUePBHdP2YhyJxLBhMd3p7eRu6FOaOyMECEIs17IpCOAN
CDmhL245C51fKjkvLn94EQQAVcH8NcpIbEoqNz8R6OTTOJn9GIuBX0tN+JXXL3emnM3jkkBqg7M1
X0dWZrPH8IiqxYSwF1JFV00rccsW0oXYlfS3WSF7glzM/hXCsXu2p1S7IU6V+BIIVkEBn/trzDJz
xlec+emUQXfkcTLvKGqxzVcxwCqv6h9ANP0YxqY5xh3xiozQlyszfujzgIiddMvWh1thZsYLxevA
+kLNozRJ1GLfIirplLOLOZ5vRqbcGJ1iy4fDLfMTAup9fXa9r6Ky8ZRKTNHfltB5w80xPkVmWR07
qUHx1ou5So7MQAGMyNoAM+3Gnf0zzuR0zJrJ8sMpJVtNR5KiVIjAysCativmtrppO/PdtiztBB9r
2uTLYCIExknEe5VgMh547xeFCT6b7NfSdrqDlVc0SBxhUPo1OEMrC0lCmTLNx1L4xdPnZwcTBHXV
DKWrVVR3pGftnZ78nKygJTiWVKsIN2GZZBUeAhDjvHdr2HHTtXiblwutiwElNNoytCn2rTXg9Ekc
lAFpDew7KfT4kIgwOrh12dzHpus8cFLWxnZ4LBMXmWE7vsISwick8FfqFFAbhj44/LuhJ+etEM99
opLd3OXWaxeb5o2XZmayqdvI/bl0OckmrKbnQSDSy7sW5ocePmNaQU4VayTcsIz6JN/ACskb89B6
Q+RjHP62NNmwg1mBDdO1WDdRjAep54Q4cdS3CaDPE60lGBTklQRM9MAsCW7xPM/ivnTipyUdyXbS
dOAqllthJ50Lv0DYj1up/zGSAbNVRqYOcd8IFh7ung4G7ljNsr2XQ6mdgQk4ZwCo8Y0j8iUoMjfb
LWBLaXIqTsNYd/zai1dZ1W3mTFSpXdnQ1BO0LaKQ11J+56vyA8A/2BpUU1sx43bttAmjyyg93161
hVGSOHw8wUHX9ljdOomGharETl1i/Of32THge7PeRbr3htKkDrS+nNgYyvZtGeg+IrqnrGrHwBRV
cUNFODxPJcgbi8TnDRtGckgr2ezDos9WrgAbgkXZ2QvRJVFQloPhm7MktDoeoY3rM15URdr8oauA
I0eO+ROPPnJctSxbVUsIVML9qZReA0zNsxNrrbxGbFj6ohtRUEaR1dzXRT+xd8/XxMGGqDlCSSEp
YUfcapB3A4WbamOlxTemVjGvbfMeT2Ai8CYb1skuefr7xfi++nE3sa7ozUGApZQG3P4jC/HHVK00
bgv8uDvYtzTixGD5fbdSAFP3ylmgeVqI/U+ey6JAR6snwyJzMZbjSEcuA4lHi7UvZNHrl8Ey4kvT
WuW1l7nOV+xZdKbYkW64uOCaFxzKsB7kQTjt7OPVs3bAnIudsEGy6SaVmhb1JkCbqi1eus4Oz2DE
CLojaOgQGm18B2WtJXJwAWzHbdn26WierYFbE9kRi7hey101QsQpwnTZV6lnnk18ywC4DDxtFuxm
8omr/T8hAE3UkuK5vGlx79BwVZN97EYRB4jVwcZQsQVGi7W6Vdp4YGwPEMeNuR35SORAIuzjOImD
q5LH2sZlHVdtv8tFx2ZMj9MjOpr6xoNjfDJpzZ4XiIV8UhpD/GR4qF6I8v4aqjw+G2B89lkLymRK
0veonUZ+Pg1fsay5QWHX49FL2hD4gz35qCRoUdUKyqyT6bcQo3m/JTblOfL0XVFZ3YGX0wpIKRCY
j0x1Imi9fDDD1Pk6Le43p5x4XnTWG9xrXVA58FsmrXSPQtYVa0ldPraa2/qmoKDQS1I6jExLXgbT
6a4IA8u3MtGgm1L0bbWFzKtU5figCk09LUkHK52OBNRnuwvDB26GwY4vVx4BXNiqHUNBUrXRChut
LV/mRQ4nhp3EtU6TCci10ccnPnVi7eiaR9RZ+m2saEpQAg2HeXBW/hqfSKCwyCME6IZCUfdLeu3v
KVI4c0M/juI6juAmlH1e/KTlioLUbViR536yr10yQO6pwBvfkpn9ZRJyuE/hD5CwFBIvQERcoLEm
cuN5sm+bScv9yJkq+hZds3XDeYK13w2SuHC6cIsJi4yQsq+44ZARTfUPTF7jgYAO8AjT2KGn0jG1
BAwm4HaMqgwsw4qvzaYaAT06IE09GMlNbYpnexZfmbbrFGrqVWZxixW6Zs8PfKI7ihpluEZonBmG
/btVeEZEFxf3HZIH1Z1cD6JMuZLYOr1rvpqFCdKiKVp/wANqll9XFtfYPpiV4NPQlfKny6J/5RTj
CxJvdSKEA342PSZaly9JgUthisjloGXQbQneYCdJxsMOmCnrL3XvS+qAuCHDnCZ556QPg1E1jAZq
2gpN6QRhWsaHURkmYwfEYyQrFKfWRpHBKydj1NI9WdKm2Xtn5RnqRS6qCUEmt2Ywi+Sp92K2J9b4
EqsV3yu4flu+AOLBpUsA/LTPEx9X0wK2tigE3NbCCjd6Gt6reByvY3LD0h196Lp9SrBe9EHaNd0T
1qp+q7eJBwqlBVtex5Z+Aj7oHicYjs9ho7c+ry2SBbsNj9FMs9j04i9MEPRt6UakGBgYDEOcygc2
NuERq5XhyzQiNbEi1oNwom6rRW2+T/uRzp03VCuvUvq1q74VevktqwpjCzsQI7B06KydBzaSzS4P
+7vcBSPXuwBrCWBI2S3F5q6G10JbN/vWGyyLgyryNSGRIYreO+Fzrc8VRfTk1Qe49DsvfaVvVoVX
Zdk71jXw2TXfbeiSZN+gGblZcBWikBTJHg0u0YrwMogha2hwFQbIb1uz35cMemc5Wh2u4+p7mEdr
N/JL81ykZ7sOjIf1BLBI+FUV2PZZwD0C2g0eR0z4s/mKbFIG+HWNdb4KyW8wrNrY2wZQy44hEuwY
aLtFqfBSC5aJWfXdycH7skSDtpnT7Amj2dpoa4wgzV15T97Mt9k0znOWPS688Hsd9TPxBPTic7jQ
ZABdi3E2yBRpwfjryQ8IqzjfnLMz3BW4liRkOpqcZmFTshd5+HWhGrsmGrVPts6sxT+VGPvH1Hbb
VwOSlO/NmLpxnRoL33c3Fbu06IaLo1vLyTWTV9dqv0RKB/CcY3XvjIHul6OBbZ6qhhtcJlsPTOOj
VeF63whAU7e90sezqMAt0RIeibPW4JBqNKLLhHZEX1YRXd+uIRqSTSkMFcYjFhA+awBkjRl93OQl
QSC5QUefPlHOZINVeOZqbcUIHGZQ5MBqqk8CyDqYGtqCIIWZcXZh0aEhMoCvmnD6x5YkYKghsXPO
0/mF9dzcO4w6tix7+i085dQPUdNtS0wLNi8+plT218yYYvbkbwJ7JgNCc+378O0hDndofxQOmyQr
c6td1VKrYfsmRGaMfkzOFO+I0lnKHeONrzXrz5bBCiiacHqDrA4+jM4QQxidkgSia2Bqgi1hoib9
3dDa9qw6jPgp0RmkRQP7bgZS92g8AWmmUXCx5qq7T5MYe8igG9a9YxbkADeLImK6HF8tlik/BxW8
BWryRsYp81bTrmd6tL2AmJuKNzNyjWvmNdW1ZCnhh8hvFVvhM6HjM4hIKRiYeHg4WiPGSmgwkS3C
jJ15/qJHUQ19O/VOtJy/dXFPs9d11wlliKUMnUw4+3k3dA81tFbQNlkDoAgMXZIT3yidKH4cVNTf
lkXzBsHa3InaQ6uc8qmmjiPaDhzlAHDTaWaGL/2zKKCcQ9ErrrW+KdS5MLPiWmeC5GBF6Sb4nEMa
ZANRPBouaT7tcXk1hBOxy/TwoXCV1Ip63z2NRktVnmoToGlipK3E/FIJWnqzia+4lzI9LY6XnWx9
Lbcb7gWDVPbOZlQHdZTFfuN1XdAMTnNgUEMMTl3GATUHDv7KM1n5Sn3j0Vb3w1R+Ncr8C3pQl5e6
jXdLEpoH4nnkwZtM6rewm9yAEeV8P1hIQjtntI4Y96fd2LbFVTU1cPtad/FR3c3gBcEwZVbkkXJk
o5gX9nStLZ57diL+BhmFr1ULMG3KDOYAuknea9uQ60Bq6pZ9L2sm6MtLbDRx4+uh3XibRs+i6wY2
MjMZx9wwRgem24Z3LCaCeJvQONlGnh2GTiSHFd7J5oYkMSP12CAQIbDLJtCzmGfUdpzpYEGBQfct
ERhg7WmYAJJoI+P6RRhGuUnWcJiJLm7QRfTEhxTIs0edshkyVZxMCiOmG1G2nYy6PU9Y4s66TMy3
jBgb/gj+lrEBRwRRsTq4YsgvBvXZPkr7S0b03T61a7D1Ijeuu3R1eQhr8AEkLmf8FuJk21IdhYY1
qnJDkoiapHmNk0Tt6M7lW0ElSghtYfJ54TsAw56g9lAfHqyBgQwgi/YMnhwRUdi1O1kuqzTGwAdi
SPKb1NJxpjOhL162LAeite3dMIh4P+YjI+bleamH5kDAQLXD1d/fs1jPjIswWqd1nx8sI0yulNmo
M6AKQHDWUF+UTF2mWnNPkbcwjSV2+7ZtxgdB4XnQJoumWKcJcsHW6bTQ36TXtNezwItVOp19bGdz
flBDT7eJAmPrUNSU4IysOC1um9jmtfDG9wRgwtdoLImpnVdbvZ2xLqgxei+G2Q4yNwnZPY8ZQ22d
vzCsFLNyFBc2FNFbJ61yTzIVcSldxlA3IogyS53hBrMBVG691vmehTWiz8g7kUXjnfgkm8coSxUG
gQI+iMqgmPNZXtps3pMf1fjU+DWxkmq8Lo0iO7CI9GuZqG2J+KBU7rX5YGiK7G/oWjucZaBwxzne
2Kl8ylXv7RnxNCdlt2skVK2z+x1wbdkdwL/Qg2RRhVstGacbNUUVxN4VGWx5FRkj3k8tN7437EmY
T3+XFskrtqvlz6Mlssswz+NWb6J+h+la3BIVKHbZwGjXlFF5Sr1MniBFJfu0yJ5S4eRsRA393Epz
4gJ0MDDKDJgFExvGTYhg7RENLtOr+WjKMHrOovm97OoXPHjx1qAC2BZVS8dsoBRgJsjWT2vkZmWN
o2hx9NsoxOPgOVkbVHIxN+RYmH7CSnRd5m28yeaZAbk9PQ1VjgByjaGumJ3ejHZYgNE1tC+E0ByR
bt/MlZEETAJuiMVzg2WQr4PZxb6c+dK6Bo84rKr4yuOu7tmnGTceCLILYvdsKyboNeRAekHY5+47
BZsBkNCpmBdloFs0tznOLZQPa5avsFnUAUE6chIvhA7bT9amZG8cxCQB8ipYr27KgE/JpoZBue7N
av3rIsbkyitDAvaUiwWKYXiywX82ItuiO5Bg0tkaouRxUal1IecpuzYUBMAlxlG4xHG9MxJF2FvV
GLfmOjrwSnaHAjntRtpEpOWDKC52ZLu4uMfnmpLdhyfXIApYU1SMVh6W0GP8bmviZwhmYH0REJo4
6RdQisN2cbR3aesOPDz14k2QNeKx768zVu5DqnE20f8j6byWG1W2MPxEVBEbuBVCWbbkINtzQzkS
m9ykpz+f9rmdmvJoLOhe648WAFDd2Td0BMndxLjsFioeA7HIqzcu/Zvgk60Bp/jCdTM6arS3rfM+
+UDBQ4qrjUJySN21ESfji1e5Lv8JokedHGyJEJx+X/fusumITPH64VZFcInZSK+L0aqUAA/fX0N7
RIHXDjL0E6Pfm6roL0qP+m2Xp+UL0UzWmloMMzBih7o08r7KIGpG8c8x9W43eLP1Hhtz/6rVXkxG
X0UXGqyJh3+0cJhtkUp1rFahl4AVzs19ImoFodK1UNfWKpenYRgwJIJFkZh+j8M08rMlmu6TWqPy
BCxlQ/G70QtZNby6zUjeXVwGIysD3CYsGMtnq3/nncfGg9Xya+kjupMNb9lNSeZurMQCXYR5rDQ7
qHzEWU1Jql7221fjW6LFL3QHEa5/1+dMBXAgmSkeGjQx3ryYf4FktSpsOghE1iO1timhf3Sysf3S
+2a4EVA0BBnb7qqoJtLddIJtjJ5btvM0/YFlMSbfW7mBykdSLXM5rn1XGWHsIz6YojImKEmYL4ay
fnXHz/ADUcM5mVYWGEYTXX1skqvOqQyKZvFR9wICgwB4GjhMph7E6uSyQlfsDKuGzNeG7NGKRh64
jOmkk22mVgNRze/IoMxNOrivXifMJ8uuzR2bF+ockTcc8DU3i+dEVGI3y2YeZUbZQ/ScEjd4hCqU
r72DrKKcveJkiAOqKApRci17I9jfDerKpZewYvuxPcRkEBT6k5X/Q1oPnHMlwolxIKBCO9ABn1NS
YXJI//GWyY2BnAj+8NyU34ORPUQLXcT9hSZVokV08whMQ2Mpc0v8Q4o0VyXQb0FC153T96h9e0XI
uHFEu7PFC9UU1AzxUjrPtXF0nJNbPsbJwUt3pL+mUEg66Zi+t3MaprwT2fcRbQS+pAM6sVcyfbdp
cLE0fr27pdgJ+eO7V9auVaqzOXQngEhjYRXSjz3QZ6nCtOVSIVuGb+uzdK+V/mqxU5WPSbrtXIZY
Zz9X9HoUv3LcFYBQnRaYHQRVdZpBldK9MV16QCYFw1gMFHUj+cq52tr+j/AiZoTfTluT89uq0yR/
FKZpM3pY4m9DtvTZ0ITho1ZJ2k1cvcR00jcno872DkS1sK9u42+49U5VdFfXVGHNb55o1zVtgkdd
babuZwa/cHJkjOxV+nibQaa6OBwH5AUsRlZLEV9A9cfOyA72fPQSuFa7WDv2Ti+uZf1S8uq0LNpn
rwfoJ9lv6It1bVF/6wVe762r4ef+rYnkjyWT2kCiEBai80PHe6zaN53zMq7zQ25uR+NIncdeFmQc
skRzMij9O0soiUOEahC4OpM8Nj5HMV5HRbLn9MMJtJIkzCmwOLs+tCP3DrnZOcEoenmrxF6ARFB5
t0qjcdVYhwSlEU8M98iaT50nm8a4aBRh2h9xdSmMfZ/83EOhcSMGo8Mv8KyZNMKcfXlnvz7AWEb3
6lNx1DkU+37bxss83fBMrqA5OvscedsaGgs/jIYYp99m6GekE/bGT4FKUXKrklCcLhqVROcqekht
ym/QauVnj3tcUD5jd3qzqVh3Cc5G+yUrrYXBHezXZHDKPejup5mb+QPZfqG7sF3l55GiV49WLYav
vp2QQtkXz9ECaVG7WtC9yaFDDLI4RWZzTEjXM4pdQdH8SKMSeVhEsFPIQQwJ4lzIpbsLYTpb9MTY
HHn+69Bw8vrwagVAarSyh1cihtdkmQQN02CWb+lrZ4fipzJNznGK7/l5orhHngWdGBMLvtO9ZwT+
JocWftezzjnZKn5OllT/6Eyvuv/URNsMAeZS/4FPbrX2pi9Ppv+KWHwp/kai4yGwqsa451Ts9CFD
jba9lxKYDnHT80favKbUsw36LoqnvRj1IEe60VRY7H3StQHtGRZgEPYzqhsb+ZtP6HhbPnfGrbMY
L7Uds+2+Mu9J+KT+p7+28mHsJene2Hgp+auHciXF10TqmsxOC9+WStGCAOnMUYDcHDxJuyAqWhO0
N+FE8P0fWra4fi+u+EH8F8QJsdkuuWUA7ou5VTa/N47bGU5+f1dBwk3K5OzPBhMJByLPAEvTWivK
MO2024D8jPzNlRddc+cyJfkut/6ZKMHnkvxQwNe4/lcN2DqGFyLd7lfhdIcAbFTvGkqAeuXTIJEV
TKTSQJryQqmkzqZI/Hw5n20K4Sy8VFP05vgoM5LoEJGK6karPiWRmiYEK9SyY0Pvj3fPCBwuBslo
QwsTDmHEyMq536zHajm2VODMdJolzjq2bmVFkzG/kYmFB0FAJciM3kB68oW9iLjDHv1AuqiN1z/2
/vXmXYY6PeRzv5Za9NUN9TpPIBnKs5j3mnxT47ej72a5NTLy7ogU9D8r50JyQJASBppbxDKKQ8ue
WDrbkoqXkZqd3CAu4Mq9mpLw5gTFqAWT+71w5o7Nd5u/uM6J9WLl1B+x+kBKFjqoBlAwILl8WDI0
7LtRO3vTjiiK3uN9uChKdeS7Vn2AWq1rmx3X/dS655g3pU83Um7N7NYN325Zb2cktogN0Lc927Rk
NOgLS01RVppxZBOhJD9pCnc7UhyrPfwM8R/PXf02e0dJJvt/8QbUcrD+8YNRMQ5ftXO515/52s4R
T8X0B/lRdT/oa3eEDbM/y5Vu/siZrjd/OzenrOHy5BTvybJ1kSla2XaRLwocJV0ehXPhdtswTweE
oUR/DZDJH0mklIX+9tq2jG/ZcNXnd4lKxOiPGkNW7Pr97i4sRp6RciIJIlQzhEshVTX9oaByZcu3
35PqWFHgbInk2FjFZcROyRefbJhfAjFehxHloAIjlA+GDwKZYV69pSNNfs63O/12CFAyAoGdiQzX
Jb6XvYQ8DMGc/WrwDh6NLD3a6jGx1yhIZ0fbAi5SMPCGpCwU0fJAach2mcRjRL0uvHZo5IRaoHIq
hPqYDWvTxXvpvcMXsEoXG+m8JdGveOh9GlTlrvv09k3/KGr+4MiuvBrktoeRw860H5O9GBAYksSa
LKe7nmeYXy1O1VxyZtwPCPtHck9FEy2GycWVmEnpiaqePPL265wv+YNDzKcqjJKpMi/Wgt5VzhbP
wK63fMTOc6dOmf9LPnoxHOLpROfYSvTn+5sGI81LtPeZuM2HtH6KTAh5xw3pTuKn/VZFODPlgZWM
3ZcPIgaJwtXTBm1MhG36meXnGu0BOSmLCBVeOefBNB9nY992rLL6zp7czcC1YXkHQ4OP6DZ29iDg
SMblijgVXfrD3D7N46dr8MR8FOk/LaEt2kNQT9NHrZ1Vs4b9D0kwDPThY3SPS3Uh2a+CGKyT05jS
mPcJ9qOVlKUXe9m86Baqy0/dPQr7KRpf6R6p4v3ibNrkKOUTPQGEmAS2fPABZqvxscguNkrbtP9X
pD0PwdHxXgdnO3GLpTFGlVfHfImzixpOekzVNCqp/j0TBzJk1OIxr4QpjnaeUOIrn3yTpsJrDao+
OLyP74vx6KuQRW7t9N/cR3Dda4vLTES/k6AYozx5VJs6BQnpehG2BFWy59v9NckJVzTJXc3slaFv
RINFBl1UxOWs35uEzpIWnbjaK/cp08fTYP6LVbQtTB+omrqh9oGNJhBuy95DvToMxqRvcSFTsVaH
jOkMzGDXbACa0ClRZS1JHiglWLlcwF75REQC4tNXunM57bLDRMp10X2nqKYlleRzuZfGbzK4q8Z8
yzgATD3DMJ4FYNKSAX6CTYzHXzUnay2d8fzPj1kniQ0CxQVUk/z3je5GFVRXj3vlX+5N3xRwbBYK
lmYmjskNXRI4a/FsCurXx+5JxaR9LzanTLxuo4/JQbQ/vkb1uYicQGuo7wGqWpy/oZPrJXke609a
3WvS6uuM86ACwmy1dao/dr5zWfz81NdUGtrcWLFcRRpCaX7pIw2ivokuUXDiKfOV5u9QVQVB1PG3
bcFYZb/NQDW7g2QfOQ03IgXS6jDggoXa5swloxvAueRHlmhbIgo8XcCjrH0ehnf6mUT/SKI14gtO
7GjTlj8WBDvZlVCef5UXCmVvjSgixTZjE2/2ias2g/HTNC2Rs9SK3YO9lGz3NRCoji+HNGP0vNq7
lk37qlR7pCagq1P810Zbz9sZqNs0ikjmiYsseZlNckyrNgT4O/XkFWzdxUFO/1d7dPC1t15YNzNv
Phdd0LneBbb108i/xHGPDhH3MVk9sngf25QNHb0bLCBc8zLQ/XWpNS7e5Jb6r4lphKpF07t8TehC
opdy/vMb+oNw2xgfiohOxSdOdvayL/G5zGyJhfgX08bYrrNF3w3ucFLiZWw2ImVWIa8q01YGlDAb
j97+0EOnmk/HujZU+UK3JdOxqTaF8ahcAln3jmuQSb/GhRGingh6ZkRRpltFmd6Iqs/Ur317VPax
hRYXyY+0nGACQu61vQlTWgPkZsar654Hzdgi/Fzp7FJE0hBWyzePWwVlQJDeNzKAG3WbLNLuFdWK
xXXyfugK+loIxrelTYTnQ2W9IFRdpdUE7vPLGW9HD612NNy9zLYqp+yPzwZt7ixPvvOnaGuFBSja
jUzeRjcKlpHTCBvSQeMpgjGgr+AE/2w5v2VcoxR9gS5J0blhXCHZKSv+9OmsNy8OWtXyZGQ8nBkP
tP4gamRfu/beeuAd647dxzkN8s8SYh3TTtCCV6UvQsE2EQxfN5dIvOajEwzzQ99E0P2MZW8Gyq+Z
ICEXoJ2ljwegi84u6bZV+SyHm9Y8e+3TOG8HDNOlF4D+gqEfnIK/UF/a7sNkg7H9Y5fq+wo0I5+Z
gGj1kcWNZs3HKX2otSOOQLqVnwr3KMV7Ruz1MveBK+htpIMnIRiWIqzFgJfHfmcBrkpW6oS5Ts/+
BnLxa7WL63NG411aseZye5flj08+Ps3H29TY0odmmfQ8kwgcz+smo5UtrncqvQ2k4ONsg7z+TsdP
v+d/iOpAs95L86tph21izWtL3xP1jqaL53jx1FVpVIaS3ygqBBvEG/ctpm1SzRc6QESD/8Km6SYf
v2yEfbOeE8mmTri6DsAN0Qor342ugGDhpEZLnR8iH2xf8x4wDAZLXp6KaoYvx+UI3kOLQzqH5tAd
OrL++H24iBu8/N6c014s0qGUoWGHa0IZEQXS2EEe639eiyTJnEKyiT/8GPMQWGxJL/Qgyy3CioPb
z7ueYgn9rmuiGQhtfE8ydm7qiKSXbyMyH1t06OQxs4L5W6vraVG+VwAM66a0d83My+7O496r4nc1
Ve+2re38ZQg9oZ+qigLFegmAw1ZiLi7gmaE1TAcw/g+HAVH4w2G0sivVZ+txnDdpTfOw6VYkwYnQ
i/R972knmcfHxNI2Jez/Cjbjt9XERsnpKZ51iHwIq9EMFqfbd7w1qY9uXlofKF+YJaio4DZuV2mu
BcR7PdsuCrBE7Eur+TflHgLxiogRv/APBhcueu+A3vVVo1nhQqR0QBAv9r6/WV777lnYAyPyUq5M
/77NFe/QQ5cxzTfGhFXAnQ/LEu9Qw10KXwtSy9+WLb3n6I87ozuXEnqvhKRX7W6KoouZDoQ0EdGo
lu5BLfJYagN1veU60ilRAVym7/TocUCv4iW6oCg8TyR/lbHzZtb9auDS7HMTpx+6HDM+Yk9aqzl7
NcjRm8zltVu60Ofv6Kgj1RwH/pSFNgdHQxHbMi8IdCjYiH30FctWc4xTV8md1fGeIqkcaaBsPTeE
uvxoNG+XV+O5Naagwl/ZUWwFq0n3KsW6N9T8O9FOT8CRb+OgDnYera2FdE+Dhk8ClVh77nvtWDHb
dcDy9Hl4c4WE137U1Y+KnK1varuU+yTRHRq0rXuLFViRvkHRftUcrmDB29vPyzEpmN5zPHC9MC6W
PoTivwIWMj7tbo26LEiSdtd0PYUz/VbpE4UjtFDB8FFOuXfNai2w/1n5/f3hs3Mxo2f+9WmvGg33
0BnLmmi3B1ExsQ3m+DwAIvVuvYk1MDkd5GdypnUBCA809avP/hPl5nXgDPQgM8P9thXftyfD2uGK
QmLbmIjOLEZIKlgp47WjOXQmRKQF2o+xz/b5WKz9ttjreom7M9s2U/kBq1xQYpzE/G+0TdtCxdw1
h2ZJ1DllG2t3nIgOjTbQxlRwE9ORZDFR4xV1RxG3gWAvNUV6zL2RJpF4Gw0TlcW+hqioCYupPlYx
Z7m3vNooX4eegbghNp2CKuiv4V5U6oMG6np7RF+0z2eS97HyRX7CQkJPdbXsUQ4p1joKNIX1TAXW
mp6ZRzpeCuLBl61s47eGh5eMeqKy1LW0XHI9bVmT8p89W/0tH9jyOnzkhsAZyK+TI6Opn50+/8hm
gRaQummn3E0yJqufyUrVjHUYQhFAlojO5HqCVIqM4tTChtU9RzLTD49Hxv3RqPpxRjXZJbwURhl4
qCAQsGLaRgK+cMpHKS1FvAl1w4DBguO0yaGM+lUW1euygtvG3UClFJLIOmgrLiKyEJFdA87XYdJ6
OxOAlXzXMBumMO/dlZlbWyL616ZTPjBmHnD5smkxFPdaEBO055lY11uBVwinpYsJMi3Bw2zaASEI
EBtkFc1TGLL65uDTaVjdd7aEDlNpdDubqbdV8o/8fuqlrOXdGKHbhvk8sBkuwLK1i+rZI+YapbHX
E+dbcmIKvEOlykH2TFx+BBmfTd9DZ9uArlTHjoWwq4rA0MYNJ8P+rjyfu3Ztos3zx+JWq+ygpkwP
0Ms+LklEGZMtnyoHmSIqCjZDnGuZXb53ho0qBANNZKGJzQz93AyA5R4ftEA/xV0CPctIdm/HTbbY
ssIxg/ld+BYBRrEmraNoCsgq3FiRu1LCQ01AoVohsJDR2jkiDXeB5PPaAjPBj8r3OSNxSsdsXCH0
4su5dzAvUViT51csowyE5oBrZHItcCbXrc61i2ko8dYotoJ4uu/rTWCV5Un3cBkbnCxVVyJWMmnm
FT8W1pJgzu0gsREA6B7Kaa5SnUqvQmDW77rfikG85vNqy8gXWh8n0YbRoocW8F5tWGcD6L+h/XgV
D8QMx615LO3lxcqsHeruLaUXzwQAX2GFqfPFkTyJrdLCya/ARLNxl1AsG/dii1FqjY8sjPzsqveM
qvCQHs5AUnuurtQ+6hGNqAfzZ+gLCwc2DJHAHPtrOjQDmxkuUdqTb7G+jeW+Z2KnyI4SOWciO5vq
6a7F6my6W3/6srm9BmoSO8yRHRpdan8Hue4FZgf+1KCLJ+0Zhe14Qftuf8+k+iG4/+TZ44DFO2yj
Pu7d/r1A6WgV2eMIQNdP1C7OJd6u+Ji2zRYfPxRPH4gpf7Ttam8o7HDVsDVF9oT3GzwUdhbifq8L
c2/Y/l8jUgo7c8w3SflcEUZ8p9gt3QeT4aWY/H6voMtlZF8qo19jn+dTdpKmQdSGFgeS477PGkB8
37kPzB4fI1JCugEHQB5EWfn9B5YmxJL/ltfRaVE408YeVWUSv/jldO4LhXMQ8b9TkzGuZn5F1lBt
gZihNVJsgjRPphkUA5eDjTER4fWdUNFCWsTpMR0riiDnDzOj09YbEPU4LnmbOLfNIC0UI3SvH6ha
gAqIapIYHPTcLQxrmPQTZUAI1yKWVNNfdnfp5ux2Z5pmt6SdHV01qx0U2483WRsnzU4TKKO0zbCO
xZseDxsVtfbDOFbAhx4hFpXPTuOtXTjlSNC5MhCh6zbeOr6vjnJml8eTqrNOiLZ7aIqIDdw4WXX6
V1ner+8t55ZI4Jo6K9vumAvLw9iSduFZBAVSS09Xy10Nw8y7nj0EaXcQCExJAMQYZgtmMi0ry4lp
GwSArzRubBrUewDK+H4ZarhtUtZVu50RH9GV2+QJoxx9WpkgKUM2cYioYTOZFPfWNMZB22+GAuK1
w0xeTm21txM7MElTaCaHodsGXiEuYbHAxPth6xYlGkuF5DwrbRkqYlOetBlvfoab7qGqBfHDWc7B
bOlXnxe0LmRLeaV3p4kG82p4Ve1tKCnstzJNsHMOhfeddd6X3ur+g+40cBAGmYW3xYLGMp1T12Vu
+1qh+3gjsqfYjjO3wegopNECtZBFDPIucukBWTVVTtG1VTxWAhkY+QXEU2+jJC5PtiI7FCeDxrbj
vKvBbo60dnwveae2WAxTDOOlwA3X5pSSJdGjZxhYO+MlmXiDEhNBHkCeSVKF7t3qujXfjTn2LqY9
yzxQU2tubTDtgB77ZGuUIA75EGWHwXQOtU8aht1ipl7M0fiv2m6Hz0WeG3JAtt1i43HDdrmDie3D
JnfRLHWI9iaBpbjHEol4CA8T5rTuLM1fWmpQ2Wb0c1iea37SF4hqa0ATH9c9XF8WR4cuZamXuZqw
ofom1BMm6ieUack+a/EYgJGkDWhsk72oXLVX2TmI+ZHXTo+pD35s+BYRLiZ2nWtGDIdHfEk8XsY6
db+FdEgpmRWwp0fPJMlSzqPh2BFVMJ2GFnucn6H+N3FMWZ47u0Q8dHTF9KYFmZ0No/z2jGXZqIxv
Ty+I78Cd9KkmbYzRRnWAOwNhA9go1xndJ9CK00xT9zAnV3fpq7986dlx06pkC7VN4SPEdgkawS9s
zi85YolwVPqznMafWm+zQ+kYZ+kUBHMkLvNgVuZPw3i/b3sPk7FDuMrFT2t36xg99sh2NN6hn/0X
FMrTjZQX6h+o5uClmIdj27XDJqZZ5qj7Qr32nQkV7Mtlzx6JrwdZ1pVnxb6UpBCElW42PzqCyW2z
TMOuhDolR1WkvCtZBL3TxhYj+mhpP64oi72RY8JVKXsFtoL/HvuSPAqOtTxrMC03Ov9ePX7nOlko
9wS2nTVbz6nXmGS3oCBhdqlz7YBYRQec7gCsnVhySBmAwuCBxQ0P7V38uZTOBslcekIWY67pT1GH
uiQ8BVq0n/aDKZF9CKVeh2nAmeF7YIC6X71SScZ4Omic0TnWFn1VZDbeuQzTO0rGzkYS4vTb6k7z
1KPvfvlpW4R3AxhZAEODIzEnLFl0jGVF7UwAGTETdZp4gUFjIoAtx09JzN0z/wTHkwkDXulSPZiE
6XCATncuWsS47AAWtt2Q/pJWnyJvHoGFytzHrNDAfyVkQUF31LTAFRWfxrA6j8BoKg8LOXPldiQ9
zAmqWw84NMvU/KhRMpUCoB9UOlIwRbe8nRLQn7lMFq5f7+oq/7ai5UXmEz6W85CKi5eQGoklkzgO
f5pR+iGt2cVtxVFu1s8ZcxSVMQlHqfTs8dGJnPKaT5bHhUS9CBupHe3pO7xnShjOqzYpUE1aCDfO
vc4+j3y8IZ2YL70raU+qBg/RLhDDejKpG/VZYRXz73s+GxVGS3PYj6+kByTDho/e7tNuaXj9wV+Z
CFW1llQw0S1ZxD+WH/9jPlnOxlRW7wXAkD2/xkUN4E3NOqEaEXkGOMvjAMspB5yMor+WTsInXXnR
bz8LI4YUj9K9G3mPEXfg8zja7dHWkBVKjSYnEiF9zpP7eVEsRjg59MBHhH4x0toeDtSi7YY9+W4w
+zFdw2umnswJ9GT0DQLalVBh1xbkGGB2rXcWhqKA8Gwg1jmeYUiyRm9x4AK1ZpOJ1hHgit6zONnw
tcZ7jdZhCnu4mK3M4AFcNMM5jsQ5IHtiUzgV7bts3zf4R9YjmWTnxkZLbDKfLR6V76jNgZnEpFPs
rTE0i2Z51xbobnvULJ4J59888bT0ZhoORCihjGVpId09AsrXwNDGiUGP+H7o4qoLmtaOtp3W2gA/
WbNRc0dwSONFjBujIRm70Vz1qYFzRRaMdfgnGNDx9lFFoJNXlUQCHy5qH956Pd+gj+X9URInETz3
qjVTLiIqMVFF0/iqYp0dRjIhx5r7ueB6WBe6ogQ4p66GCY4xNfdt0MI+6oI6nckn0rFXRD7mW3R2
TdAlbYxwQVxjXCNxkNToJVTbYxXJy6wK9SKK2vWw1Od67H91cryHJ8FEhgQhyi7taBX7rrUhiXAq
2aDoyQMCN5t9QjPHP8k1TtKXZX5RJfcDhOWH9ShZrZj088CPYP38eDgM7pfjCbQFsiHSUddMDWUt
meXc5vKtbBzzir9BveM40oORpARUB+a/vq8yK0yL0WDo6wkci8ky20MY9HtvQW1jk+Z8ae6ix8wE
oHLZa0K3z+WmiLmBMWZhULY7/9IUJgLGzjgW+dQ94hKokVamDYCN0PDY1MW7txRk8nj1J1urQpMU
5zWvPVOJS26IHfhFx2nsZUl+JqeA+UMvkDg49vxYL+IvUul9rnWmb7S9P/WM+Glq3EdfaNM5SiIM
vYbPluTqzdCHhL/ZMXEMouPZuDfD+Bmg/jSJO1vua/rOqjLjEx06VXQiJml+9uUFD6Vzkoq8htXo
jwn8pzk5N4kGNnSMOwBGe6l2NhN0j95IZS5JQtDDuCWCTCeu4FQJkfnXNPbhqm2a5+ZYAPDTDf4s
yGOJJ/+j6ZFrkk2BCNtJH2NQ7UYZQWy+Rz1rBCBLVCVQA5Nv/tJI+EQU2FNjK8DBerhYo3Yq27y5
RZGTIXloAATUYL1YKK5hQLrhR5qdDmdsv449pbWlK2/UkSRnO4nVq8P+wQ4/AdRamNMpmL3OdfWE
teql8PBP2Xgmub45RVdL07z1pF0+yIzJzxYaMUYpiTq5XY0fjYUq9Rs7zsuCRVA+6nVxa+K7TWx2
obPKUTNcdO/UNxORJINGLRADHjeFBzKxkkP/V5SSkI6sBIxCHiQcKOiGACrelSxWQ1BbGhkMOo9p
tDXSSIUUZNoI+i0G7bHHPj0wjwZNo5Vbkap/DmklW/Iz/OPcx/fuFR/xgp0R2NYmAIcz21FASheR
aZ1l7pRVId9PB78y1lMmLQOO1Tbo2Mi6P6qBZVjkAxkNC4LrYnG/U5C4TVmlH3Vd4iiZWXzqQltW
GdksgZrdBvBggevwSLwIyzmR37XU5Sf5aHcRdw4qGdotjJkbu8jwhV1zXpuUnK8s5dZPVJgbbPV6
0iyEq2UvwBlsnNxeyBE6mj7TKhmanTb6zrxRbW5Tu+hNxp5mupG3PzJQGbZzRJBOjED8xu4h9m1d
EyxB6TvDazWVoSGGZIueVif4kKLQixGP6rvg1c5DzdPexll8yRyml9C4ckP8PlFR7uD8DlahqqA0
x8dx6IabY/ionkWHPuqeDipzIplZD7sX6NsXHY/kuog0F0OS2W+aAhqfkTvB5KDfrITuoh3CEZvi
Re938LgcWHTccJBszpuGMKa95Sw4gAtvlo/dDPbWuH7HX3LYnCx4cRq0snOSd9elxd7HDGcykOWN
fZVEBEK3zjo8KTPTKi8VAQAYMqCf+E6oyJPrtOtd8JPmdRajd9XoK9oMySCPkVBmyEDTgHPSNeE5
tGqsXDvxN03kt7/5PZQN2QmD4uBqF0We1A/BWNOpt+3haJldu5+UCxoceeWXsBd7rUm9ZwXR1Ym3
qwoKm8eMOKxxJ9AjnQdfNPvUS7190VJ26dkZxtWxr0DLDBt+Yyof25FTRQ7gaiCU1h0rxm7UkkQC
iqeh67yfGcQ7De/k11AJ7irnoSrN5iPXu+7QtH5+7aYsOpvWkL3pLp2h5qipYMzTeTPMOXQTUVYH
FxqDeZCOddwn7XywHf17QZymkfq20iuaFmTma/sBq/nOjk0VOoBiQeZa9Q5kBJ2CqXOSe3y0KLHM
w1im4lPpJKvOTjquTWIO1rqWveb/V3ShDMS0gG+PdhwVTqkGtOYb0cYYjN9F9e9ixnCvZ/r8zwOx
OVoTzm0I+OpAG0b+vOhI6fRimk4ouEUf4ESBbu7ky+KkPacJ0KStoR7TRPZV2xSv28xaq87v7T+3
d3gdmZ4DioznJwxcZjDBT60wmRkrOHygVXlI/fmeGKTVwZTT2JqhreTcX8Yk7BRHLlU+LQ2Z+Ia6
uDY23uQba12HUVXdXJONAHTlIGeRTh/y4hPyEdXusXUN8280MTd3k2Id6lNt2aSM3T85GUyXmcjf
dZU0TP2k9pzUZFwK3f4lpIy6+KSHmGK09ZkXckHE2j3LZnJjG/ah0Z5rN3fWuZhwx0RWSVnfaArv
U6g6uTFj+O+YC/+lFGigrx6t8a2VdratMNDg8sNGDP7TVG9J03cQdHkedOSQbtRgiL9UPNlVvouE
M16bgqDIjYwhBWs/5pYw5/bQWFpGKICuYbhkxiZJrXi3x4aQiAqvBLDinL5R5zWzdmCEpFVXUUW9
gN6Q1mwehVaCoSSompiyWbHBSQ6lVn4QrJevqSl9KTrtzfApX0JEPZzIp2pf0Tx3DxDQFtbDGMTK
yKOjj5UPw2ATfwPZ0ERN1DMO9qj9bmYyREyKcFeKZfGjqhYdwGoEV1la58TjVRNpYf0WTesEzGpy
l0h7MY+OGVf9z+RqIg2rzOtOyo0N0HUzPbYItg6kgIxbOYgRDVNWvsgeE6lbUAfaZjP4kj6bAzMu
tqUo8FmtrV1J2CwG7/+R9ia9cTPZ1u5fuTjjS4DBCDLIwZlkLynVpNKSLE8I2ZbZ9z1//fewJp8t
CRLq3oPCQaGq8FLJJmLH3ms9K0tQb9BV6dNdnbG+bm01ujdBEw80ooW8qhSWxynzp8OMAv6smJAi
tG/SHYFopDphMziKZGaIGTvFxvIMQSCKB+UULvM2nUtjM2s9aPpJJiL3eirlSrsOVKbEtJHXTu5T
G9F5TywZJJtczo9ylgyMYEZJ2qN+gM5zQn5UEiF/aIV4SUI2pqmcmDQ01TQz6IzL+vtM7jfyeatA
KpCNobW2yg5kkxbyzhV1T5PdUjchua0n3wS+NPZIYsaO2RsAr3mbhU29j4dguYL3oNu0/WkJ+mtN
gw3AQmO2YUCQrdtOedtsTtLf5JrWx6SMCQ7P/XRw1o1k7ldrR9zOqnQxc9f2rmxjd5tyXLvMyrBl
0scAqnFyKoNQ2DdEanmnyrS7jee0xGIY9OcGxHlTBPR0nNP5AcpucZiLQdwJaThrz43bO7zZ+a60
5mw9NWI80PFP1qWj/J9pT7VBX5JaYZbmHu8rYo2GJT4i4nw95OjjfMiF+9QtBGEIdNLxjKPPcl1B
qpdNwdYML0PclLdxntm/AAcAa7Np3WdAHWf+ZCZ781gZ+7DR4dqhXNjg2+83ziiy67mcECrIhNcJ
fiGxwT1ImYRci10+iQjzeuBvWu0EDzJm+samYchHszYyjOutcXRdKv+BrWFPi67Yj42Z7aIxF3d8
Bcu0iS5mFtIBBXRGYEmfeZCCuh/E27srA6fZnvZtuhVmFD6NejIvM7Orv2UdbwgKiww5pUOcsWEw
E02VaaDWDEuAp9CNXbAmUGUZgCV5/UOEUfV7mLLxTO+9I0ab3M0qyMqbvB9/mY4T3FBFZLxXKJi9
uqowRc35wXPK4W4uc+cKJzCAPEaOG6e1QcvIIMctiCGud1nWy5r5RtFXZO0GzOK8iB5X1JK6mxYN
bpwK4C8SvnlAfwwbGe4wqbP5tJpAOeyCho9N0KLfiNqkpEyC5QVmIZsmehctppr5exJ06qEJKdTI
iNPrvG8d6I6ut0ttlR1MGlWrOJqeKDvpf3MQhsXhmPQpCFHaaGWVD+OYsDNRpjD8gfyCgX7cKyCJ
f0JkY9hZBv9gZjhH7QzNXQ/Xg6Y/5xkRkauhnGSg2e1FOyZhct8NIQUmj/J2WbdWGo/lKme73ebk
qWA8LkBTdfWPyUSJG9n+je9gY/enPN7UgKVQqoR/IkrVlSPG71OPmLiufXkIh/SBKqldu6ZxTiUF
2yobVPXUOSkSHzGIY5fUr4ooHhgJ2OuvtYVB1p2M7MaSmD7baLRvNVEW36sypSutJKK4UjDaCqPX
bHYZCJMl+Viyg2wscnIuzEkZF4GvODozbd3WpgKUp3V2CZ8P0Ug4B9ayr7Fh2aNr/uToSvdIGihT
xlZaW4P3Yx06FGyVEs7eLTgAD1L0j0Gc+zdu09XHIsr7LQciVHxDFp0ZZOAcr1EDR0CKw9WMC2o1
19FPL4uKq76o0ytkGPzpoJM48gfIoouuFcc0KWmruC3kKBmAK6QkUOkZ4pg8dHMuTkx+0HM3Oeqz
HmMCCp3lOQQipvqYW7uhvVrJH/Zg5je8c6AWwvAVdgZCtUiC8/ElUoioIM8yilq5aSStUpocwPVa
jDR2aVgrQuWpzGFH+24mtyMG7H1fETIXVDVzVV3QTLfyisnQkifYNRIOo2VdzSaKGhmiNUavifSr
LbBYIEdajcCz9tbc3qe0T+iGZOexU3dpF5RbswiGPVBP80UvAnLwXt7y9VA3KrtGkGub105v/BTp
UO+iRo0VUNey3sax6C/BjgxEZcQvGKz9dZaZKHctF9duUJk7z6umq3BWtBV6WEWw5fpd1Vkmpy1Q
uLoLX6DaZLsAOQVws2Q8FnnBwaL1EDAZlP6bUJXU8SbKCc+xsn00N3obTGnd7pChMYyevXEtHYND
o4Vey61HRpdje+XhiJ2O7pQD8vKVFy5Lf3IX0uP/CUb/gQYVdq+GyumqLAqLJM20BVvOuBQxP0TA
5mABMXsVTRueIsd17/wQ5XBN4totsYkLkgoPPftREtMVj6eiQKaORhe3ES6acBGSt2g7fjMltm/8
fAxvhYsDMKd/DMQEBJdVpq9myESVZjUWPubYjMQDTJXZrB4r0h8PIcSSPUZYXP1OYMIbIQF6KEGf
OsHMGYrKfG9YuH8aQasWrayzUTJ4GTijH1RfDqcQPNImrvFBGF0VrQdW5XUyes5VnxMbp8f8KSCL
eRd42HrJbB9wBoXuthWT/FYXMza4geJKGG26s6ZhkV7yWDNVPMeBiwjYNXifez4pKZrfnGYZos4W
Hpp4xk4KoeRs9a3Ht20uJgR093wfcIqGpsezQdljK5rFqQ/cNGtlC8rDbrwLmx46KtFMw3IKmIN8
k3ji+20zR9N3fBzN2muwNcNR7Fe+s1DKxUStV7toKGRJkTOkCbVjO8SXnhyntcq7c17RcOpSKlY9
GEx+4UQdLN27x0HhAVipomL2VhUNL00cWCMD7dp0pqssskDE9mP8zS+z3yzA0MtzZxkDFfF9N/nj
2c66glWJ5JS1q1GEO6H1fQK4dlTjlFDYo+3xqNZhTIbRQ17F8PdntBu+HsNdaNK8V45voumYZbFH
e0Bl73qvgc5eWk6X3BQR7edKFFflWJFqOmjqvLIGJBtCvWPrixAD0GM0HwJAFEjVkPSagLJplc7B
Ro6OcFcxM4VNUM0RPWRDtjRQq0ysTckta2dtnTFyinuZxQg9JP+cOPpBr8DjFJ31m5QAafJkcfvQ
GfIPMxYCNL4o5saSjp3hM9+Ie0a4ps+CnUbGIevq8EdqOEwJ6I4dLGOsLz0CZjboK9BN50AcL9NM
tGyrRjvyaChpARYmR3J9UaT0jb3jJhGManuvZHQj/K4C7yqVNWdsvhmI4eXMkTsyaNp6ac2278MC
D3yMqXSu++kq7SvQ+VER7AUHr9009bQrx2BhgIykwflOXMHiDpqtkk2xj93YPg/SSc9TFABT0GW8
MCrkym4wVgYDk52OCkVbnOzD2nruic68ncDHgs0WOIx9xb4l1W5QF771OtCl3ph950DbcwJxDsaw
eRRuggITAw+98qalZdTwqxoDyYPZdvVlrYz4m3Kpka1WOnRIum5b58jJDBmnr74RJ6eiDUB1sn+/
uBEG1aTnaAgdfFzTGceWpRoLfO4Ey9pF1pf3jtzT+6cwrqFGAvUZmfXF4wlUtLg0HLt98SvbXpBi
Y33XC1gghps0a5GWv2ktyNe+EyznTNu2jhVzZnYBNcxGglwDrwDOF+Ws/IrDsejC7MVJE7nthrH9
nnccKgCQUGMP7i8B2ZEcXV/uKCFQtLh2TVu+GbtTWOnoqujokgqkaaPsFwuLHEJWHZE8uwzwObCj
TWinyrirQje7TV2nOlk0sOigLh1goXD0ODOqy3FyEMMnEWELkPKxfQw637mSwx+jto6gikFvQtOa
bzybUgJ3IP2dALxJoVitugo2A4CrzqK7F4+vqMnzg2u0eod5eNoDHqwPfUV2gIka6yW1hmFGaK2a
Q8GKsVFzw3qqxuQ4DWg+JlOQzR3DofcrYvjSlN6lRM1xzWkZSv2A4wYiFatfIV4pfSjS7HTZhuv6
sjEoKGbSJrdgIgnUFVAo7uM84Gyny/BOYCuHwQ+m7aKTsbvv9JBhV3eqvV/NLbgNPb3UpEDs8MSz
XsABZPnHusp0oH1Mwwl0lsocuv+Ll4Ty4CAYK30bW6Ti5mDO12PVkhdMQPIeyCsIYJPtdxCWcUOM
U7/j6GUdhroNf5b+3Bxs0WXruRh/9jY5nG2RRX9yOHvoG8dmJ+Kh3A3kUe9sOlzwqwK5EzPi3ExR
4GaA/3eK7A1UqGjQwkI0ap9OtBfjyNqPELhXk8SN3Qc2iIXYb7ezbDR6UsIxirZ3vtflQGtuWWwn
PHwXvTT8S3ek572KxvpHYij3h5pqJoeFUxYXsH7rjWPZPA9IAUHwnHULPLly8i1jB/+gYzw2PnEo
29wsYmgQ2jgkYRBvo6AzWFyDfCsnZMiV5f5plQEAakF/0d0B1xMmUEtEzM4+V/QIoWvwb2ktMNls
jPvALNTVEgd+b1VZuIW4nqwwmqBL6Gxx4SfM6wbHck9McoidcZ1nKgvrCPffuHJACVKkwJRaS0DK
G4zBr0zjFrkUUWHryNSwlpqClI4k6WA+Jl58kdqotVOYaY53hdASY1sap991boBeLPyS9D+cNiGQ
lysjKcsnuwMz42Aw23a8TreSEugyxvO/rh0UKGkcB9eaCdRx4NVnk2oHdA6o//OExKS+ABUY2j+Z
B8k7TOa/EPfRjyPvfN8PTrupAunsPY5/l6RNiCvXmpod+2+5T2cWv7jOPfyd2YBIWUW7KGm8Z6Zv
44pzpLkiFQzhqENABcFdzTqqaZnwAq6hldEvydBOlvBBVoxc4p80W2EgIfq/pkRM1pzGcZkZjAbH
okBjafQ08t1cLZWc/gYIACcEnCBQcxAPMbGEiwl9CvehMxDuGpOtFjvGLzb5SIETY2Ea4lntYl8H
R1St6P5meqOsxghpRaF2lpk90fAKthWNxPXUWwYFpxFd0bkLt5OhKZiy0vwzh95DjcXlwUkNPikf
wPRJd6N5jZe43nlpRE2FtQ3jvCSmG0jxatbo90gjdDf1jIgmzEb7EFhISQLACTUkD8289UaCS3gS
AZxoTiX9lWXydszFXG7CeIbiFeIOzM3gHu7IYSZGE4dWxXyO0GBqsCml+YVf0TLydJ9kOKkpDfAE
NIa5bVLov6E2h3Vh5uYFDV4gFGlUXpmadWjtLbk6cpj0rWGiAGrpCAH+wrCTFHo/jI24AWzproIs
fM3KFO4Pc7sjvO15HQn6BJ4TFQePEcYBfS1AA0Fds8ssCAFjlD82OfNxVt7wQsJP1Cj7J6rnEqLl
anRbvRnIpNnKvIqeVD6R/EHXEKEmPfxL17DlE7ome9cs5UXf9+W+teg+0xJTVzP+8UMMiGuXjYhn
o6iHszGgGB5VVjwmkc7vDRujLWfnCaEW3e8kLb9502jtWC5gwDF5ObSJqU9paBQ75Bv6ESUnAI/U
ZRKFIoFRZyHwqzKgGdMOijzY5R2ZenRLR+akG3eZCjmzJ2cgrgma5VxUSDsaj6az27JJoCBdAk5N
40ElGZCKNKwfjGwEjcWM8AZANPe6LbMT+HZgHAp8ZDOXzca3hxIAuEn/PanTo5+W87eCSuxIQP3d
AKRiE+fdK6sLZ2Uv6CgMwcL7JJkAEqHctZH3rBwqRhIyaDPDXqM5QVJGm/YXJYTAo5/RvqkrmpPc
TJTGoxTIh1tzD1L7e+iyP6zyLgR0jPDLT/vS3Gg7+QPwszhGpdtRDyX1vmlQ7YLjEKcxGF5wk/xo
wFpcDHM4PbY0yzfMY/vdFACui/LWozQInWsmasW+8XvOKNijISmQjxOQevQfJRa2aIBsHs2LNSwZ
b5UkDBWz0inWsnEqGMPsRfWYub8S0I/Hyo2YHfYUtqY5h9cc7iqOKYjd7ks3yfZu76mNP9EnGgSM
j7KX8Rl537AeWN+omlH59IU7guWkn9nkERLwwtfH0SoxyCbHuTo1JpgTiP3ms1129s/IWthZGi+Q
A2dlHYM6vRb+oNdOl0y7fPadnWt69VM8NPQUNEdkktvhwdvheERhLn6xCmAybcyRGWE+PgNNV9eA
G9lQraDBmsP4Oc297IheNKO6KqhAqtL4xVJM1QV6BFeG6e1DAOhXDPiSrTVKaEl1AC/Kp6MSJ360
E1XUk9O6gC6THgU0Yjdo1pKWVl92jxFyrieTwg3dLeZS3dO1Wnk+4UNx2YUPzIJ9SvM0uR9IETl5
IOhR1k/td2Td1g7cGgcTRyGz4f/Fj4OW6mCjiLioOpqW64SODdL3NEX/GqV1daySvKJvUmUXLFnz
gyVL49Jibr9Pq451hopFdJRPCGE4IsYao51vvsCmeUITcOpgt4Pwp8mUeg/l8FBomnuCTs5tNWr3
KkBgvu5axHNMXUNelaL4FYsx3SZBUpCdrhfHOEmg995cmBdW1pGdQMN2L60k+mYtFjBTi/BI0yx5
zSRDaBPR2I1ZIC6tRTduvXZMrzhwFHfzmKmdQbrZDiALeQRO8hgZsirWzSEuCHKBE+fRq3VpsZOC
srEDyMmHzN1KBI7qIsyu8asCIul8RiNla+HpiGlGuBB+FiRK+xj1C1bDBW1aDxlqErSdjAKQ7o0y
mqHq18WWlSTatjnySXwa9o53gfBYYnh3eS1rtPWFP//yi1TxCiyCjjyqLoMmiJG2GpDZTf4zyMjq
ZM+zZCg7FhtPtd7elTwup4ZAYPqgvOD6PNJjNl9IMbIPTlzc++Nc7wwl5H/0cpizZ6CoYvQINUrG
Z3dwy2t8TeEvtrjxGikIQh1goBm9SixUHckAG1Jssjsaw9NTX7AWMH0tDkOqH6pqrFe15h/SC/+X
nIVVkXDDGQ/eNOIBNT1NnMVXthyjk8FcZj9LC2xB2vK28KFdxR23ARw8CSsYTzo+DwXEcIlUoRVV
XgXo51eRQ53lteG2g0ic45WlaA+X/wDCjhcO61bf9UlYPRQK/A4s3jC48sZEXSLeKzfONDH2NOV0
XcWZywbeujcip1dGXl+6DzqPF6bXHiog5u7MAsnZmLz6WNF5vmOoEYGDzX/iUwm2sKKDOyesxGHs
4cXFTA+RElnZpRsE+G0zq9j3Epqc39XB7Vg5vyDS55ei6DHzysEFrO/Pq4mj2w1xUizL6MdZLzix
i7Hw7x0HSWSgSzorOTDHhDEmvZCa6RHnnrtR4yeIBP0HOQAdauPSvan7hu3TU0udhs8jHs2EziFP
bTIxLCUJ0Qm87MaWGMXoELmoqTi+WQviOT90fI7gbVmshtYjxDjCeQIro7m3J5ekKTbLayMgawnt
ooH1BkomB9eIndQtfwZLBZ1XVf/qWn33K3O6YJcS7wVMDvpKaPj9ngZmfjb7KSD9RbUMuGDNxjHS
HC3NiZY1qEEfcclVq/FYkzBMjoQFTEBN/Eirbq8ajTfA9tT02OjKosHoq0tkOHjBHfHswo+IY1pO
AA5bG1xbG8LoDr29jVTiBmRXhAkLDQdZdsOG0K4O1UVJOy1FO2zgnhY+hjI3LQlSyP0RzhPUntZL
TWIQhbosUeDvHNl7F1U2l3tDIJ7pZqM+8OFRVTc029tYR5vAytyrFAHshvKO1ajtvpeoCA8Ngpn7
yp0J++zIRoSaEO/oRw8XMD75XHVD3T6Z7oMvzHud2sMmLiZ1nLX93eptCPIpu2qbM6RAYOnedxjo
jkmbod1ueT8qGzV2anThgelKDKSBZIzJU9hfqxK+W1bxkdA1peYyJMha5k7XpFuFmyGRuG1gbHO2
wYHdTM3Eet8UV8LDGSA7/KGANDtwD3l+gKFlovTuYsaidvVC4UqVg/gU/kuSdiyBymwvYGrx4sID
MpAqcYbNfipVM1Pts35XenV5w3slLwhkmwFHzRrjYNiQxVfkvymBcMTqtnzWSY9TuDc6vRKcUFEo
WlhLaqQf9PU4pWspWCuRGI1Jjf8owShjoDe/l3xcLIFCbZwZl0qvamxVkd881XXdnMyGDMegcpN9
MI1iA1zN3iDIfWHyz1gQzuaxYN/ZOm0AaL1soC3gyF6j59GHNAYcIDuPxX6yfnSjro4No3tMRYyA
GoFSOUXBveoJJ9oMYnghH83c4653d26muleCiZxL4cVMjzzzl+5ltqtBrd57g/cSahcxW00HgQHa
b/S8Ysv0hoNqlDb0kmC6ueWAFkR1RGb1Dr0/s9jbCnKUwPcNmMb2d3rCAahI6tqowMAn75G+VYxW
wRdfyuzQGTK4s+w2u1ecGxGJtyONe1rUl7xUv6qWOUWZFRwg3JCNyO/N7WCZKEgbYa60NvLNiGl3
paYcHiHl23qcMWGiBCy2XcDO1/pMnEjjC7HDReN+NEIL0w8NGbo5U0s0FtBDz9btZUzMxYZHwVE8
NKetm+Z/LOISNzCd0p/tRKPb1p3xUhHoRbNBtjgO1X1FYXnDgA3mlOmPP6j2nlGXOTRdscCQbDpu
6o7G0dCjVYjj4jc/jk+6GLF1LBkjRcw0yi3D5nJMlVo1dVWfQpadQ1gCxUTnx4SCuaqVY1lHgkOK
CoMMC/tbYsc3NknxG5FhmFURJyg9kpSysvzJv7AINKHA0hMqYvY0cwY105H0gUgKJVOj6/nS83r4
xqGbPLU+nWvXYujQJGwNtjmQwgowcZ1GMcpm2sAQdOsGXc7wTLYkreUk1cBETND9uEbGsTgwpjHW
SYLdsRdy2iKddrGPYJwwB/KF5hynpEfC06btW7m3kgY3ej0RiMCs8QqvyW2cJO4DMqB4XeWV3qNt
AeUExWNNuz/EJtCx9aOrxyBjoi/WRnO0W6di6IDAhjGB4nzRTWWwdXv9J/C6PmBCOo7Lcd8AW4U7
CseMvSmGSdH89VEmg8GFMRc7U3fpoEsPKADtrq3JswpY5daOSz3JeFQ8ITd6qo7ERNKXkoT2NODA
kS14ds+o1Ya5aCwdv8hrkueha0GCOgZ8c4CFaNUC+7IpAzoqCDZ+O8PY/QkcKIUKtq+Rlq8ujdk9
2ptyT97btPx12Z9GZGrTS4b5ocXXDRQCcuDCKTVZgNeRC7Q7C2H8mN8qQJmromZC6aZq2FSOmexr
ZLgXiqKKNESqtlXDdovHTSeHmmgnEKYAzSIXj0rnWQCBE6c+MsSaHx2yEM78bwkraENjm3WRsVVd
OGHbQ4CEAtH8bXQoL2nIVb8TR0acEhIyBMaKWyMX1oHqce070mWfV0wD8c4nTw25tDHberCohRvM
KxecTHu8BXFzkXT0e0DJu1uL+R2wEKkhg8T2pSWSiCzQcScrPMglo1J49X1vWI/Ms/FEKosOpaOd
S+VTWbJdYGiiPNyW2VRfQw+3t/WcVZAhiAfQdYSfjTUvGyVIIJt/iF83FRGfC/iDbjUatChaq7qD
WePY6DgD29i7oo/2SGmYKOBxZ/Ij++dGqe6bBZ8LmiptplMlUZgVhA2t59IHuSx5F+toQi4Q1Y8u
U/Gd9m89TAzUeEskiTkjca0M5DRwkJndEfiyDbCFofpcxqZ5p34E1Arfq5zp2Nyn5nEIc/suzOjM
Gmjt782yxJ02eh7WeiStiCFrmvM2A16G4HiuEHxrW4grZ8AqCaT8ee4WuaQFh9aMsJFzkOy2bRs9
K7bFVdrTrKDHrva8/HTm1KAg0CBYi+CA7wHZoZYwYbEtPFbDoAaJTY+5q8BvRC3nXdtEkKCNGetH
TsFi3+MJxwXt+v5lJQTfTUzanC/i8WCxgaGENcYbTZvbPIwVGmQixhJdnooR+66Ppor1iGaZZdHd
cdMU6kPp8tgygnsizwaAb+fZE3ryR906LDl9RoxxRISw4yEWANKL8onTbwM91kk2czaBEiOAeOVV
OGKnkNXcGOGTtfyh67gy7PsZgRSivKh+IhrG2rtlOpyT0HbYVXjtGouBKpO0mZkyCBk3stSVZaFm
Z+8WqFZkx2iVlpZaYAhRkxf7uZXuryJuidaE2bsKfJRTn6ejvw8tt6UlPcuWjGlsy3wT+t7xRXEk
nooT/uRvwVyuCzH9+PwS72PLuYTtUUxLy7GV+SYXnUaY7uKqL05iPk7uI+Y1J8E8jCfx8+u8Dyzn
RwjtWUqwVpM2/T//T/nr5T6iYv/f/xH/bxTWsz1lXn4q41saC6oMNjaraBc9V3j/Pr/W8jcXQBeL
/OL3//6Pa5n2v9daQu7/ulaN4yhacgtP0/icB388cN4e42lBfzzNEIZdIeH6/IpCvr+kMrV2JF+B
h+J3eZJ/XTIgUFItJcmpGCAHIGTv5hOOULR5r0he151BF5Xe/fDb885jQtOw+eI3f/Ac+ahdqRWH
YkYkb55jOtIIYdCcn36mxY8eB1nusbttPv+ZHzxETDcWzRWBnJJcxX9/JRNxmcGmyU8aJDbqv6T0
tgGn47Q4+97V59ey39/Rf6715t2Pfc+aJckVJ5d+0oD7TYGXENP3z69ifXgZT3qOzb3z+AT+/Umo
LfVgtlyGLZwkiBMYsZ3zxyYxYf2tUt9s6W/77iG0L4i1YhxEO1NhXrn1imsWrMjnQHWbguQaL8i6
+/xPe/fxa8vUJvfZksJe/vXvXzamVWsYoWfd233zvbYekOH++fwK4t1Ls1wCVYjlsB847NL/XqIX
qPiJK5L3nF5QE4CSsHwgIT360m74ZVjoc4LmZI3pD0FDfrSrM92LuyBO9+Qy0WIht21FUbX//M96
9/lqiguhHKG1KZCcLH/1X99SVYQxf3PVnBOm6bsxp+vg4iQj52E277ykOzeNDW0JVzk1b0bx/N9f
no/IZMEVjnLfvhH0oUIEf1bNqZ/OZj1Ds3OIxrwpLd3exiXhguYcxYwcTPui4Xs4fn755Z7/s3jx
6xX/p9kwTVb/N4/dxqo9Ma+vz6N4rOdzBcaNHBoMeJ7bbY3g4vOrvXv9l6sB08dYarEH/Gdd++te
u0xMaLe6NcGGuP9o2VT2qyyzL27pu3VjuYpra5PkPocq9O3i1OZoVQu7PqO89fuIIPbXYSBEs9tS
oX7+g95/NY5n27Q8XfYzT+o3+wz9x6pyh7E+I2S8r53gcrDl9eeX+Oie2USzStNCkiDe3rM6j8bZ
jWuSTDDB3YN7se4S0QKNiQGFf36pj14GbVn8HL5TYao3i2DAScqMZdGemUmTQSy/o4s5DA6G6pa5
ZarFLejx7efXFB/dQs2SwJqglPeuJED82jGX5qIZbUeqdmcX0iVI/wCF2QVcv+/6pyHu7gaEUr0H
AyM6kPa4q1p9//lf8tGN/usPEW+2m7Ya6pA6uT23cCqc/jQVWCarp88v8tFq8/dF3txiMDgNYvC6
PXdEYhq3yXRpa5pomE7MM3F+jfH98+t9eHfl8r15rLtCLT/6ry+OiCM7KSd+lEnvvW5Pse+v//9d
4c36SbhrLxTq7DNTtoAqGkPp6H/xmf3n3r9dpnj7adS7ria/8M135mnPHJQ9NefGuKMrXtDKj8Sd
Vz0LmR+UfwBfgIa9+GIh+fBh/XXV5Xv56+b5uslygp+bczqidegvcvXoQ7WbgUNxSu/SVUWD+PO7
KZYX4N0vtaU2WSVtR77dh31UD2CewvZMzMbGFBcZ2Wv+XenvwW9k4UUfMcEyXtFOfPFbP3xR/rru
8t//9VuDCCxUGURcN1S3tE6efOLlvvht78pWFmZ2WdDj2lQuTIh/r4GhDI0Tnzug5J6eA/AY7+Q0
d1Z3FJ5ei+ZPoX+K4NboH8LyJgt3n1/+o9XNNQUzXcVSzRL379VppiZpgpT53E1UzT6skU2lAvAf
WrTrbJkPhukUno2Zk+vnV/7o3v595TfvkQrhZqQun0gBs3km8yErvthY35dWjscPw6MmPRNm35st
T0xINjPwWWeyCDzn0W3YvwHG/v78d7z/HrQJz4inx9iFffzNYkKmCtVCafM9VN85YrFYkznBpDg9
Zs1hqm5c8dXusDyTf78GijITM4wSynQ5Of77zOKYETJ6Ht5KOCkxsPJOc86wrZUFPL6uvyrGPvj6
/rme82YPGFF0B8h523MY3Ps8qMi4NMsAFMOmdYmkqkExXFXj5Si+2OTfP79/r2v9+zt7u6sZcbBM
s76N8XMQH8P6nhf08+f3/j3kKsup2ALbJKXzZvMpClWYGGTbM8jIdVjczM0XL8iHP4MxhCtck9PE
2wKCGYmcmHPWZ43TMZ8fa6pZqqNth9zx85/y4YuB7M31KFisd/ta55qVgbqoOYuBjo8T7ISDL6a2
IMK2HbO1dP7vtyBunsfPosFl8ZG9eRWTFrdd7CiYwClBHWoAmdwDn9pLfZloMhYW1hSibOOL6354
SznjUxo5ps0n8O+boWlHg3HgfDAkcFpQQav+Js+eXfvi8xv6vvrhq+ZY5kkSUKkW3qyOAZiKCccZ
x6CEykT5W0JXLpJRfXGZj15BS1u0flziKTzrzStouHbHREy2ZwebA0SdYZ9Gs/f/4eX4+yJvvqYS
mWNrECZ1rjjEdGinGUo21XPB6K3+ovp534phQ/v7Wm/2tFpXzLNjzbXyu9D/hnKamdVuyb42zLOp
j5Sr4P+n1MT97m+i7IuF4+P76dHmWk4gjv3msWGXoBtYi/Zs0zSdm+4aZdXz52/GR28gGnDLdG2l
WPuX//6vyiAkL0k1KuvOWobrFLqvUd3oDpD//vPrfPQG0qlzLcUO4747HKaVdhk5Fd0ZUBOByQFC
YxiD3bD7/DLvywDk8p7HwsEiiLn/zQPrh1EGAR7Fc6HKtYMudBYXAzHk0Y1Fgmh5+fnV/lOZvtnB
BL/K8SyEeso037yLWAx1avQzl4M4J4OHGK1abt8byUnpGyvY2UW4OMxXZazXoNA3KJ/WiuY0JmFw
8/SqP/97PniYQiq1HCjZBSip/32Y6LSkjqNkOkf2lRMa8FGZTnuX6quj5AcPk6Ydp2+ad5Jn+ea9
NEcOrX1rzWfbgXL/a8I3Esdf9OyWf8bbW2tr7i5GI5vj8ZvfMjHuzceoNM+qWdIyzwFJiXF80Poy
6scv3poPTiBaOCjHlcNZFbnlm+W/Rh1cBGwN50DhjOLu5Ykw0R9KEAIY0Ek1N6zmJ2qdyzmOv3iJ
PrqZVKw2OysPjXb2vw8N+bZsERVMoFjjLSZaPzYISfzvNxoq8v97kTd3M50s0Ct5PZ09vm9RIhe0
Tq0NMFd+8dg+WLK4kOvhF/ZsV70dM0hCs6sh6SdS7PF2Ww0p2pv/+iWnvNE23RJK4XdbNazKUaPl
Gc6mBfi5MK8l/KR0tLf0ar5Yfz9a/y0+KCXpxdMGers/Z0DGUa5Xw3n0G1LLPaRhRcGYV+Uuxmkr
i9bQC4mlMrD3Var0Tl0zVt8sByrbSCGL7toc+//+I//nb3rzKCebIFlCUQb2pGjdZr97476yblzz
5fPb/NE38c913nzkxMpnlSnq4SwZhI3JyYxxb0Wrsbyr3FNvbIf2QQFz+OKqy4r55rO32CYoY10O
cra5fC1/7Ue2oHqtSWE9J7DvQBinVo05dcOcrBz3OkhXc8wMOv8/pJ3pbtvasq2fiAD75q962Y4d
SXbi5A+RrCTs+55Pfz7m4O4tkbwivM7KghHAQIqzq1mzatQYr1DC5Eq6YH3G58gKIAWZVnORjxgd
RcEKG0swjeoiWT98CJBIFINBiJNHW1s49MMiTYZJaYfnHP4NN3c7zAIgM1n6uL708p8QZNKQJEpB
1/jpQgp4xrvIpEtpLiAJPb13DQUC8aRtm0sFyyeXx76XEIhRlp6osyeF7g7uHVKzBunu2wFRh+1B
a3XVJcwvkrZ16qPiv1npvpafqF5vS3nvIHEDu0lDQcs3vtzfNjPX/nBI2S4UNsmsjPx36ihxAila
dpFp6bZqUJgQv2btpXWB/dB72Afb+wZndgp3LEtHGypdYuOUlU6xml9Y6UWKQEjYB9X9JOSgrKGd
ANqwsC2Hrx9tlhtjw+ivzkRmKjY4YTNFTwrAQPxQVzuhODnhr8B9MwIaa1plfX94c/N5PbzRfIYc
wwpYZHqx4/Ad3exV5cq7sugekIkGggATY99c7pucOREqTp0iCTwDIrR1t4NUQGegiC6llxqE65fO
gAdzb8Vv943MpQBurIzPXWPRnadgpesODd0bqve1QJKksv7kpKZphxfavY22A9xU9y3PzCiFN/YL
mnOSzJ65HV5f1r1Q9mF2CYEprXJBfUhQRPbpw4D5cJODLguEpTruzF18Y3P4/dW+CUzNsujEzy5Z
RIumsBkIHe6PasnCyFtHEvh0uWFUaQdZYITEbbxgYe4aAlWgD0UYDps8rhPDLZJBDMdWzItjWdCF
IryFwMEs/bNqv0Q15CCfNXlp/8+Oi4Cey0A3KcOPViuQhSysTJXNWJfvmZI82al/+BdTd2VidL1W
CaQCscNOTNWspXzlIOxZ+sWCY5Rm/D8Ahv+OZHSSE420uxJBSGrBnOLBSdT0sHcgzbyRFQ8FatNO
tz3Km7YYHE2hWsHy+zX0xAOdanTX0Y8Ko+23+yOXhqM88mdX3ySNY8Q+izwxDJhdG5w9LddwJdip
U22CwmtWbhr29NRp54Dp2cLaBpW3R39LZdH36VC83S98zbCW068xVNyOCs+iNvKuVppKvRnpULYq
+dkAtOKp4LeA7WeFtFVlcOSqtatb7aHhK2SI1rhB93kmnu5/x4z/Y1L++xmjherFoOfNwz5Pqiej
phMVgqS2BEEEXOG+pfkj9V9TY1cb2EET2zH3SZbQXyW96clzFj174ic1pc1i3zg/O7dbuDDn9+F/
hqePfJEjm2Ua1sMdZj0pxXNkcpV8vj+uhRkcF9sRc9Ahc8UE8O8tMtYnTXcG0d1d3hi7+6b+P1v4
v8MZvuXKtfbo3rRtpqUX130ukV9U3wzjy8BCIKKcaKX/1PKb1X0Ptb1qLS3f7ExCS0O52KRYNvZN
qRz5LbD39KLkB7uuac7dO2DJ7g9wdi6vjIzGVzQBbGTDEZWKE2zShvtNdvYGLEr3zcyEUZqiGaSF
yCaQtxg8xdU0AhkvKd4Tt5mIIzV/gnivQXwgG99BqS+Ymh/Rf02NXHpNE4zXaE52cfxDp34t6/eK
MlthLAT2SyMaVu9qRDJU10GsExg2JZ19UOIj2UCncWEitPRvPIZOM7oq8d8kqRs1qYBU2nCM4dxw
lCcz/pRkn/RqATcw6y7IymkEZbznqS/cDgmueCv07SblCfEURD+rZB+igOLV59I4aQVQ/xAuygWj
c6t1bXM0jVGp+3kRFtyOln2JSpoDsnwXSjRFB3H3L/yGStKQPB51KIL62/FJmdgirKwwPl1/0tL0
DD/pHirpLViXpcf7XGBxZcsazWXleFC0+tz66CusxOxHAXL2/pGan7n/jMYazVwVQW2sO8NoxINQ
fdGDz3n603Nf7luZjSuuBzK6NaFSCWrLZiBVEKDeRktQ8MUlPRCnj0L0WW2jHdmolWn8VFs0Dz65
1m8Flg3t3zhDHn6KweMWusBx0UsEiUYzU47Pj2oyFIOMdf7TTuUF5zG7bFdmRsuWeJLc6Qrbscg/
595XW1vKeywZGHknr4Mk3A0ZRwNa3Sh/68n7/QWb3RYALETQzhJFjeH3136J9icEO3vCaOi/Wmnb
aN8SfFNoLIXOS4ZGca1Vxx4UhEwV3YsQkL6q8WsNrq5rvtwf0OyMcVxVALr8b41ObdeUgdH77PMe
Al96lHh+LKEm5jc5/7ZpqSRQ2GC3kwZTcxeFQcZrkc75DHCG3jx6+nPjwn/iWSsoXBDvPBvlz157
CGyaiWjItp7IUCxsv8mVb3LdU1eTDY2yqzG+8tGskJu6K5K3IBW8g5s4+qPbGMYx7XRrwX1Iw5hu
wuG/tjSL+9gA1jA+UW0ASiBM+uQtKuS175P1bNGUKjbwj1bFUwUfTAKQnX6ydVIGZ/CqHn1/koec
SpBCxSGvCy8glS0uTMHkXuWzdE44b1ZlKCGNDkgeVn0npHX25hR0qeklwuSvCVkliV4YcyFnNtnC
I1vD1rs6K2Gdm5kRwb1sml9dSGhp2Vy7Pvo59EDc38RzC3s9qpGz7kQ9yLKsyd50x4aMl6bGJto2
i1nV2ckzyf5zY4EOGANIzLaNtCrJsjcx/i0iAhNJL57jrLpeQH1tCdg9OZjMHvxKbFOdv00ygZlh
Q5WjdOkbkNsvWuk90p68sEmXTIzcMSBHXRWMJn2zy+RnQENrhZ7j/ZWZRvgmwF26JYAhKBRIxxk+
qPBDLzAChtG/aLTY0ywKdRceMy82fXJEGWuHxPJGCd19RXdWkC/UHmbWbMggmmBjyGeCEL3dhMh+
SBpEQQMjp72vfRkGi6anX1TgaVhAWJoUwULoOjOrli7SUaGaQCCUceqdlk1N9eHceqvK76ijbGtr
CYYw+OSRb8GCJRlkivUpggQOUtroEjF582jXUGHI1L1/Yq14LEMkeWHPlcxtu4TKnznMNzZHeyVo
SyUEfIHvpGeyVM90vXk0Lmnt/v6GmbWDSC/5Pd3gyhh+f+U0IngpqIlWyZtCJqWBcmDr+Km7bVKj
hihq8Tkz4zks6lG6qgAOUMm635pziyoMsy4M3nrIunUr3DZkUTJ4fu+Pam5PgD3QJBB1rNz4gSbT
7l4BxPbf0jCH6l1T0wdEipbeZtPBaFzk9CXxmtVJj46KBzQ9ywKFGfetbFzoGGM43dRtLtULbmN6
telcaJSWVLDcoH1Gc5YrbaIbdFe/hbDdohDYBd8NhNU0RJx2cfjz/sxNz6/O5Qn0nwo2Sd9xNqI2
4NhpkB8lDwAzSvMlCZ8gXYBn+LvRfLtvarpImGLygF7S4DXJCDgK9HYF2co3P7KRRhJ02A2glf+w
EfBRwwUsgiAC8nC74QoScZD89u6bbTfyc97G0VYzvXThXTHdCSYvMG4qOhYkXRtne72gEekhNKO3
uEM2G04ypYP7WV4yM60DME9YUvF2Qzg8fvPFlirbutnIF6hht12jPUZ1toYS5jP0/lsd/Jcg2Du1
QwGeXLMoqJv7kzmNLP/a14hmKMtp6hjZE2e945tZJF9a6B9STdrAwx52HW246KLDw+B+qrsniKHp
UtrbAEha76CXZ2RW73/HxGn9/QwAYbBDULUfe5Ewc/HGfi1fjATNGSBvhRtujKqmK/dw39L8jA/t
eiZSAcYkW6FlQmGa6PhcNBju0UxcJQPTrbdFJTah01rapDoaLAYKGR9+Iw6DvLI8iuLtHgKIsFfl
SyE+5P2nxnk0vYVUzGTbDqhLrmrGRSJL1gdncOX8aSNWXE+J1YuQN0dUkJ48BSqZrN/dn8TJ/TmY
oaPHFGkwAy4/OoNB7oqlJObqRUu+VepRU/6UZIpt66VAXRNJd6TNP+r/aWfj6WOIFu4fJcWRRRMp
nDBRPOdVaOKzVrYPAYiL/5uN8ZmPKfs5RYONjlR/AwWzkSzM28Tx836TDbYe8iGUQrTR3azIXuzi
b8wLOveNDP9yJK6V6rkcOO2gDHPyhVhg4vuxN6CWeEAZii6OCxx23xZOj2zpRe5R7e6gikNOFmVy
+5m+6w9vPeJUnvXE9bRTM8LbrYeGVAiXU2lfQk38BdPZAZ65QxeGv+9vvekOH+5nbk1wUmCLx8/C
OgHx46AwcAmd+DlQwydZqSAasRZi0KlDujUzino1zYXrV7bUS9wjleRBmwgRpIO4QblUwZ8dEEUQ
1skk5BjfzyV1WD/x4dV1/P6nGFifih4lWn+pAXHGDPtAAboPfEiaIhOSMJXF0tMvjt0eBcOmMyJb
yfXCBp/maHkhyDQ6qgPoiurYCNqeSEbY96BvLzQ2bkUo9uNHMXuGqcSTgrWhbETuEDP5+GIxJonX
0YBgYZi3W69TRMHtwX1cjABoapV/gvJkW9QRlPvmQvQxnUaOEslsQJ2ke8B/3ZoyA8mBmr9MXxMr
/YECG/JGQ6ZB/X5/l08dBU2FEiHOEB2iWD1yd5UVmU4v+v5rm7ya6DOU0B5CR7jKTWPbtfGqET48
LoswROfsgu6VybfcjitP4Q/W9ER8bURJeEhEmC7YiyaXcZmXS50q48MlAVA1TN6TINp4oI8xCLrU
Nb2fZv2ridzKS+m2pLqFsNjrmQi4PYQPYmF0U4MSlwcZG3APQ05gtEGgcS7MDnWrc1m337O0QA9W
gN7d2EWLffrjlaOKfG1qfADAIXg5SZvq3OYNKgXCimwt3TgFvL1/pOxYes7CrTX28YPBodeV4dG/
MnmzdHpa9JWT++fUMezvktmC3nLTgSovtLvH1s+6h1BqwkU8xPgkYHfISIJ1+t96xWiLCqlvWkgv
+Gf0uNQXKe90e9Vb6AHrTZNTz7L+oKFXQYmsZ09pnUAFFgsl8gktLJs7Ia+gY7d9BNUDk17oHH6Z
hZBygonmA3nb082g8qwGSTfa0laYRaEPgdwZyuYMYegQbi69lHTkZRt4++RBisWEtSvM2uqQmWQC
QkmixcOwvykgg37XYQ/yR0B2J7ZNceWHKIQ1kH39vn/UZ+bx5jPl25Mn8ciABJvPLDr3uVLj34IK
TXxtHD9sxqT1VeSBS2KFZ+etGfR20mTI3Z7VojiGFcg4iy7s3jjcNzNz0ui4EGk+JXdDK+jI//tZ
3pWJqOXnWDv0HkqI+dnT8rXl/7xv52+x7zqFw+oSwAMwt4gDgDGNjnSs2FAmSWV85msQiitRJ5di
HSHPJJR3ruBZ69RA+y5kezzCuAC7ddhC5EKGwv9F+JpfDLf9ptiwFPWd57+Ar2heEWuCXa92zJcM
2dxd4XNsRUhh5FWbK8bSCZpZeFDDQ0aDxwgOcXSVNAKqIY4Zh+e6ao4qyOhDRpfKBm2Z9/tzNWeI
Z6yG2x1g8uNeBMh7I8NCIOtcpHH9uY9j8RH+re7US+nSw2C6/JQG4BkAdD14h3ECBeIsVe8KlFI0
8RldlYMJ70prQMieV7v7g5r6WVod6EWh7iIC9RyXItBDAV1RB/XZV38n3bfC/ZXmP0Pxe9T+0aSl
C2vOGDlkbisd785T/fbwtKmIpCZZ1rNhIITuHXIrP9Z9Dlc8XeLeLjG/3R/cdMWG9vghyNX+vrBG
p0g0MwjpJKugO1B7yQV706bdWw0p930z06tDJgnFvSFa7EO2xu2w1J6EguDY+VnMnwpX3zTd58p8
0tOXMisXlmtuRHSXkbgjtpjijONUtStHloszCV1l26uJvHKHBtmBHXFhVDN70BQBGg/ozQECPDpX
CFwnQPOb6tyQj3qPUdLdSu7XxG6UjZw5S/XMmTkkIhTpDiS7xlyOrOkNLTWRzn0vZISd3qoSHkz5
4CJ+sNTkM86uSVxiQ58BOUNcK82Pt6vl+oarwrBNZOFswxLJFShy7++HYb1vfaqM14bpR5d4n05v
TB8ewUSIm3PpRDSTBSvDb5/F2j/UnfUSGMknXYGjUnTEj2+Ov92+OA4eVcq4Z1pGUr0HYlafITla
GdV7A1mc00kLo5vOH08DmUc3byxtoBS6nb/hTW6mseWd6zp49AznEbXFBbTIdJffmhjd5VVSmHaB
RyC5D9Y7geBUMD4BW1moC8rD+b9dqOGVg0OXZbI8LNftUKqsVTslLLxzCH0oKCJ6O3obMRyjr54N
Kzmq0ruTFZtChkQQvpAnhJG6H47nxz9NMAo7KxiIzhtJ3ee66gxpPzgokljdVLHpQLavfrQpfiCe
oUROkpGDCfvNMG9XaSnkZBq16x3v7PnR3lHztSnt47471mZ71OWtRS3p/k6e5DX/WuQxCMyA/TR5
VVd1FlpUXPwzzN7SWqWHIpGfVptyYKMX02aLIlsDsb+lbHxT71aJo/yTZ2qLEkpQbxu4ORac0iTt
+PeDTPIVhkqD1SRl1hcZ4SpJhLPvv3UwTvJCzYLHBFGO5pOLgk4oidsy/2npH+1hHgwTZECJwFtS
n2TO3F5u+swIgrNGsa5P268BcfjKbcwcfXnlFCuL5BLT21IhBlQJzP6X4WW02rKcppEfS/7ZpCeg
Kx77NIDP7lC72kZtv1bmThU+OQWcv/JDSIk5lt4RO0PGeuD3RllAjt7vb4aZU8llCqzWop2HqsTI
cWaxj2osHI3nMjsF0MwUVYZ67FLtaMa93FgZXaZpoFkB6cPg7HjaNs1+SIvQg0kpmKUcXnnQPTKa
Ka9doyEAogtqcPa6hwZZS6QWoWrip6Ee4ijYBJCyVye1f2/tj4cKCsWjIUWFvzFY2dsTHGtyq0E7
HZxl60kLdh6CnwbXnPhiW86HbwNM8UwnsAPzDrz01hTFpYSHheafkWFCtO2LgX5cc7y/JaYxAul/
ZA6pWvJApOn91kac0zveS0V87q03DUJFjzjVabvVoDlx39KkIYlFs4juNVDdNM5DAXZrKo0i2zNM
Jzn7oVusjEb9FromiA5YUNP4NauSg06WIFDcfZyWqzKDN1fxt4VhL9TxZ04BxL+EDrQSDKxVo+8I
ghaCaaRhznKYPqe2/U9glceo9RauwJmZJbwz2aOcNHggxmZqBVXGjHSElR2KdlvWnxAx2uSJvjCv
M07GAmzHn9kG6xypAjQJff+sl09+6x5j2AgbsKeoI0nR2VzsfZq1R0md4jMRmDgulBU1JWcUBPwz
KkXQ9qkPRvBVbj8jt2OnRxlBrvvbZm61IJ0YcCvkaieHwJHEOmrr0D93UbqJzcciPvXy5b6NuaWC
02i4H0VSJOMESVGkau4m2EgNOPQBgNr1K6ky2G6FhTLjdDT0pNMPTmKAgJwK/u0ZgBvcwj1ypGV0
TuT4rZIlmoD+3B/O1AHfGhllBDodfQokztgRersOlVcVwY/7FpaGMbpI7NYWCrXFQlg3AAlfLAtt
vHQhUpg1otM/OFSdNeL827mSOqcvkFf0z4aw63tp1ZAxt+T3+yOZnasrI/KtkRb1St5OGGl89IB+
5fZChDo/CG4MsIIDRfPoMux9VQPNTLQjyME6p9PSBOPO+iwsyKTcAJsb0Nr/2NFGk6XJde9BAu7D
yQov6SAMnB3r6EmgN9cx9om0CynwBuXCwZmbPZ20PDU8cJA41dvZ6/LScMpE8M9lA3em/Sy5/3x4
eYYXijkEsFwd1uj9H0XkaxFyds6OhJKT+2j0+v6+hekC0RoPBYsIc4IFyHK0QBlgcz+LkvDimz/g
uFlpaB1Z3hK8YOphsGKApCEVyJ1tjsbh12GbGKEbXgLTqH91oGPPaga6QCtSe0sdaYk+Z+qkh4Z/
BSoISGYogSu3C9OqmiD05GkvGtouOGtEoPeJ9ruALS5W3vN+qU97uhF40YhAhTDGPhg//gOoOn0g
xuElF354BR0W5ef7yzTNLlgaCczh3UQGj7/dDqhP01yNA3ieE8QcoFj/bRn+A1WpDV4IRSZ/c9/c
sOq378qhFXwoysBeQnJ1GO/VO03zh70Y6vU5Tk6K6OTH1sufoYf/TSX2DxozD5Vaug+W+9HzRGZy
qMpItMRqULaN/Korw4svtVlxBkKJAlq16VyrWy8MbXBpN2Mb8ieAriALIQeqjXFxlFhND4XN/ow0
eX8UxDTdyYUcbuyidtAaRbPCLcy9albvcig0vzK591FIbwbBuCCQpTNs4vFaVQNJ3ULR4VJVMOmw
Kgr/6Ltwn6dyHj+7hev9SoXIaleBKjbCTm6sflMZjf5g9ka9q1053nO2qfx3Sfi9zeXwxYsbaDDc
ri+fjdYq0OwzEJ4xGxoPFbkoHxD0RbAk25RKl2lrRNLNaGPEaAXaBboOfucIJ9QmFNR6JXcPajLc
pGJDuzlK4MHOdTznp9y6zclute9CgYC3xtN35Yt11W/RCCRPJaN0idLTobfy3kfNxZeeaFUXVmXe
o3VJh7Dx1UXdYau6nvuYB36JQnlYnNKk6385qlI/Jm7D2wPBzrXpSe7aFApxl9t5uiYLkl0iE5Kd
HFl5gPFSvfMjFS35SEa+C+T4Lkp09dwqad+sJEez112X6C86+ov/IDne+muk0bMTe0Z0NgYyBdpK
sG3rc+O3/i4znJ8IsNBGcH+nTJzW4DrIrIDWNEiPjp86DrCDVAm0/gxLy1rKd4HwrMmnuF2CNE6Y
igHlEU8Cdho6mobL/va0tQhZuoHu2+dW6p0faCzbp8g00E4VlK9R7QbrQElkujAImlZRJfS7If23
snz50XZR9JTFdZ0Jv3MNeEdnvn50EnAAvDWH4srAYzSJ2FrBkVpNPffa79BUVoMiJ/pjq9LY/gtD
MMJQe8ZfTx6WtSoVWWhn6jkwL027V+y3rns3ZX9hUSf33VAZ5c42JcoTA5bodq71elCk5QI6JwQK
bv7gk3Lx87f7Y5l468GIAWSPhkWK6OOdkwXAXvK8Vc59q2x6FHmS9jlTj1L1hirafVN/Kym37gzO
eVAPNEcMWNVxDII6mCdJkKKeq5Cu7e5PkDV7FSI8N3iwzF9y8eBnT43orAVk31MkHMs30uGrTM+3
fXyWYpSBnuMMqbB9ttiSNblFmIa/5AnsbmuoY9zOtShWMOLw5TgwcW0Mqo9yiOLAq+QfwrBYy124
yYRPhrlDFWRTN7swNWlj+W1Ts3OS7wmE3flhkRR6eqplpgrcLVUcMgvjj3KHYNiBdQ8G+4Re/e5S
pimMXOX3nD6E+2szZ8r8a2x4obLlbsdfcdHZXpXoVIubZxSO9kWuuKisoC0sOwtbbrqvYVW5sjXc
elc3dp44iGaF2KqErwoLDKgwWwp352wA6yHUZdEo+I/OTuz6UYgmp3Zy1Za+Yghi7GbLgt2ftVkr
w8EB1AW7wjjU0X21sLWyx0oVAt4RN4FfvFZCu7A400QszKwEVf+xM1odQ65N0j+idvLMQWWaPFYk
bZXsgmBZHm7rulqj3LYqonfF/PLhEaIyAOp7IEmGMW8U5giOnqGtV4snSwFTVm99+OnRjLlvZBIC
S1SSr4yMAnvaY4VSRIjk5PWQA9o/UdpYG/pnKdv53qFYIpqeWbRra+NFy3OjlsSkFU+Nl70Ysf7D
bFCZzd2FQU0d682grNGadTnZi6ZjUD269vbeK86i90lGu9dExvj+/M2aGiBXkskLDEad2wPVy4Lk
KIjYnvTgTxd97eVo07T13nPO6Jof7tuacRTAMnkkk4Wh4DZOyZEQLwB9xOKJ0vMmRqtz8JF4CunH
v7HDJa4BlyemGW08IzLjVNRL8RQ6e8lAiMnfuupF8X/dNzO7GWAI/n9mRluvUzu5kstCPKFUto4E
r0C5Ulg1krMwnGn5iz1O5pbXMdlMmk5GryI11PNMrjLpVBbxY4YeblkRxCpG825k9UE3KSb08d5u
y69RZWx8tOtwb1vRQ4FLD7aBWiLMGFu00rUbVyGyLrxBPnAhBTK3uJAIQSVugqybdDGhYhx2eezI
w2k/9tBQd/q+amjEaeqFV9vckafaQtmW2jp4utF0yFWhKU4hso06/2hY0VaKB+5Yc91IEKl0LbUI
c4nDeHZ0VzZHx0SLaONFjVc8KZK+EqxjHz/KSrYy8t8f31PXYxvdb76tR12I0tapi79QrtW0746z
RP6wNJbR/VZLRZl1NjaIWz5VTfepkmxoT3gM2t7CUk2rAcPWvZo39da9REFl2F3diSex9WDofEmC
JyjlPN3amB0EOCgxOnoOPed70n5JRRz25f58zu0Vjb43IrS/aJaRK1ATZEYED/uN+ynwX/Lyk1C/
Fu4rhf+tWHy9b2wKwWO019ZGHsHPFBvKN6xRhnnQemvrASRo1WyN29tKYnrMtPqQeOnGzPO1aPbf
2zbclJlzEBWJRt/+m5Ob6xJdtoXvGk7EbfB8811jB4K4XukiRy+ejCBZWVAC2MfAOHUZLTbhwQ2s
lSj5W7tZoKSc22dXszG+WlxT9jw748zIardJXfWL3ghIZhY06C3BlGdd5LWt0Z5uEBTIFJNYwxaC
Twg572yasRCefJJye9U5ILIcEv1ed9bicFeG8eei1R+6LAD0Fu18Jz/kSDr7brBRoDr0/TZfZ5Fz
WFiGwUlMloFMHW4SrPPkkdl4qVX41rAZw4ckORgoN0rqscqfutxfxZH9hLzcOkLsfqDPu2979hwM
6KfhCQ6z8sh/6WRHBC5fzmH4x+JKjCKYRKBtaMvvSvvDpev0vr3pm4juRFgWeXtSsAIFdXvu3TCg
qdGNxFOud39ys0etETkr0zubtkhfWR1tSFfuWqHb3bc7+JPRFGOXa5+TSGJ03DdJmA3ru4pd+mbW
Uva1spcYepYsjHaaJ9a5EUQ+ZwkcBXV2kCQfJSvhPQk6h58D9cBQWbydPNlxnDDyQ2IyX97U/dbz
lzjrZ0IXbmmwIvwcmmaH3189o8pac6vAUvpTnKnfgybcCLX4O15MdM6aGRhyeLHxfB+/pPzc9csI
uoiTYKGLvUdDcdVToLi/5HN3jAU4m1APBlMg/aPB+KJScNy67uTL8sEWEfQMqpeK1GLtG1v0KS60
oeyjovpTKsWj4avrOo/WJTqY979jxt3xGSR1CKJpCFFGV50rqTUZaqM7qaSsw22q/izgJ4/yheaP
uQcdyHfqC1TYlaEic7t2pl6Usm4JHa6uXoeGf8iUaJ0Yj4Ei7KjUrDrpWbdh7dc+i8Y/Hx8iaX+J
Cx0BFxJLt6blEOXcrlLUk9m89PYPvXoJJRKn/lL2aor8YNPoFGrJ9PB0hSHo1pDXuIB4ElE9JXIo
7gutQhYDie0VlfjoSXFqd2uDMNpnevJDLhppRQCQrgsyISvLrauFDTazi5GWYwsPfVi0ZI8WtipL
h4RGqqGqkv4IVefJtBIgsdrC/plxLEOgRM2d235KK6X7ta3Xnsvkms0GsfIn2eiOH1+/axMjr2w0
UB8KKIeeEjcxH2lsLpBFo9G2AE2wStV4id977kj8bWGkAsF+FUe+knxXoVdijL1S3dD3sFJQmqYv
ZVP4C90Pc2tEWV9kA/AiAEV8u2EEgB4OJX31pCCa20EVI0mk4vb3p2/mEiXDRf/H8H4dkBG3RkCZ
qGWs+OoJppUaddWIQqKj/ZSVL6n5OaiWyI9mZ48udml4xsJXNzoEiW/mFpgZ9QTKhZrMF70WNl7j
01GysPOGf2h0aTKu/xoaTR4qjVqYyRjqqL89FH77goAyGB03/BJxt2/MTFk64XOb/a8oIth5/vmx
glbVOwA1ZVk+BYBnVp6k9GurzJY6XOcGNsB/Bn0FoJHj+qjopYrSFp58Ane19Xr9aIXWRukE3L+b
7xTjw31XHNtBTYvVgkWbx+ntBpHz3Oo7KZBPRufYX6CyUbZ5kg8i850qrC2t0Q73d+TctgeoD0AN
6dcBdHVrMBetNC4jUT6FUrTJ3M+2+1vyl6BHc/uQTPLg8kWa2Ma1hNyoZEDSOqNKNdTI9Y1iizs1
eFGKhXfKnCECN8JjBOvAUo1GU9S61ZkeKYSqlsI1GmtvciMXK1kicaggz7f++OQN+EgYboe61BhM
IeHVA8USpFNdvRvNd7vf5UvosJkwmOQncTdcaYBbxhsiTQVkIAU2RJSV3VHUQ+3ii4Wx0exIOmqt
RayfZY2+IUjyRWQ4W2Nzf4yzUwoYYejiAFw1DvQy0wxs14zkk+RUn7I8+NkWqJu3Je1ptf2vJpSL
e3hhDDIEw8dcRZVhgNBIJPryiaBlVci/8vjQWa/3BzS34+FN+I+N0RGLOr8vLGh5TgXd3utW679m
cgtFVFJ//b8ZGjnFGmJgX9LZHSTm9rqLdq1Qb7wlpNiwpceu93o4oyslc1u/RVlHOnHCvVVeGAcI
YheO1eyUAdmgejb8GaPnQyt2YA/Ahhw+xPa3RPVWYrPESL1kZJS4Sks5lErF5jBpL2JuQdm0VT19
4cROdzOPSXrtaSNDZGWCr8nQP8nLlrBQSTvnyWmkN2i3SDGGydnKvQXfOl0asjSwCODLNSBdY0wX
umFWmoGDOUlRK72mntV8F1pXXbAy83oh2qOECqiGn6QFbg+NFdNoU5addBJaxNcJdAHg/Ghbg/P5
JdNUiBWjfe49FO1LBw1an/4Kq4XYaWZWIc+grvGX526iCN0nvUMm0JVOndTtnKLYttDdy7mwte2F
jNB0SuHTIrwFzvxXz2x0eB3XDusU4b5T6L/Zrr8uyj/3D+10KBjgYWvwqAUpO+ZVMSqNmp0h1Ccl
THZsiXWWbAphF5oLA1myM/z+ytOlWlRKARTpJwdPlwuwyKQ7WztEi+W76bEaBkTzDrkM4pfx3VtK
qMa3iVxTMok3eSn+U1cDDd8SAG/JzLBwV+ORgzboNF+qT3Gp7pQ8OIZp8tNUwh8fX54B3jUwDcGl
Mu66l2Ju4j6tqpPvnwz4hZIkWvlatynyj9cIBrmBAYkH/ltFlup2QBRWS71EEQ0u6n2sfa6tg+6U
KzN4bZwfnf9+f1hzs6cRQA/BBNCWMUkCAkdyWGVBdXJ9dZWK5+FRbKbbjxsZOONhxOTCmCj6iq5Q
u7RK16cwfS15s8Xii7r0iprb1iZZlAE6gpz62OX5eYUokmE0ZMuDByNVn61E26V1vkk183h/OMMC
3F58PKgNjT9DsDAJlaH4S4mawvZk9tXKiI6Nt4X+aqM0r/6iPNfc+lzbGl3ldm6VDcnI9qQ2NCJ8
AUQAqejr/fHMT92wAwauMzo6RhtOcugAKpk6FSULyan/VtoM+VksPt83NOdDeTKRExnqKhO0SeNU
lpsrRXvivUQXXLYKl5j5Z6frysJourQ2tQLfyttTrvzTJg+2T9liSSJj5tqjlR3yEkgegTSTIr6d
r9guczPsYoy0X93uSyQ/9IEOKVVItt5fVdF7Gb07SbwW5IdcfsqrbH9/GmfSaHzAX73VgQcEFObt
B5iO6fq1ITenQk/fa0N5oIXrEqTZS28qW6XX112mPGpDWK5TTuj1/Nu/+gBzYJbCSU2eHymYkLqR
2TEm7AHyH6muN3m0y4SjWH01/W2VHkrpSVUWgsG5fUpb03+sjuI0FF+7ItKx2mnpKqtPQrbpvJ/O
EuPkkplR5gdl3krzO705Zea7Hn9Lk10aPCzKAcw5EbpBwbmRv6CoMfLyedQnjt81rGHup2uxLTZO
H+4Fy9x6ovMNYOnX+2s27Pyx0yIV+NcBA90dv6YUOzM6F16zkw1KVs6OgwhR1R6lBgYLqmhhsuDz
p+MbuncHLlIDpvmJ8msfaX3jKk18co1uFXnSKqi/oScjWZuEoOOjY4PUkncVrZNkFEAa3J6HvNaM
wK2b5CR6wUaqHor+XTNSrsxq68U7QVziBpsb25U9ZZTG9vWqTduwSE6ZXK+k0FolmndRI0taiWl0
cKA+/nAalxhbBi7ADcZraMw/AbO9pcWqGJ980aOVyceB+usutHb353HqPTHDHc3NxsMfoPftPAp1
F5lRI8QnUzZXVmP8lmKA1a3dLBWiZlzoYInYUNLZlIzq1pLSyqHbu37C7g9XZXoUsiNNxitRb7eK
cND1YxG99pXERyQruX0JPyojLVFzubY/vidUr6riHvt6kP7IVekpsv1yRbZq5+TxZzVe4iibmVmD
QzDU9Qaz4zqPbUuGU0V+erIqd6f/D2dfthwnD3X7RFQJxHgL9GS3h27PvlHZcQICBAIkBDz9WXxn
itsud+W/TjlqQMPW2msg3ar0b4Zz0/Lr8QofCrxRHExAoGAf9vmlVkb2LQp7eSiyNwUDFTWe0SWe
G2D5979KbTL03uCEGMDxn1r3T2Tf/Tz/vu68nx9geYt//f9FP+TGU0YeJsHiwduMLI3gtCqffx7m
m+ULb2bAjuggLukUJ++pMWJowF5sDoJ0sMnsXLir1fkBzjVPbAifrUwdfx7w268fAqSGog4T/nR/
QjuqqVRoNwdvQHpONIKc3WbBpRV1/+q9iHm90K3QTVj0E7iUf36DESsrAZG8PGTSlhfjJMZjo/Nz
PnjfzYO/R1m+41/fqc6nAVx+zIOGWBelca+kPhcO+HUIHy7WIQjtaIvAruPkQVxaBaYFenuI4BFE
kRwONtUZ7ODrV1nakJC/LvIBWOCc7EETzxUR2tiHUMGlw18VAVnX/jl6x9c5jVF85ABgsgFuO+0W
tEjqCpnVOoc2MHET7KxpJacDOedC9+0w2LXBnEb+9BefNtj7B1OEpPpDY9db4mEvnbPqGlUM2rjh
v7eLcZuDYRQu9i6MTujJxxmiHuZhTWYfanByTKPQbkHWgRSJdY52+c03Amc+XPyDFjDhlAreFtpD
8HMxH+Clov1bt3wdi8d/XZxL0wNVCroQNl7gycP8lxBgNR3QvyKEF1qbBNOFO54pXb99Dqx8Ai8s
9NlPNXy5i6guvypAg3SyuBwPI2IfguH+f/AkYBFgQkOh+8W6Q9JQW0XHyEGKG2hB2ADL8nOA27cP
gssHWl+4/YAg93np66LHqekBcPOdi6xUsTffGOec3OZrrYrNGd6qzqLTWyq6z4PkVQEVUQWyLVSv
bvFo9btI7OgEEzivjetzjY5vthrslLA7Qu/1m9uUycoIZpSgrLDBWwUmepr0uc//zY0NbdCljwI6
ycKDPams2AAxYCs6cnDI9N4ZZ6WFl+MKLLcV7jK5127D0V35jb9y0J3qkAb8zxUkknEX6HKxMQP7
9OTK2EJQAwepaD501oM3XdF8Vw27n6ffd+8R0Atqx4VJi2/3+aspZH9aINHOoP4EezqoaxYNTz8P
8c0ut+gBltMNmyq0B5+HsJntZ121DNG+OwLqhgj+mpMX/w/QJLwu9MQBJMGM/YsFq8JX8GQLFntJ
mjmWdeDGZBpTn1OeSDn++xYEAtB/NvNodIDw8fmxQl7jKGx9cugbnnhDEVf8jvE8/fnlfS17FprR
/x/l5PocNtzyYKZBDsLyrkSjY1VrjPZmcbXxycPPg33dJ/47hQBoQ5KGqu5kn1Bdl3V8zOdDoWF+
0tmJ7YqVY52p5L4dxQFWvpx7SAM4XVa5X4eiAm/JZlYG/sx8O5saJOcmO7N/f1WvQ2OPsur/jnTK
XGoInyQ6nRjJdmIh7ljwFIk/Hr/vQQ0hGr3QnCaz/OfCEf0iGIYumyC6yqeGJMzxR/QkR8x33gEs
m+Kuu42KXz9/qq/r9vMgJ+vW020vOzGB6abJxdyZvXfWZ+jrEIDMgRMtFamNHI+TCU4HbmRDVAd4
eS+ny3Y+55z03QAQgi5EkEUPfXpiODmgoXz22mM+lSk83uK8P1Mtft16kJYAtseS3Iz+zOmd39ey
aYkcxXGiFzJ8y/k9+sVoem1//hhfZzSuiIur77LtIONw+Rl/ldZVYWAE7rb1ccHjQ87BvGiQX/7v
9wQMg6oaq+Y/wtZyAv81TFcNwdyGpD6yiEA5Xa2q4lx68TdLZhljsfFdTOC/yEWJgxjxvrDrY0is
2NZbL2RpJn8XRbESiIPOUZoaSWJ5VtT3daNbbF/AnYFgFwjDKXUT4medCQNrGV9Eid3Q1yArN7NX
f4StE0fZv1MHFnIdeB9gcIFocjozXFX0Td8zcRxcP6ayia0WKrV/tkq0MQoE/zCZgSweheTnLzZm
lVVAMlMftbj0GBJnWxH35hom+JufZ+A3bw9nHiY7goRgC+qegFvGcWtAQ1N+VGJ8Hmo7RZcKRoIW
DHmH1WiCp5+H+6Y0wmEOOTFu4qAyfZFWZ82MAbtIHgv/PQsSMcItQYmkHNaKbLII2vli1dTXDGlG
P4/8zYr+NPDJUuv8oJ8DyuRxtMyV8k0ajHTfCLYDFSD5eahvSKHLQ8JRZ2kfg+d3UtESiPJbNyDy
SEEFyorr0Llyh6tCvggdrfzwzY/uKbQVzFeJPte5/lpNL9USXClwvcEeeWqmiK5YZnfI/DxK90N1
lxHdIxRiFSAkpN1mZj73qN9sxQBjUZ0BRcQt5PSq07XRKLPRyGM13wbwD5SIQCaIfstKuDZ7v/1s
67bwzEIefA7iZnsb0VUTvZx5399MYpQ6yDha6l0KGefn1cIlbPRcx3RHRKjf2PAzjXH9SlnO105G
7xFuvdY9fUZgNXp4IhaUrAarX2cTuxWTEqiM6tTmIL91tHn7+ad9+Rogei/mqhHuN7h4np5UXu1M
9tz5wx2SOMr6Dnb7pNsYC/axfly7ZxbXl2/hgCC/MDOWlGiXnKIoVm+qAdUtEuTrF1X3ibbd9b8+
ztICg7MzanJg06dfu/HkbNk87+7y6GocsbP7e+N+0OBymrdWf+7Y+rJksR1hmwCeAnAawtyTZWTB
tNiETdHdmdyPbaGgOFl7wQOzzgCdX6bPMg7MiBZyHQjrp1cZ6UYwCmG6uyMqTMcmu2lbkdi2gPCp
htXDOQeHL4c+QoUQFQmCEPTUSwjI59laRT1ciubR3AHyim3zOwugNzpj9obV/nU2QH+OxiWAQXjT
fiFTtZ2emWE+vetHhbSMDAKqkbtwiwiYcwT+3dywAtIThwV00yG8tNkZoMlxNItRJNFIJoQ7Rn67
GT1R7Vul3vswQAxGwGBLWkVqZYsseJvtnD/M8Mnr4iAXVZe4lLGda+gv3x3r21G0dAd3igBOWdFY
pEVnyZXRtbWJOn885qMej9YU+W+L5WAb6wrWWsqWNqhF2R/Z5msdFDzmHJektkWoJGDKLhmyAEVS
NNo7zor3wirztVQQ7URuWa2pnbe/y9HW+7Gb8ssa/uNx2zn8Na/zTsPNBfbyq1zhW1eZu547NK6S
NvdeO6EQ2ZoH/LlrlV/GVtbc2aF5rEzfwDFiLp8EUmdSzeGUgsenaylgFjPYbN5ySIjiUNvlSjIL
60CVD+hKZ/t+ssiKaut9huSziwc1O3kcZKH4Y01jHmtw6FeIxPSv5WQ/QBhePnSgYW5t2TlJ6Omg
SrJq9uHH5qNFv9JxsaiEShU9G5S8/SqEtGdjS/1WtsOTHSFyzW4m5zKM8NLjOoLDRKfk+FLIJsDH
aby5jZkQD5NslpR6K2K7idI+EU7h3gbcuE0cdrWo0rqm4cHVjomVlYuEtQL3ndLustuANtMvyIp+
g7/er5HW8FrDthSABoUlSeyS3INb6hA+Glk9jn345MwzjL8AS5ODQk5iDEQMZFlrylIyI1w+FkMG
JpkfjU2XaMuqP/wQt/sqY1ky9Kw+clRIWzfq7gHevnr2eMjqIndSA/dC3pPfyjZdzBp/vIn62ai0
D7XXXPVWozemq//A2TZg61bZHYTbg3fv86HVCZNoHqYgAIJXmA0hUreRy8DvjDM9176qU6+x/DGe
HHMsO/5qtxAfFkr2sVXUz8aWv8a8teC3krsJi0a0E2ptEubyIOYyD9e99LtdZGkfJG4u61UlkXOQ
EuDnl2rOeRtL2j64S/hyTDgbVr5f8E1TzBn6H0qmNvpTf2Q5yl1ZiodqGrOYNKW7QgTnk+4t+ujX
TrObpv6j9VU/xL7M6gsY8ViJVt6rzugcpFaApLet4LP9MXicxWWPeFYtuFo54IZ2B8TPg2zWgpcj
DOJ9YQHbrBrOIbTOcGZOyn8USFJxtrA5zfLdBOMU94YR2PTOfTfHraeaFGbQZTIOkZ8GFf/jF22d
Bn2BWLQm9KrYQ8RhtQ7HYcZU8pzYMWRfTJTUMcwZ23bXT8KNwX+zE79AMmGdtaBVVY27D+yq3JJM
Zgn6KiolU3lwcrSvlTu+c0HbjV+JLDHM9ZLIaamzRsquTZJ+Cj/obPVibxCxWYLFflWbGmGsrOke
HCH2U2EdqqCR1mYeZC2gviEDOIv8no3Vix0W2HgMh+to6nHzLEHAMReIQC723tBhW9PwHbZjS9LH
fnTw6lBCujeSEkOTMirNQ01EZnbKs7Kt8WR2N6EDbqWdrSWOEq+OSyujm3Bm2a5Vouarwgo022Cm
3pQd2SiGRGztlM8BQdsVEjjEIeAHJH0gF8cYS+s4yxxYKoRjftvBPTY1wzAgkM4zl4a0WHw1lwRG
lOMY/nJUGK7HnJFfrIPr1HroWLmC5QTmPx+zm7FApB0wBT+La0XC6447gqdl43VPYUene5W372AS
k0uhhtu6wsewkIb+DLgjhAcU7/MkKoMWrtQuGo55Dr/e2SCWE9HD/j7zwmqNfKnxTauObeiAgD5i
jQ9zXbzYxSB3odN6e6fyYQTaYnpgNVvJ4A0sBs6D2FSL8BT3FBbzsZ7W8J6f9lbJrPqS+gOssSox
v4OGUlgbirue89H2QQimoUIgR2lGk2ps9nGVu37qAJxKtd/CzA748UySym+i2BgXYcxh9WtoqUkq
a8DeWqOFshtlbourErUb2WvRIYU6EkGfdpXlNtum9vJo1Ygc7koOxKDcgTu3pcZDO3MkGbN+S/X0
0kxVmPoCHVjpzOIym2HZb3IYxsIkFObR1XsU5tgjZX6jgtlJ+6GjK6RYhQ/EYGP1zABfWVdaLzg3
/kwu5yRRTaPT0IFJQTwPYA7GtSZS4tEZtzcBjr8ynatqLDfTVAtM0zxrYndWFElEmldxXkeHyUdK
K5laKeNgcf2gio3pSNptEVjJXKGPZ9d1zDP8REJhUGwqQzeNRZ0VzxHNxHVYXNGxFHGlq42EPzWz
8V3UgB+Gk1rfoTFAbp0uqxM0ILFG3aEFBaMAsz9uK1U/1p5dreVEnJXHS4ZJy/o7fxzBDGWyPRiw
07YUjPI9kNdsU40zDEOU+TPhVSY4cGUSAgS59SckiC2XnVRE1KyyoWBYj5Z6aSUs8LnDzEtb2XwN
TfhtY7dsVVuFesF+aF6qcppSbNXNRRPm/TGEwBqbRACBOwtMea0cZq/A3tN9AgZprRpkoiHF7srS
tnnVwnUQj9LRBEgtVqGy2UvXiV9273trHzsFApi4kwyjwxJp6XLnI2p1EwX6w6XqSIz96Ei3TfvI
Cu9CWdB1qHO/S/hYtQltGXy1XZ9tbYqYYCbzBuFlhCcutE37KfcL2AzU/Q57cx3XRdisSt4F9zjg
2mtDS33hlXCPKR2sGe00SD4TqDM3pnT1hjmluYwQHxeH+Rg6q5KoGULmur3yme2+0KF4Uk6YPxpV
NLE3hu1lhZ0ldooCjdAe1ZQMWqynESXebTi3kVxZw0jjrKD1R69IAGE8fFsRUlOJeGLkI6tUWaeD
JPeuGvtxa/lDqW4GF56bPYzt4oF2F13kHJQr+L6dp0rsXF2UZWy789DBhL/bEx4c4XgPD0jQOWPf
616yUN3Kom22ViR44pT5BkVc6I1gFI/rImebrtfDroTXdmpbo78DMU8l6HW0cUcGhKbxBpy4zp4L
0DRxjtNJwNaqRnNce+I6m2m2Ym7erUYLxvod6dMoe4OUQSQaVpsrzBdQiHyacikhXovCeYMz+A+d
7HcjDfKHshqtKYAWZbRxizBtmfeR0ZrEc8nQG0MTGzYbfAlnELjv8RyOcAYP4UuFgLWl3Qyu9+J4
jy3U5L+7rqjWoyyh/nX6J1q2PKkc/2WePH5RKu/GUCdPg1D+EU0dXhcZ0R/IVCd7uCPp+zlkbGNX
cIP0LFM81HA9XQlGpm0mfROtJrcixRV0IW0Mz8PskrTRDG755F+GgWmi1Om0p2JIN1GVlaAyrCIz
AdgOcdJ5tW5egdQhIshzhXiWE47BmLQ0v3OJGqfE4i190yboXpyyfwWF/c1k/mLYBBNtMRQveWju
2dSMx7ZTKAhzbD170qtBwsrFrwgS4w1MC0IcVh9jOIebMSyGN1QTXYrrnhcLlwP7KVTXrvLMalce
q6ZVVDrFZeTk3Y0jDLntlc/XrS89fAq/LJMiQ7ZDLPnEHkolQSRiTl8Fe6WDxokzmPPNaRZYztpy
yB+Wq+GmgtVx5/tihS0ZdwnC2y0yiliV1I0dIkJbZHANrRWK187v8Hb6KN802KoSY1fBq2t1zSXu
ExA7zlY+mn3tita5r6Rf11swrLlc+yh6k2pgxbqsWngw8vy+VfSjKVH+NV6RUE9P2As1LhrR/CeK
BoXt3cOOE+DXl/j8K1GG5VOFoPv9LJ1iNRborsDXRd0pf0Zp38AgjTueurdc66btBni5RTCLHrJJ
J8TTWAoFw9VHItbyHl8zVBt7KniBVPB6yKxLZxJ1Dun1AFEtqlYAIEq3LWpJ5H5lhixhH5b/MuAD
vbAq8rIrTwGxCPrMbAkfG3cnB/samOIA0utAm0S4mmyrwqN6lYcd7rXZBMwHbSH3uvV5mBZ59csp
PNS54HVe2xE3IDab/GLIALTHNi7gj5Zush2nLDOpdECcsWofVDu0GJuLCIFhIsamnz+NfhbGVlDh
PQCgX1f4e/Q2bdqs0I5/8725JOhyoTZ2x/BWql4i4ShvE6efeVJmxT2xJ9hndPWdIOqhQWvhwo0k
Sr9sVjj7ITNmuRA3DRF1Ms6se6r9+naWS3wM0UECjTBWNUw3d7YDNjO34UWTOcrBYqZhisZKfQGu
LOmOMPxz4tBlbX2VmbwV1+DlHJVPXqFK7PWeZcoND4wQ8OFmoquYtdUv4el7QqsHp+08zFd3eMqJ
Jx9CBA7J2HKm+Um6erwe2m4fisxPcYiCyimj8HXg85Mbvtd5Da8MaZFt5nvWa1EXJIbHfoSzMmid
fM0DI44M1LQnP8Ovd5smeB9mjWPQpQeoXLzVNMnHptA8qQusC1gJ/e4HRA2KsnlyzQifCuQDxfnY
NnGAVEKo2qs66Ska6XqMyD1q4oc8dPkTNDrBG/Xy/GJG5BOO0T6o4mpkzTVrnFEnTYXLbYX27qoa
qmmvQQ8ka1htsmMT1lGdQjtVy+3s6mOP5DCz5+VCea583PfyCJQKbdhve5h+l0pfDi08J3pfvE3B
fNf4jihxl5KImNR5+Iuy2o1FCw3gCg5vOJQQoqib2A/RYgmDukXZAXIiEGfV4INDX+TsItUEaMm7
7c5ryDsZvXc30kXS1NggPUHenR4sGAdbUTxzvAyY0gtA12OOd9Yy9TijzZJMIXyKAl0Nf1p3Rm4i
MvSSqQtm2Dx2ebZX9aAvEJOlaVwauWdzZiW899ApKZwBSc9l5j+NEi1Am0+3Y+UHKW79uAUaGJH4
0Cl2hD1Zkltx4FXuZuZIhJ5mCp9YE+brpmAaP423B9/UCJZ35NLCZEX3Cv4V8hRmVN91KbFh51Nz
PYYUz2DAhSnnCibzZq7eSkh1n8HFqYctYKLupggWwABHz5CYwL2bWRE+tFDfbgPT8SJxclLuwU71
HmQJU9t48BEg2PaQkMaoJemL9Km7mx3kPqWssYJ2XTfC3wy6XXuyJk+4K5tUoAd2PYCKvepF00cb
Qe23qkGK53bIShbjXgWRd4adAqdgFEeKwKgojOaNHMNnvHoWoypBUzZEETvN5L6pXLMtOYCBYNji
kriOuIouSBeYpKjgAHmtVNm5+6iB1a72uHPB+7BLgI53qWvUYwAgY+tbzkuUI4xkbKKHfMCDwXo2
9nNvzwpyZxgs0+cy+xX08gWFWbCacxrtTIe7YYTmwhiU5k5muVKrriNV0hHTVYlFSJ3CeomnXYi7
jprYe6AHlnhWJRLqVltROVun9beNNYkOdocOjLv8edWivIr8aku755BulQ8v4sn77YxZt+5baV/S
HAY2sfbYbw+gyFseKFzNa5JpZOstOoWqvsE19NHpM5isDbC0YbIv1iYK+rjUfbV3jXvHp5a8TBaX
l0IEAbz1mHyLakUv7GroV10++9fMdc3BdBnDdVP7KQmKe6HmX0XWeJsBUqIp7mmOezMBzDPkEsL8
qvfG+7CKHmqLVDnagj7QuIoPCJSZraRUdrRrK0ukBaiSTcxwsPxiOEUe0D0a7O1cFL8kSoTLbKTk
imd+m46w/IsJNpnLOZTOjbKFCxxHWCQeXAYBRGg9R465deHPv+lq16yaQvG9caDUYCB3xFzXf8J8
8eZt4MARFgimhemyRMGchpy8M1aDHM+GMWUzD3aZB1eBixGy/Ud3BhZmayt6HnXnl+kAA6ww8TJb
3bhdMYN/50nUAQhMAqIqgljbg9zSvpAPvM4Ws4/gaYicIR2q0D4aQ+VvrttBxAw75xyjQnmWOA42
iuK6ux5xPYQfkbPEIvpS/upp6cSmb4+drRwoPKAGQehsblRiO/V9XfrjBU5ZIP5TVI37oeLBehzk
+5iV2Iz8weiD7p32uQW1DjT5Tqyyzoqu87qFl2emq7QAXSmIOyZGwIfRK8ABRCor0T/NaIDe+CN8
fpIwZDMeC6XKhe+0nMCojwVrwyaTEF1Ai+eEj1Pf8d8RkNBbUEaffDg8bWdnogmQ4RmbRz65q5n5
TzagvGrGpupD+gbWd17+0p2D0Muo6OGF5Q4FT7Ne01e7Yf7jNAFE4sxgA4wy+qpwCb205rD9YHr5
4sS9xe/u07Fjk0paAGepE+lhxeCzdc8QKhnbQ3R0hpwlg9sEsUMbLMRamLhyuZuM2HDWym2yt4KR
9iiCVh3tvp/XzqyuBt/QWzR8Cx0bhy/XC6t0MZPoOGKLxe24HTrkZfEZWEhhPPgdSgBVFzP1x41L
xHQLEk545RqIsSfhwWAcG8VRdYv1eEHqMK4ia0DeVMaAr6gZHltoY/lJa9PyTN/maycFegJk7yHo
Bg3yL5K8tkHNludNgFXuXZVj6omNC/i7QyX5c4Poa28DzFowc0KKjAQHjIDPvQ3l23QQMsIG6c58
P3n1HQAX70bqwT0z0jePRKHIW0SMkIN8aQ5lOQB4pwzJnW3/BjCXmJEBk+QgG5xLCPtmJHTVlobu
0rD+IgA0HGQ9MB5gTDw52NNa0w2X6Jo4sKPiuErlITsjnKMLN+uTescBn3NJkINKEyTFU/peRwNs
hU1N7+wIN4HM8qpE8CpEK7Xrr2YxZyNISRJGGkCWstQabcSUAu2O1Wy3l7MdljvgnPxoo5URZzik
N6hkg2usj2lPxUSszeTDEckGFHxNx9ep2fNB+dvS9tS6IhmywTtQUTiRSFZlXtHfkDnIVqNHLBhF
lfaxKDC/f54337xj6ATBUIEZCRrJp3qlCGol4s8dvQsBJkXV/eQg2nXe4K7w8zhfW/N4tYtNE2BF
NGbxXT9P0LGEkZPmLr0DOB5Tc6vBJEPpPPWoggG3Z+Ne640jdjhrcJk9w0H42pID9xgtedhbgNOI
TuPnwYOJmMpnkt+3jbmubXFB7TOtzK8jINoV/glL1ju47v4ys/5i+iBHio19Udf3aEAizHO6YJU+
86lOmT6gtQIRAIkMpKVlcp62mQfbRbIGtOv3KoAZoLNCru+FpR8DyGO13s3RlAL8w8mUnyFL/Udd
+GtZLA1TrEF8PDCzsOpPbfmRlEztjI30fhqBL4BRULpxhkvwQzRPdMNr4Fodax658sxvJhz92zR+
dFlLw/6IyBewlCDwP3KbtXBYFFsUFsKxNwCepBY+vWp7lqNWysNjDqfLJNJOfhP2vRExjxQaZRcD
TQKTmjbDXXR8sELYONeyX0W8iza4CcuNrSkASqDSux6ABXQm5Yj2pYjKao/2Q340kXcPRgJJf57U
9GT1LC8GrX+wDFwYkUE1dkLioYZzKuF9dA8xGkjNrCyvs8CWD7ZqslviteWF5c1Q8DSsSFkAOwOv
lN4VauLMiwcTIHWdau9COqV/FH2jNthQnD++MVcMqN2WOCbE1moVaVtYchfNvb0pkOeytQONnrzd
A8wLe7keFHCdAY3Qje3mYzJxdO8T3Df6WJaafLQt3oVmS3jSNNJLgCPneNcnh8/yGgAGgziJYCPk
FpySpqRiYSRCRu/Rxo1dXE3G8QJNpJ9f9n+ZJyezEHbrCzUL5gAwqzlZxGIO1FhGmXsfTEHaVBvW
P0ebAZuv+wrADh0j2qTl76U5Brec6cO3D37wOiCSxBrO0VQXFtiXnwKNEZhb0JthyX9e7U7UM9BE
G/fe0c1V11Yr4+a3yI4GDAQhVT5fw/8o8RCZSRt75TTnvBm/mXYLw/P/DX+y2QB90LrgGH7oAbeW
aIbeWvIyc8/ZAJ+SxiDwhysWiD1QD8JjEnyjz8859zpCeLDtXuMovkGQNRqfWOtGlmtatcXKFOVN
G/Ln0VrZfXlL3HPmwKemrYvDwP9mxy1uai6IVZ9/QGlglwtINbtxNMrCRkd24lgEqGIj70VLqiuw
L5tdXpTucho7O8wdBTQXS6SEYYBHtjqssiQboj+zKry0gAUcQMURZLBuMFu0xc6F6pxKLv/7xQgK
BsVkoWWidfb5F5NuKEfw1/ObXlneio92e+TdOKUD9PLrAcf/9STtGn4WdRAXuR+mjJq1BDRO5PDB
a12e2aNO58pidIJ6H++O2hR5pyerhhak6ipR8YPJnHonTamuApt7SaXRsEBU2DkJ5slBiAWB8SD4
w4ioodzwZG4WjpzmRjcFGNwfEbC96JzDz+lmczrAyQvukKDV1xwDdAxdy+DBHo7dsDqz15wu8GUQ
CiLyUg0SBGScvLWmt/MOzI7swM10WfLm2rXoJrAAyMOb5GZED9z2WMo4uw1stBHr8OHnH/DdQ0L4
EziIVFv2mJOHVCrkQAlIdqhynWacbvrgRk7PPw/y3dT4e5DlU/5VswRg8FAbpIODMyEClhcg6QCx
tA7wv/55oG+fBhojqIzgJwufws8Dac9EwLej/ACA+j3nzYfvg8cQDWdOiBPO339TD+t9cfOD0PAL
O92uR9PwmuaHgnMR63zY9hoIGLfvZGVw+6J/WvvcDvXdmGBkoHCGR8lS4n5+NHyeBhLYIj9E/nvk
bQt+L/gFwh3jFu6yJvhHSejyiCG4pdAqQFEJ6fHJJ8tAfalNNmBeVPUGbaS3oCv/rZL9P0OA/Oe7
SGBCRvXnJxoIGwQkm9nBn6YN0LLLDjyRn+cDwsyWH/r3CQp/TDwKbsXQhGKkUxH1IAFPoKU631qz
4useadzowYsgw9Xc7oCOlV3CEOsl0Ly9nsu6Ta2iqtLGi1RSoigDz1QPySj7MVY+Q27XEIHFkQFb
mms0cAECIZO0glB7O6CPHVe01neZpoA/dNVtuXDCVWZ699qdDOzbRk1TBQLVVTOGw7ays0cqe/Mk
XDp+lJ6Itl7Grcdycj+sACR+Z+iKo5+XYtWPrZsGQw+A3kPwIVIl3tEFA8RBySxFqhtdI1hhFAxR
YlKsIXludi0f/W3mdkOstD+nYESLy4hP06oloA4EPagublu44ANQmFSJ0UMAmaDo5E902+RSXum5
iTYzzux1X+nggg0AKe2mlmh8e24CTiUBZ5Mg0Ltd7nSDQv/NYRYOTjubjgEv+NFAkH0TuQDWXTf7
04QEaKfXVTfV6ClEYeR+wgiMmLOywSUDHZUrQUGGgjAnSkfqmbQFlrnSnXorKFpqrids4KqTncLe
sImbHDblQeaTa+HU5NgLFzZsdCeB+E71iK4PEyuOvHXQJbpsB8+lCfBqeYUyxF5DXosdtgg/PE/M
KS+gG4dFUJZWBSergnh4paawVpHuy2e0AZv9+L84O4/euJV0Df8iAsxhS3aWrKYsyz7yhnBkTsXM
X38fnsUdi93ohg8wmI1nVF3FCl94g1HI3I8k6a5ujpby2MbxR3j7GvCTMUBEyvmulelwmNK+6ll6
hAHRpyycg6R3ETiV6M2ZBG11gNT/KHNsD2BA9LDzhJjfkFw3Gg/xtfws2RKCu2jufIcl1OibwVad
r7Edym9q2zZbaRBS4kmTZb2qk1p8DzDQ+URPq3yE+QwJXXV+Cblov8waeAuW5oWNMW2DvP2FHJj0
EqTB/JiHU/rVzkvdPmox/QLD6kZzoxsxvcRmUAFKlMnvqJ/Nj0ND/TEOHar39hQeisLsPTB25p4X
I/pYyIkNmJQ2wmcHPffvcRX3nixFXPFCHb4FjZM/k3pIm2Coo9BLrAg80JhZH7R6eLGQr3sQcT8X
Z1pe4Z6e1sziNDEAzT48jnkunuKq1bdKm0xetGySyQCdiaOBX+llzzrHP1JtSr4Wod2dIw1/yYLF
eE2IL81jUGb5jhKs+TIFrL1rqlH4bIHSeJKUIvyU1dVX1aryL02lvqWBaeAoC6K912fKmQPAcZo2
/8zSaOz4SOOZtXW+aFOreoWdKhuaQu2GKku5S+vc3pSp/GbMkmEArWtUt4w75J+Niv8SJJZgKJzP
Ou1QSuN5sZFDrdlao9zgpaFj0+dYefhBr9uOidooZyC3PE7freR7r0ZeGBRgLH6FmTHTIEmRQhmQ
yq/Viv+hQUvRbKwEx+Wk8ezB6TezGZQbo3WSXQs6wCsoRnu5HCs7rRf1USsdnVpwZL02eiKf+hgM
ZhZOoVc0mu5N7Dl3mNHqBusve3Pd1Ii8WOA7ukGipWLSTqOvSZsjhqCip1r9pel16Tv13d6ddcq5
uVX1nhpn0oMZxcN+zuzcyynQA6XsZS82ktxTm67AfSnWmxcrA5iqBrG9B1JceqKzxt/ASeQHgZba
966MsyPgCINGUAmYQk2Bhk8inA5cPLIHX3nYZHKvfAa50pSekw3dYx7X0XdDAmTuxiJ0PC0R84JB
7k9aUhv7apAsxBmV/ovapSS1o10pKM3TlQ+nwT5UiPVt6jIBxg8yyk1SkX5S8zbei5h8rzf76KGn
TvI8Bl3FNS7RrXFweUmUTn7q0sTYZZLUfKSXgPJ71nSbrrUpzBUI1HZ2Wvq91JonSbGdQ4uZ4BYI
R/oPnfb8kEyTQoUaFGGbyYDs47I8mQ1V7yBt6bZ09Vz+agCVuGDQko0kIyKn0KVNAuc5lJRgoybN
zyyA2BAPmOvpWfaFcBLzu1CigAj7ZNODttjJEjgiySnmp3TAgEeygfmkdc3DQNP8Q1PTFAdj3rtq
htZj2QJ2FnpQbMFswn6K6FueRK0umrBp+9gnbbeL27T7MKv08eTSFlutsvItqLDJ0yep3ETGpB/C
UFZ2QRE621Fzcq8Ole4rr2+2naIk3s5jnrmWVFGej6VkW6Xs6b7UzaPQDUoRpk4VRgICFo2K86Hu
u8wzBbZBjaP/zhxzfhF2KD5WSZXvG41hrU4YO+wcCuhg6fi5aDNrUw+goxbY3xOAELCBXSIfUydo
95XUVNuIW+/ktPGwzfLe3An6OPhvyMZRpKBpJZGaR53azkuHogRGfjjtECTXG6ti7zSppW6tqDc3
c04tRJrwl/CGivLJqDXhJmzBPIMX0h+zyZYOlLClgxFYNI0j2rtOCcE0H7g0JikVJ7DRyhZ8bfoR
O45wr9Ht+yjKrDrmYu5eaxwNN8pk688CiMCWhwybNKlvv6Xdgru2p9p1FIqYidEO+wInJrFJWCxX
dcJia2Q0LVIo1cdMDbQN2O76oVo64trkYLjGJuZIx+2LPurxDzSQkg12Ev1BRV0UeI2EHOLc/Swh
j7qUARNXVdhmY1oqDxzZAFUFRd0tUOu9RevQnVp7PlDx4ZAFdrhJ6Ct6wNRnV5sz/dgWUo+BEIn/
iURwGtwoATijNeZLmoTomtArpkMvs2fNOdpkQVluq042T1Wo9bs6NyzX7tX8A22X0DObCgx0aeTU
/YiuIosKiDYCpg3C4i0t5NkN9BnnR3XBhqPgsxtsHXMZObPdqTAbOEswmKfKcLbVCP6kqM0f9tz/
ENZovfU9VLEAmx4v6VR5L/oyccEHYWQQV8GhFZX+gNN1CAQ9iveA9crP6SwFnmp07T7NCs3LG1BO
dYj9sZxH1s6QS7EvqLE9EhWwB6e+dMcOKIQoe2dLdWfx63IMV7FUsGGgQvZxUFKuxJkVLbTlsUla
JA+ThU1ATUr/OOolKOtUkoWnODRY9T7OPFSrBqhm6bgNmiY+FE3U+TNt8EPZdM1TPlOukkRrPnGO
JmBGYXgum1R+EkWJO1evSrtEkYZ9OVA8mCgAWm4Otmyjqkq1S9I2aDddZ3Uvkxr+yowSe3fjXC9o
NJyDhy8mujGTV86S+KpZU+MrdZf+1Ks2/ceZzXBrJHTCBjn6kSopoC1pgB4QzBpICkfzmp5QVsV5
5FAavbMDVixvcSOJaLotutSzPW6Bu45ekAux7QEl7xLJbN25HvSDo4BGzyRsrDMdcSulL9+mEsGu
aHTys63PyUYrIqq4OsopoVnZ7iir2jbUS2kbARDamkYYyYC9KtXY6zj29DsxQKkr+jFw9Sj8Es56
5IZtK+j9V5Gx1XPoEZGe9I8GZc7slDjJgrw1dAlsZtttEl1oJ0M4zZMTWj8HkQ5uVbLpdQCgO0gw
BKVDaB8CZ+DZwVfHi3GO3E5J3x4tWe1ehlKJdhYqg2+aCrCN8n/7yWql7NQ05eybUhibAP2xp38Q
4WwgaV0EtZfQxlQ8qIjJuRm5ECIVHeoOCVCeFKpm2ZSC2M+M1G8ou0OlLkDCBVW2i1DCfCzG3n4F
lRlUXjJU3WmkmZy4bSAPkEtw0fyV9UXn65KVv2QAkh/auodanPRh7A52OiJbb1ZYKQ7WPihbCYXb
ievBQGe5nkFKzaoyHLKyjg6lMzQbPbW+tuyFD0FVtR+SIcg/j7WZPPYRqIA0Dwxvnvr4NUq6aTdq
JjQcpA9dra7lT7Zaxb4aSqC7jDgiHaq7vTYV9lYN+/K1z2o8zWewPU6VLkEPGK6wN5xT1M4FbtHV
F6kRzbZIzPyxQLvgQY3N9gMZT8ibr9VnIxPji2XW4VEWCVuFRjwSk8lv/l/JJho0xE1VzqaBRNLe
Abl0JN2q/bqqieyFYlOj1IdgG6Vh72P3KLnSYCVbTW0zYI6kGHkUDq9aYKg7Uxjy2eFgf2pls9xG
UZBvimSINrGc97jV1v0DmjLFbjL76WOs5+1HPUVkWZt10OFD1+xEGnh2Yh9B8n5OA13adAlFylAd
QEfmRf+kjuRKDdehJ+tFs1PVTN8t3UVPa+RhHxm9sgHS8itIBTAds69PpYiVp1IFCZCBkx1NGTjf
PPSUk+32EZZV+y0r6NYDndQ+gKOjmW3BHk6H2uSpHtNTBHMFEEFUbdJZ3keL0KxTgGOb1fk06Ka9
bYOkPgE/DHeaAa47nBHicrRe9WgSAkNuRf6g2YGDCS021TbYpkelStJNlTgOBcyYZ12UzSddKX4m
cWufZY1rznQqwpYBik4sadlxCmP7myqUnNpZ0G3UVrRnMy/0B6Vw2pPVyb9Mq+SC7oRySkZtdBs4
Ei6V9mw3G0G/i6g9eIBgdNcQ5bQ1O5BxiNSbW2kclT24beB2mZ381tVO9QYtBIlppskpLrt8lwKj
hM5vRNtmAHbBFS5tgSLG+9hoQALILUEoalcn27EF6HUD4hg0MTdKK3uDsCHoGCfKjnQpjYdxIRDg
H4oZehxWb22dTFt00QNQVX3uzXI2nxx1Sr9R8Td3tlDGR3Qdfk9Jmr3qmsRaGunnwUFduuyCHx0S
Fi9CSyq/zQKaaKOq+qVq9S7haLjt0aLZE4gvzuMKlk6VOoDdLDUXTlB47GKA1qpZS6cuRBDMpXIi
P8mOFsA/goCV4V4cKYNyDLBo2IbOJJ11jCDh+ejlQxFU5YdeT4bnPIYYAlDpZW5zOoiVnDsvgaOf
MWCVXiUH8UjOahm7deJEfpQOwLCi8UOpOaWX6MFvp0i7BzQvx5Pa18VR58nyYlC4bkkxHVUOe8ie
CxXcd8niSAzfydbRXGClaZIA2SgQ4Cxi2QZQI0IviI3qQasVed8Xsu3Vld3v8ihIvVozPkOYtw/g
64rfaQ8zbZ4AffUajuupgW7uOIn6DIAFhpLqzIZbVsr80aRRcTQ7JfGIeOU9SKrfIkudQ68CAx5D
3AzGuNEeMLHHYl1SHqNqyD07rGS/RkSHJcRKp3UkZxNr6bc8T+N9RvK1S0TWUVSAdwWjZOHoAWWm
6iyME+XT8bUcTYzkZpmMckzyf1JJEl+CMTZP8MvafVvB/Strpz9LxFOYTgXhxq5rylt9rhzKIZif
eFJrt49z87mOaWKQuQYP+Lyr27wapYPeWsDrcLiIiC6saCeHAnRolrWgTXNnWzQEmWFX/7LBNLkZ
Rxz4fgW4GpSRa43os89VVT0TMM+uRFvCrWV2VOgYA+Lto/LB7sbsMcpF/Pl2fe9KcQ+FddxULBSK
AL6sqpSBGFpJ9KbsS0L9qpJ9U2C4oxNyZYh/a/PoXWCozSjvq5QlQUpaNZXhB3J+Roc1cSGt/L49
jcv6uOPImgquBi0nGN7Lv/9RH+/0Uk9MuTT8jvuhUa0XI+upT2ZfLey73dtjXdaRGQsZPgY0ASqs
68gTRZZ6rtAhb7PxkOb9aQ66Z1jGn8AO/pCnjlLMva7tBZ6AGiygBZ1KMmorgDJWa2hUjpMVwD/8
orfA6aqBQTFVnIyAUlIZQYABBjcVn0ZN2g4FwNXbM77slMEuh80OXmKBLDlrtZpkVoXcQhH2Z+q5
YbfPC78Qg2tVp7kCowoKTkLhWQ70PTp4ezywPX38dfs3XOwifoJCc9NezBYXwvb7LyykMRDS1Oh+
JaINbtuELHf26bVZIh6tashaLjYya/lDow8pDwfV7EdZt8lJ2JJoT87gSvGpqCdIIE/x9DLIb6Gx
FcEhqO9U8y9buPQLYLvTRcXg1FDXB6WHfiwgAs2+YgCOVzfREtSNDzMJJ+CJsxAbeqPh8a/XVaMD
w4Ot0O1R16rLQTHwNuny6GfqT0WLoQzd+XBrOBGnUWaExfqNxibne2k5/XE21RDsZVgPI18Oc6h2
AKfl0W0c2rM0+5Dg34zE3Bojpd3mnknnRTdrGXpRGLEXtR3aWu+HRnW2lHFoHX2tcz73U/FPOpkv
FMk2f7+GKsm3bSLaQmtp1TTLJyVKUXma/KaW+03QxeKYpdk9gOLyV971YZgM+0IHHsVAYLDeTyZ2
MP3sE2ny/8Wjt+WDLv+Sqe0aMsWh6ePtKV3eOMto+LwvXVUL/6vVaIqge+dIxuTLzoudgdw3s31X
v1XKQHEaY9OJHkqzk5s7XhxXJ0lHy8L3bdHmW110PSSyFPzK5Eddw0PRm59GcGCpSXHC6PZ4MN45
dFeuFVC3gKZkOsjoS612SCrXBqmbM/kWRcE0yh9nrfkvQyBxi3sNQqQgcN5/t4r8g/xZm/yhqX7L
Ijhhab6//bUunr/lY/0xxGoDyvDbwgyBCj9tvymF4ubFeSxguRq72+NcWy0COmQGNTRHaAu+n0rE
RZLAJZj8f4tToZ67I4XDO+/rta2HF+ai78alRGiy+iZQcuHA50DURQOd0J00UDv1CMesSJwGX3YM
buFRldnDNKrxawl3aoes+vfbU72yEYFILUakIMY4CKsfkUsIKUBP4eogK7fMxLVRe1BBNmtK4/Xp
PfzO1eEYRUFnCpn4NeYyaai2LTQPHzmcrVaCoG/cjKpy033RyzumowsSZ3WRwInjMTdQ3758zS2h
mZZSjoM/jvJn1Qh30PwEmgRQ2EnmEvjWxSY2sx/KfE/69+rIKGjxgNMVl9eXyqBrlQgUBUgpUKih
s9DYQOKgOAbao9I/N0itIAy8vf0hL8I1EC5geyz2LBovRFCrPdtj0dkrNoQHtURuYcqfzLzyorLe
lHZruhMRzDZX1XuI6GvDGvhaYfAEypRt9H5YvWkgQghn9A0cuiDzYJ8JhV8l01KQ49uX1Z2PeuWp
w0SLs0m3nttgvV/pcMBKRUzbL8jCbCdCv4BKY3svFLxyA+hgKBfhQsANYLrfT4sdSn9ebUZ/1q3N
OBtnJRXH2x/s+hBcL8DkTaKg9SWD/rCVin7006rsnieb0qPZjOHL7VGufR+LfMcC9W/wvK1GyZ1A
GIZUjj47hp7ZwYDyUWenquu8zjiM/dvt4a7c0Mgw/m+45ef8EQRB0+on/NNHX4no+Y+/bPUTmj67
+Z505bL+67NtqSp4JBIT5cJiqpMrJwqNYvSphXw0goo7ckLfRv9sNYqLhbvn9NZTDizFuz2/q5c2
2x2ILUJUC872/QRLWIrAgpPJj0tITIFE6QBistFQ2vlZO68lCUqofde1O5vl2rZH31ujyE3udxEz
S5JjtE2sjL45v8I3pQj1u5J+3pnbctevFtUAOopAFJsFJbfV3Ew5puGFDKUfymeDC1JtYoS9z11g
QkaGaIYaaXGAfhWpv6XhCILi9vhXDgRC2ct9iXwbc1z+/Y+9ow+lyLRYVv26wDiEKmEY38ONX1lG
XFVVjgJnjlxvdUnGvU6tPVZm3xGkNvXUKa81UAak7BXjzkV1Lc0BGb8EXSogR/Xff/9jOlPZFLNS
yrPf0lRU4jdccWYp3kXlZz36iaoChX3En0Hf6HcSvCtH/t3A6vt1TIxUC0ejm32RhC+SaW0j7A0G
v1WbzRwfuuxO3HftSDAeZjbgcVFNWyMT0X7WCF2a2a/U8LuZyt8rtdpSbqc+GuFrnhR7xB1+4PqE
NjRN+b/eNFhfcBVgDI9OvLPCu/dFGk8R2to+UT6FrW1r//4PAxCmURggK6Eq8H41wyZuEnvoJj8P
pc/diPYLul3GnVhw+SOrkwei8v8HWSuJtr2cyM5Qkw4EDEAy97FI4TJIzs8xomgqy29oA8CwsO+R
ba4diKXSoCPHAiB3/c6V5tSmbfRvRE1Kl9nR10xtnhRxzyf8zjjG6jPZaATpM0I8vkEsNqrtU0h3
xDWivzQaW5JwbCOIuwDwoU34L2L/j0PnhMIKa3ShfbiM7kLPNpL97f1w5YXjzaFAoxNTLtya9/tB
otdVNolJDsIDUAxwk+C/BtVpUMV/2NpLqY+KkI549/qpsXoJxf1mnJFgod8qt4jq2Mbr38+GjApc
5WK3exEe2FkQxKESyj5iIFsnEYckgBnrKFs7+fucagHs88CQ8Ti83O/XDSQQoas0IQ0q7H6vZGqO
sIEl3+FBXPs6LJZiyFTQLrHlZk4nJpiN2Z80UCph7WWWte3Kg9neud6vbeh/ySU2Icilrr/aFIYe
DcHo0z9w+/RbQTuxyA+3v86dQdanBrBTo3XVMkgZelX9Bdaqa98Lda8OwpO7FK6Qh1xHiKkzIwOC
rg55u/By6TdjuXX7cnsmV952i4Wi4Ldk1RcVKpVULKEiOPo2iKRTM1fqPgi7O1f1leTy3SCrLYbR
GcqdGN/5OUo6Wf1W0OGotDe+jFP+l6HoJiz0HxKrdSAx6H3uzBYYwwT+mavK4uFfT+5y/lAl5qsA
cPUf1g8fB3IeasLYqr4/PVUmdJHWOmUqA3sz5ThU2p3bRrm6D2gpKLoMv4a39P0QmIbQcdeZEi4/
DU/Bh8FESC1rvmC80D4EXU1DjRoS6XqOVVIHTwUPd83NkZvbd2gIllEPezy/xzG8Fs3A78NfnXiN
C1d7/7P6MlPQvqMWU+Xie67EH4yqizzJamOvBWPlOrnc7+siv1MXubZh/xx2tZemsBqINqLJF8bg
gU7Y3i89Xh1iqRXzRaky/htX/fFWWU6MKyZwW2YG67to6VcXExIiY9+YD/KkNA9SHztPAOBAXMa0
ycZCyrdJntbH2qkr1GbK2pM6PXm7vdeubQRYSVSSoXbC0FmtOPJnPfrzbAQFpEiKXGkgvZbNcGe/
XbupoYzixgZxG43q1Si1Ddyrd7jbslHZFHN7IsFuWkCR1p3Y6t5Aqy8Z2kXRIhdHqjjR/pNLlCrr
85iPEEwc/cvtpbu2WeGkEXkQ8dPtXoU5QxzO3HPUQAtJ+qAOEwLX0l6P8QtUKKVlQ/JFluOvt8e8
1njgoVzMljF5hCKxGlR2pkQVE3FCiqheCYy3oZ/rjCh1pZ+t7EErCf05J8mpz+Rj1aqb2+Nf28bc
7JiN84BQzV59yDgd69jsVHocQkWDCDk6ewIccXuQawvLOwvwT6O3qtqr+89OYqvE5QqAE4qde02S
5ketDgMv0FpyjTSztok+pC8NSjZ3pnd1ZF5H4gkYf/a6lqdl4MZZc7Kp5rAoUwgKG7P6KUZQ2zF9
xboTwFw5fFCFeIVpDOikNKuPqbcmMhTo8PnA67xZ/ARv10afby/mlWyD9iJRn87Ng/j88hv+uHha
uc+aQO9VX89Sa9NhsRQg+CQN3YM2GgdhtKm3CFMAyE7/uT3ylbMIUQgKp+XgDHHRhdPSQEmsMZL9
TO5iF8LqEeGOwIuc+dXU8r+P1Kn7ogFP4URflvT9NPXBgZhJN9nvGvMj9NSXBWnsSnlynux7faQr
u+TdWMu//7GkUgPyXR1T4uj+a5Z9VQTGLRuq9vTjcmhXt1fxMs5ZLIgXiX2DAuiFQoKiIowTicQ6
GzH4j/AUOv/E4PNR0dyMiX97rCvdYgr1NEMWFhbp/XoVnWoyAcMjQgjqKRLQauZzF6K7hZGscawQ
5DTbn8oCKZceFPC2yvjp9g+4PBDvx1+trAOpGVQhwiGS81oD+RbxqcuVOyt6dRDqykslgSL6uoHa
O0NRzymTVOKPdQdqNXdT6/n2RP5FD7xP8pfGG5A1mgLorqzRBeVMSTHhHj2Tv9Y70eeI+46hZrxE
XZx8YZVBBZf5R2dq2s9dpWrcZlUcuVKmBOi0VvATWqd5GFVLPA0JFTQgmkn8pZM6e48ucvegx1Ho
Y+2UH3HOy/dGKNJ9pdFnkSfqauDn1RaL2q5BlKGYxtNIPf8QEni5DVW/49S32be+jsPnXNVGpBlt
5Us6j9KXcDLkHaIcld9HkBY7gXZZYGYRGnozcp2JknpWDv99SDul2HPeUFQu5+opAQIKakPXXsfE
eWnL9nc8SKorRXIGkHCO23lHxB4dxTSFKOfa84OY7O6IhmxMRb+vzd8jDY1fmYqG8u0vce38kILY
9OgdB1ef1cVQlvyOsQvNsywP6Pgc5vpXlWMCG5xCoI23x7p8HZf47n9jrbbvWLd6FgrGmnr0Aelk
m+qdp/HyTtVMKPGAdZfCx6Wjrq1LVRQ65llB7fsZmUbYLkYtfZozbXgyejm707pWVe6y9/tYh0m9
4DdobtFrWr3FQdeF/ZyJghpxXT8P1XRUbADFW/ROZ8h+NvJjSvFmy1W6Hea0ebJaKIcIkUQu/uky
iMayOTV247yUbF17a5tZvZuEXlBgti1PQ3vim0E743lhCnglGu5/faPoJvkNXcGFlGuuPz+ygZIO
NjE5W3LtzZTwGxOVUePOJrv88MsoxGU8P1cu6UJEpZrgWXCW+gfFibxhvreNLy8tRnAsfIeoc10C
tKIwnEasodOzhuKbYYFhB4Q6jL//dgOjqEQ7Hxgl4d3FapHfolUzzvlZLbIPFthecAq3R7h8OyH1
OrwxFP7xDV/vpxi3gNjR0BZS1Cb50Mt29EmW+uiUGqZ41IN+OGqSbLljNNyDuF1+o2VkEAumqVLe
NVaHE1l56A2JaM7okXhme+yd8K+PP0mkTFWcRAea+fph0UJFx+KvbM6TeJIQv9XuTmEJCN+fRkM1
CYxlLNAxZl0HcwrSNGlohwjgMdY2LAbDCwRsM0/Ocss5hHMXfxosmqSmU+iIVMNV9py2r1UQ/FOM
ltxoSN/KwBFeKwfCKyfjlSVXcG8IgfEXkdntJEo3z2mv2hvkTu1d7WQSYPcJsbgMutioqS/h0BpP
dmBIhwQx3NCF9j6/jghlYdZSquGhAWVQwZRFX0bG4+BhUOvhNUcE1R1MtF/dopEQI2+EPG0KUVn3
OhRXdhidJZj+3JSUENbQrCRvoSkXQjkLOc1PcqID5uv6/hnem7LtzUyDQNfkOO0ZYykfAHKapwTh
zl1ThiqBzWQ8GrPT7kSiaKTjk9hCLAw/haYV76q6xZ709oG4vNGJE0C2k2zIGkXTVUZVJFMd9sh8
ng2tnzatVmtPqh5Pe05G8YhRSq3dGfDKOaCnCTiIoEQH8bJKCFIigTCcaURVkfasTO3HWSruvFJX
2mHkNEsCp5AmXiHxz2Yb1KhAn6MKlmom6+MPhFaN/ZBgRrkEmA8GImoHQC8wbXWMOQwsazYUJut7
v+Ty/aKwocMWYiNAvF7fN3U2TKJSrP4codu/E1pQv2pZiwSyU1bpRy2N1E9zZf6YpqDc9Tno/qjC
0xReSC65pRPcc0+9tjK8pJTGLSIFPsJq9eXWkmgiS8M50dNuA50t2xZ2T91FQP4nPOJQqA5oUDty
uhcwPPSc28Zww4CH9e83Ar0TNL00XkZu+9XTnuClOEFJGs9T8bQAgqT+++2tfflmLajW/x/AWr7N
H3mSOfHT1bQYz7b8NY99M9oX5cfbQ1xmtwv+GuCP5SxfeH3lRkE7OwqkirNA/V+H15ijfpB3cvGz
Np3wh9mg3yoqZ/ZGJMFnxKGmv88mFgkJTi+gqgVauFpFbR6iKG41VFkG8DYONDpl0dybaa3cnuqV
rQOQFwuUJfZbCmmrB4xmfVvOWtyeHfWzMm+N6KEZX1WssaK9nTab2tzH7SnL8zvjXt4X74ddTVCa
zC5vDIZNNGM+5pFpnKYcwbfbs7u8Bk0FTTkiYkCLiB8u//7HXslDMc4CjvR5SqXaSyup9+K+yF+l
PB12aQDh8/Z4V2ZFwMZXA3yOwM2/ce8f48WiGprGXF7S6SXXv+jGt9t//zLtWALC//391bXe9kpS
5LqknIcslv1BtM0HhWYY2iByr8GpiNQYJUC5vhNeXR65pSIJqt6mWcG1txrWzgqp1OpiPqcyOhFF
lh4LFa1xLBZeb8/v6kDoDVIu0AGZrlGTqZpJTpJO89kWFXwk9aEPIQIn011L6ysLSRpB5gZ4ith3
/T52BuFEIBpmFI9be35tKCGpcfFBhxuFkNbtWV3GDrR7EQug1UvGQLj4fhdGQdQMC+HIN0HKh9pv
I3ge23/M7hhDF0PQ5K+P1rvhDPX9cCN6vwA/g9KXjONgI6M8fr89n8td/n6A1XZITKVuVYVsfuqT
fdPu4ML/9bklZiF6AcBNJ+liH8BEg+WVlzFY40FGjSOC4q8NblhZu0BHvP+v5/NutNUVqONm0yBb
EfuxicCMnTxFxt0o/nJng7xakh8NY1l0FVcFg64A5VijJOjLlgxI9iQqrPPuyaJdHWTJgbj0gDmv
VY5k9Oowze1jn6wVOOD0pJTSE9XR+s6CXdnQC3JhAWljanxRYS7iqQEUq8RA9PZj8hBmR9wB8Kai
/LIR98rZ9wZboSWiutc6q5F56fU3angyEviYYlA6kj3d+BVgJHV7N1xfxP9NbnV8KjjEuLYxuRTR
hQA9OTqSKNPcKdJfOUMsIe+uxutLUrfaDzlyKiF3fexnpkhfMakRJwu/oNfbc7k2CoJ1Dk15GQ/g
NaB+1oLFJSxO/FyVn9X8rc3Uz7dHuLxIAW2B/FkE0FAzXD8NVh/XY96zWqL91BYPiIVCRlZdE0sr
gL3/Yd/9Odjy6f54XpFhswYkWmM/kF5GXC2SESPIws2rZINzJCzdO3Wqa1uBgBq8AQ2jy1fCwrIL
sZos8mc0AjT6QlhPuLN2Dw90bQ2JU4i/TAAONIreT2uYQrLvPor8xN47zkmRP2rKsJdUVC2Sn7c/
15XDRPIKM41i3xXtyzIZhyjQptAvKsONgmGH0tBJHptXpcJsRpOPeSru6RRfruKCsl5c6BfoBhbu
76enjrEtmbrU+ZVi4oQ51qi/959CNb/ztS6DPcahnwFERJHVCzIE9kLmQGW790tMiJ7ozvYbUiZ8
KsfSwpO0H+6MdwW1uAxIIkhbEeTbWhXSmOVeFiNs/JiiVoD1RQToqf0R4xVUnUU4bqV29lrlr2NM
Qgig8jL1CNB26x5A1kF31TF68wtrPoiyOGPXsL29S64kBcsYMKh4giFQrRGLuMVZ8RSP6AwUvRvC
f0f5SKkOJQIK+Jt5HeIOMc45I06Vei7duYD/rZ6+r0ct4vL8hySbDtWah+DYeltjxN76sA4+jHG0
SYW9Ucxih3PryUSc0HVgDNeatp0KdFxC0bWumUvYn4KsrKpfVYyflylv6rq/c3yubWVkR8kOl2LQ
BX1Nwm2ynI26Bd6sSV5uJMZDFNm0PwLxl57tFMdZBG4DiJxEjhdlv8TWsoZ+WuMn2qaMUrfDckvZ
9PfkMi9fiGWYBbS1VFWg8bw/nJHdZYgiqY2fm+MRoMxHRcruPHVLeLv+nJSheCBkLugLQ2SEpBRK
Z2rnBway6NGvEe+OOf5W6ta+lp+VzEdg6c5DcW1Wfw65iuhQVXZwmFE6X6sU8BLKp1zr/sMx/GMI
c9Vlr4JOD8yEWYXFr1z7Uan/5e8D2WSngdciVHj/YVo2YKPLae/36PclWbop7unBXr4FIMGWJgz4
IbSn18+O0ghLj2qtIy2JD7kuu63oiOj6xzwLXiMt+ZYq2ubOxXJZamZMYK8mpGG0TNeVlTjUzQh3
NcZM9874TxY9gffDjEcHnhRu4/YtrcVBF/vbw147tjCLdKCw5Hs8D6u1XPTTtJntoIrPeLbgbTO6
1XQHznn1OfhzlFXgaNtap0yKzD63p+wbnp/6MQ9C41NdC+mpnBVQ2Mg3uvEcvcVOE51V/ATv/IZr
T+ByLUHlpUEM0+P9RC0jjRXJmTofDUj09ra5ne5N9aiJO4Cha1vH1kwZYehFHvb/ODuvHbmRpVs/
EQF6c0uWaV/slnqk1g0hS+89n/7/qIOzVc0iipCAjdkDaKCoTEZGRkasWGsJUlLgm/h/riOa6V3b
J8datk56TJ+4GJ98TT4F7VY8nH/6IorQm6A/CUyJ4ZmLEueUe1UCI4sbG3Apdc9Rddui/yu2Huyo
W+XzFYeZOdmpQpBIEGUX+1gXMDMiMlq6Vq7u+6I7ivLwkBXq34cparVA5ykPUFxZJhClWbVe0Y6l
20H3gGZlNNxcd/w1nyRRgHzBmtkILnAedeDPGkdF6UrRSwKeme4EmpxPyJWjW/tYBgkCBG/ovm6c
c3kuASy/Fnr0BHuwoHMW8d4RvdgclcSqajfsqHjLma0Dliu9aB8MnyrvfvKPkve50794SGOKaB1D
DCRFH8zudUImUeLBldSG06u/hmRAvbSyi/JR7TZwKWsf+ew3LpkigkRJCx2kpNsmnyg1KGVk1+Lr
9Q+wZWMREwya0kGlNDXDqs9y/iVVGjQLN26KlcNIYYHBfTJflQGT+c/PXkUCg6hdW0a1Cw1c/4RU
pHBCdE9BXQkGNJT3lB1yC68jTHr/4l3nlhdfWUaUS9ObsHaNFIYa9UYtnuA32geJbM8y8M0hLtwp
+Hx9S1di3MzsQYMBzLxGXe39cns07bh25cKF/NIJyy+1otuDcOjCH9ftrG0rzwnJmFFSDFAsPp0A
yqeqPQIOfPq2Jr2YaGxD01P9F+S34dY3XItu58YWi1LHELW7FmNS8Wylb2N549c/atgDVG0jG5v/
psXJJHjy/CMgADpcgrEgtxINWK+Y0As/ldCjIwR5fd+klXxPgSiHZA9wgUmG8f4DmRIsxWmt8w5D
2eAQqtWH0qs/KUH5NHSGY4SdXbfVgzcKMOmF9yhX/Rh5PyGLZNPyvYliy0HC4C5Mqx+FqrtAgJ6v
/8C1HYC8e75FeJTycnv/+6AfQjsaIVrXgH5wBic38cYWrHxNeDyY6QAcxHDpMqlGcRjF5UroGLWE
M2/Uyg9mm96U6CcZMHLtxnrYXV/SypmYiUOoMALom7UK3i+plkFWWF3Yu17FKFHdTt96szScsIpv
h7r/9ffGGJYDcQ2x2owZem9MUYrGTNHxc+GTPRlB+txGoNCm5GXItx6ia+siVzSgNmAQAF96byqq
BbPWp7RzIzX6jE76romSj+ZgQm2r/EMwQx2Bri7D/uSIS40Li+FR6In6nqksaPDEtn8cxPJRUvyb
EmjSLTfnoZPiJy1CFTJJN3xy5Z5geG4mpyfbYDZj9qizGA4IQqzSfuzdGgrgPPgqqicv2sAwrG0m
9wNoH1jgeF0uAloxMYViAYshC45uYUuDmiL+2sfdR4s62nUXWSsgEKDxkpkq65KkAW5aEYBXKbqT
Uaafeyv1dolq+Ecfgj8bKfFsz6tsvGumWN/1jI3s0qwqn6vBkjZOxsphnzWyaNEDoKELuNjYDDYR
ELBAy6WR/Ntq7LTab6x15aJ4Z2IR7wLI0wzQz5Pb+bXTjJ/EVDkYYFlmqdHgwAQriJgXGOEPMxFe
qcCBXztoXNuidvS74Zglbi7qGz9q5VsDpifCI6hgghRdLNsws1xFco2DI+cPqZHfNPrnEorvekj+
u778ldXTqgaXAf0AuA9j/gBnngsAQI+GRCD0+HDmNkxLVY4SPpr5Pbo0u3jYaEWuXC40jhlfgjHQ
0ihtvzfXwKvHjALsAP4gCfD6KMZNHKAsLE/wOwNMEUC7jql/709Qnk5xGWwcosuDClyRy4MhAkBT
YD/e2xdUrenTLu9cuK4fho7xFjwdOQRzk8js0nMBH0A2RVMeYJa07BB0sF1WraU0bgRt2ag9F9rH
pP6l9Z/T8UaEZdhvSpiQY6eAN7Mdq93oVfvk76sQ9EipDdCm4Phc1FRJ7zNh5pU4CWVvm2bp6NrG
qPnKhjL1zaCC/vuTLt91cLnUQ9s2xkkuIGFtq32Wyy9akv11HOCZyk3MgDIP44uGr9i3llokpXFK
Nc2RUqY6h2Yj6F2eBGiRwOnycmTQg2Hs964BVz6SOV5gnQDWP46qECNKjjKDLujfQ7O9qSzhFijf
htEVL3lndHH8KAWLeV3F1mkogUQLIlrbx+sH/DKUMC1IIVaeuzxAnhbXvRkKopdBu3gKsqyyM1/b
pXnm1o0yUwBvJKertuBY/C3tNAft91so6WGiKnUvnDTrW92+acqHTn4Two3C/cqezZRJ/9/KcuBf
Zi6mr1OsTIix6HBli8Xt9T1bs8DACK0cil1kwbPTnwXFOmmKWukK75QEOVLk4qOfSx+vm5gj+Ps8
HhgicC8TeD2tPX3x4SFuLuUssKxTGdNvQFLTSXVpr6GiYsg+DMl1ulGWX/s2BlgaC5dCYGkZeaGD
gKZUYk2SoDp1j+Q5/KFK5pbBxudZXdkfQ79rGmebN6VD0nYDhoTwRe6fg7zeMaIF27F1ErwtUOGK
MfrXQIOICzSolhdl66ElJkCPfVLM16i8KQHoBcHnCA0QLf/7gzSD7AlD6JIC6lo6RWkKfvR75kZB
2CP9nmb5HWRLFtS3111jpeozY6FpSVm/+fyWqaxsNEpiFr1+GqA5goo3uo+D7K7V9V0QD9+GvhcZ
mlJeZVRvej3b/4P1ufjII30mWVoyjGo9BGSmx2xRJWf7eDhq6PmJrjje5WWBunZhd+2Nt4UYWfmO
jA/+MToH5zOn4ck7CJDpGqehHR0xbp2GWzkokLyWVP594/CtnG+A5rxuYa2CfOnigadXXiBBuYeL
nnThSxluISzWlgM4YJ7zgcGT7sz75WTZYOZ01wRQebpdeK+a39uaNhykJDvEcXm4/snmv20RS3DI
P9bmo3+2eXHkmTArm8LJlyWms32kd/z4vrL+fmyCSooMfQ6tbhk6lMVVkmZwkyRAvE9FNd22Rf0Q
0lOPk62MfOXrAIKZ+9v0Zy+xFeJUIoSUm+YJZONtlRf7NA02spbLNBQCClABzDTM7YzlCZskmIe7
oPFOlio4lvpa6M+5flAs10u+ePVTPW11tFYcArlKYj3C0fR+ly9hrl2EmhvJd4cK6Ye2Me0yGG5Q
VxSUYm5oTBsevuISMzplntmY/3+Jsh29FOor9ASgFkNzQR+LXeh1e7FR641rZWX2mAo7bgHtKfiR
i4xenpB1MGrQD/ngH2qjeGA6/aZFiyQ15YckMxBrSbUd1XqkAsiGAwmFFwD0m0DYOT1bHILz37G8
dpCqaJWp83wXLv36BDe/hjCIIj9bFmTvBcoGe7LY4l4duCzMRvuc+HpzPwFGtotqlH+IpbkRSNd8
7Gxjfr+xz05lOQ/HGQitu0BiDiLUtk3yEYi376NQAPYJ2aV+2rh6V2p3c7uDRxsMyiDvlo2PvFSR
8NTTwLXMRgA58YUek21I5YeBRrGtFl19NPq8cCSz9A9tbBW2nIdMGbdtZ5dVOuzEuih3od+GO1IW
dRdFYXLPS6U6WOrfF4Ln38pUDJKkcDQu8+0GHbSxACft5mb/rCX9CxOBJ1+Ld5ZVbOSlq6fhzNQc
cc4+hdT5eiw0UeCWhkJs/BrwwofV/XoUXkmwmL9h8n8muJk5GN8b0ZEEElNT8k69fl8nIxOZnhNH
z4m61ZBfiyX0X4FLURSBE2OxmsxDy0g2Pe+keY+CddtL0Q6dZWa1T566Re64aosFUQzlEQF++P2i
QmUQs65SBRYVPFoBtd/iuWhGBiXQEN6a0lndwRmROJc9wHwvdrAoE9HipAoncE77Ikr3hep9CnLh
R++Xx3/4WFz9JshocFvLDD/sSlQQVdE7pTDcKf6DXI+IhDwk9F2uG1pzvZkUHgAVBeuLVKNQm161
ut47TUJwW6TRI8O0N/Xob9Q1Vip2cBGe2Vl8qL6lNulZrXcyButjEIdf+5DSeCtbeyWdHoVQdnJG
r/JaOTSieGyU9PP1da45CvtpMNzJrl5w3/uakGQMKHCjxpCYFL0tFBCfCq8J2pXZh+u2zEsYAos9
M7ZYbK4PTS6PunfyM4bTEgQjifDGD0Qa2zvF68JjWTS6o5Sh6AiKhPgOqo7IsFVphBxkPdpy16DG
QoFob4xy/iMMjE8CuiCmpxOop/rB0xGDt8ZEftCkJtlVvDIOTSKgjy7S28ypdzsC14etTY21S7lW
mDHJ/Bc9jr3boq6s+xT5KMdCasWm62c5WVx7N5XotdyFqvcUQO/reKNk3Vt++rWIh+p+aptmNzVT
dOwHxOLiIe5vy0zNn9B4qfdehqCgmereYxUnv4Y2PLRh26JX36eVI0Z69yQ0deFU8WjYtPI9GPLr
5lZueRpTwlRHxLKS+2iyOngWRsXJPfiSfT3yEdL005u4Cz+PQhPsGGXlB+vTN27QCk0/JDs8yK0O
06Radlf3wVGd0kJylKH/hfJLv7v+WS+OCk0nKnNgDAmflwUYxWPT2gajpuD23ReQYGm74TlzaHyX
JMwmmD6bOwXzBbaIME3EKJ9iecJJDIPWnlCYFMxqw4Z0EcZ+G5lnfyAnJZTNR+Xstpm8WqaAEJGJ
DMwdMeCeHXgue3cmRD2Hye+Dr+xdYptNUzh5Go2HTJSrI2OokaNJRfhdLBppp4RoaWhTHI+2UFpb
PO4Xp3XxE5fPrS6Ts6pOfLezyu/0npt92Y7PhiA9TmXloPi9cQGv7/ufLVnsuy4O3iTFoe8aYbBX
zcAJ++/XnWd1RRpPc17N2iUHjVyg91UEgnDS9U+jJTpNeq9J/m4qXsApXTe1uhgIReaG/TyYtFiM
36thirCM73rR+Jqk6gcm9w7XTawehT8mlmVqqCAVrdV5LmjBg5X9J+hOEv7Lhp2ZWDzmoOitoj4X
cQETzHf9o0XU2wAxGn4OVeNvL8HZ3UgfoLUhb7l4bhmNDslLU/tIGwEUye7k8Vfj/bq+ZasOcGZj
/mpnp66gPaIpeQv/xSDs0rGzpf5bXhV23d2jD/wvC5q7jDx4CCTLl7BsJKFpMALgMhm88+UvfSof
StH7BysSDytejiBxZFN5v6QJ9lt1DlmnKkX0SlS/1eHwVRyC2+s7t+ZseDETJ/NcEAnRezMd2bFc
DBQruqKLnFFob6QBDZ9C29q1tcAIQSzkTYRggJGLwFj0SPKFLWe0G60ntEFuEJG/g7x1J/aq8w9r
YkyHC2VmOFo+8IkSQIM8nUAvvenBD8+4QTXqH0xQW5/7o7LK0M77bStLSR0ABwmnuoiC25FZxaOO
JOAxq8utp8UcjhfXlgyUlFuC25En28IREpMx0ianXS+144fYSjW7zf3PUxZ+IE78rCby8sGUtuaq
Vq2CjqeDBArk4mWPmJ04aXEjnaDb2/viMcoGWyv/i7x9Od1PYJqv7+fKAWY4EuppSuI00ZdvV830
fKHLLfHk5b/8zLCr0LN7WAUV474Ed3nd2OzTFzsKuGPuJzEAvvR5TxyZYI0y6RRnvXdvKLwCxrBL
DpUEjExFZnbMjFnJUQ9tNULs+7r1lRNHcXV+T7Gvl6VkENRVH/uRdOqkxhHlz1X14gXCxhIvy8i8
B8jGuXV5YVPlWjioHxWBFdaSdDLl52CS7ba/k3PR9rtDZOx8DyXdGyv+dn1lv71+sbGgPOkok/kw
D6PMSz8Lw41H7p8kpXZS87jcM2DNzIgiBPuwbMSbVKyVHdxNr/GUVp1tVFN97Jomc6apqX+alTns
9DCXnqwiqGyrMFo7FvXmKFdB9dYpdfMhQwPdVsoxfuzLxrdjVZBf5BIpRMknnxPHFEcth/C5GvW3
YSzTm8EYZEcU2+5A1p46BrihZJcnYb7XKzE4CBNKqHU5KlCRWVDFD7w6Tt4koIZeQWxRSsVW32fF
8ei9zHIf4H1g8FpcU00ZTIz3d+YpQTie14Ok/ESheihPRQHlefkGTO36F7ks0EEtcG5x8UUSWRDy
OkcU0Uss5IhMx4hoNHnhvrFy20vv5fGg8GaTpW9Dum/1v79cgG/M01HkwpfcskNp+IUsJOapnLUL
S/3eC+uPvRlunKg1Z1ch7wKaDqgZKM7C2YNqRIxOoNMdl6h8I29b1hBNEbCE3NaDr3J8l6maDaTh
+u6unOR3ZheROZxCIWyn0jylfv5dGeNv3RDuh/QfEijeRARcFghL8jJcGSHN6WKUjROYHbuQX7rw
Y2JuwZlXrme6ncBNwL2t0DiKnDIjGOjBqJ2yz0YkKSfZKdKvdbi/vmnqqiWmgwCfchFfMMppudJm
kegbJ/q4zWGIIH0qpql7VVILrIQeVp8NNRQOngQZVzOE/UFjkPMmQgn4OELw6NssAGiOICh3fZiV
t9D8Fk6rIKdaaEF8hz5idqcj8k4BQpWdCaT+m6bng6OXBUKJDQeuHWr9EJWmFvGm7zPfzrWoemm6
Sf8ZIUV7P2iJibqsFh9qxIRdcj0NXJ5nPgShAHuaGVaHKDeGJ2mKwtvRQnVyqNvwqUH5mOeclNtF
rQuPUdWaGw63cikTVP9s3fznZ/FVnSphEgQ+Utm/Mmih1g+VDla4vium5z49XP9Qq98J7jKcDsgp
5Zv3xvJ46HXCrn7qIibG0ps0/8oC7V56uW5nDnqLSwNwAhU/7mJqZMt0mg5GFUW1qp8mRKMD6Yv1
93wVBMFZ7Y6qKf+7IHzr5ZCjha7lqWTOT4+ffGGL5m0lfWGQkFFdmOfR81omt12F8jnVWu/EdKRT
dN0PguFtXpu2EnC7VEWz8W227C0coelSsa0RFD4JSfukVOox89sbX6aABL123jRbrYU5ki2/0fn6
Fq+EyrN8RahG7+Q1ReVMvI2fvcD4iUo2GrFjZR3CKoEoWPLznWhUvzohe2MCw7+ZjBHmSJgpX6/7
zFrkNYj2RA+CIm7z3jcjMaq1YaCFp1mnXvjZtcC5/j7DB4P3x8TstmdnLUCFzkhFTDTWoyK9JM1L
bm5M/Kx5/lwxnWsJ9GyWXqNGoalbZeidwqH8EgkQTJhGeHN9p9YKUvAuAZJg4p+9Wg5kMvhdT5lu
eacOakAmPhl0vXEYjw/g5IvQps7v6gRfDaOjB5VjMVq3utDsW8P7lCTq8fqPWV0wdZrfb1oQsws3
6jNF7JQ8obIYSLB+RcmnGlXe6zbWXGNGNjMCSxfsgsZFaKrSVzOZo6HNcFyEO8tWHewJCa5/MARQ
iEc6FW+eZwsHaYbCRG0YBzHSx1ZSDlKcPOlTsHHUYd5eOXzMXv7P0CK7MVRR8vt6orreKeF9CcP8
QTbD5Jj03ife7tNBpCwbCZXyiDBqeZhGxbtt2q7YT56mH7KgrvbQaKH+InWl3RaxZDOD/F2h8nxM
oBq7yyaj3TUeVW9B9tI9OBjmptIhP6J0glgaYHhsFbr1pvW5wVSxle6COqdsTT5xTAwx3Bcj8nhV
k1S7Ug5rJyklBvsTSuGZ1XX3STiEt1ZjDbldmWppG16u74xxqpwuHLVDVuTZXeMr1kENJ1TdyyEB
S6hltjAkcLCBPTzGORHbj+r+Rgwiw6YJN72ao8HFjejucahC7SaSoElFmtyw+7oRX1SDasZEeVWv
Y+aKxfFJ9HyG6bTpNeW/eqo7K9tPxjQd61R9M/Tk2xSrxkEeBB1KjOhBFVPkluNuL5RKegozszz2
/ZA4Stln9lAoDFxOfvcQjpEAXDUZncRkDtJs/fFFLMk9Clg/naqIvJ1uTPwBFZE9xC7tDr6+/FXL
gmrXog60a/U8OVZtrjqw9AwOkJLmSQgV/cjMvb5vTearAK8Pu7DSLHQii49WbMLON+H4+3yoUsTG
mxZ9Jq+kDVEXVG/80H804iLcleEw2QPAETtRpp/laExO1Urivs/lEmhK1dhZTPpEo7F96rJc3KsD
nH7jLGotp2p3X/ehBC6t7fiR3heUFeRXL+qkO6syesuBlKn72mS+pO0yBNZ3GnOnVhPD4kmCeWBK
9FfadYMNWj/95bfCV7mvsscpIX1rrCx8aUeBia227x16mYaTq43ogE+OP6NwHUh3vfdhyEzLDQRE
5Cat8fito3GPHHG781F4cXyLpskubyftIc7C9DENxMnp2sJCXrVodnKWFq+BbJTuZKJFPrtSdjtw
amyxH0QePiFJmhQVtoEgNF0P5IYPYigCVajiNzVpfhlVlT6Zbas41LPkX2rpmwc19f0j0ln9gxUp
5q6t1OIwqHmxSxoUq4DI16ekbCJOkV8csrLu7kLolhh2n+psryOUtzNIDe5rDX5BiogsdEjDXSIm
P/vKa49dH4TPQoR4GXwz/qus99JM295Rz/bhYrw18ng8pkVV2tBKBndSJFg3sthojjEFAdOqknnM
a2nY5VLf7cuiUmlAIyA8ZX1wGyp1ceymXx3q9AF+W1N23CmAajfKDmt5CVVEqOzIdhj+WAR4se+M
Xs9z75Tr+czt0ZZ2nQUwpYu/cq95QJb9x/UgvBYb5zY4gHJmMC4mogZwH5XPqNepHKwbpQRwkg/1
TV55RAV5C2aydn2hcwWsBji1Spr3PuK3VSRnUUiTP1XbvVxJzzXTlxs7uGLjN80UiG06iSgDvrch
iNJUpOYUuWFa271BJWT8eH3LVr4R/HgaECiYPejuL3Knwq9Qvw4Zmiw06y60/gNVGE2D0xjUZJrv
/2CLRyWUJTPjxbLTPpiCaepjHrldYkC3eeCfyCEcyMN3WbFxUa6u68zW7CpnCVuYKXrRE7tdBcgY
zNrR56kT6W40euLAOajZRaR+ur68lVxjZrKn5DAnGheFZkEcfaUZo8gNsvAoeg9jmN+F3tt1Iysu
zrwPmA+O1UxZsrj+ZStUIhLIiPkwWHAJ/o34XfL6vWdtDIZvGVq4ntmFppkUuJ4i/TDNz5mg2l71
Ucs32oEr3+ndehb+x7CQlIWZiIdPX3Ja2AW8PCmzGJr/XMtf/2HvKJsDqaUFdQHA0MZUzwJGJl00
IkZA72kUfIQdIXgp6xCOEaXYElpe8QgEDHUS7d8UI8riY4ktzMXw6EZuL3vApqKnyBRvkd7aeDls
mZmjyJmvSyqLgg2ePWRQqShpqaoPtbVxoNaKhyyGeA7Ab+YlW2S4OcTYDcylkTsWUsK9xrSnHFJM
S7RpfGxzpXO4BmMA66maOlGbijt1sKJd6sf5Rq696jOIuhFJqGeaS/Wwvo8FOepZ71A/p/Gj3L54
sauEt5Aeb1haib8AQ/9YWkSRKhX0ya+aCIlIJiY8VY2dmHv+ulvOF8XiOY0RegAzo5JFYe/95xs7
ofVq+CDdNCHrGpxA+Da13n4GctV+Z7fpj3pLf23FY+aOANs3f086Le9NwrXbSH0iBK7uqXcwLX8Y
et6bWrX1pVbtwHfP6NrMwmos9k9WEiZpVLhdxbra1ebPhiR5a0Jjy8bsLWfen0adkU0JN1gzVLba
QVAQFjxpN4oe8y9dfCRK9XPg0KjWoFby3opvBKqfeEroatpEx+RX3JQHVC4qsDbXvWHNEMoTsCbR
55vbNe8NyZVBRRQaV+Lutyy5y8PvVbczmi2w7opn/+54cVNxVV3c+2Jb+ak6wfbWy+POswI7T7cS
pNWVwLo7z1CZVDQWN8gkJZWox2PghiCibF0sbswoe1UM4UYo/prmgyEg1ML/Z2txjchjGcYV94ab
dOgOWbMaUDEK3k7WvGl//QOtBULG52Z9a/JMmLVmhzxzOCGJ/EYLugBZQXNnkdCG+fTTrIU7Oct3
WhD8kmtxP1DbtD3D2nee+DNWvb+vR737DYuDlTWUfqGFDNxO6nSnysx9HWbPvES2cvhVPzlb7OJ0
TfUUmV4uEilM/SFpeH5MtSlsbOmqESrZFBW5nlFIeL+jktVWouxXgZsy4w5QLXzofWuLjGzVHc+M
zD/i7LO1jCVLfd8Grli6ivI10JWjLKeOJH+47h9r8YjOzEwFyUjJRX2Zx6Bc+CNMjYUe2akmMdq5
T/PP142s3Bmo8PwxsogSuZgwqg8J7XwFarUrhneC8CAUN3HytS2/Nd1G53BrTYu3ThOXtR/5mMvF
jx78jIZ01JSNLGZjScsImwpTZqKYzZI0aTcKww20dTel2O7NpH2s1fSl6tUDJZWNeDvv1DKwn+3k
kui5KEFr1EOMWeGLr7R25LmW7EZZfxzq0gaDcP3Dbezkb7qdMy+0+rHVRTS9XH8UjrkwBUDxZQ+S
lXbjwtoytHD3vvUGYhOG9PyHFzzrJlWTLVKiVRvzCBxDxdyLyw52ZWR+E+kCl4iq2uHwXI6fMu/v
HwizONn/bMy/4WzDfAjLm8H0YKi1cifrfk7ax7o9iNN94v+6/mlW0sp3lhYxVTFqv9dynzS63zcT
TEWgfGWpcyJKSHUwHa5bWwtH5+tanGBwDVoiCWboDtJD5H0zo/8gu0Q89vs/mGEmm8QSGn9RX4TW
sm3N0phQApNTy+2D/D5H5qMUJieK1a/XTa3uHzPudCRnZYdlsSLv0jFpWit0qz6duH7l5qFrKLQj
ZFDcd5VPuQ2o3MbxXbs6KC0ZskLl/bIKE+eNGomU3l0zmKCEGIXeVjNj4yytGmFemtSPYTHUzd/7
INRVWTXGWuiq5bcI7oWs+3Z961YP0pmBhTOAhM71qIION/SNm3neLbb0D8iK7K+bWfW5WReKcRFA
GEsigknrjJxhB54z0w9ZG50BLaZK/5RN4oah1fVAegDOA6o+3O79hlm14hfcjZFL3x9RWMqrseRo
/RZMfG099B/AwdFvBQyxuJaKdui9OO1Dt4Z2iEJICox/0nZtLdvXN05aW5DC6IuIVjVwnaUWhhIV
6NkPs28H3THwso9CDU6sE6KUPieV9ZyZ/RjN2yw49smEjOJol6nxGHvDkUmso7E1MbV2WVJpAo0H
sx0C1/PvPYuKVqDrceiZvjuJyklp+3EXeCME8Up/VzTqzmoL1/fat7brb67vxNoh/823D2xehhhp
YbgXRASAJOanOCqHtB92Si4fBtm4keXmQ9VvEe5vmVs40iSng1lkmAsAGxT9cIh1YacrsqOl44mG
2+766tYcCo4MaHtmTinmGN9va9wVzEZOYcCrKHorlZhGckx9UrC19q9pLNgg6Jt5GgFR4mW58N0m
1lK46Xm2juV9XH8OrP+uL2XNYylLk4LO8xM8Jt8vBbLd1De1MHazkmtMHe5V6aUwt/qra5Fx5iSH
vg1QBW/W91b4PmS5Zhy7mvct8z8P4/H6Ktays/O/f/H9/TaOUiq4MSwVDz2j/GX0M2EQ3m/veUoW
wtZs7tr3Pze3iMPQgYyS18zLUWs7qt8CBBEnWp/xxsfZ2rbFx9eNNqjCmmWZxa9qygC3vl3fN2nD
wnIGNhPnnk+exJBsWjdNdx9b94J3K3ivefgjEgeny16a6rti3bbSQZGEu27ry13630zdPQ9gUMdA
3nWxxHyMeKEaU+IWxVs3vlTKnaz99SOYOx8OrLl3wUWzhF1HfthbpSAkbpjUdiNkDCah25RtPYEv
fRDdayDxCPiAt7540Ol+qU+xFiSUjZ9Tb0+38DkJnwdw5Gl9pzbu9S+3sm/AhogKcM6BkF9+OMMQ
prBQo8I12rsqsOy2Dexw3EiqV40AI4fPimcqse79sc2NMBSQJMxdA63omzhMujc1jNpXtS+t3fX1
XB4paiWUAOEJpm3BmOp7U7EEcQq0/oWb+1D16rfj6OZ0fLf4ZlZWpJICcDWJSB9d0KMC4TWMckDe
uhPo/5ZUgjWpqnbWJDW31xe0akmDDI0saja1yKg1MUo1BTJOV6bCEzMlCveh04MtvW5m3pf371LU
187MzAf87Ib3jJARdgUzcfFfWQ20sCxb1k6eeC8IriI0Tj9uPBUuQwYWochE+G0eW1YXC4NmQ8zT
Sc3csPrhK9OuMX9eX9KKK8w6Ygbpylx2XmIImV8cDLnphJNsfVAjZi/1b41R2lO/v25nZSHv7Cy8
G8CJlbY1dlS9t/PkrSw2DFxmJbxwmNUn5kBneFGjzXxkU3qEj6kUlHwY0ymQBqxryaECaCvVVkl4
BdGMPTod0KXNr5xloGvyWhVLeRb0lZikrUC2pAeJAe+meB2Mz0YCO1v20Su2uP9W95G67Xx+CbO/
75gzF5zkNrVKK2YuLIafVZ5xLH9/lrgg6H3QIIOZYtmHIAjFURIy1pSkInz1VnDLfEt9K2XjFqvM
yqnlsIIIZzE0sZZPH4Ts8kCNI57bfvfWNPk+Vqx7dnwjsK5t2bmZRQLRpL3aTB1mSkF+60L1w9hu
fZU155NJHRkDA8vPYt4HhrpVojxXtADViHk+Rd5VkbWL8rs8CG8l5cP1o7S6bX+MXSjQi3lhZblB
0XSK94GvfWLC2u569effm4HYhxccVXUGIhYnVh6aTMwHqsxq82IZ1REopANObCOkru0cs2SQ/ZDj
08pZ7Fwohl1X53wcQwb/UjEW6qUvjTjcRpawD4RoK3FY27xZeIOrguN7gejU2ilRW7nE58w0svU2
uJGF4tHUtmbC1uIqxYO5zzIH7yX+dQrNyBjNAY+ohF3Ue3arPrd9sAMJtLGD65YIegaTFZdMypOa
IC9rIDrj96SQomWX1Lfzuj6aw3/XPeKSxQBXgB/HMCHe5Xm/7IPlXj42AKh8dyS2ZjyvleqgM6Nl
hwdYEutdSA0r/4csAqNMVwDi1En65i96FvGkQmDIL2ee17IeQ+RWs/I+MLcYodbc4tzIwtk7cdSj
pMHIVH7sDFR2vVtj3EofVo2g04F2rES0UxYPM+gm5dxikt9tlfDUDuNtm/VuxyD9xmea/55FmoKo
JRRlcGdxIy51GYVRLk1Q4NgphBomS2TTS++gCLE7aYMzjvNLQ3XyroV4m8EMr9/pSbS//iPWzvX5
b1gE3UDVQqtS+A0IA0X5m6BmB2PSd4zR22hhXLe1tq/chJC6APW7LATBGokMRzQhuySlz/2gPwoQ
29V0KK6bWbtHuHWJicxLQT84/4wzRywn7g2JUh1N7bE+xPAc/pIrDZLv62ZWkkwNVPnMf6XPL/h5
Z8/MMBY/AKfjLqlUAm4uHbPi1kLUxQcQHsApp+UfWm1rgmktiJwbXXwuoZHTRkZJxjVnpHEWUDR7
KwPPCcR/+Vi8QOcFKjPKaBHw69TL/DyoKeeY+WMg8Eq08tAJrfbvM2cy2v/ZWdJQAhyYWqWjtQgh
wA46212wRVu0Gg4tbQZSwI/Ex7r4UsLgyfUUuIOo3xdT8cFLzVPWCrbY+S7IwI9MWFBh1d0Y2WAh
KjeO2JrbUzOmzg6RmCwtX/Oi2Y2eGHvzNwueeG670GsdPVPZIjxctWPAxEaVlRfwMpyAORuoHPcw
ZRWj0wy/huanUWyJz60YwauZZGISEfTmMg/II79TUT2lpSTDZqQJt1ONSFs83F4/XCt+jhkdKjQu
ZsjeFp/MBzCcKjJ7Fg4GowcDsCzd8YVnv/1x3dDqesDyABsBwH0xSNEVQR/mDSibmQ7c75RjI2mO
XOsbDdpVMwC/0BiGmf5ixEEOhqiRx/8j7cp6JOWV7C9CMmC2VyDX2rKqeqnuF1S9sZnFYAzm18+h
RzOdSTKJau5L60pXX0Uah8PhiBPnIH2CbrzvKIH5lJ/S+LBeMhI0LOV/rcyANmXf8zjNU9T0rRZX
o+drNnDo5dolvPSmAu895sAwYo7q1HxKVGuADx/wkjtl3VdPY1suo4DROgT9ty8xK6Lnr7rBoQj9
fHuzFi6rC7uzizmGKKVliQRAIrSXkyoBnv5zVB3KEfD8ZC2+L1wjKIYjV5uwCNdFZiWHUeMS/Lio
WHxnRRm0af/54+vBMB36v/gXmJSZl3cCUn02HbUnXbw1IH0m7ZPyfqBdEmpshTF84UBBiRk7hhEp
sHbPDxR3msqVGY9PWYw00AWrS7QZu3TPxzG4vagFV5+inO2hCwD4Jp0tisYU7/uKApCi2k0+6vsO
9UuPW5vbZv4S282ypws7s6uwtEVXV7GZnABWeog0KwDz3nYg7S7lL0B+70ydBTTqAon2M6oz+9at
g6Fa624tZAEXv2J2TYoMhCkYbsD1BSpoKqqgyFFzHO7y8asX9Ri8BxBxfLm99GllN1ZuzdCkWasX
o54h83Ds1k+7xxi6QUMnHrrG2FlVf7LFykt24Sg4SAMI0OfWhOicLbIvMy7K2k0Q9M0wr9uwXXuy
rFiYLwnCPaY0hYdsI31AF9G3xe/b32zRK1EYxvweZtpQo7vM1ureAzGUCZ6eSG1i885hr3SNq34h
Ok2PcHwplNRR8plFX641GvhECqS3thPvXRV9qQf6OZVU+L0S9JBp8dpLZckk8lyKBBSjslc1oB6y
MbUzIIvxrDJ+dJUXhwnOxTQoxoNMjt7W6/Pqz8c/JWKWR3SUUK6JbpqWGi34F2AUlDp18wOFtx9R
vBKvlvYLhPhgMJkQsPjncr9aHVwLGKOKgX79ITwNomCfMYiwksIveR22ClRpAGXjVTfza6dCv7/K
SmRm5FvWHBO+Ns28tIqJsHAiA5hGDmYGBIChXQnG6yduA12oanRDgTe/7/pobdplKb6fWZoXm6ox
MUVcgZJt6q2P7bMsRACWNp9ZKz2WpW8GoAq0OAFWAQhnviRFIlsqHCQ3rnKooir3LoGq38pNvxTi
zqzM40FhMa8rpqei47Jvhikfq87aQ8npNc7dPW7TwMt/3fbqpQ8ITCAe4qAShK7PzOHsscrRGUGd
2OhGXyePhY7o7bS+q28+bmgq/9AJ5nPNQiQ11mdDBUORVR+jKo78hGo7zAeEcTWuldEWVoWaLXo7
E9cBwB7T/3/2SI1BrShcCS30KlHMF/CNyoD6VCx/N+377XUtZYVoUk1JBphAUYuceUYxZnkX2S10
qWV07zbVb4t3QYIRWGAsoFw/nmSTHb2abkQl1zLf6W/PrsRz23P3t9mQ0riC7RGlLXO4L9D16cmd
0PpNaX3jDdhJ+xUXXTjbmJECyyo6TVjxfPqrLXtv8KIGIATHChB5fdpbIfPWCpSLZtAInuicEHLn
1QwM7A0pyUc8uEz7qHc6ZKOjfUK9leL7woFDiJoUDaYnCkpfl45ScFm32FOUnvIisPguknsAfKXt
+lVVA4q7hj1buLlcPB+RKCKx0KEWcmnPLHhL2tLMkTdVgcpylHgBUTT2ThLvG2flyC26pk0nBRkH
Bcqr8bJKRA3PPJ6fSBWDUrUOEub5idQDCEP6BkZYvQ7sBL8Lay0n+Iu8nTsmyr1T1g2yVfxzuU48
X52kNcr8hG6QcwfqfuYnTUPvBBsG4PoJpDfM2kXhr6qCCC9RzId3uS+tXh1du/gr+HwfpU0GfbbE
yV6ADGyBULK9Da/c34mj6mPXU9D8ogf18SerOzWeQYINmMAVt1dpuJ3ltnWOgJh/qqhCW4aCK6pa
68ksJfLnhuax3s6rGgo+2Bxue4NfkfTQ8vTeyR9IBVI4uddpfd/0ZQjK8RC8GFvNYocWBDG3w9fS
OYPn4w4F7S6OwuzZYjbcZHDW4tQV47GBvhrAarGxUuxaOmUggjEo+tvo1MzDccqpmdR5VJyagW87
1m0gdtZDhGf4g/LVsW9I4atCW0NmLUxdgHgaaRhmYkCq4tHZYRvQPeZu5jEMPlaBCdbc2AbmOP9t
paUvnCOo6DwJxk+2dfivdBArjrS4wRjCxRwzXrkYmJk+/dklhNYh1BCzuDiZXuvTrtyDzOoQJRz4
P2YceiSt+VTbpu5xNOTXUhl37pA9gITy9+0tXroMXXdqPMPfJt7Ry98hQKDWFXmJLeaAKFGvqTda
LOpNCkyRn8Rm9XGXgkzWNC2JHhbi6iymaiWETlsPMkFiKAP07oLUedHlpw8vaqr6uN5EF4eAMauJ
eKQsBjUgcLcZmlfoA/piUsABKx80l1Yq6wvuCzOATE6PwGtmcbMD8aQ1AM2TmS+pbm2i+l6wP5w9
dMV3cDsFt1d2TcM/MQv+Mze/I6KuaZo4gjnXeIbMWcMPOnjXEvZgEVDaDQ+pwmDoe+12vlKvIn5R
wxCW4F/r32X0p7S3mvfn9i9aWf/fc3buyCY4EBotZwBwQu9ifBYuOCqeZfUSR18Y+X7b2AJu9nL5
M/dxSr2VtpfCGoby1PjWxHe1+k6037V710bC16I7VrV+BFLrKnti4oACj1/SlTRn4dBgEwDXQDEH
JV9n+iZna1aODU6xlrFTbnVgUta2FmH73DOe0Ofc317xQgi+MDW7KzswclikgCnC7oqsBZXkQYhv
t20s5B3I7q0pCoIgG2IGl8tBi7JOSwuxqIbqVWJ/93o3VPcsaOMVQ0uLQacLIRfaOHhczr4b89qx
riojB2KLhix+qKabf5WQa9EKbmj0XJGzXUG3aNdmFic9Lum4wAAxCZi8p/aKCyzdH5MAHrh5MCaA
ycrZRyO6IVUZOznwiO59p6eHikj04jGogEF6PGgCg2vgUIt1P+Pla2OXAdjTV4Z/lvwQSEWooE7c
5lcIK04huNH3BQNDQEe24PmwNpjnB+16ATIPYcs1dnx96bCj8osuOpKfSW390lMmYIfpDUVxynrn
vi9s342LR5Ynm5I6dxO4lSR5WOKRkTjj0ayNgywxsUjluyWyb8Jgj11ab2rTfrC5uxLzlzpa8CgA
EIFpwsTIfOhvemgZREXsBE2RnzYXAjcp0HQdyCiOcU4kZmEohPeISnelnt3bLd9hrm5NQvj/+Blw
iAn0hs80O7AJolBtcoudTJU9aGAwI0zfmQliU1bWYFVKHu2BvjSOesqL8rOt5OH2YV7yfrSTcZKh
4wws2SxnS6uCc0HzEvZ5YIrHEqhCkm7/MyOzg9xSsOQQlpYnaf0oxV6TP0dj5V5dCkrT/A0mylGZ
vyrj8VZ5ThzbxclAdZLwe6V5AbGHvcaOvLFX1rO4a+fWZhmDkO1AeekUJyf5jloOIEkQ2HaIL01g
PrMkiBvMbxVHSh+AOVy505cO1bnt2Z1Wc1qTwoDtrAONKH2VXhJgOMi34a5t9rkFUfHt3Vt6+qE5
/+/bTvWss/vLQYJNksYtTiBl2w4txmnIqz6Um657diGvpPhGp6OP2daVz7zkm5YNPnAcDXKtMC6b
KnbYpC/MBjtwzaNi73q3BgdYchwUWuAzeLXgwp0trq+dtlYxYhQfm9fRgmJGqR8FyH79eHAOaUTD
219zaVFTh/HvCwYFiZk9ZgtPjCkajNJ6kdVBa1+ibCXOL3kIwvsUT/4SZsyS9GhIjSqRMFHGCca5
rLDutGck88C+jCezkZtiLF5ur+ovoGf2SMfw9D+bsxORMekAaoYmMGYyt6yEoKPt7OKJVKzNNznG
sGK8xLuChQBwbSsOzlQ7DfFsxWMVmYML9Uc2BpjP27oCOsMiuQdo+1BadYjVBIlIfmU036RGdyei
OtAKDqEhAVJL786MnAOn9oYU48pOLZ7ySZEH3NjwjCsxdAMgsFiiGXyyLde3zINqlG8JtrW1Z+Zs
2vZZaD8bJnzirple3MEzy7MdNEEoADwJet2dhllQ7jfOp3g41e0pqkTwcUlbPBLO1znbuyLqbSM2
AEgohHwVUNKTeb5WXF9Mxc+NzMKWPaAFBh0alDbtfF+2ti8by8/txk9TerALCpGZ8Q1l6c/U4Nus
cJ+ZBdCWZQbJgBGR3v5y22GnY3blr2dfeHYMZY6CkMvwc5z03hIChaM1Toi1PbQvo6YtIHXkdPiq
WSWDiH5SUP+J2UHlcptXP6HF858taHaRt7mwakiJpSetuzOLGGnkymNqqQ4HN0H9D2M102DXtOCz
ayAGRWcygi/vFIOdUTZvUfYJuTmJHgf9uZSPrvWijS3Evz7L+mvBuM+qDQXnG4WWN5O7ir3p1Q8x
gIxupe66wCo6+e+/HzbLoVLlFDFX+GG5/SgraJABOBE3J6IORqvC2gS0oTp1xo+x/kXKd8m3SfQn
aw+lXHmv/B8+/j8/5IqjCADlUk9ZnZ7YqAdcsx8HNOD8VC+3FjSoRkEwIQn6FtqE2iB2YJoPKH6u
yrO9HpGjpbW/bvvE5GJXTu6iBwiEO0rf8+ROKtBn1ArI3FZBvUAcADjZ96AlaT+svT1FkDNDM9cY
Ifo16gNwU9RQxxJF4bZs7jowT9xez9KRQjcTeGYQqkIjfrpbzzxwyLQoSRguNvVXe/u5tfugtkDu
AvagPo13LFpDHC/61rnJ2SkeVRI3Y4NIzFoZpN3Wc78PqCUI7zmHptdAgNbJk3Bo34Z0C1BXYGjD
xu4f2woZi7cm4baYiYF8dSIaRv8L0zKXH0D3wG5ZT9Cxcvyq6h0Irvyi33f1kwWRWlm/U/E25Cvd
ysWPfmZzFljKqo30MYdNq6+hmOQGZf3NszV/bEWo09cu3t3e5KWEDKnLJJWCgufV5J5ou2xwFDa5
qdOd5EPYRxaKVP2DPWF7cmN/29xSPgZdUhfHA50oTKpeftIy1/ACJzizRtb6ltxZwAqn5fa2kWU3
OrMyu/3gCrTrUJM/1bL2mXqh9l1Z5DsMggzNaylfaPYUGfeg1gM/7Ke6wmO0fRnEtihWnnuLIep8
uTMPajtigGsLPyRJ3jX2LK1fiAlp+parGvyeX7h1EmpnZ9/BMSud2p8wv+CZWvkaU/oyj0sQG8Hv
QBMcUI/Z1xhFOWoVJm9OZvlMxGei2iAT+yyzfJB5Bl4EhheH+rb9nCUru71USEeuP0G4gGMFJdjM
tDvWYxqPE7SK9XwjqO6+CKm+Z1Zd+JD1/m3bnG1IokdbywZ9qsGyP6kymtcuLX/0Wbv2tlo8XHA9
4GkmSsr5aJXTD07RTnC8hjYbHpNTkrqhhpQ5bfIta/Kwk2up+sJsLrRBz2zOPB6RpYGiCaCHDrEe
0TnbyNzYsBLEzERtNSFDWmRPbdG+D1m0J1Ua6jIKa5HeS9NYSbHXlj/bDduVRtlPmScFV7LuABxt
H3LwjNop2/TuntRfb3ve4mE/W/os69M1WWrSQGwhbbqvAW233eSPctj7bTNry5odMlcmPcm6KRdr
9qXphaz7UguElYgHMYGKOHzttsEpw7k6UGfrmt1SVsmFKqbxsjQuXyNe/iqG4ZBElV8qAUaSmgZd
KTeoDa4cp0W7qFoRE0BjXMmzd4qrmT0TmOY9iaR70Fl7X5L6G4b1NwXL74hWHtJ8hJbb/wOJ6QEB
bECzCE8zOPNlzK4cu9L0EtBmw8v36VgdOJrAAk2w2lpTClv0mDNT01afpRxVolcRTXBYTKY2Utde
9LELZVasNPiWMjXMGk3DqcCwgvL80kwxiJRyAjN5Kfw2vftvDZxmrX03+feVn5yZmflJqTqj1jyY
MSLxnmv0D6RDVlay7BL/VjLfGzOOin5ERMNg6kNiJvdGDcFnqNNBsZcA+siar2OuNpUCj9ftQ7C0
OPQJIOUCIj4Q7s+Ciei1TJcjACxAcD+mcfMMD1m5x5cWd25itk2xXUE2zupwjYvozou8iUQbNHvq
qVBdoNP8N0L4kwa29dsrW/IO0FtNlXRMq17pn1UxWEDLBACWKEUFYhQb0+y+UBY/AqmxssJrUwYU
EkH3jMr8xKI0O9El6CcsvP5B2ASQk5ml3ycS8TZynqvKtVei/0KBBcYwyQwYPDgOjHlTRIN6pZdN
bC7gAYDy1i8wzvujArlrtWv7r0Sv/Yjj7Wynm0xby+wXFwpZPhtJiDexoFyeOKcTo0EnXfrE7uug
BigjIH1t7pAdNLpv1069ZvE6lGC1aIXgpYQuszGfoRkgARTXBh5JHGrEYAsA61qOh/NK8W9xXRN3
A+hOgZac8wNE/RhxcF9gGlOBsayzmg3T6ZF13r2h1rQNr48DVnRma3ad2rY2elaDOJw72TGztLu8
MEJIKm7rJgrTotgQwZ+bQq4AWxeXiLg/eczEeD07hWNu1zbmJ6DX3tGwKQcgdOPe91JxzDnInm6f
vaVdg9qFDSL5qRA4f0OP0VBbVYlxMaP+5YEZWuCkg0P0tpHr0AXeXTzn/o4GkysgnNFEOk9aPNQt
NQ4oEvAcRMpr7DJLRowJjDSRlsAHZ5HZMTrVU4HLunJfARvzrWINyb/0rc4tzC7LvrfyyDER+0dM
g5UVGkrIPNLI3Nz+WotxAyxJgITYICTAPNrl2TVSKyagRUYdoMr8wQvb5kvRqNCGbEzX+73xHIlH
NbS+Tj/dtjwt4PL+NIDA+Wd49gkxUa2z0US+mpnNpi6on5BvCRDJ9Qhud1wFNqQAb1tc/qT/LM4+
qSb0uJEWLNap9akrmh2HbGCGsdcVOwsv1MulTWf9LNFJnBbIHgVDRbHj8SeSlYFX7XXjT5L8aFge
cnbX0y8YEPSpeSzAbEE7UG53Byd5vb3ipdN99o3n04yV02CiVkcnwYEOnE9668Uou2PesG3HjcNt
Wyv76c0ugRRKGl5vTiVN71FX96hlemDpj1Dgscdvzho+es1vPePyG6etjGll4V0wek95+psYDaCL
cNj6ZwcuqajE2Es5obl+6mtI21XTs+QohZSbYfTTV+Uhqb4OcpvWv3vvJF1ct9E3c3wAXY9v92zl
rK7477y9pgOUmCcaluyBhlY+1/ph6J5vb+J06G4cynlRjKf/cyiRsnzJqXEAle8+S3R/6FjYOdrK
SVkOo/97Ir1Z8Bm9wYyoiy8p9T9gC/GVfLu9nqVb9fwAzIKMm2hW5jWgZtNM24eQOHCrrh7KVGAq
JrlrNfexo+LUd/8PjMoUAvCyQm0G65tDIoamyrRiomU33WSXQxRr1ItdK2XQl1Uw1tvcOLI4DUWx
zcw7t18p4y9uIyZJoPCHRPeK4nzUdcioFQhAHnkcIFUU5UGlXm3tkwIo5vYXXjz2IAvA1PSE1p6H
GOqkZMhS1PwijDHpX+pK+iOpoMl5b9A/TvVy29pC1Rbf9czcLMpwq8hyq5y49rxXVgKeAK5zCjBH
fSTmr9Z5KLJ9z1eeYYtR9MzmLNTEFWhIKlQ5wBHk7Lh7b3DLb8WD5a3kYmufcjotZ9cGzfAY4wbs
NEOz6WoDmrjOxpFeqDztANWbMGnQ9/oPP+jsCJacdiQtUMS0xvGphIRrXFrPrZkeMawdFni81ITs
0MPa64MKb9tePJyYgEMLDLn81SB8CZA5wYw7DmfZBk55H6NjXZ7y5BVyVFs3+lF9nCsNzoOa/6R+
DQ3Aea0UqCkjQV8dDLOxvq0K770vshBFid+317UY1VAYndDqYEsjs/uh1isojsaI00IrvkJs0y/s
+MdtE4uucmZi5iqulkFktYQJy1K+mb64o7uLoQJXiWc9+0KHtZRm8Qic2ZuupjPXzHJnjFsoLJ+4
gVLAp6TX/N7brrOzLl1xeMNON8I0yuLOjhrUw7okVy6iCYZ1vM5Fx7PeoaZ/++sthUfgvie9Zteb
AFuXqxm72slEqYHsmpS+0XQb1X/T4tYfqRnk7UpetOQN58ZmV1CFF0pmtDCG+Yltkz5pbre5vZxF
C3jyTDqraPLMqbcEr72GuTZu0czziw5j9s1KlFhyN0xpQ8IQpQxg52cePVJpN4PCZGJa/K6LOugh
ZoZpZz+HK0AQwsxW+mSLGzTp7eBFAszqvKAA0Yc+dXrYU9iViH+vdRpk7lul0x00wG9/vSXXxhzA
VOUCCRcIni6dgUemxliO96LdWxtNDOFIHbDbpAHvf922tPQVweyAhADyFnihzi2h92F0BKHWkFbQ
9hm0HR/K6q5u+qmU/Zgk+cq2GYsW8RL+S/IEavzZpIVXsSgqqiw/ZaojAJcxNCdiqIXi/KGEPfRj
WKcYY0WF/asOgsLvssTIR2JFfMPGHs+wWI5Bbwl9B4mefqNhQNUHDLzGzJLqn1LIcvljzJBte/ov
WqkKkN+6DkG/0fqt5g3oCJgkZFrnfpN1NK74yJLXo/wNLTroWoO7bxaS6kx0lg1+iZOWgI2LgK4P
G/jxOijIOJDcoEOOBOeqsmWWXjdAtj7HGI7dHgm3ah88DNlKE2/JBamLsciJOM+5UgKjqqEx8AQY
OSLZkTDNL2S5AfjSH+s1OfClAAsZOECwHBCngffw0tsdd2LGT6zsRGit9oPNKhAURI5PnHpNofbv
e2T+mEC/H/wsoOWwQShxactkjp0zjQIjLQBttEZ4TzE45pNFS3BJJW7v+q5ZDmi7R90GOqgoMgyt
+4ZP/Y0oUQZE0ipsMQt4cDRJ/d6UIxRFash9Ea959KjbhCbRMIAmmv6NpVV+lzaNOgJU3/iomudb
WgIQ57lVsosUkRFGIhv6xJn4RqRK7rxBFiGeARSyFCnw07RzH1zUFIMxcZ1TgaAdQOLuDfM0w0tD
yhE6Gd0bnivviqj8RY+Bvc7Qk71Trp1vBMCNGEtE2qTyH0TxeCfGbBoWQ4+6VCOeg8bwKpMm20uz
M+4Hx4pAc55aPojlHsGTYu+hwWr5oq+Y77Ai9YVk34invieY0QrQihq3Sf6lGD6543N1gmaocHYY
pFXbvOlAnlaOfhJlfdij1Qsq01ZinFAFVWwFUQWWP9Ch72rob4e8BfbarEzMAFA8kSuTVUFrCPfo
Co6Ih5LqNqsrvnaMlrwOLPWouyPXw0jbzOvaoSIdk0DLMzs6xU78YKtk07G1BtPSOUIJFa0sQB1w
586u2i6rYr3zBADgE5ClBD6ahkllbbVufzuS/63vzV373NIUeM/yIRvMsZHVd7Bkx09Z1xO/04xD
BEJPS6UBNbIwnwiMIWxrOuOm98RjYphf7WQITFXvBStCrTfCvl+LJEsXJ6YiJrAqBscx13f5u0pT
V9ARVgxsJ++ifY29J6PeRvlLjAHT259gcUvPLM2+AItpmhi8ZyeLKt8rDmKY4NLBbSPLG4rVTGER
YLlZBGlH6DGxssUIDh540SADp4791DmgsLViafLA6w39Z2m6bc42VLNJk0YVLAF+RQJMyzRBlo5g
uo6ydBuZTQFONdCmxjUODFEo191e6NLX9PB6htNCCfJq3LOr2NjlEq+tEYNyBqyN9GslV27MJec4
NzLbsqpjRsviBII1BgnAV/3FYN5mLMCN2MdbhMQVD1nAx0y0pqBxNgBBsjBWfflNmcBaBYPkXmYI
6Zdp1J+8RKsOFVTL7yrE/0BP1LBxNMO70zuSvLYc0SOoydA/YIDE3po8Y8cBr9OdiNmaSNHiJ8cM
KgjKUCi5ugltEyIQyuPZafDGgJEqTAlQ1vnn2xu75FfQa0HQwyUI5bzpV5z5FSsjqJM2eNCAMYxN
yrn9J2S3P5k7QjRbUPspLjq505HI3Nt2aa241cKOA5szafZiKAsDWbPzU0RRDcaUiXMflI2+Ie37
McoOUWnteQaxELqm/rUwI4kRU7zoMY6JiSSMgF4uNzK9dPRkPKBnDKrPfLizk68aNJiz9hEdNA0q
5G3yxr3Gd/ifnvZBSo5189M1X5Hh+TidUBdJn3R3bah78rTL043sA+Rtf+XrJqrvy58F+RQtieNI
PZb6V5nXG5u/qdREt/n32NJj7b3c3vTrz47PTae8B641kZNcmhu4nWsahRp5nb70xQ9efGMe9l7P
Q6K/3zZ17V8XpqxZhg+ml6ay1age8yJC227rZZsckBjX+dzFJ65CDHbfNrhQ/UYzG9TsqPngtXTV
QGeVxfF019RjNzxRAfo446Cpr437mIttS08F/c36Z2WJlWhyfRWADGUSBpyoZM0r1meZWiypM6Cp
ctEElN+l6QSH3mnNl5X1/U1GZs5yYWkWtmxbdUgeM6AIIRXkmyi7b62e/DDjxv1cgLbXz8fKfmtc
JzsUrKaHnNp12GGa+3sZjc0PkNdjyMDCzyOD027FJO0mlKm2BWm/IPm2HtG/HIMxze0NYEbO5ziK
f+WdY3VBOlrRz9EjCjwlQ7t1Ge/ezNT5lHWVEdStXe5ii8pPhT5kwybOvPSpqQzjT9rHst3buDbu
AAbknzXZ8KAGK8PW7SP3Pi3q4YUXRYNnmyaeE1f7kji59zwYWrHxWEV2TA14xcVlnjz2sd3sUNG1
ch/MSubGKTBkGUBBWB5km4OrxU40ZO0dOvrMiGNfAjuyM2UOrFmngVQqpua2bqPurkiG+pDpVuPH
XI5H8LfHB6hYVEE2imQH2UgKMiDMmrSY79lKxo0wFkZ00hH9UVoCWNOgCtFRtG1gmCkY8zuLuG99
WWhPSdYo7lu9JX/0bs+OZNy6Tfcn8pp3CiRMn2r7MTNDaGEXL0lmN3ctkc+JJuiuHHh3yOxq2EDJ
gILDYhILbrkKZE1F4GCK8ymSdfPYoV75zTJS7VcFWOE2HTL5Sj1Nuxs9PgbKFM53bmddoKWieLIa
1exyW2XYYX1Uga6s5HvT6e5zhaziEfNkv0bLirbtyEjg2jTdFjVvN4aXONsxtarAc6L+GEkBklaz
iPZ94tV4DaTOBl0m9OIrYwh0Pc8OAFDa+Cu9DJrB+NFVbomJHTWGo+UmIXJNEWglmjTBZ5LqQa4N
+QsRTvF5rBr3JTeq7CHB2KxfgZT+rnRi/UlGzN2lUVOg/QK6v1qP66+86LqdcpkTMHAQ7RwWWQ+6
GQNNCFgaiIjwXFMGlFI7sIhjesYRvm4xB8rBpflOlKn90QWyTy/DBBHUh+mhKfJuIytS7tKO4GP3
Bciz3D7bdC7RNq6qxNbRdBkaVtsd7KjSj5rZNTsnZhUwfnjWaErnAW8jGRhZZuxsypGKFa61EtbW
wsssZNNIq52mybMnwGy3hvfG050XD5BT/Xk7vDgLARv1LB2IC1CjTkxIl3eD06TxkJdD+jSYif3O
LQe6U+lgtcfItDucAbz8Oxq5G4eIcY9c0YaoguGFtc2bo6Pnnj8UuRa28jtKHoEFLrKHocmKwOi+
1ZSAXdsRmy7FAE4/ivGUFKT/4bbwGMNOt63ojQB0aUaAGW36VCY227kCGVjWA/wPnec25A2rHkQk
zBfUE/lOM8ZoKyPKw8EY+1PaaVpYt+yr8tpmn1p4Ymo0c0IJcarQBg/MLivq7kcnWLktbO+nKkH4
GnM0LZwx9YLKi8wHxfHObzx3a1hd+0IUJCNcz+XAN+S2fIVQE9tj+NneNLn4U7Rg9qcNBpdMRbqd
tIsGl5zWJEHB4BCD5VrokxA8riITIvdtKv6IVKc+yWS/i1rI1CY5KKo5a9OnQu/qoGwT/tyXiqzk
WZe1KOghY+oRVShQEk5IaMeevR7ymtSdHkUEYpOA5vlZupbAXLonDAARinI1RgIc1IfwXL/0Gs6K
zCEc7Glls9OVDPtDPbAQha/b3nm1DiSKdGIjsVEeQsZqXJqJ9BKJcKp7J24e+3LrGSuFruu/rxOU
AVykRTCEMdHLv29EIMVsM66dNN0vx9Baq25dJl7TZwKqb5JHhLAzsItzss8aFGe6NubVs6mHhdh6
yZYkOxP16jXWtLkhCuKmCR6JNaCeC/m0y4XEZjRWfYNIl9QPjD3JbusgMEZBu8ZxMv9iIAEGIys2
38J+QMllZigp+3rIbZqdOGrSv8tV6N703/9LdgDuhLNiP4A0AofBJEJ3uZA8UppbcwdAJrL3+NGr
HvW1oZeFJUxECTbiPeqbqKJemmAVGN17G2Kc5b2lBfba0/n6z6OaCZAqyP9QqAXF+eWfb4tsSLye
d6e+Gn33k1N9DKQwfaJLAzOnRbFFY/pkYCA+EkJIiH7s0IH2A+cBNwKwk/Y0fHe5AOlxgjkKiAig
8tjsvDWZv+vvg4EyEC5hSmMCRM97KUmqc82zZPQEEALqrGqNS3oemiz0bycYJjhMULlA0Lj8+bkY
E12p0nhommTDM1Q1Q5KGyviY6DNezjM7sxu6c1mlxQR26rL0E4j0/NSIr3VrVYvZcrAJeF/YEOlB
HRGJuDULgeCQiMyEsOgVI7OgqwYBgXJ2Yk3nYHbsMDJjYEYF1wXB5B0SgZlPlTTRIoL+94swQhaF
lhOqD4YomDDB84K+OliPCYL6zK0MjgOfRAN/iQTYtUxMfyfHZthn+F+9tTb5P3OyyRhmzEC9DVIe
TN7MNSpM3jHq1l31YnwHg1jz+UMnZPrrU88MPLngeEXKNHu+az24eMeIFC8FOWibknzs1sOfB3kU
QTIGjRIEWXda3FmNxrIGqiEF015k7/npc1lGK2/X692eWDRQaUG6hsLsvC7N055JGunWy1blX0hi
HtB3XoEqX20AaAuhYI/pJxjBSZ/tNs8KSiVL22cXE2ebLN98cAdmf37mr60H3Xtt+vOm3Dq7ZA0p
f/3rHbz1AFRCnwi4iXkHO6+pVbR8kC/xPtJ25ccgwSgbo2qAMA22IBQsEM5nl5yu8UT0jSVfDDK+
W7X1lvCPJYB/LQCdg6wAbXJkNjMPZXrLYwmKwpfcGfbfNJClfOz7o0aJtjG+DAofCBzzwwz6YciW
Zkhs6soHKMiNPvj7539/tr/UqMH/kOLvM/aMQl1U727//ssTgP7zBNWHfCQkyHSwY8ynjIgW5e44
DN4jx0Ow3xC2FWsuehm4JxNggUZjfUor/3LLX57isisiXQnpPY54I/1qxjBqN53c3l7HmpFZqBgL
VlG8NbxHqgLGw1QPzTSwsvA/szI7zFAtYhnEkL1HzI2M/WNkBIbh52uy8rO1oOStG8C/0KlbhHbw
fDylJszoQHeqPY/Je/5fpF3ZbtxIsv0iAtyXV5K1qhaVZEm2XwjZbTO550Iml6+/h5q5d1QsogjN
bXcDDRhgVG6RkREnzunDJkP/7GPWfynkd0Fuhu9DgxBLMnbmTjuJMlUxGHJY7IKbOhtj5AXfeu06
br8/WREm8kJjqscu7GdNA3OpS2np85OloN1QOYWCn2/2KyffVNHCUk+baG/mZ1ylT5ePbimOGvcR
u3jDo/vqaZdYHtoEhXJk2QJpbtJqLTzffBuUp/ubbGlkk7ittsyuoo3JLoq107qQNgsjW/r+JOyn
tGgJnjVYmGEFPTZzqQVo6fuTeBA570FRB6xMOZxM80ld6hZY+P40s+54Te1UNb4fNxW6H05U+ZpP
/PfKj1ENFOxAlzkZgIjrDklahV1c95lVm87caOL3/TWeuN2piY9c/qfN5ZqC1D1ylpcBaLpqCz1G
/kUOphsTk3gZCAIPyRmYiJwA8mC6dmiWGHzmV+L/JmqKI9FSHmulBxN2DPkxJID+Kxfyn++P9j/N
UqSBaySr8f022/Ji1Tz//xZh4kI0xUy0DF2HlyEH60VYSL9dKo4szdDEibRZkaPN20WD2De9g78I
749g9vMj2yaQ5OhRm6ZVXKFA5svm/OI5Z8UuAfpaCG9GX/OfLMS/nTgyT8hsQcsJbYTXKwCOY2n2
qoGjsHFJ0NoBKPR2w5JWwM2FN15F0HRDLAuyYzSAXluxJPD+pY1ZMjWQDD8Yf4c6tL9/fapG3D3k
i5GGAn3NtY1CB/shAgR+UZyjdNc0X8L0za3FZwMTt2obdc0HGwY8ETTsZ8KWsJ5zswQieSRUkJS4
BdEUFo8xgwO9FO+iXVXdRoPYc7XQoDA3ipEqERhfcNCgufJ6mghtJIuVil4s57eve7/uL8LsED59
fbIIoKAz2kLm9NK7oR3voiT0rLBuFp5cs1YAsUHbA8hOUV6/HkMJnRuEBzG79CuSnF3y28y+D/qC
85idKAg/IYNmAd07fRmB8KNuKNXoxc72dG3YC9HZ3AUBaML/fX7ivQdXQDxDUemljBs/1S/wT6Az
vb8a056NjyvCxMN9TIyPJ2/iAJ26GPS6iaoLd7Y13RBvZ7lrkfiJ9FF2Kn5pSxm12VF9MjjZXQmK
e2OpoLrUui/TM1GDolrwWHPrgnSaOgpHov3YmNTdHVu20E8l9OL+TaqDYS60gsyNwFIRmoNGZ8Ql
T065ahWFBnJ5fN5Yu/YWoO7YWBjBrAkg7HFOkPdAAeN6+wqTE+kyrbpUQ8DS3wjRikWZ3rkjgp7S
/7UxfRaPFeMS57+6DEZgmm+9GTJzFRlLXE6zi2G4gOfipYGnzOS8uzzPe5541aVogfcL7bf7G/h2
FBb0Ox10LiNVBEGR0fyn+MAEMitjSVdeNIiFJNALOaGZbFgaxLik13cgmLjwDMPlNOaBp1idRqO8
txKlvKAn1Cr8LlmJ7723zfXtIhD9dr5gamRpAhpMw5U+OR9xhN6XBmJAl2LvqKu2XNhZM/N19fnJ
cngGFdzokUxQ6SFhqMZtlHhP7QU02+3+vR7E5IigaIikN+SkLqzYx1BINneNuQCumTJNw3NZqPOg
3wGcXfjaFMiTxlZvCiMqL9m74/+RDrCHj26+FyngnnuzOXVAaniv93fbODuTfTBaBIGMBwZedVou
KQfHBP8g9oHuvYoiHNpQkR7IB/TAHRbuyZt94Ogq2ClwQA34GaB2rjf2KMqsKMTTn4zqUnqPf+8P
ZOnr4wJ+OjaSo0pHUnyda/WqzULF81b3LdxstMnvH//+kwUe2RokBmDB0Q7AC8QJICUPWXjfyO0w
RmUkFWlJnM2xPHBtJKuiDigoSp4b7822X9KF5sKlz0+2sTlkddbq+Dy3V3axXiLFmvk8VGZxxsHG
pqM0OomsWZZQg3RW9GQP26bbADf05dkZVWw9xLtjQ8E0tZ2UPJaRokVPieND4sH96tPMgSgVMJoo
j4E1GeH79eTrJdOoowrniYsjB2Z0IfyZmx20AyJljp00xuvXn89MI421vouemnjfr3n39bVFbAA3
i+Q2+C6mV6xGK4umSh4/20YF+rPK//IJQ+wByiggvaGJg/rL9c83iCm6XHGUp0SJg7j6xr5Wfca7
DNP/ycCNUktja33JXeUp7v003pTVV8McfB8le9QnUXkZKXmuB9DFSBsadRU/ewAdGRCb8fslYc65
JUZNASQxKO9grsa//+QjgMxIQdwplCcR/+Md9UVSiVsfhPgMGgBj/w7yqVPEq6XUtdJTKwHZb9jH
64z5xrD9InDiYyGurEzOgab0vOaGkTwn5aruA1Z+/ZxdfX/ylsl74K2ExPdrvquTndL+P78/WQX8
csQDiZk8968OWYMQ8b4XmlkE8LCAxgYhM/SE3IkTTSw3qofOyJ+rMgSIOH8AJYuSBPeN3FzM2KKA
UBvQwMXTGIaud5IANqqHcG7+rDbglHRfovKQQAYmXtMlIcjR7VyFAGh20KCPhy4tdO8jBri2VCRo
UHXSRjwX7gltOZnim97C43UyGAPBhT1i8jGSkUF9mvwXBV5+6PpOzrnhHKuIlGCu0F97BxCQMt/E
JLrcn7w52DDQMriGxtI3hIEmF1HWsaIsVYec4dCrg53U3YHhtl21VqOvhtJK9zGA5XgRVrp3Nmrb
e2gGouzRsRl9cXr/NfZPP2VymLLGGmpN2uQ8ss9WhdgjYn0ajG7hcplsyn+bAXYEjcYOvM/EuWmN
lToys8gZL4sA71Ff2C+sR8tk+3R/bicu7sbQZPezjCl9oZnkjAglBcN5DsqH+xbGL3zakB8WUDsF
w8NHGXvqp73Bq0SqYrcMCgCf7gCthNLniuKj+y+EUlegLynVzVmEogiY2UEWBfDb9Aj0SK8lgmLy
ctd5ABuJcxgsdVhpJfNOhNpu5qu5IM9DrVsLg52bztHjQk4UcLgbpLmWVLliSQ07degryKqAyLPs
v1hd+JhR8PICAoufjoL9+CM+XUtRkioDsLvkrMtzZCZ+WSy9XcYDNV0zaBpayBnh5sP/XFsogcqp
iFDImRnDifTkJW9auSVp+3dI2ktELLRg6keQ7B0Eaf9Q1r3c3zMfwcHkB4BnAQNE8PPB+nX9AyAE
nJpNmkQnZ6j6xCd24W0E6LVfLL0wfAbN0dCuRb6VqdWHonHYgRe5WLW0FY+yY+kPEFRrR8ewolUO
sfpgsGn8UmlOEXoSC8O1uFsDc+lteeQOa8CT/wKwx47My8UurmPKQWWh5evMYvKpzAf7QsA0GGgi
7w8t0fkz4k5s3sTpQvSoouNy8LLuR49VuUS9dC5QZIr/RtytvsUqcPz3J2fOHX687j7AMmNvzvXk
5L3MVDcajJOusX6Ttob+UhiW+uToQ7HzWAQYB1q1oGVr03WcYvsRlnhrfdDiv/d/iT5mqibL5HlQ
7cE1MDJETyl/etypWl8k9ok6eRaBLlZxwDyfQCgYDLKtw1YOpOjwGHXdfsOSugrRckv3SgS2CcHj
J1eLfSCRjHUmneqSKpq6kmjges9Y2f9gCU6Ar7OxJ1KzlkgpJgcVaVeg/ZB7BXYHCesb4Jxboms6
Mhvt1GRdWKXiADj+2/3ZGQ/Jp8kZTVh4OAG2gEYXxPGTZeqNSuu9vnBOLtEb36sVAvxO1AJOLZsF
UzOjGSGx8HiolONRPjEFdlalxTaVaBiIvcLPidn8ShS0SXx5RNh4IN60AAoElmpyK0kdfcBAestT
A2K8okqCRr4RbQkQPbn7xnkbPSfSZR+CY9MIJmFoIbDKHtiFzljlEKJoyMpWDzVKqfeHM2sIMpmA
0yOmuJHF0ngdtepQtydNa8odpb2yIhyqGMIlPzRs3PC+uTHGm+wHDx4VDX3jow6e9frY6k3pNABV
tCfZMt9M7I3bo/jc+mn6LpCk9UwORodswVnMbEJETHi9Y1MYSEJN7ncHXNJdyTsY7bjf6Y82ZwD0
fS2d9rFiztiUAAoREARMBeJix2lESzJ5IsJbG33v94gJTfvP/fmbG8ooOAo8oo43/bQUwMFSHXdW
0pxI+qLHdpjLn0X+/as2xq40ROr4A5D2lOWHSjVzU243J6+u9rQWR1s8oXv/vpFxoa83AlIqHypH
cJkmYK/XG0Fr+6xpwGNwMkHoLe2/DZp8yLCPTLnKzXwhjzBrDG9YQIQBLbtJQbkE+EQ1LrqTp5W7
oj96oDXo1cRXa8tXxcLIpuUa7ASQaSBTNKoSIud5k3MZjDLPuNKd0HH1aOh47AiXBkB4PYFyD2Io
3Hsxs+xZkfG+NtqX+/N6u0GQjkZid3wmYDtOU9MMUM9IKZoW7ikJSvXEzZ/msITWuz3FyLEDEwu4
IZhRkLu6XjwXDPVNnlb9KeUKfUQnUhf0XOVgXnD0dk+AiXrLTDN+MuyCPZgQaF5i3ZoZJe5E9HOg
qWOsWkyekp3ksdkYTXNqNP01p+o3EBL9MUS04DhurxT0pPzHzLRIZdp8AJ9S25zawvmr9mCLxgPr
/nrd+l+YQJ58rOHjnrzJjmpM1tB8bE7x8LM23HXPPLDWihAEvQuud9YSXq1oHEFlDFDj60WLBWAI
GjDGp8zoHxwm40BaLCDcNMK8Ewv16Q9HPjnfY284gOCovuHhP67g5/jciygznE6caNVWa1hqA7Vg
/NJqsfPgtXq3amw1MLMz6ElSn7tlvE9ti6JrkWfPPfTeV0RPPJ9Se1hVjW36kZT17v7cz7iFq984
ztin32gOlZaXUooTz9VVRqDNk7flfgAPs6mVb31BV/ftza0AkIJ4eYFjetQTubaHV7Mr0ewoTjHT
kc+Mla3O5AoEZ8c6X+SzHh3odAFQm8DLAdlrxKcTB8sbqwRAnoqTpv8Z2j+J8t0xXmT/qEEMp0Qr
2F7NlJ3F8Q5g/3TGQl5ybmY/G584CK4rikcaJk6iFGg+09t35rQvXaZ6wVDaW0MuUcZNK02j09Uc
JK6QIkGHjDqt83fZqOVrCHHK1VKMbXzaFrBJK8TLh6Mw26QPNDfSc6OD3DThVhx4HB32FteaAHfh
UtJ0zj/hSTDC7dEVdBPm1Og3yyUZ6hNvQdMsqHLOZP6nI0usG3M76rOdSWTTJSOJiYoGvpIdtSYN
lVwJ0pwEdVkueI85VzjmmUE1OD6Hp69hN86pG0W8PjVEiX+B61j4WZaSf+6fkNl5Q0IN9Ctoq7qp
tthSDJ3da/UJaLLHvuy3Du1WiSALybtZM+h2MvFQAMfC9PqAGxZu1MYYjF1uG6d/5p4TtG60JIUx
uzwWuPjQ7oboY+oEFbR1Ol7f1CfmEYrMXPUABod1ifecr3JnQXV05lIeA0Kot+gjRmRa//bSzCuG
Lq1PTmGF6MY48rZ8jDutCCIX2R60lq3V0v1Hr5Yai+YCHnRtAgeBmAdB43Q6My2y6l73xMn0nlVl
i959HLEyjJQs7MuQKG+8jeFxFgLuSYbr48QjmAepHipPeCdNvGmTsdxBylOcCo2GaD+XIJeB6FWp
WDHKmN4GuGOy6aIlSui5gzDm1BAcA3l6k1vOvHRoFQazEo6FZPYzQqRf90/BlPjlX0Mbxd8RGoMJ
ZBpfCV4bJNcNTOggh5XXlsMK3S9ImteK4Zd27YYxet6D2KD5N1nmxao3nQFlbq6Be4taPtM1kLaX
tN4XjfpFTqHxx6FWgD57PBbR3jWNWDRidnWfZOJUOrqPzLdvxHtF30vr7f4szEw0ygXu+GhDZwIS
FNe3pbDQ6ZxI2JHqW1f80fhSzWZu315Z0K8t9OAATdu8ALVKt6bg4nOqxpdJAdqpZ66BYa19xdMR
xGNDcH9kM7fjld3J1VwUaMQGwAq3I31lZhy4AgzDW5E9pdHr1y2NQES8R+F/biOOqCw9Md7DVvYO
/VPSnWT5R7QndXi6b2husT4ZmgKVPFWQ1IxgqEM7vulJ9KQvZSpml+uzjclyIZtdFIYyBhX01CM2
dKooAMv/uqhfB70MsZRBpqXr3lkY28xtgZtiLEDj5rvVw9GtSGnAECGgT1X0q6Yy69XIMnxAEzNd
2BlzpsB1bY0+HIiyaYyeoCndqzQ4F8/LDg4xtyQ6cGshOFsyMpnHsmgBC4hbcULND1K4b8J5T8D4
d39DzO3xzyOZ7HHbEZ4qXcTWxN3FYxnA3pr6i2V8M78Irv7wR58tjcP9FMVLY1B0og64B6L+QY2t
Jyczft0fzMw9DsWN/yzL+PefTHS5VYDlFIOx8ZCPy1+JoQU6OEuW+JXnThG4y5DaGcEmN5UTvWYO
YTl2eJb21j5Gt3bYKUO1uj+auaVBlz9aKkFTOmanr0dTZAh07GR8huSF9yQ5kss8UyuQVRhuWCcl
29dy4AvefG4KPxudbDrSpqSLSuxsLT+ghEIMVAUOSvny5aGhF9hBFIKiCbAKk5iAk8yNXTCCnZK+
Gi76wLqtmlfuzgWLfSjdvr6kXrNEEjb39hhZAFAPBskp5nSy1yX6j6pew/YYlIst3rljP3A06UFh
OgBx24bZMrTIMSLpMYq6kA+7+4OeOc9QD0T+FugMOPlpnbRqPPAmpTU/CaP029iEWPirbiwYmdk0
MIJ/cZsAdT6tt0B3U2UFK/iJaN4+icEgQvmhQUe/zPdULl7Nk+LbeKhBSfBBkQUWMJQ/rveombR1
kcUpP/EivVh5pPp6yjeSZO+WiPOwyrLEj6X5Ukjuc5sEXcHS9f1pnTmMY2pppNpAAH/DbydzEvG+
8NiJ5ulPj/1I2maJ1nMmhP1sYtoihXcnuPGFw06ZtqVufUx7G1rJz/qQ+tSun0xzYRHndgqaRMYl
BBxPm5JhGDmYS2PTZKekpO92071IYCSUDmHP/ambOew4e/g+wle0rU5Xr+ksnQ+1zU5aauLxfSya
b019sZMf983MDAeA4hE0N2ou32gvgVyYqj1Knqcit/ZCEcHQQMk4W4LozawS4nCAxFC1wBmfzhpI
mrKS5bGK8kH3hxLzR1R7/9SNeygKJfJ7ZLp8DX+1EArcWh1LZmDuxMPKucV7JE7t9R3t1ZMFFbJw
aAY3ZLri27EJJdAsDvoIbLWgsllYuo/RXOeNRrtoLESaCrC4m0iuLXE30Vw9QYAn96GqRYOeRHXY
dPkprpAnK8xN09a/9aT6jij3nfNhTRXklbShDJRcROGgWeuud09Do/ge0SGGYD6mkbFN3e5CpYd9
oItjPjAZqkbzAqGzb10cB3pMN5UrV5rOnrOSqiDgBY9o3K0ipA5rUHgZjf3KIRGI9ADaO6v6teT2
NmutwFaMQKu1h0zKDW6FhdrBtL4LVzTSWOClh2wmvMDNuxodT6mdteqJUpKdh8xt9m0l9GPZaXIb
E117SgBAkD7v9OoMcNVvRan5cx9nnu3bzSayj8PPljQ0D5XEzY5eZJehTd3fnHKkeeumX90/FeDp
gXO8XkJbHbUTEB/Ah940izss60lfCetYunYRsMRdWWn/XTRDYGjtCnK3ia+xOGSRvbZLYw2Cy73F
DYipsHIHaZd30JD5oqvTEHpq6MNyd52ZbsuS7/C5sIIwq5pVATifETf0tR6AW+KldLMm7Du8mrgb
n9W6zvZgsoSGbm7+0Xv3Ia50xx90/tjQ+FDk3oVVPH7oKn5sSIVMdMJWdgVOtzTZpEbf/I0NBrap
KBUhb5LKp05p+2XUbjrqvpVpnaK03p1IV7Z+pomVouUP+njzJeiV9ltiZn7jDWLHEmiNF62JLhY3
b1edlxhhkmWh7ih/XZoGHajz3KQEpV4VkFphviPB3w5C/cTP+qReR8hBMz8i+Y/OtQ+yrN8Sywvb
0t2ZlJ0tTRytNA0NgzzVNdl1kboza+8hSqwgScUe2l1voHTeEdPegtsPqlVNOIghzNp8DcT0sejE
Nq3YNyfi6NWLDwPJ1xXyXUP9o6q0sBXWSjrKESq88Gytt7Ja+ljG/bbqnW+aHT3lRMpt63E1zAb7
EHN08CasfQdp91tltCFysCe70Fes9UA+l5/KrCW7QpGhId1upRPsBFdH55X1C5raezWum6D00jgo
By/2uz4n60oDItxTktNgpMhitulT0onQqM1fSmk5axM6zSESTsRv2/KnETt8z5J0YzcQdUcSwqZg
5jP6MAO1ycaKi52JRvBQQNwmAIUi0kNu9J4mhO9z7mmhw1QfvSltCG4t0wclJAmamP7saog+2JG1
AC1zJ6ANHGpbQ4gBZNnIi4KE33V8AYgSjQCfso42d0ogvkAcBPaJ51KwlUaMwAPbmuE1WTioQ7v2
tERf6xTdjlxVfuuiX1GjCaOMFKu4AQO5lKh8efZ4+HdSyZ7Q4vm96XgI/r12N3R5jg0ak0NaZ+A+
7Gq2ogLEjdnAXrqqNXa2kgY8Un6ojF5aRQV9a/tUDMZF6UvoN5iHpG2zY6fLAnrc/ZPtlSvZmBsd
56eh5vcoy396BXnL48LyQR+nBRrncIpe916m8qel1Qddpcfe1MJE0qOT013cDkFGPMN3wX/e18lP
ZEnhqi3rkKDesu7juAI5pX6oieZnwvym9hZcAQtMaQQq52uTSLwdUa4nUnuITH2bpMOzlhuW36be
AcmI5/se7Tb2xGKhRAxxbuC+bjJOJHeRykykfbRqGcMXMOrTpn9q9OSpUhU/su2FS/AjYznxoGjU
RWoRCifIwH2kIj49+PAGymvRNdZR9YR6whBjyN20+luvVGUfgPwTnt8yQk1dR6ho9OFZcn2nJqm6
4sVf0GxsSqh9KVBv6/4wFtbwCMeqEaimG8w+FSoHMaIdlkYvV1XBhhCylMNrlmrikEE6eXN/9m4D
iRFziBqQhTIQuHsnL68MwOFCZoN29IYSDMqEuNG+L7v6uc08hp6PJALZPenrYyn6aiGGtsePX08k
zquNDgG8NGfQMq6O/KPTRO2RQPviwAzOXpyiLnZNzcDOgGfuBtyH5AU1M+URUqT2rxw4ir1GGsjk
xKqxh2Aj31uKcF/Bs2odeFJna7emuelbDgEcrmMJ9cGcCGB0mXerLLZ+VVyPn5u+olmgUxE/dqkq
n8ZGpZWVx6AgRw5VfdWpof4WEaRYTFnDJeNQP2rWAKwNdE5+RKoF8rvK8V7cSEf42isl3vusPTiD
iA6moPKBuSQ5KkrCQqSg6m2vgVVGNlENamQteWhEB6ELPXMehYz6b1Fkty+ypNgACFr+aLoAry2O
WZCA1zTyGbGVAvwCaM9PI8lX6JgxNlDpWsrJ3MYFQCNYoJBDF+nI2j15VLUyyWqmahiQ1xY+y0zF
15r4TbWh/3p/z90+AGAJtXkw732gsSZ7Do9zjbbj1DlG4kNCfpMbP+oxC2S9fNkQQLXWWAIYaX2m
wghU65qhrjR5zCxH/pMU6rDJoNF7TlJDX2nILi+VdG59kQtYx9gJhPc2Or/GkX/yDKo1mH2B03OU
wtZ3Q5MMm5JS9k9BvO7ZqNU0cLoWaM37w7x9i44lB/AjjZTRUDkZf9Unq0bUZQ1Tcnm0TM5WvFfV
tXT6LxJq4FKEFcBd3Y8iDnB011YsgzcQi6HyqIGa8ZF1fYaAPtZWfWMslRM/qjMTx4AsJ7JQY9oE
CIjJBZypWgxAZCaPZJDpSRYmOELA+n1ubCZACjkYv7O+Ho6OY8UnPgzKe0qyZAsdpRYQiaL8UQ9u
so/gCVY0IkMgdGC2C+HGT570EO5VWoSXBPQzjXIYfLuw9CaI6yJf5ZAc9LucgB+5q6HAxSq27mTu
hi0f4gOcSBNQr1Z9HMZ2Szrxu6amBFBIgZtpKrbqOzCNqB2iGUnBi2mU0FDB2fd7u1txAj2A1s0S
eLYu9oFRCWhqxWuzs5CYyR1vlxg1Dt5A9FBnoI1pSqiK2qmZvwHR+0frauuP1w12IGhdr2pTa/a6
1karhNRsk5YsO6tlgyJlg0TQnyGKlWPu1nruG1oKjmmbi/ZSp1FbLrxEZ9wGpNigS43HKOgup9uC
FrE+qMAiHs1ajY5tVYmfGai9D1pd9QuPrXHVp7tiRFca4N0D5dgUXDnwCN12MmuPQmnK9QBCr3MW
gXqRKZBpBwm9sYrqKj84eh79wU1J/ouRjjy0I/Mp+MKmSa5MZApAa7w9ulr/mzdAWdsp5HzjfIl7
Z8Y/4oU9io3jdYnU4XhnfzrPSURUwAXhiW2bBqI7iQQYGPrsxmR133HMTCgCXOQkYWkkrJo4jiw1
W2RoXHk0RP2d6yCYtGTgMiMsEeUWFlsPLVoPCyO8b3Ym5kAfNjoD0X8z4tfHLfVpfK5wFDfRk/ZY
AT7YJH+r5IXUu5wAmYCGh8p6v29ubjrHXn/sHA9JyukowUfOPCU35LEdLsi8QtvnoTTfNOWf+2bm
RmWNmxOZZajSTwmHerQiup0TyaNdOUEUm4Vf9MV3p8t+q5lZj6zrrwO4pxd8/9zgRoJT1waFBcBi
kyUkeQtkcyqHY01Q74rPg/Uz1rJgKJaYUW4MAU6H8NDB9keeC3H29aIB7enZrGXp2fQOkASN6u8l
imvOj/uTOGcFhBnAhiFrh1mcbA0tAho8s63kLOX3LmsBhNDQDOagZr3UbzZrycRzAaMBTHC6XGlG
TWTrouScWsZey8nGlJXf5NU+t93t/UHduEhMnQd8BwIeYHMBsbueul6nelQA8nTmSrlmTvatx8Pb
FsMCbuUjcXrlH0c7IwvciHsAWnsyeZ2n4unYQQTRM4rQoBDoQqbkOcmOUfMEMHVaP1MQzCtl7qfd
E3jvF7biTfDzYR6o3RFDeIspc+sqK2q1Ts6sdcYUzTPtlJ+NKsI0ovsBGO7/Ylbhnf7X3BgVffIi
ALPQnFjgHs90C1z5WaCBeXIJiHwTWk3GNJlS1ezawuplci5b4TvG3hMLG35mb8BXGKC2BH+fjZW7
HkVMUBsyW4wCzRyBV2hBYb4W1e7+VM2sDGrGJhDVwJ8DbTlxEtgYKkN4k56pioeIgqzyQxmb8t2j
th2muZM+edCyWPDysyMDYyQoQfE+B8D+emRt4cZDq+GAoQcm0F0W9N6OkHzhUp45xo4KrMkIIoVr
n9bEbYsptIsHLJBB/Ma8lN1rKkZdkYUpvPHuuD5gZUS14L+bXnazIHqeWE52rj9QBG6nrmsaeaHa
mi8uPKPfQkE0MFNqbe6v3bSXCdAWWAaYCPzeKp7L07BDYQyAEJnmZ4ORFejONqhGrCEW+bPTxU5W
9A+3rGNmD6HJyoPe/L1v/vYAIAtmYgRI9lv4M6bKPp2yUlcLk9pJdUZu3nqqGSvfu0yXS8s4Zwa/
++PZBOD4tCYkGy9nAy/p2UzBvJW2Jg9V2i5BbGfmcuS5hsCOjQw4GoEmbxij09OMa5ye1Tw/RaoO
4QWyqrxXI30pU/PgDlpINBu4NORx62LhQNyMEeSsKJLjH6DgbpvS+tZ2B5Zqw1kI6e1Eqoi1V0L3
8v6CjQ7j6hKYWBl/xacFU0aVvsId1aajTdKjCjSkYdG7K1bsqnxjDrWPm+G+yZszCJN4yAORgkzS
SLR+bZJBvNgq9FI9O7KLDiUeVeeii9JQz1vIRxo8vfwX9sAngeQbmjyR97u253mlGFIeDeeOF0nQ
UmvllMXBo+nvBuDG+7ZuvNg4tk+2JtPpVaVhRB5Rz9DUObuG2Ejege1jiU583gz8Pyiv0LU6hbMp
NEaJBYf4nLNe9wdeB3nnlj7j7cKtObNWaH8DAhSEx6haThlLzI6h7xayBGdDPwz0LeMno34XKVmY
tlvUA/qPVPhkMNYDSAKA1PUaGazOGAqBylmtQCBjdP6QAas4PJQWFOULyP9JrQw576wDuNrFVqL8
sXKlspTUunHb48+A1wY6B0RyN434StdX6D6FqtHQaL4ar+JqJZMI3fjPZSZ9uiTfNbOMMIdrFmhz
cOpPW0I8liiWGTUKLtqTkn3X7Y34cpX+Y0T/MTFJnrlJhQ3PMbEyq3zgVdA2mft6+3p/28/NG25T
QBvw4EYqZOIoTbUqlEJxo3Nt/CZuHmjeY1vvNOXB6yEDES9Ji46naOK0xsQSeOhx04DSZRKglCnR
jdjTo3M7/EigVcf4ko6FNrfxP5sYR/zJL/aKpI2ewgRF3u5gF8ZrhnaONgWDgJLTYiv6zvOzuuLc
t4zhUffizO+a/t3orBDqRUEUGU9VYkPG3G3owmmZ2zZIFoLJzR2FYaZtWdxIqRlHUXTOh4cKrfgd
ijneUlYBafWZWYa7HF00ODTBfnU9BZKAI0Sg/nDWO1c79zkyeKWEHBptUdMTLnJFRUd/09Tx1tI1
2u+VzaqV6AxnJ5GJCBGK/9DSBkJqafyPQKwQagKtrSpQKoHFvDSUhSX3FUzsdZSatkzVm11cSgUJ
L4lUVq07cqOootpoBc5HjB7txnfVxvZNNGPvoOmWhqgBJH4/4nYyqCFAypWyQDcT1Y+s5KcjbW3V
NbJEUs2yQ4GiYG6jlikaVwnNxETTTMA0oI7VpxZVH7eXVRDzjvh08IJCzaEWlsaK38eV49ccktap
bPWTAe1IP9M14VPNoFB47/ihTbXioLdOu1XRRbFJPbs6JLVXBIBTKUelTL6z0hGOX7ld8V3IDinB
LsmrEPnQHg19PVc2bKD1ShqptaozQh/BhGRs0XLivBUxMTaoxBhh3yT1vuVRsi8rO0eLhlLvFVdJ
fbVI+gcBZqYzIQ5KdpIC0QHCiw26x19JArHOqHWiVa875d4cRLrNPItvmkKlK48AIEjwbA6FAY1P
8G/kZ8BhoyCJrDxA+Ib5LOw6LBXcMVEmjRW3jXLdoh9oXTsK9NldiIt1XdweqpqY+8RADiputGzb
6RFdIdOMvDaYp300G3tQ6Ov0sPf+h7Tz2pEbWdb1ExGgN7dkubbsklotqW+IkWl67/n0+6Nw9p5u
FlGE5gDrYhYEKSqTaSIjfqNi41EMw26AV2QHgzHeF2PV8oHa/t4zY+T21F4/ipPYPpvCXCuNDM+t
jMg79Dz43dowQlsL0eVOKJZD/KUbqYqCeVA171HxmmRfezFILmAEeJqK4pfrZ93ayUDtizxi1km6
gNUmuNp1jaebLk4WjhGAnumldAdo5yVq5a/XY62dqzjAkcjzTr/EcIamVnAF+55rDZlps0nv1CR+
EOSBzrqZgxmNd1JibdDt5tNzebpSx5ttjuClIwz7cd/TyEysSRvwqEmTW18JjkkZ7TJLe0KmIkfJ
Rz9dH+TaOUOSzZuMMimQx0V+Zhp9NHXUol1rSn/jZbivonCDzrI2JPo6sNfmeht4wI9DGnnDtp3S
ey6+t06jivdGjlem9KvUmn0gWH+LiebOhQWPIRX3Ic/nxfUENNWL0lyysK+DSAFxK9aiQzJtYXPW
roH3YRZXVBT1HcoVk+VOhhvKpS30N9yZG1WatRX4Lsgf7MO7e7Boo2noTIIo7bE3zn3+SU+xLQwU
eyream2jJrUxpOWDa9IboQrrkWid9UURomOjj3ceJ8z1Fbe2hTEvVmfFQgr0yzCQcAvVnGZpI99z
OtFDUvnWzCMH+NX1QCuvK7pgqKBSS8bXYUl081A7yQoD428BAET/FnIzKeFt5e2tkNsT/BsQhP+/
iPPQ330vTN2i1guIaNXlocihihfnQXvFiN3u81Mg4zeEhPT1mKtr5N0oF+td77n9q5GYpZo6cZZy
Ib3oFrCpIj3USen0g/q3ZZx5h/Eyhjs4S1ssCf8jbS7RDwLP5c6acPL1NXBD3vco/Hl9ZKsLxaKM
MVczcMlbbLGxa/yYUizG7bW+G4CglcWrb9UHr9nAEF2WGhgRwFDaK5yvlMGWh66mJkrVDboLhdrN
SvWYmvpz2Q9MovapjsY97efEni0TkYMJjlak/Lo+1JWtR12PhvDsikQ+sTgihbj3NSlMdVcakZxJ
Oz93xikCQlUK0/56qJXTmFAgh8FNAZla1hfjuBbbnOerqwtfp+Hk92RGsX4KsVH9e3oUWJV5VDPJ
juLs8jJLdKusQ7PSkRfTnMAzd5jsHQXDu+88YAtJvMlVWZ1HZpGePg0Q6usfN6AkNf7QTI3uRqFp
J8L0rAriw2Bpb9fncDXM3CagUUWbfXmEicUYUSDzdFdWS8EWJPlbKyvNMZe14vQfIiGBS8MP8DoC
vB8H1ItlXOejrLt11NiGpxys0Tj0m0r3awNCi2RuLSI0QWvqYxh8uuoiNwOAb23t1qLc2Qrw8kOn
Bv7x+oCkP1KciwyHrabgPQVc4NIHfgbjiaHWa25loks+Ckbr0PKX7NCvgJw+al3n4NIsULYMympf
6iFFcCtPbKEqfqdil38F9zmUttxU0glOHPpZWlqBu5PUcxn7/R2J2nAQyjzc6VHaO37SF5NNTb9x
NDXXdvyq32Ms0ZiWqu6z3+XDDpBtdtOXbXETBolu11alH3XVt+6D0qMCgluCA/4BfiSa1OWjL1jK
k+wFgCz9dHSQzUJh0Zu0oyc3gevl2DmNfePvUbKtdlqbd3sfUwfHB7j0CSl2/aYEOWRXotrtCpS/
bF3LM2dS2+nBj/ofGf4VoPkM/7YHRefU3MfA40S8kNUhvoXUYTiFNJva+pV1LEpReWi6Gmfrsnv2
e3E4DjktYF+LzDsTSMIxQOHaAZg23PlJ3BR25oN9i/zTpB4iOna5VN5pvKZDG8xktg+hRvFcMY3b
gsr5ieZod4wADNxJxSS6o6GO57TqrWf02OW72tfEvSCIGWr5sWirgyLepvpg/M48BhRXynQbgHTY
Jdjk3uJ2/AdtZz3HFU7pgFLrY5J5xcEEAuIYXSHd8F+TrcSt77QF4vuJ0mRgFhXf5sDwbcWsAfX6
yI1HzexSrc52gQYpuOHh6MLmyRwpj5qdBBr9rR0MvNO8UHdEJTRvU5i0D12pqbcIV/aP+gDcwEfT
4r6soBl7aiSc4q6XXuJAbFhYyjAgyG9KX7Kk8jaumrXTl6ohUjycjJft9D7y2iTUE42idv5d773J
8fJhtL1QfNGqmgQl8jfSrZX8gGYIklAABwDfLbu0vWYWalrr2HkH0z5Lvgjt727AAjGGV9z/KOpN
ws8FIJdD/33ARRKkBJoqCECvQFK6Vfp9UH5k3mMYnDTlTEHMrsXJ6bbQJiuvGESo2IRzVRsI0iIJ
CqMWWpfm4ckiN7uOM/lvbdtgqwK75DXBv0PB4qJ3H/sYgQysbrdTfkkebvATCr36Ft3mj9jh8nDU
dIl+x4z315Zfa5BbshQwLW6cacIBB/b8VBUITwht/mNoW/UO42jla6LqkTOiYedovVjtkioCYhMb
xY4R1Ocobcy/fxqQiMERpyJFQ2bZFS9iLcmGeP5ZpfEGxMG/x7sm2iso2W4kl+raeiW7pNEKFYiu
waJB4VPRioNpMl1MRcpd0IPaxiHlq9gmsiOGxi+grenOk1Os/5BIAgETxccmi2a+N1Isk6X6j3qL
awCVUIQSwzw8VNIk3IekdxSVUavpxtg6pGmMgaYZKbZRVhTyIj2nkGINTh6m0k1eQM2hZqLf+Xqt
H61w8PeAT7OXEFL+XheE9qD6JzFtNGi31Jp2bZbz/3nFUJyJB7BbwMoo6QyURgZ1z0kGyk+E2K+C
l+fo6Tj/axTMzAqe3/X7dWP6lkQ0fZCVMfEk0zV6DSK197XvMOfTZd82deNYjZ0jZWi9Xg+6lj7M
OlmYTpMVXaB2ciXXG0gbBO3G+7HIX/RSf/YjpDiux1nd5u/izIN/976yfLEcsgkoWc8zeAxDW8Xh
8HqIlUcHJr7/DmWx/GQrgUZCcufC6JeTu1pjlaufA1KA63E2puwPV+ndUAxAw5laMRS/fEFbnBvx
S949XY/xJ227OE3+HczyWVEiZ5mQ75hukUMBCrPnRBdsWa0f2zr8FWf6Z0ZbwlNUT7ESPkSRaGt5
sxu1YuPWWx8shw8NOnhoy/eVUGcjb7jadDshcQSIDSl0ICRQ9hvjXbt6gHXNUGW0hinZfVwf2hBk
cSL0pivG3s6D/pzkmt1J6kkdle+Vpv5qIkg3U39jTOHN9dhrQ0TBXWXxwN69UP+Sq3xKc6swXT17
FPuUEX7K6tfrMS7VRLiEuH+gRXMRgfperH9NsIrKbEYqTuVjJHxPzRZ210kz7sX40fT2LYWh3jr1
LdrR2kNbPAxxY7f9xlv1Ur1h8SsWW6RMAcsPE3UvMX0Uh8iOAtMR1H2cQ0Q1nSz4LXnwezeeXGtb
/93Ql/r78SCDBeAMdY00d/tEf6kTc2NLrg8MNBs3LC+UC2BDmQZqJweR4UZD7JbleGcWceyoeeFC
n/umhck/PJTQhfd+RrK5Mat/Gu/LvTq/J5HCm+uwyz0SGKJXa1JOCtMqpeg0SNA6xuTVN2artie9
LEJHN/3sSxKOnouZYbwHL58hJQqFTvZ8VMsL4Wfd+XyBuOt2oe8FJ6mTjQNus/0uGY10X1jyP+NY
6fSCMCBpLT1CS1cUXzpdo9sKJvIQj+Zge5lSpXYvA3y7vn6V1U1COR2UCn1myP0f92dm1rTUA8Nw
5Zhjpn3TayG773pdPhlyIR3yKI2dNocwVk456VVTYRuXyjmvo9FiPQvpGRlx4ZgGbXfuIT3ShJgM
6FZxqO2juoU3PHqpZVNu9k4+yYWDLql4OwxedZR4HzrgCwWHjmF5y7NKvbfQ+rUjlACePK/N94VQ
KvelRjMk0cfyxao2tu/qEqZshtzOTISXF6OHX1dPFZeiGyIEoWjtXv9LI6s/SSrliP+LMP+Cd5dK
2KjZqEmkwWIb7tK43gkpfLZso0WxOg4UVHB3RpKO1foxihYEqA/idOuaRfksp/ntZMgbIda34r8x
lu3PopfkKms1w82xF0paneqbPv020TC1h7hzVSnaD4Nwm3XZfgq22OhrOQC2A/87QGtRjVMb1Uoj
to47IPLpK98M/ZxTYUDY8Pp+WJvIWR8GpB9p9YXOF1rdIHjj3HSlyoPdaiGWJsQbV+9qDDTPWW9z
72WJ3xaKwA/0TjEoIMm2nkM9FDp5i9Sy9qqd76O52jdn7osVIZYiPLs8sFxfPFnyDyA6+K7fqtV0
iv2NlbF2hLwLteTzBTCaYwrDljv6D5KR2XVrN8rn//BdKGyDkpq31LIaVlpibqJdbLmGOD7RpXga
G+N8PcTqjGHkA2APzOVFm88rpF7SUw9SRAnRKE4sllefiDspzUWnqlr5aMhISVwPujp3mJ1RZKbG
DXTj48bttMbPlGRmYiA20Gl3eXc3mBv39J+ccnmPcTLQIWD+KFgu1oLfNBo84ZoeSEaZrLR+VKP0
bdJAyjb5J6OJKc16Z9FsXCpyZ0moAIYpqPlOPrZAE9U55VsqxjeNEnV2qZb3gfkWdCFIaGXrul/b
GcCrZrV0ekTcRx9ngzxqrAqlsdwon8ofVtkkhzIy5Zvrc772HnsfZf4m747kVDVzcAVMhxaodjsZ
8PSerOmUJShq6IgqbCzd1YMTMBNwfGlOJpZpRE+GUoJEIw/15JKLE2iKjnDiLtAMSM8xEH0zqeu7
DFL9UZJL84bZrp6vj3ltcb//DfP5+m7MFLhqM+xa09WazpGjKeBLWrPHAkxF+Zxo5e56vLV1TacP
OA6illRnlus6R91PKBLTVct6n0VIgnversKo6XqY9bmlbk3+i3cuj92P42pECiSdR5zBzx59DQN3
scrvGktJ7E4Jntrc+CfPh9fG0xy1TjcmdV6Oy31lvgu+6ASIDcTJ3ApBPkzmQ1RFN1aUbtxHa0BA
uk/w5pCaoOOwPCDiUhWyGNEjVxOfrCzfTd5tPyC+5MY5Fed0L7f93pMtR9L9YyP5zvX5Xbt2yXzl
mQ7BibicXstsat73RAdSdFCm9M2wqsOkwQZMyq2X8dpL8X2sxWzGOkD3vIPpX03UlSmfHhtffZaz
6blpUEjwh/ymKNqDMYjHqVHqjZV0uWBRZmF/4oPGOC9qXFScqMwMPdlN8StrejSPTprw+29nkxik
mQY47Rkvs3gr6qOcI1zS6a4SCN8zuUGqOL8X5Pqu1IuNM+5yv89CM6ICDoqO4gWnVah7KM5qS0sx
xS+J3T69DoVid8WdYm7t9ctt8DHWYlhlPoVR59Phk7OZyV/vtC0rxcsT+2OExQUWoNk5BDqjiepz
YOyypnFqXh8UYfX292bNYm08FCuQyOIiAr25OFOmxGgCY4h0t4uk+9KzjlO/cXAg+X9xdEAYREqZ
84kO90VZxBd41TXq6D/pOZySQ2wq2SmVi3bXcF3UzqC12o2vmNM+lfvquTe6YBcBfLoparDAneVP
T4NQajciWshPWVYEB9+M1a9RGA24jDXjkS3UfwXXp30ivYhPneQlp0LRO3uaALOVYh3tqhBgHfoO
sraHMFzuYwpgn5GU5ht6gXr0BuQRy6bs0HpNulOSycnO1KEnKXVg7rPaiA4KZFJ7EuPgNkaTP4Cc
3ca32Ep9ryr9zSD6XS0l4lOjV1Dd5Njag836PpVic6ySqNsFVVzcC606HQYvVu8gAGud7ZWdYjdd
PrrJoPuultaw8UCHOKWlKgctiH4MYw1WKQ8kxy9QClFLT3i0xqy/j60w3lOM6eiNxcXB6kV1h5sQ
lruIkX9WYALbZYJASj60ni2HQbC3vEhB0lIuPnltkDqQY40XT9Dzgxc1KXxoTTjmKKLdFWWko2Mz
yDeloX4rKGrRuDRVGx08/0yVoHMEn2amVINiMSspvUPD9offS8EuqwUqle3029pS6b88mllBwKpm
3hN6A8v+StuB0wwqJBgir7FzkX6q6Tu4l9nx31NokEykimbMqoYUQpZoMQvJhHFQGv9JjqSTFdHR
DLy7wix2NJ1sIRJ3ddqfK139J27SBy8R/7rT8TH84mJo/bYNB+r9T/pofp80+UULmmPfyRs3wNqR
Ccd1RsTB6r3wwzQaPVRVFPSfvE47WEl8BzgfYCv8pLE+ZlL3168m4B4zsRGeMqXD5cXeGLWk9ZLm
PxlBcEhhNnq1f5cYW1iktXttlqoCuw+y6wLB7zeijn6n7j+pg9TaeRbcs5vcvtUP1++2tUMTh0Ng
mbxp4Z4uDs0uClIFzVjPzc38p6rBxG8kbyMZWosxcyPBHZFWXnBOq0ZOxdaqBVceqZkrsLqTjaf5
Sj4JqunfEH/+/F2eLLWpWo0aDIROL3Q0r63OztP45DfWF7lsz3pl7Np6vNEHTh9hSzhpbUtj4DNf
14gyXxQ742gytdAoPHcwkkOU/FNQUUzGf6JpYx5X41DgwDpipiQvk3PcDZVWTCeY/9lIP/8Lji12
a3xSs2/X18QKiAvsioiMhIGZN6XixSsAgyjLpOcvuOwtmSlF4igTULSGquY/tEqMSB1ejwjkNPUJ
TL20y/rBPNGpD3fXf4m8kkEgNkThYHaoAf+0+CW5WvXKABXJHRvahXKoT06uWZ2jZchBRomUfBt7
ZP3R7sXbTDcKp+q86FiEosYh7wW/Gm65wxD74AfrMgLv0SZHpZi+m5UPhIru80GL4xHlPMHfJ0X7
FlraXdhpv9u4VR+mWm53XRSmVDuxWLw+tJUNzsjmzoqEOxdkq48vILWkeRjh1uYKRgJoQdn7iXEW
s/x0PcylUh+PAC6c2cYUsijiXh/j9H6R9IkQCK6HNmKGk+ygUgbOFeMpnTTHbDJ0eQS7QisaOaSj
arRPnWbejTQ/fD270bXWEYLqaA79g2TWCB2GJwn22fUfuXKE452DScUfaSnUHz7+xqTS+rEQJcEd
20+eCFgk2cliSQdaO6Tjp+ux1lYULks0f2DOktXPv+XdSaHHKqD/MPGfwsKz8/KnYOq7ID624XEU
ZEffslNZnX9eDjqaprPpxfIS5vmOB67cC24/aBJWBxi8BJoC2bOIgPtMYB/SxpLPE2XRe88wG7iK
RrLzG+8bTwQfjUvF26ezQazuJd7PIYEYUaRqZ/eG0ByUsjPuUL/xP1+fpLXFCTNnvhPQ40B0++Mk
ldwzcp9YHADmFx8FJgWSDGps++tRVs4ziYcbqiIzOfWC4tuYWqkPWQYpr0ZBkNQ6RWkZQrZXpRKQ
BLTcrsdbW2Y8SDhLeCvOd+vHUU2J35P95YIr0K4pqKX01lsSPzYlFGpxY5mtx+LpP8vMczEslhny
h6lV54xNmBPUFjvDtN3lyNgUkmCjqGhfH9raqgYE/n/h5j9/t6oTNZcLLWFoU6TZvnS04OMY1ksj
n8NKhkLy9xuWYwWE7/z0nt/eH8NpyJNVMCo9FyOok+CHr52nHHsh3Fd1eCySaSPnkuZ/72PFBjAx
OB7yE1JZY4nlMRpRqaWZWjHW6i/Z2KHFNx21joN+z74NYhsdYkfo9b2YWp/lqHwV087WpISD23gZ
+v6+LIqTJ4YbtY+VWZ9BzogYcIZDfZwTn3ezro+DLIY5t9PkHTpMbJPyVuhaOw6C0+CnDnDdjc+8
sqo+BJz37buA0hh1McBFzzUFZK9i6zbLGLfFLTWOu0mQNj7zCuqBcJSQ/jhW8g8vvjNQQC+LUcNx
x04baX+1D8qUHcT6VccV2y4dZeyPitedikk9xnIakXnpG4fE6hzDplUwwCERWG6kUWgCU8XWFqUI
z1aFx3Y4dsVBb1zL+ppkG+fe6jqDT0GVE2zFRSZXFQjEAf5iXYvZTk20vSnd+8OvHC9dD2h+ajqe
vpHUqavfdHYQgjQ0k3UXJ4XU4cTY5pXnBvqnfABKqCNK2cBLUSXbaM7G8A2PVEENbP4uanqW3QE0
LNCnr6XcEbLaif8QWcgIp4fYEHeW39t0aB8jUz/mw6mpKgfhTKfWZHvwTkIvO5GK1dldKI4cgODh
GjdP4Dp4R1N7jMjQ/f4xDP/RvJMW3+jyP4L1ddRupvImoPl9/dSS1j4uywslJiqVTMBiPeMRTOIG
M9n1h9e626ejmyFPZgSTLU0/9TGzW+kk692ToD1mfQS6PuDNOu5lawBxiQuJGCFrtKVbI699kfkn
ofX8RzN4cU94ajLqUgrvSfeRGG12Q/vVMj0bjD1MQmU/TpAppUMB1q14VWQOWgR11fK7ABxT06a9
Gv3wa4RBwYZNw7nDmEbNkC+bVUXfvOjeytWdV269glcAAfxejaSGVTsj6RdbtfFKo40izaIj1dpZ
VOwDlkzpv2X9tJOlW6F/ydSG5PlrUzzkQP5iZd/x2pODoyIeUjXi6azYdfqq6ZnteXeSkBxhjk7G
c9EdO9Wt83NtvfTqaRpeuya50bNfaQltMjRPRXCzsSzky+N+fvhagHspXaAr+PGYM80pa4LaU+l6
SHYXPAr1bRrfjdUZVAeJ00tT/lbDG6qW8aZI47ziFjcNiHpytdmPFaedxYpU67hDlrrU3EhXH6wh
OGo6RQvkI64PceVJPAP3gXHN1ZkLdwQD9IZVlJXmmnKEFOp9I/21jzH35fsIi7tp8Nupq+sWeLR6
9rXajpSv14ewsnepY8kzwhYnAKw5Pn4kqx2Vzs9KHYkU9UEdWqA+5pdoKJ5hm+9Gwz8NWp1uXEhr
X4d3DCp0OiDli+eg0cu91EV8nS6qOZZro/qcdyBKs07dIgxehGLpgb6eH5/cPdRGPg4v0nkzhWWb
nBFcrbIXvTtM7QabcyvEvA3e3eayngtdV5TJOcjG7gbeC2XQNkjcXDa32iQXRxqjATE4P3ng713A
CiY/zyIfG5Wz2KNx3jdHMYoMG343/HQoWK2fHa+vjovcfg444/KpylDBWmZsUl9qCIgU8TkOvwY6
4rX/VHWCFPfpepi1cUHemPXnkMAGy/dxCn1kGNO2teIzXagKu/b0UJg1YLP+J9nwSWuMt+vx1j4Z
7B5g26QHlz3hclJ637P0+FyPemOLQfxc+6pbyOrf1k6ZPkAgPBg5AumFLlZfAihbsqYpPifwDyvk
V4qfZfP1+lguNvAixmL5RX4YqJEnxmdy/F84036dFP2WPhetGpwM/PwRnvOW4sV6TLQ14KtSDlze
UhN1ujEf1JiTPLTr4LPeF7tGeaVwp3Z3Zr1VbF/9XEg+/L9wS+yTAK8YwooSn/vO36UTWrtd6fhb
i2JtrdN6xNUV1Bv6PIvrqjdHT0LLojjHtRF8Uv1J+xqVASLOz6HHWXj9q60GA8xEW3eWvVsWAUct
8xNeXtC9qmqXq9Q48/Bmli5Gj3njkloLhV0ydTd0K2Xa9B83V6IWSoire3Fua46J/mXM4ZxMP8ki
rw9pbVHQwVXYURy5F2/lVMvbWFGE/IyhiHQQYtF3hEk7mJH0S5ejzyQ092KjNn8/kZwcMPWQ2+We
txYXZFsNStZGVXbGEhYUR+ML90ZcjbaVy8LOHyN5I94fFeQPqcUMVZybh/oseXdRedJGKdSFLsjO
2NxFNJyGSHB6ehoOnT3TKJ6qQNhHeY+8sPWlSYU9lpFuEo8aKhN13JdPskalswilCC85uX3OJ6ho
rYlwgy13fvGZ3S5N9mgmyg1xBlsvUMkpulS8LxQt3BWlLu6LLKxsnb9y42UYzOt1G975QeQ5Q9XH
T3Wp828VQpQ5hYCJNSSPMsI3tgrAjuYOLiu7hPe9PsF+4qXS2UkyJKS7vnUKRHG6rzpfuKFd7e2Y
w8jFSSuTDkoP70zyIt+mzORh01Kmr73ZSq5YSq9m7n0vQmGsDzBt6KuHsbjvBQOKhWHWqKGkhppB
5DLfJNxxXxRBlG1r8JFDIcF+1gvcARP4JWdRCqxkF+nQGLwpqG4iSRntQPKlW1TsvX+sWJbBccOi
cIQ4lJ1EzbTbNMFXQa/hzUqgYR/TYVR2fR73mCulBtPTVxvff+UsAu5CgwoxNAo1+rwL3t322Iol
s21Hdo6r32nx6vWPXvH3J/qHEIuDyIwl9JR1QhThP7oS3iTW0USLf7BoR/uHNtiCmaxsXDAm6GnR
IphFCBY3SJBOZiYLYXaGjGA3EyDhGlBk2u2qzi2Cn0K08TBYm0JyTtQvue2pqi1uxcrHLA33m+jc
9+XebPuz1JYA+I3j9fNoLYwGvpOSLU9yag8fv1TQWvJgBT2XbzcVRzOva4obkbeHQin+h0XxPtTi
i5VeEmlDOcZnRvxk9AGMypup+3R9PPNJtjx4NBo6VOvmWftTgXi38ooBQTlkpuIzPLdfk4BOpCf1
G3O2clfgBUnHEoFjlJyWQF+tMbM01tT07CNaHk6vUvwQ9rcd2/f6WFa+DeUoPgqgMQpuy1dH1E9t
5eHHd07GwcYPEhYHnb2NQvFKEPh5ABoR9cM+e5n7d0GjpMaYpud08hFdylzoRSdvkF//eiyEoccG
gB0W57IVwf2G3rkapudAac+Uz+y+l0+FNh6uh5nX0OLz80ybM/9ZYuyiY+2DT0wV0a8giPe2bAGW
76O9KiEy7+pQ4b2ut71k42mzshxm1K/IquOBeCE4UaqtlESJV5ytZPzcFfsxjGheCyZ6ePvro1tZ
3FQGOQtmcQv00RdJitqWqaqjhnquw+pNqbkX5WyjRLcyGO7O2WyFPEGFk/TxPEDtqw0auO/nPqhv
YqH/Qq6H/054Ik3f+FYro+HdpCrI6NGcusAXCWGVBkCy87Oq55Q76RcI1rjFMVwdz6z6hHo9ot3L
JDw1WiHXvZzxqOV+quvXWlUPbZPuvSL9+3WA/DMWNRqLb269fJw6GTOCOMgZT5l14eNQy7+F0Auf
mtjHFkpBmfz6Yli5kMixOOiYRBpKy8WQ12M3oLaQn/skkx6mxggcOe4sJMlbw5HaJoCsHZqviRLK
Wx2YlTOD0CR2WCNycixfbBXVP8vywuIs1N+EodkZ+acGsv318a0tj/dBFos9ECbwyBpBdAUWYvcp
3uwwrA5DNuYUxZqdOxcRDNyz0aGb8nPb6ffaWNyibw2YbqvQvvqh3oWZB/ruSoo7MnO0J3KqK7hl
dseJNHgYWkTqHlXpexh8/w/zhsQfdAmUzkjBPobLkIfORYlR9WHjgOKw5frz9QirA3oXYTFvXq7x
iqjF/Cxl5slCeE9CaATYwWA8qWZkh+m36/FWvxOgHVA1lM9RNfk4IhQjIl/ETew8yRGUr+lt7EtA
6p6wkXLNG3RxeXDV/htnkXKFQ5kXWtnmZ0PORwywOn0v1WPpZEMLLNVoBFy5+vTv719uxblQNRsk
XbQFtAHESVPxIIzAQXa/sRsNtzSRV8f1LsR8Rr5bgEU6pQIabcU5z/H90s4hWoa6/iuIf0nR7vqn
Wgs1l4p4rSODz398DJV5WEEhf5Gd28By5Dx58NJ8h+FGDeUOQ4ZUUzdOibW1QZpMRQL1Hk7exTdT
MkFM1NHIznIu4ZMS8qrEqS7eYn1shVlsqoGzSAoMxiXIv3i32kr5U9tKkVbn7t1QFtuKks1YVqpJ
DNS+alS/tOQcdqXdIGqrb/m1r92L7+dtcSgJPrxjP2FAFt9GrV5QwN91cs61uJFQrB3jWM7CQYA/
BMFvkfWLcoquCQKiZznT7gBW3StBsBFi7eMAqlBQ8cDk/qJ2Y/j6SIGPNRBbua2M7iS8tNZGsrIV
Y/7zd3tIG3U1CySNjxPCHpsQve46e1P5d+2rzOQuGQNrZJuWELCO0lSp60N6lgaZPqhbNcVOSX/m
W5TatRNcn40x5jQZXO68FN+NRg0GfzCKPD8LeLYGxamdXpXytgu6naH4O7Xeusv/5D7Lo5UPNPsH
0cowlgMDgpUAuE7y8xBp050haJMTCZWyEwdJOEYmUgJ6133xRNRoC1kb9yj2RPuub0W7ynEnlkp9
dEZFqcBEC7kTylZ+60Fe3Di91j4y2o+AL+b38AVAFPHZvh8bi8Mke4nlwp70b3K7cd6vTv27GItd
PgED91OL/VBbxa0h9yhnT19yWbkto2InAxOy1SjewJSsjguBDRI2FVPDZXETkTAooyWZKfxop+xu
gu4HXZj/cBLPomb/G2Rxogwo0hvjSLEW+URHFUK71Cq7jp6vXzCrQ7E0kQcXRJwLNI4hSLNVgs70
5XeovBwnmWQXBajrUdaOYi5k2vVzFYvHycf9ERWl0vajkZ+tDjpT+Ozlx9Sq7LF8DpJf10OtDYj9
DmQd8VaLDvDHUEamJUbsKfm58ZN735QPUu/fCIG5Ad+ZZ3+5AXkyzg8tNAutZY/K8PBJ1LspO4tq
AbhAFJ4E0/xxfSgrj+/5lQUrko4u/1ucKlYeCfhLCDSoirfeOzW65VgCUrvZTVgEOzAG5bixsFfO
yw8R58327hyLY/LFmIk7D4hvxcpD6QNc4SGpg/e4PraVzwR5b9YFtUDxXWwh9INTMYxpvjUCWsfR
ocIXODU3LrLV4SAbPDfcZoTbYtkpaRpMBiZyZ9n/pqXFEYHFqEacLO/3/2E0oLgRjABhjZvQx3lr
K56oeWvEZ1X4auggUMxvTfl6PcbaYOaEHebHrNm3fF3pOb7TZqXOTWWwt0iKYDy5E+PCbseNdaev
LG66ogjEUPuhNfVHO/DdMhCippuqtkrOlhrWT6Xevpapl+VoNkTgtDBmekLe1w2T8CCcIwQKhUQ7
5FxWjhcUwqmZJEy8JDHeW81U22UBkSbWpuxb6o3hqZ/k+C1RgvJgoT6LC0ul3HadPx7NSaj2WqHV
OwP5sBM6fcPZq4vMrvp+OMaCGu34yt0ZHlH/0AEYxDy4l3/lSSPc6SAjgfXVivVTLFp1cOTMbHdK
28q7aSr7t0aNKkcpxv53NYnhFz/Vop9+nlun3AulWw3l/p3ZJt0RrPWXqMsgAPiTfwoFfTqKeaAe
GvQ9nE7AF1HO8bySPHpnSRxmvzFynIURIbv6uh4f6P5ueUhefnYYY/w9qnC0qPn0H5eWTn0qU2uW
ljfmvydN2jdV8rUPpPsUA/DrK+ySeApMj3rLDN7l7XyxxDDJnspEauNzOnuE10HNpUPb2qlyEAx9
c+vnw91Qia+jZ94n8XSECvtNjOKNZ+PaiOci7Vzymc0NFk8QMc4qMYV3fwbTeR7C6CR25NRaXp9M
EOXXh3yZPcwj/jeW/HF2tSH3aHDR5G2nCnvu5n9IO6/duJWma18RAeZwykmSrDAjWU4nhNNmzplX
/z30D+x3htMYwvs/8YkA13Szu6q6atVaW3O6j6dmX1SvdsWA75qjuL5Z2ONxRU1QhY916dL7trL0
tqBvnnbevvCVx041D7eXJDTBA45jA9bgqgCtxJXT2EYHekLmHvi/azR5b1sQfSDwQYxfM0pCgrJw
q75UqbnR0UqBAeYlQaJTiWLPDa3oY2VbK3FWaIsSIPV6sH5cgssP1Muqg6qyF50ihnXv0wpS0cqq
h21nDdk2cMpipQoo2r2ZFJu3AtnQVaPVbEszymFGP+mDb+195gR3rer1K0nrdT6ExhexG4ozZrTI
jS9XlSeKHodtRpcoU8EdfzLKH/a0V6jI+UBDbn8toS0LNjjaONxrY2GrbiqzMZogpiCSdh9NHsUb
g6Q5Z5rK8w6wjVk/JljtVy7x/F0u8yNWeGZ1cbEc4oXipRHxPRjuZse/MbVW2ci2lq+sT2iJ2RSQ
tyIiWx9NjriOfGAh+ddsAKzWv6rmSilaYINjDp2DzUADc02LUyiPucyETxmdih718Ub+XIzJk+q3
K+mXyAHTY+NM0BKlsrN09sOY1pOKfsYJVNn4mKjSm6MY6b4iYAEfJd5bQ/6jkgzjyez6jk56k0Ha
npiPBXPLa/KVgqvAoQHhQA2PKuHyjZlJY2n3gx6eBkAN3YCycO+93z6bAvcLKpsa5PxGvC5vjX2l
lKPkhKdE+2SawTaR9UNQP5aRs1XQ9C3WKGVE35F02pnJI8CWLWv8QWEmXWaleBOvek2N6hn5oTs4
E7/cXpbAaTFLLhOfKNAIimjMzrYNAJhT5VV3fid/C3Lv3gHQG7b619umhB8JBiiEk4AaUiW89CRl
YkFTVrCDMOfm21HSSNajxFm5Y2tW5gWfJYRp01V5bVvhabKQyZSHo5H7K45eZGLmDCR7pfB49RDl
8Rg1A7ovp26S9h3EaMwtrQDjrmcTNaBCIABwvIwlgNS/XEZV1GOC/GVwCpRym6fOJq6VjQSxfJ4M
L2YgMczXDr9hvH/y9eG9KNYedKL7TYeH8QAwCIJpVq5q0oxt6Z/8WH0xumPR/MikFobLPnYbBt4j
zThkjbJDgHpv+spbrPyHL3n+C5bDroMhe6We8QtqUz/Kuffehc6K6xevctbOJJdkcHA5NmiGUA8x
reCfpNTJvqoW1KfDqHR3kt1Ij3A3+gfdIIvOLQ8Qk0PiHkBMAxIeBFCsVdXu9g0R3HmyWWqic18P
9ZNF/OuLXK3kwQhOjXJM0i9G+dvPV96Z1yPEms28Oi900IJ0kpds/jmE6AShLDxxR35RgvsZIFUe
N7+bst1DMPUBXfJ3LVZbN2jgL7+9PsHFgbuMCWLE5nm8L2OGHbdZU0tdeIK33NvE2oDWepKu9QXW
rMx/P/MATaRrWdFjBUY2V6eK3q6OIQiCAQuZhyspOZs8PC9NwNqZOxbyhDxwyxru71EK31DFqT5M
UxDfjYUyvjhQB281a1h7+QgcNkADtNuo6JD4Leu3pT5FDszu4Ukq2wdzaB4Se/qo9t27P+p/K4wz
H5UzU/MunG2kN9DqzWpM0QDz3K4NimcVLtSNLUfB3+fpnAqGEWiGzWPCiw31QmaXnXYKT6N2SPLh
2dYelaTdlPUaEYBo+84NLZI9TZ70KrcxVCXvHuzYUv3aZAMQsrW6t+guA2ymnPz/REEXm0dVpFCi
sQhOraH4W2vyi/fBN/pHswJAdvtaCb0YsFxnhiDQB1kWeYuxqKMCsdPTWEvofmU04IYY8UfLa4YC
YKHiBoiQDGa4JZXvtkaE4lgRy+ZvrW/X5KiE656jFmIhtNaXVyPOog5CSds/mYP9QUkg3Oy8bZCs
vByFn9Fi3FslneCp4FwezSAtsgAVquAk581PO8oP4+T8jksqOk29kukKFwQ5HYMY4HzA+V+amqnC
jN6OgpMCaHzXl2Px0hol4oKMD6/4R5FbmZ+qM1R3Rlovgv4owVs+hnxH2ISGlzqhK2CUR6M2x60/
KOpT5Zf6VqvKcS3bmE/94gnEBCT4orkoOBdwLtfooBIGq+AQ0KPJjkXgQBBvuE0yumMBcJ06V2Kh
rmFBArtBswLV2WrvjSgr3D7Hoo9KlwgiOuDlMA8tmv2FV1meaifpaWgPec9kq4mY3Hiv9dHKhREa
gkuF7gcOFCKqy+XykBwrRInSUxJ0h7r8AjeuqzSfoLy6vSDR0UEgZSYIVrifxsIH+GosjR0aeCeN
UT+Puhz9fYlmwm0rotXAx8H9R/9tHuZZrGbIK2Rs+/SEqpNbGbD7D98jSLUy6ddtQ8Ll2KiGzk5t
1gK+NORR0a3Msk5OrdKiTFqlz7nWfGuNeCVHEdnBBlMGvC9JshbXIAoHzRksZpKyqSb30vzS1Zz8
MKX1++0FCR3nuaXFB6L821WOMiQnRSv36BW4UFU89hJSoYlxH4bm1vTlPdICb5NpuEUSvuu58nb7
N4iylfn1xWmkCmYvq0Z+HdUMIU7JCVKEb4DzjrCi7m+b+PP8XV5vsMvqn57WXNO7/HAKlFDZGGbp
ySmNj3o5wYERbvuS5cX5Bt8G3ECvXasfHjV6DvHgPKR5dA+MbXv7hwg/LPnSTMFDLWnpte1oUlMH
7N8pV8tmW0slvA82s67Bfyi0ULOkOjx31giJiwsep3EYti0XvB/i6GNmhP4e3g0/db2WCdfbi5pP
49XmAtKdAXFUTJe4lypqzS5TfSDBxfTLKh4cwIxp9qBNxq6vm91tY8IdtKlWkZrBdrIsOCuO3wxM
TGWclhfgNi4ioom1Nr10zRr/538nthKI4HVYMrIyLoFge1pnp0aHe8fJpxfDsw92GCFi0e11eMwK
d3QRytXVrTpJT7CdIWMU3NVoQq+46tmnLHfXAJw8998o8SxJCeHVK3owm6CKEuBEKG82m0Cbir1i
Z/bWsroUkuUSfqDMeQc7u0ZPJfq284Q0g0gQhV4V01LIZPxMKbOTnTR3zqh8LXM4NUZyu92ArglT
jGtkIaIPTLWHBz/NWv3qiRTJfRd7NcDvUXpMixrlwS+6+v3vDxE4acchnUH7xpwDyllej8ChFCSI
/52gczmUTXroZeV5StZYjUTZDGPaiKrBIWZTN7s0E3oKGZPjAC9XvjpQtHv+b7nu3MD60pqp2ypr
fVqRJ4V/mUctpX5GWhfhKU1t6Dl1Oz5ZJTM/iI0X5bRyGldMLEsS1Dqm2Ldpc2dBk96PQ5k8q4Hf
r1gRvtFh9adERgGGS74IgNyisZIr2kpGmFpfR28I76RQSmH16/q7IfbiQ5cGyj0ExB4NjVDfZ+2Y
rLVORCfR4k3BnVOAqS6jsN8xFdyYHVFYmuBOzL7EiP9lybCyWNEFp8w5w1Wp3F7pFyVazpAzgl+n
Tn+0wekDd950VN5xKYH06EQoFikr8VCUMJ2bXJx/nwwnzB16xg0Rwc6HTVrdq7njat3d7YsmDLzn
lhYfctIbGmdpQyM8tO6yKr7LdHPXptG+DY2HnhEmN0G3zWZUxZGaz1lmbjNb+th60UqCLzq3FK9J
deAOpHKgXV5Fy7cQiOzJqPQBPrWkR+BsWlmryAQQE2poxFuBkkoJMWWR0pAF7RV8tL3U+2BbqCzf
3lGRT0FLfo62QLcBbF0upMuhDx9tBoYHpJIC/12PqBM85cZjAzmnJb3etiZy/7M0iw5PLR2OJY7B
lye/HlI6bJqJTGrROXdp4twHcfLkx9oHJ+nWUnlR2Rcc0P8szrt85podqTYMM6LbNkb1U1ekwSaT
qwdkg0GepO0HOFb3Ume6IzOIrm3pCNw1a2wlwg/JGKzNQAvlwWWKYXQaw3RKiRv1X9Xk58SA5O1d
FTkWsEL/GljEBaOJGymq2NUwhRAbLcP7Vk5+avoa+F50zQEC0k5EGGge17rcy2SgEBhI9PV8WVJc
Y2pfFSQFtTj5rofG9j+sifYJNHdcsasni50FVitDhX3iGfhkjfrHUE+3lpb9um1GeCDPzMzX4+x4
xIM9pmbN1hmm5wa+ikYkqD5f2sVxhhzE/rY14Yc6s7YIqIqcSYOhs6iZqydoArcIYEo3V8BCt60g
O3i5phYPmCawWJ4kRuPJ06uX3FrpiQq9xr8LMZYDnEWVVg0qQPgmrX0cAgUdpHJbpcZJU7wXy+/f
anUN0S08fPAeMnnLpPcVKS3KPK2TBxBDdIVKccHr7n3ZuBtawENVdn/7OwlPxZmthXcvA5seb4ot
y3MitwyGbVPpj91k38d44W6c1jIt4eIM2iYUNwz+XXjh1G6KUa7A3gXdQwJApBg3lSVRd/gPhYB5
OGcGFDLvtCQes2ITkE9ARlc532XpVSt+dtGn23sn9HYMqoPug9+FuuXl6ct9Len8eSlN6v9GSmOX
S8bP2yYEp4+nPcTt8O1T9l0+EMFNeLJETJ/HeO/5HSo6RU3llr3xWg/2k5VJn8YINYvbVgV51YXV
+RueuYqc/p1p+WANaGA9gx174KxudKOFQ3v6Rx2k7xJs9XmwBhcR3GYIuuiMMhWJrONyP7PC6LvE
jpn0tT9URezCGmzSMby9NsH503ne/5mQBgO2nI4FKoumQES7H14bEjifkYngbgyJkeUaHFhoCpyD
QhXPnCdyL7cxTIeiVBF/O1kzz1Tmb2v1H3nw3UFdYzISHZOZOdOm/krevyQb9OKokrOgDWkY5Cct
Me/khpGd0WFGo5B2ahQeor5eOf2ir8V3Z2mUnq6LT1OidZQAivCkRslxcNQPfV299+OavxClNWBB
QWfyEEThZYl0Tu2+tBAmH06ScR8bxr7Qnwd1U1c2fJEPnfPRr75M0K1q+kpYFnhGaGV4RtNP5bW7
zHvTzCn6KNZ6MGyJa/Q/E+1DKt332V3hr/hgwdezVPg9cSM8Mq+IrK200zLZ93tw9iep/TBGMNxN
39TqWI6f5bzc3L4Agu+GNZoSzLnjgpcFGi1F062TtO6UOsGTFJnHOjPew6bb3TYjcI6cCuCr5FCw
EquLTG0ojcmQuqY7JUnnjsEnZw1FJNi1CwPzOs+cVOTZqW9NPUjZ/KPcw96RNJz0Z1NOdnb2ocjW
eAgE5+HC3sIpNl4T9IY5dCdHstxR5flFbOQX7OPmyIT97d0TfCSwXjN6DoQ/dCiLxfkO6gB2mXcn
rX9WmnRbTp98da0iIfBPsI3TL4I5Wrtut6kpMz56pbYnz9x2OdMXuuHONc7RXqM+EAzyQK5MPxi+
OoorVwP2Y5ykipKqzcnWO6BryP6VXzLvh6d+6pP3uHI/BXc8Taxj8FuyN4G5B7Bi+He39/R6ucRq
eGxmkkzqk8riAxa1E1D+DJqTzm9I9Pso2E0NGjorCePVpyN0QnPEUmlGQz40n9uzc2nS3U9Vp0Hm
r8rlPTIGuQu/nf5Y8LxecRxXdwxTM0Ee8Eom5KCOvzQ1+kmg+2UhHUOrDXat0uUfkkxa4ykTLYg8
FJoHoIFU3xdhrEvjuO15PZ7sdjgBa/lg9dpBqZO/PfIsxmaygLn+mYFhaSZEbTTtQ9U7krodna5/
pp7pOpmx4v6uTsFsBt52Y0bkqVc9k0ItLCnVJO+oDRWOot8YTfgMMH0zRdnKgRN9HqaN/rC7kcFd
0dlUie51seOfsiyT3xLZ198Nz1mbMRVaAY4zjzlT8lvGfp2uslkqlX+KxsHeOZ1lbic/83Z/eXnY
NgfdGGRjTNq9y2joKOEYN5bhnxz1n3r8PhbfCvnbkP34ayvQYYAZBxsDS8oSi5mgTxA1dhIAMJrH
DzZNAwrHyLdNtJabXUWPOdM8szTv6tktbcMpHmSwKKcaLRjgOKdOHSPX6ECqGeE+Uq23tFB/3V7d
dctwNkrxCVjcTDm/7OkW9qTUamX5p2aIAfg45gyFM4tdrUvGWyipvVuPRbQJlYw5Rxlh5Hym4E4S
GFXbJKySv02F55/DLCeDEBCLXUE/nCjO0kCu/VPugLvNXpnqdDX9q+b8c3vdAgcCbIY2M1g58MvL
J5/SjKoyIAd4UkwPovQwVQ5wrPibrAib/W1TVy+XeUlnphbOt0ls0+mK0T9NI5S445ht8imBUQsM
UlJNmwm91mlCoLarVtr1wvNkU3gnoMIGsDy5aVSMaq9L0jE24BqewuIfHjrzG+MF0Pkn6Iu/2fTA
Vz6gcGMp9FOnQneLl+7lIR7KKEt7vfBPoVYe0r4AY19uPbR3b2+qwGXO2gM6aFL4CK+gJUWupXpp
Bv4pAbm9mcZaeY5HZJXachyhVg7tw217oo84lz54BgJppH56uax8ZjIzJ3wN6pLQ2kJYAUp0zJ+7
9kkadlG5yxSGEctyWKu5i/YTJs4/dHcwAyxBChmDjmqQKP5Jy7xDMIaxW5qQFev+f9jQuYc9A5nR
EFhCZkgEqCnEfnAqkT4u/Z+19eQYiDx9vL2PgsjAYv5nZlFqacj5pKGQ2MdAQsk2ib+jarUSToVb
Nhed5+2ifL+AByS23GudDWSrsZvdZD1VtK7Tdg3iJ1zJmZXFY6Isk7YdaWCftLwaj/FUJfeZTQv7
9n6trWVx7mpPmYpu9FiLD6XoiK5sl5MqNrynbxsSL4e2Jq6XCtjyCaYzCMjzaP7+g3PqZeOgBPWK
PxKthVlQujaggeGJXqyljK1oqkHKHm0yHleps3QX9OOLNajyygkQLYaeqW3+WQsvysvbiqKMHcCi
4B0TP3iDaOo4+uqKQxAuhvmMedKLPv5yMUGLM5Ca3Dum1ehsa3381Wuj/4EBsDVRSpGrI8m1Zmz+
zG69uDLxjBpXi8A71nUCd79aGYcc6ckR57oxE9teCVeihRHm6XDTdyYKL75SNSSd1lZ41mrYNynS
kOZdx+v/9mkTGQG3w9gQEjpQnSxi4ki2DXLO909tnKmb1KvLnT6Yg2u0mb37/zO1CEjWKMWGl4f+
ScbRWAkA+N9yfn/bhui8EWVnMRQkSkB5XZ63otOMdCpMhnMdeRO14SZfU30WHYJzC4tDYPqVovoD
sXyK90OvbMKp2KHysNGGFT8g+jLcT3gJ5rfiVWDtW6NDttrgLVJIW29Sn5PmPQ/XIDmi1IS5GRBN
PH3J9uZfcZ7qsoQmDDNSk6xA8wMVO/PgW+jrjKNUs8BgPCRh14N56O10pXksXCGvBoiggUteRdQ4
Qvq1r2LpWFgm2Mxc9h6SKNfu0tpLVu6S6KvNhD4zfxWpw5IRH/3GIuuKSToag7Ht5S+62W3D+CvH
5e/vE89gm4odD0mGDRchT52UgZkQqBZG5q6ladx4k/aS979uH/P5kF2AlyCMP7eyCHk94Hl51CUL
TJ/2KXXSfY5MYOjkycZPe7j9+5VVCe1BW0GvBEKJKwRMKQP4rszcPnqGt3damMG72M1mtD6S2fdq
Q23o9gIF95j8DgIeWAkB7i6HEQxL0rIgqOyjFfXfRyfdymP5+bYJwenDszF4Os/o0FVYuNeS+9XY
U24dLe9JDd7g+OnKFTyUaNsYop3DEsXbqxp/7fXTGGWRczSlPHKzRHmWAqY6Wj39bFhex3tqjeH1
T51qeTLOTc4be3afa1UroeUInWPf9gcpqQ++ke+C1H7uaQQpAV3+yD4EUfOp7eoXeRp2fZG8mmPw
GKnJvQH3L5MFKznANeqI08p4owJCBH4/DtDiNw3BpMFOgyfr/bdCCk99Gu+iLn1ovGk7dMVvBaYB
eiD9Vgu0lZsi8G+qwcsL/2YR4ZZZ+4Apj3FT56gBOjroptdsGjUpDkHlM9WcIkRcoK3KtOAadc11
a2JeNf8zmDGsoytyueooiW3b9CTniPCS/jjxRr8b6lR+CiEtfexKI0JdJg4e4dEuXlMYBXYN/ZR7
QD2/b5/z6/Lq/ENQmuAcUmzH+13+kMG0wiasYu9ohrBmVHGtu/5UoBsbjcpdaMXdt7RMYtfsvfal
qoPqMauYPc3gDfvo1WqOWBSE1l4xlAeFzzi4QSWVT4zPxV9u/1Dhpzr7nYsL2SoFYPPQc47UowMY
pIrRzYnl783ITFfRmMGhr2Vj6wT52rcSuYLzHVpcGqWE3r5sQ+/YQGJtBw8JcxFSvL29vPk/ubqZ
fHJyExh4QS9efobYQl6zD3znWGn63kFXfAjX3uLidfxrYglM6Qu/zcgW7GM/xZ9S2r8KSgt9v5o0
iOzAlUReD9Mq9ez572dOJuttyTSbwDl2/is4c7cc9L3f/v77/cIzM3hNd/RaSypSWz2ZFDxZhtCf
Fs803K+3LYgOHARi3AoeWwjlLGK15WSZUSWOzQyoBb9H4UbON6X9BZZ8xyHbWOHutj3htvFCASeC
9MDVFGbk6J4X9bJzTGzd2DGGXZAhVOC+rChZ87nzZVmeNhBz/9paXHq0Kf2iUnrnOOj2byNwHpl4
e9KdEe2iguaGceprOM491e1z+W6WDxw79ThY6t/nXfOkBf5HQcGRZ8zlSemCGnL6ceQjwhJTuXqi
GT8RCQCFWcTpz0mJ1gTg/4Ttq4UzeE6CZM4zOAvUT+aHTRzBqnSsW6u/BxnxaSpUZQPWNXnq4iTf
yXU8bqvSNN5RhNTuE5gsmaID5dox538Mgy6bVZm6u2BK24OOyNC+1tpZMdXpN05j6Ps+Drxt3pXq
I84yd2mhBXe3D4oob5jbbnAbzqNTy+wnaqSxqSbLO8ZadNDMO8O4M+Ryh8YAQ28rbkmQGROX/2dr
viRnd1npEemh++Ud/dwqXm0l8e7a0Q9+2UHebIquXJtqENW5VQsaE3vGB8xC85cG7XpQwB/q3lEK
/fHNzJv4cbSgeO0JphutCr53k2c+SaNhHW0rs3+Mkiz7bior3QnWgrWpV5EPID0DCwShJO3ORdCZ
7DxqjDKQjoGUfys9VL6KbNfkkGXCvuNWafFP6K2BB4Q2KXabQJzmsLOIBFanZk3RsOW99BhU21b/
XJTpRurI5L+X8l8zWRL+meiVKQPzxoIq8XK/Cyo7vuVxmLTpOKk/oy5ybfW/BDebHqCJ3jFSzvYi
gjK3VRBrIu8YDNo/dmi9UIVbOagi73luYv772UEt+z7yUh8To/LiGA9+f9Db4+17t2ZivpdnJvxW
CyPL8r0j3Z8Hv/a+TZn8bMn2yrtXmBras9w68yezc1wcgJaPD+VA4R2rLHsO9MIt4ZnrhuGNSNW4
pU2wa6f0dzsNW7+tN0mhrEQ+kYM5+wHmwkkOhSGBFOMHpBnvEr/8MGTGY59pb4k/bBFBXiueinKf
eQAULkKw4lcMHbEDYCFH+AmNFmufgKgezTWFLtGlAuHEA2Nm3OGlevntJkg8kU6xMRGaCRltpL1T
WVP3stUoD34bN3e8NqNtVwIhu31q5q+1jDgMhHHDSCXANi8sa4kVpYFN9ph10RfKQyc90rbFAEIn
znfOmKobyZrcrF7D3os8N2VVyhrMoTlXU611o02a1U7UVuOxu0skDadFHGMcW5I3lVdX/yGWk4cx
skEhxaRgeLnDSoPnjkKecaH20Q//CZznxP9YFe+3d1N0NB1UUcA60elAQOLSitUpUZL0qn2kKbhT
cMR9/tLn71GZuoqyQkElvIgMopAlMIJNGWzx6arB0gi1cwYo+/d5rGzVsHkArvde59Kr7fQfFD19
VeLO3OaN+kXO1sbAREfn3P4iS6tqLWk4V/axawo3sd/T6eBUltt1zwWiykF/6sdft7f3D9XH8rQy
iT2PFPIiJLW+3F+PDxg2WWIfJbkMUQCuwPf4+RS+ogui/3LU1HtRoo73YBF6wVNjjdOhrryIEknc
Ik8bfOnGPoaFTitfTJ6uu66Ippc08JiaSILPOSxNB9QRKvLMflgBzwiPBiC/GZQEmGFZf+9KB6Vu
y7ePRlvuqYAdeg+Z1/ygM8AHLN69vVMin0UoA3cP7TgEyot4E+RaqXRJZh9LR7v3qvqd+YWft02I
bvC5ifnvZ/GmVtEgK63QPuoeYlHJT9LBje59aIaPt+2I4ppDroVMimnOFbxLO34LgTnMAtiRrGiT
mIZ0qKJs2BWOlNzfNiX8RmAYYGjgAwFvuTQVaV0jUT6wj2pRPxVtuifBeuiS4HUak/tuWCP6ux6E
IrthDpDhLTg+oJpa2DOkSjbCpsLtt2P8e6SqtsktpKLcQe6lg9I46sPEm3iik8okQ9mgq5nFFILd
MmJOMKgL9Hq1RF5xLMINp+0JjszgpxkLV5lIeW12JoW/SdX3cGXszWJbrQ0RibwXOHmGdqm7MEy6
bBAVeabWyuSQJyvDixEFvzRmQ8wEjtBQglSYFqiV1ju4h17LTHvMpzWQpaiwR+sAngwe6bB+L/Wk
1C4eyiI3KUObtmtpT1oSbermjSlpGqTdvjSYqc2sjWytRFzBvbmwu3Cbkzr4hZTAs5hb4w8nH78U
in03IBzoNlq0xi0k+JZUzgBtMKULjmI5MzlV5shUAhX9wi/eDJSdR0Ou3VpO727fHOGieLci7Dgz
OyxzMqASQz5a1PSR6jPvg2is3CmYvK1u9Z+cITJXLqoqSJhA3cjMMc18FVd8TX6ptlZrpTgFcI8f
DSPwXxK1VV6tVFP+CSen2c508p+bEkr0KVfVyoUqK3yiyMjn7Wqlui/a0H6yQ63fRqHl35eB3G4K
qe7dotLbjV/Kg9tUsbUJ6qp/DIxJOQ165btd2tQby/GcL2VGKsjLLmE7Q2V3ez9F320WyaR/ALny
FUrW0SY/NZvYPoYdClclv34XW3/vWNEBYjKYZjrNnuUNzAm0XsnA+NFGH8d3hn1avhi1vRKJBD51
VhsCqzEXsq/YTCvZaxEniWxecJXbB/qd5+vPQCX3QRxKrmJJKydR6FhmnN0sr0AbdRloJzvUa5gd
58KY9K0LtTczLD4McXoaJxXVjTTAs3uuXEm7MNJfEydbCfSC0Isqwf/sz0f3LC7GmRfLIdw4x6Fp
H7rY/9AY1soEkOi2ASKc6XeAul+RK/R+M1UKp/zo1Zn6IDlq9TbkLVPrZmzfa8Ggr+ypcEmgMDVg
kgzHL71IqHadrgT0IRT52YhB8PlrgsuCXJLMHNwImBEBj6RqT2qTl+SSifycep9UCDkgmCvRHB3z
L/30o13bQpEDoUXHvD8dXAGRpOTk8pAS5LIo3fMwf1Sl9CFP7cHVKpQAmtgzdhL9ltvXWrSR51bn
v5+dDafKgrSWKKMPqfIRXaovbUER7rYN4VZC/A07MVhTY0mXl3l6FKZgQI761G5ir0d+KHKl6Wva
nFr9ta2j7TispIIib6VCzQAdxCxZvCzdl03dgymV7aMfRT+cVnmrZGdyA2+NS1jkSwjVTN2j1AK9
1fz3s+0z0lAvYprxxz4sfmpGcZ91cbCxNPO3EtED8wpdPtzeTOExmTn55hm1ueh1abHgGcLZ7Ogd
W94ABLkZt45nhzstiNKNDJHszieL2I66V65EAMEdh5oDZXXGF+a3zuJ1B0Rcg2zAt45dNxygIHUH
xdhlAwDbFWci+HiA9C0yMYrdZGMLf1XRY+2nSDWOutEfSy3+2EvVxyZZGx64pk8Bw035hMk0OhbX
4UZCaqMo/F4/KlMqPw/e5Hy1s6R2G73sZmLyYGv1ZvVoZ0Q9Lc1kwMKKc0ChKTzYrY0zqLTsUDrm
8Oj0qyMwok0g7QfJAV5pRrZffmdaGqU8WY1+9Hv7TSrlOwN2eXjsvTWQvuAIIzIzA9cYipon2i8N
pYkcFZ6Z6UcNCV2MuAZorIoor4QHS11TnxIdIvgjaN5TY6GJsThEU4J+YDqm+lGVjmqVbTWmAm39
fVLf/vqa8FCgmAjb1gx9WFxM285qHYV546g6b4GVuqr8NMnvsf6YSx9a6ettY6JvxcMEjTBoJq+B
mUUQ52bpJMbR8PtuI83IYCNsoW0qrf+AAORt9j9Ti1zd9mRTZQjbOEbDm168Iq+74qyFx2EmjJ4L
f9cejZpcZ/eVox/7xAa8Zo/hNink8T6yFOR+OsN6nIEkK05NaNSZkzFmKvEtizNopklrQybGjZfV
rZf4u1jfhbr92GSvQbQSGgQOFLIEYjoYbk0HRH553g1e0llc28YxU7N/9KDYZFZ231XKJ91uvo99
9tEr1TVlYtEBIfVjxgySSawvTiPiE2PvpJxGBnk3ZXpU1DvNyra3T6EglFNLowBOCCC9XYJDMy/N
/L40dIYMn4sudM01nTBBHMcA44xU2hmYvyKwU8LKmqifHlu4JsZUcqXQ2nb1P5313GX0mfyDM3y5
vSZ1Lp0v6mu8N3gszni6edLr8msVYVu3KUSqR6SRm5dp6IKHMIjNg65AsWgUFDRNExDFFE3yZurM
+kNlt/VzlY/qJoij34VVDMeYaWAz2Of0pEkUPetQ9DVw8xQOQxc8NTPet3+08EPMHCtzYU25KnXp
XZTR1MTH+WXkRimlNB0ljxUjoisz94Dnehq503JISJXRhbfKVj9O8udR5aZajtuVP9SKvrvSrdxP
0Yro6EPvBeyKOa7F+a2TIPUlNTSOUhG+V6iSJ/IaaEQUGM5NLIJ+EAxyI9WefowrdXKdTtoHJg6A
RGDnd+nKVRGVWsAoMPbOvLgGgGQRhjRNSjyfR/zRr31zk4/JVpOaD0GU7fpW+yYl2lOYljs1Cz+1
U7bSrxKuFFdAokbI5aYujvSUSkpfydjOm2pbVUO9kxj3Oua60u+NZCxXHJ7I+fDKleeKC4IX9uLj
FYbeNEkxWZSoFWTntUM/qmAzhpUzIoIKEDKY9qQCAu2kurCjTEjK6BF7mqRGYqBYGKXHchrNF5Sl
9WgugGuHUpJbRH9k/UvtydHWMVPP7a1A2pRymhwQMA72Vmz1mxjc51aHZO2LWVXRaWwHal+5Fz/k
IxI7fgm2VoPd+WueBN797dsr+jwg20iJyLFgbl408yIQfYGS1PbRKaVT4JlvnlHc+cBOI3Wte7Bm
anEKLc2TgjgtgGWmOaNnxnayC9TKeSCNP/7DokhNcBQkKVfVmzHrSpCMVFbayHgoGfiTrV3bGE+D
L60k76LwyiPvX0vzms9eRJAXa/KAVtKxbr5nmeJ2zk9bH7bMYLha/StKdrcXJvJM5+YWh872gjzM
dPovialC0jU7+LvbFoTX538LWrLdgoHsrCDAQuG8D8Y3OdRdK1nrjohgHJBF/rtty9pvWlZ2VY9A
grV6IFIV77o+fYns6rGDyVS2mzfdLn8XnnRAW2iHeNNTrq6xCIgXio8nzAIyWlbfEigUG1sdLCqz
znNUWgff8b8W/V8rU/PqYgbjXzPzFz07IH4caDowJgqz0BTEjvpTV5w9zf2VcyhcDYI4f6p82tWo
ruIMhWpLrXUM/c95+K3w/0nClbaE8PpStP0jm0rXZHH2osDKzKCjgRZIT0bORIkBFiT6qCYfb59A
UQGRUYL/GVpEjLhoG0YPqWV7Y7Ut62Fj296m7l5KJBzV8TOcpk1ruTUMXeOasLPwfpFiGHOfi1Ox
cFFawqi271tso2d9LaLuMxI/K1dYvDxaArMVg4K9dnkijDooFC1RzaMvf/X9YHClomw2aB8krhnW
AHnh0LLGlzSX7juEtAbQmLc3WJTY8vZg4Pr/SPvSHjl1butfhAQGDHwFauopVKc7SecLynQYbcxg
wPz6u8ir954uChXqc3X0SI8UqXfhYXsPa68FBjngMRYfGQudOxCDc6KB6JBB1Hvxs9Ms/rXqnOFZ
83T5g0/JsMtV2/lZHk8bAcFqIQIXYgYyQo7qqppZoqpPciacyBjpXVoVB7Ttwy6WgUGaF89xDipV
v0SS/zbH9gT88Tkv+zuX9Rik7u+YdP+5vRzzuV3G3EDSeH+LqzOk6nI/hiGZZF/FNJo0mfh52vUP
SZWxSM9b9dymnnVIiPgPvfu/Mp6YMoLruUKOYT6al8C50YiA9AjsZQLAFkv6Oe+fp37Sd4pU+8SQ
x3T8D+gdiGwARgNwIAjAl2OViedmejOhrtXx7531C41WioY49Y7K3vBJa+MEMAV6Z2RP8zj4IpvR
43KaSmnQyCkFEz7TMjc0VAMsYtaKH1Naf8ETUPik1tvdkOrlHZgFy4fBbsVZDn1/6vJUHevMFIHS
FN3VJT3f3vo1r/nuBy6DH5rmGiUSu6DM/K6rEKrx1hf04wOT2GBj7p1TJKvLpK5sLT1OTfhmEMt8
b634LqbVtxjUK7c/Zu0cw6ege+6B6PJK4qBEF4lqFA+aB1oD1gqA4NVTQ+NfBh++mY3Ywkyt+cr3
9sjlvXE6z+600UBgP+khVNWf4nqr+ru6P0B64s0BGBf9sEsTvTIzZUPCPRKF69PqBzXqgFiH2+u2
9q6BeQLHE3yM0EtcuEOrACtokrVIGMSpgrjMyJtjnWvgXd2CN6x+DmY58D0Yar0aqmdTNyhmD+g8
m+MvoVAOnJzPKAlvfNCGmSXNOLje8rFuYMawVFRb2RFJ7s6kW+/06v5jIORvy2gWErjcnIwXY5Nh
Qjsy4vFPUlYPpLQ2WnmrR3rm65jJwK5n/BIkCgkyIsTxHguKyfTBjitSwDPc5M7CmMntg7CybngV
TRSsIPSHxtT8a96FamCJMQwxx/Ks/FzywSc90rot3N2WkUVwoyeF7MscJXaSsoM1HVSPvq+3EcSv
bA3ArkhKUWNExL50vIxyl7QC2A5P71/B1QYm/XSLyW/DxtJ3xgmGFZsJMIqRx5+TTj24xfR6e0NW
AhVMSjuIoBEuARy58DA1ZIaFwTiNelHtoTp337fD88hZ2JvAeLvTD0CR3zDvs/FurZw6eIIZk0Lh
t6+wDZmBWe0WmrsRG/QTMj/LxyTWo6Hk3ky7ozmJDeDw2js5ux5wws0SiWg5XR68Oi10qbkVjWJG
ni3yVaS/kgdaTmHt0PQ51pP0ritToNU8iblkZkSMFfsYMpu71Cr1H7LQ2QkotK0dXjuqaJbiNuCS
Q8x2ccFJI2tB0KyJCL3X4rcRytlmugWhX11sKDXaUAqZEeCLGCHNTTDidJjtN4COmdFUh0kvXyfu
fMEu3NmduXE11s4UUK+ous/VRIwIXa61qm0tR4BlR23JOr+lbphN7Rtggzv+Vw9S+2O4hQ08/VYU
sPLMIOb91/BiNb3BQ65LFArx4OEZChn0NnjRyK/BjcPb12btZmJQGTcfRwlDVotPpC3peiUHM7Kc
xg1adDEPNiiWNgSI1r4Hma2DvjP6pFcLabhyMMq+IpFAwjKazsllBASUWhvCu20dxdkrLmJ0lHKA
N53lpOYX53LXcnR7R2BtSdQqMwEkAVThpvO1ltUb2DxNv6QQymqQNdxeyLWzMtN6o9wMhO81805h
JaNVjCba6uK+1oedK4BVMPMfYDkcAig8fzM9zfRlCX7b25bXthC9vBnO5aBavvQIgG4VALknZqRL
+ZIy776Y2IbXWbvdyLIh1TuTbEKt/HJJeQaZgNRNzYi3R9AZ+bEWyvTt9mesbdvMlIsa6awXsHyH
MKaACq1XWaixIKXyjYH9YtAi9gmn/B8CqqpjiaHGMK5AiHLb8urXwW3hvACfffWW86q1TaFrZmS0
Y/9duM34xYV2aSjIsMV1uGrqb6cIrQLMgi88WDlRRRyttqK4qB4zlx0LI72Lq3yj/LJuBvsElA50
eZZXwMidthppgw5I81irOxn/cI3X/7BoYDJEtA24BbACl0fC1XjWVrlnRn3VfLGt4ehl8e9auv83
M3+7Fe/irAmV2XhoqBkxSK+GFYGykIKWNFLDdEt2eO11Qavs/3/R3zrkO1OtUchMVwkwDxmtiY90
Qjsyp7J2qpVFoDM0IwZz3Eru17YKKC0QiaCKhfhj/vd3VoVUmTUyHV3/qfw2xPWTWbKdDXapj2/X
ezOL7IgaCUvtyrQipbH6pcisLLQZ096GyZBbpuYkaOmAgfRE/gpXASHQRZI0GjozzTSxI1Q1LL/P
rH7f5lkb1I5dSj9L8uqBTUrtK15XodvGNBBCG4MWLIWIahRgAkVXHDsQJO7GxLClP+h6eWjlWAWk
0ts7F6xffk67wZ8cmd3Rqj7nAAd/0vOmAH+NHR8TQIT2OmYaQ1VJnxUC7wA14LYa+otm7pCgjdDp
z3j9oA00DDIYUmi3a4wQP6v077ama98Q8JGdlqr2oVUjGpUodgNhbQE9ioKY4Re2bn6248Tw8yzN
Qov33amxq2yv9/FWtr72fOIuoy6CDrZ91b6u6mxsrQ7AA0/3QtPEfAqkYTQFQHmxpVi7dgmQqKNT
9VeTcOmFy9yb8tKB56j67gEgpEhUcQICKvsT712otNhbI2prrxcSXNQ3ATCHEvfi/EurS1qpWWaE
XOuH46g9so+PV25mYqj/NbE4+16WxH1fmni9DCNUhv3sjcaxgWTm7Su29oDNk+rI1kFPCnDW5U2e
qmLUuHTMCFQQXzpD3E3NdKDMAtwghQQhJsP8stgCHqwsHxht0VOEZUQey4IkqCoh/0uFGSnqBoOb
+U2cbcQXK6cPwcVcfgY5ECQHF9e5GmOpVaNrRtT1fiWk0z9Lk4kdE5q1swaDbsSKq1+Eai8aFIjh
rli2hq7tR9kD3eWY+S4mdlj3G9HM6ge9szD/gncud4BWnTeUsCDT+Jnb3lFq6X0jIREk+YeVQvAy
ImYCChKQK5yKRcu0oAohPEFsofL4R0LR/B0H8dUdcYFvn775niycLprYOHsg/YWuzBL0ANKloSnj
2IyGTvzRYiP13clMfUaa/2QJe43LijuLCcjL5QMnqrQgBmtFVtt9sfJi5zKOxrm7kXz9lUZYftFM
aYPuCqiFr8DoFpmaLqMDiboREm5KZ+oes1f2znVbGWWdbYe8krrvtZP5bGatfLH1UfkmXmtIMDU5
yJ2pUyMR7jT3ARoq2THPZvKRLO73xO7Gb6U70mDMW/fBFA2aB64GBm+TFIGRxOIz1rO4ZxM8hpW1
dqDMOj12fYwJAqhhsj2JLX4fFyih+o7A5ImTWvQIjY7mEwaFynsvidNQFcepk6cGuEk3Cd0yBMD3
kIxlOILMSwvGJA45de/zpLYe8Wogk2WiCXVMZTynoGsLKk1v7g23t89A+if/4KF0d7aXt/smH6Z9
o9xsz/uqBfxRHwIx4HmUtM4CIIWcf1TlZJC9y4lPhNRCy2rHnRm75R41pOzZKbTkWBpduet6fUtG
ae16ocI3T4GDvgwI38vzwRLLzAQyzggEsn5jPLvuI+Pfi+Ll9oHfMrMIQGNVT6OpYKY3Gt8mz6bz
NMLFGkm6cbNWnkQPcMyZRACYOKQ/l9+DeUzupJkgUQ56NFWzQyWNo3Axd1JNtS9i+3D7w9YcIHQC
wQ4O/Tzo1i9eRKj4ZrXNTYKR6S4c7eypzfONWulaW23W6wSpOyRd8dIvbGBQrO1k3RqRyqj9Eo9e
snOqSn8tx2YIK0GLLxD4o6EuLPHSayo5cUFUkBMZh4whBGrSrHnlte49Yrone729AGsLjrFcD+V1
BFl4eS4XvJl6MxnyyYhSszhkHnNDnchHEjejnwt23zWbJYO1JQeRGpibAKibp5wvLboMuD6tQX5L
OZrFzs+0IMHHvwkjdFBghHY8IJaLR5Q5Xmdl0AaOtDHKq+9G4gYCLdPJupPDFhnqGoQLijP/GltE
Is3AR4W2LYEgAFS3NAVyea0mMb7MJsDFK31vd5wfq1wJVLWA5jJM6Ljd/uC1JUUfa56eMwC9XL5H
PbUES0hlAuxS/yPN/pOstnga1s4JQEjgcsb8Ixj9F7s21cwYIVFOkGfER+WGQneOFX9VzVnTt6AZ
62uKfhyyaVQ3weBxeUSqXoFQp2RmJEi3Q5D8gtGdPQYvD+gZHg3Zf8rBz2tRlgToVG+4urXZU5hF
Ex5ck0jp7cWGjl1b0KxCBGvWRQPREeu+S90DwSOfg255agvbNwoB5KmrvZHRpn7qJQckWqPP5mmE
2zu7vhTAs6HzgXHlK1lFkkqZTnhaI1rcNeh2xzbcYPITKNQwBs8aMYowFY+Z/vO23TWHb6GEjBlc
DNCDeuFyB4yq8CwNWKaI5pL6Q8asQ6cM8OXoGoZs3W6LSmI+Psv4AzkDiBwtFKRwnS7t1cyZGj4R
gqKXHaZQ2WCJHvTF7vZXrVkBah0sXej4Xk/AqUQwMsbMjrr0J/SUAtBdhca08aTMT9TyU6BjOl8S
AmD3cukc0SQpYI52lOavqdil7Q5cokU+BNkIVl7RhS7QDLe/a2230D3UMdEAF371auIFy8bR6/Fd
OrLvrEbNPDWP05C/aVa58Zyt+Zp3tpZNTGAScoVM3Y4K3QCbUrYDVP321/y9YcsVBAPGXGcFlwey
vMvD0I5OXTJ3QnFo4PRTx53BH4HLtX2iTVJAmEf+SnrBj1OsTz5TNAmyIb8r7MfBtMAdMECDIaA1
s5+gXIvJRtLHVoA8pKn9Shl5ZPfM/NSiDrnDbCDqIZlqd0VvNp0fG4i08eTSX0p30tOU9jiJShXZ
Xo2UfhM6JqET5qnAtlS1682aPIs+7/2EiGbwnSp+8uAdhBRBkhy07lA6uvyTgt//TKbsN7Gb5EvK
Db6z+xEs9QKypW6pynsEDYU/TNWwJ+PU+x7erqMe5+XGnV47/RhcBzQfwQgK54s7xnLpDTUZUZaa
EtsvyVgCRaRC3Uw3bsDaccQjRFHCnmXml2+FJhCs2ajQRx4Gz57NEuoK/RDnP6YkSV7qZvoPEwfo
quCpwH8YSVsmzRhdtpVhQUIEFBfQm+7cZjcMTbWRI619FTgf53YHZpSuSg6IoUBLD4hHpCUY2NWs
9BFTAAc9kQ+o1oe3r8CqLVQoEdrjKYL/vbwB5qjANoMaZqT1bhOgGMHuMiNuDlPZoxJHQKh5vm1w
7WwA+gUKbAOfcFUIyHtjGLk12oD2uWHTaoAl0FMOwuDbZuabe3mzDRT9AelCFDwT3i++y9DGbihL
jCSUZuKcPIkmTYr2rZqAvy47d7zPxkGGjRjs3W3DK+A+WEbbAZUV/IArF2nTsgYKPrdRcO4PlW4F
Q635cePgNWu7BwZ5G9wM3QenhBcYPf+pTR8nzYNlnBCUDZy56Ld8UnVTk/lArUhvxMnE6+pDgm7f
cPY5rj+s+4659ZkVmaDFA4zOkh8VI8mpxVL0d0ZzCGbp8zwx9t60pfl8/dRdmPEWBZeM6ZhgmoQF
5GnZOYfajhnYYA3+ZUw5iZKMFKgFl112miqh/nH4mL5ubOv1ucUvQCSNSAXzaNeRL8vr/zfyFpMX
2X3BaBNggRgB8mnCAqZUAPVfP0PhIMfj2xt7SVP/Kd/iNV451kArY7LBdoHatJejDVVtgy7KAWdT
hpenNH9OR+07OByhOAWGkn4rR175ZsxiAkaCQwTCpqW70xpul6SoPcz1xKGID9wV+yHWNq7qfBwX
VxWPBcTp5twYA6CLq+p2HFOprmRnN+tPmFgOLCPKyjOiq0Cf9hvbOP+xW8YWMbcxDJZmdB07y+oX
VtpvATkw68dMJXcUjbukRHWtV2KuIPlt720NG655B2C/sJgg00F9d6nSM1o5q0QHSSC93tvxK3Ef
7BpY6uNMOdOlJ2Ht7OzR2iKdX13iuXhNUHjDuzxv9LvaKASWTEmg53LOtceeTkHMX0Buf9RBKzMm
G9iZlUOD6wEEFWjZrWvkUdOg3JyNLjYQwGajg2hHhzfs7fY+rhlBOXSO2kALhxb25QeJzG5Ujqmb
M6BUYT68upiDQ9h228jaqr03Mr+d71atdhkk7ZVVgkVLBlXxux09BGC/svxA3Y3vWT0X720tfLau
PEitZbDlTjUaXfpOQ40Ss+e+Ar91KtW+c+UPktRh4qlIK9Gg+r996yISdoC79ayclmfVZkEBmYim
exDNIamPVr5xB69DDtCyW5brQNMF12D5ZJQZUAdkMEuwuaCEaj41TjAYe5tumLlOHy7MLJ8MVhqV
gWcfRyQlvpfXfkc2EpTVQwipN1D1oyl/lUpmREtZWhOs2fi9M8FZ5P4k+kbfZMUGRioxiTj3CWcz
l2fQbOsK04Blee65CBywb/HpxUs/DCyYZTT/NbK4TcCr6jqgGOW5qp6K7PdI7qqt7szaAYcNlDpA
RweZriXovCnB31vUAtuB9MeW36r4rkvuOTITSX9S563Tj5oe6unu9rleeTDxXCIQQ/8E4e2SVaBz
RdbGCjTWyD2IOjnWqR1+NJ4IM+B722kj8VkJU2BtDqRnJRnoS13uFiqpLSsdLCRY3Y8G/27lXzyM
Dov+t82/lvkdj//L8XhncLFzo3J7NMnz8gwK6p0QP9r2xKFseHsN184gqps2OrlzIEAXfrDwxNyO
7IuzPX7t0zet+uN2G827LRML90NbTGyC8a84T+0u8QzwdZ+67D+EMzOPCBKrmbgKrc/L3TGpMhiy
kvrM3XZvKD0U7n1Nuo3VWnFvcG2gxAKv0zxaszgDvRYLgIjbBlKufWhaxwL9mCb7DSGU27uyascD
9zJqiBhTXkb5qTbUY8VRFrW8xu+U57uZDHmi/Fb7dtvSyuZgWAgODkg/zFMuQbim3bE8lnpzrnkR
ivxHhlJkx8nGuq0UICHz9c7MYuHqkRM37QZ8kCHCNM9RNKuAJuyDxNwVSh5BkuoPtemrjyt5XBpe
XCLVaNDZAJP6uZyKYKBPzCI+J6f/sIgWtHhANzhHYbPreBdMOLWd0GrCdjX9eNdnw2EaX+Nmw5Gv
vHnQWsQULyp0s8LLIoqAZLLpjQ7O3lCok2eXIRqcG+HdlonFTYU3NWXmwQQUd38BHfmboHL14aVC
5WOunBJAY67G46aMSOaKtD6rvDw2LXsiqt5b7lZQ/DdZWuQCF3YW+16WBLU6vOBQkS7UHVqFv5ve
ccDQwsyHwsmM0wQa8sDsMmen7CH2i9hxHzvL+WP2un2uE90+gh27f52SovJzjYPYpbby3UCdP5rI
JQa2lR02uujvrYmVp8ZK/uQSucVkaS+0rq2gNaGM0Y7ul6zv4Y0c6/Ok5+ZBqx3vCG7N+GWqdPLo
Jmn5xTJ4FtDWA+G+rVCRVwSq5LLmgVPHsW80ehbkhvQC7k3VMaW82dcp9GfbxLWOitUTesr2GKC2
mRwJgCWh5HaFUeUsfanyoj1NDNJt6WBYXzwLUtdAkzkvpXTaAwR25Ne+5jKIKZW7JG08/Kunf0ox
s3jvGgJzma6RfPX0hKIfDW5X30JfCA2++f8muVXuqmyXVnegnSjugPK3gdL1IBRSWfyuKGvguDCr
749Orvv2SLSD1O12ZzaaDBQngIOXNWCB0toSE1uJ7S/2fvZ5764jTXg+eRx7X+d/eLKDeo2vY7RI
DKfU23p3VmIQ5EJ/+WVwM68qQonTGnqdx+JMWhJQda61r+aU+8AunXLvwdiCia7cUBTW0DgDk9IK
Ulp4FvQHLKs6540T5kb2lHdbuMN1EyhRAvriAKG8WD02lSAhcQpxHuqp32dWru07nrvhbT+w8sKB
lhrUNeDORHVpWRhIM0OTusQoYNJ2dpg5FfQsO6hAVLH2gBRiw9raiQDZB3ApQMmBCXzxTRZubAaB
FViD1tJEjgWoJjv9HLM8gDzghotbNwbcNYo4GDhbAvStjJtt2ZTizOtTWb7aiEISD03duvFbd3PW
fg5slo4OtcD/tTZv57vDrrljAsUVWBsAJEnjyU+0sHPf3Pqc0M81e0tASNqzH7d3b+3Uo8EGxAhw
86CKW5R1jHQAZGfwqrPFQcLQnxrJ/NjSgm48ZuOB0Sa4bW8lSkFtDhrw8/s3U39ffqSKiTMZKubn
dkp2mnoYQcNPtprTG0aWwK8uaTqpjTCStvq9leSnQTMe63j6ODoPIIl/P2bJjmDU3ViBwrs6O9Vb
X3xqp9GvkR1tsQZac0y1PBnIWBDbo04+EwcuFi1NEg3PS3Vm1uQcYwvKijVq/gGvQexvm6N2mOxM
CwmYVtHdqjMffAnMHzNq3HW06c55x7Kj2cnsgYG9LZCpPt2PYE3dTeDfeO6YmQejMK0gUzqq7ZCj
DEnSlUEFFY/XsbO9A8+GySd1jSegFj9El/3pJc8Pw+jJnaa7LExqNwkaz65D3QblkVAo7aL46YJG
lPDAQC7mG2Q4W3GnfM4b129Zn27Mq6+QMs0gP5A5AniPqsXS34kiYYlROvwMBB4wXyxLD0JloIrO
KPC6Y6yGJ6Oo3F0t9be8LxhYuOlZT/MynAVsfYNz7QRcThoy7n7WLasITZnkoYZ50Ps+ka9OWW0V
dFYINi5/8yJrMwhrbYPZ/Ay0z4FL7avXpfdxbXz1tGzfmH3AG+V71ngETuYhjwEzm7Zi3rVn4v2y
LU+XFxctFDH4WZ/eNO3OhED3x+88khJwMyLfugbnUs9lnUBodK5qHtrTo2DP0v74fBr+9Dsji4Ws
pHJdoET4mQ3fc3kCEddO1g9WWu2BLtr4oBVMyKWxxZK5HtOJB5rFs6W+t9o9qHiCQvvCxzlOeq28
T7pd7Vvrnx7svRg+ypP97QVd3TFgsvHmgoERk0+X/mCaKteSLoV/c16L/s1zNhKUtXcPnQt0UDFx
jP7w4lHw0jIBfwn+vnA/9dN9DOK5vPoCHYixZxtLufb+ADmP/hQidzBPLVbSksTkVoH3x5nLtlUS
jvpLMty16lfVHZn9fWPhVhoLmHACxyMoSjEruPSk9ZQVQM9i48q46306CNIHOfTBjvht0GYYASBI
bUycTJyn+9F02xCh4gBh9ZFigkErj57mGj7oCLK9O7D0jkJwcF/YbhkAl14GWiqs1Jd6LV5aYQ+f
DYpXLs8956kFM/+z3tYvGC8pwJTT/bRVKV9YmTkvnEKyBGn1eBqNzAkyu+U1KH3dKpSJN/xqsrwL
uF7HB0VjiHh3feU3YuIvjAztx6EjiAEwjwxdDoSlqJJdHi30oGlHNFmfYSrA9K7ir633GlvVxr5f
H2GcXUB7MGyGvQAF4aWdKsP7VdEyO1vlPwljvpd8OJO/NLA4w6OjaOMlPDur7CsV//RNE+hbwMKV
geDZCGgcMA0MeNQS2aBylQqt1lIEAD0yEzSkimNNH3N+kvErQ1raQTfV+y7TP5L+1rw/PDumcl80
7YZDmKOmywBhxoJDrAWX1UUEubhFg1vyqQPrz3lI+b7udL+A4oFr/5DWTjpnqkdl9Xz7Js3u9Moi
uo7oOIIFFlXby/2TFUDY7WDCon7nTui7+P0AIqhvH7aCbqOl4z9MDWFA8dKKbsV6gbwDMeJgAtJ9
7+WfneHIZL0R6F97Ieh3vrOzCL0NU3N7PquVldp3lGcCzTsTrwqplyHg+U6qjUjl2r9emlskMcRN
RuIlMKeb31gexelBsTeQwOam2rhm15HwPFeMfJ0Cj3KNZza6JtM4H4E1TuheFvYzWG6PWrVFxHj9
QTCDzjAmmYHWhhu/3CeR2/o0FZ0BiQh+jFl30Brx2wDV8wCevbqVG8d99atA+4j+OkDDV4ntJEbF
FHSKIqb1d3YW+y7XfV3/dfvwXR8K5N9ggsHcNBzU1eW2zRqkGikuT5OO93k9PLdOU+JlmH4NsX3P
p+mzm269vNfXCjZBLz3v1QxAXxz4NO09DBiUeqQzkfpTwSCL7Pw26+HYmMVW+nLtg2FsZl5EFQI0
GsvbBVUilahG6hEfv8TsjQEFdnsF1/bpvYHFtaoywxVTBgOuOgyzFrcGKvAtUbp1I4guHQtcXejW
X5494uZsop2nR8riYT11waQ9W234H74E/QIoNKBye4UrsR1SmyDn1aM0y6gPej96AGoAQ7FguNg4
3Ku7MkdfwIxCbWU5woGeBUmm2sWx08XnNK8+20a59cr/VfG6dN/YeoDxUBUCquOq/WHqw1CA3RPf
Q/ME5Clwcqn+UNftqwb+CseYrCBp2j8YshB+mmbHnlZHdEz8Fv04Wovd7dVd++QZywykAFw9NvFy
C3WlnF7GthHlZsqO7mizsBbOFg/SSq41c7fDFaLUgY7MsvaQanaepGamRxmUuY3PnBaHFLBc8kSy
6mEGQNhdHPblGFTTp37YaEOvuUhAkiCjC5YU8L0sXCSKz5UojWmKihECKz661U1ga4X8MsI973ui
85Ntqn7jpVnzJ2CUNeY5Lh0ccotyC0e1uZUGbuDAwbyAMYDp0W4R81adLe8Q4ssNCq01e+Bh0JE1
ABuJmPdyJzMFGsUmafWoNeiBde6x5aeS7vP4+PET897O4tIrTKTZlarn74q/TUVzBLXyl9sm1jYM
IFJcbWtmJ1jGdnUR08kz1AQIZHWw0/zR1mNQJvfjY0nse0xFFxtv9eravTM4//u7+l+ZGnnq6jDI
2292fwfu9lCol976eKMYjgqlPrRYZ3Dscsw4E1mW2NN8JgYRYGhRYDo7L37eXr0Vr/zeyJJ1CCi/
xslTGKkGY8T8trUTzJGYFduCUa4bmhULHQCZAIK7XLWcjnHB5kfM646t9jvu7pvh5fa3rGwMwidQ
qCCMAlXx8lBXBlRkNI1MGB56bNpvoGkpUhtowufbZla+BADNucQHON/sDS+/pIXAhGqpNUUmBPcy
Njx2Y7yrmy0B9jUz0PLCM/ZX2nvJnkU1r0hSN0dOINK91vQRA4MsoPMbN3TVDJwOBb0V1m05uacG
BwVtOWDRenJQWr8vRPcNHOkb0Io1p04tDN8C+QD2ElRELlcNzDlFQ3mCW+N5sR8TTQVmmZ2QYe+L
1ux8cBMeeWKcqJggeV/9aojX+jJPPt/evBVvgZ+B3UPjCLOXS0c70lShnJJPUQmesKFMnzSbfZE5
/WrGKXIw9e22uRWgDobqwRKOZxzsFVfcVz3AyTHA31NkDznZT8LIf8vG648Zun5hWo/9TnlTGUAl
tPzWSIwTVrE1oCnjYEjq9k9Zux2I/NEvh0MBGetiAxIwBOva/EtmitQGBDUq9jAVUQROHt22tII9
wEdDK/4vbnoe2bnca2WjDdyW9hQRWsnHNCm+FtoIaZCpkOmhpMBFQR+V3umN1QYdJnZDqTlbAkwr
sQpaFwjOgJ0E/e9ytg5q4sJh0piisU13pivOnbklubS6ou9MzD/h3UPAh5zz1oSQM4JLn44QdNfC
JinAIb1VyFxJcWbsOwaFAIOZCYAuLXk5oq6eZCoySoES2Pes1He18ZklCSakn43+fHsDV8xhA7Fx
GE7W8TzM//7+w8wW89m8Q8xVt4eGNBjg7UPPfSF2D7aROuhJEt62uLJbCKWBBDdmDgoEVZcWi15A
fMEGZySffhcoG2TmVt151cLMrojoFZniEkhkcFAeurxyoql8a7U/nvh4RDVrc/zv318cBlFLg6Ye
B8my2weDvmvB0QIJV6E+jBhBQj2rOwIOZcwImMuVqmNJuOWCwlPv3K8pI0cnlj9ub8bKk3BhYnHa
ckV0yAhq4KnznLe6L/YJ7xX6MuPxw3bgjECZgf+hxbisKVOMRvO2t3HMBKq7eR2kzYPZv3zUCIh5
gSal6EXD/S7d3kShSQRSeSNqAfdEiWpXkeKQpHRjW67fFZgBLRLkPwFVA17xcltcFIOrxsA4sRqh
7KTtqXNmxkNXHIj+evuDrr3OpaXFQUs7qhdVA0va+Nmr7xjBXGt2rsqP19ou7SycuKC5xqrSI5FB
h8AyP8m69EWHyRQO0Qkoa+w+/lkId2b3BgTeFazD9QDoKUFkHUHyHfodKbSkHnvH8Mm0Eb5dOwJ0
S/41tMQtVkqUrj4bil2yG+X3BmXY25+ydhZQTpnHb2cOymWoMwAwhGkqzLQIKDlNVpH7JB9+iq7Y
Z33xk0zDt9v2Vr5oxj38hamYGKlZvOxaDe4eaYxj5AzO75Kyk3S2yBCuXcJMhIDIHek/XvalidhS
rSHNCiWo5KebclRbw7443P6MlbABJCZI98EEM4e9S9dWlmZcyh6JlRCPylb7Al0UnVNoMZ8S+ZhU
d2XPTqL6sOOeqVPApYfJHHBzuotzjm6om44EWUNbeEE69b+G2trp3PqOccKNwGhtFcHQh5EjlMGu
GSWggMMMCJgg1vaOvP8zGE9a+uX2Iq6cBezQvyZm7/Hu6c5B44ViRY0wu9PCYlCPbVtsdGxWTaAU
hfon+glXhOe1xoy60DKEtHkP/diqeyL6sGFjfu8v617YFLD0QBsB6QIO3eVnAGxnTmOLz9AGD3S+
5SdWuwFl/fcSs1MgmOn9rK03HMP8Nxc2URGf+QDRKCEQW720KdAqJo2tdRHUuaGcCaGO3Kh83qmn
OidPblJTvzAsH2QbG23clQXF4A1Q1MgoMeF71ewc06ZKJZdwfcAYpnEAvoLbp2IlDQHNp4mWKiZF
AApeRsOVrqGopaUyMoHJk9Veb+mjrh2bDnNa09Ho0hAE+ofEnfbeuNXLXVtWOEKKgiFyvyXeWZnA
eHpOKaOJAr8yYzvL+uO5DbYNHwiyPDAuXFGOQykZGtQFcuSaufsOp9KQ9GQmbjiVG4dkxbejwYUs
CuS6aOgv88cEMNWBMd5HQ/s8izoU4keiIfqPk30m3m7v2oq7AI0FKpGoZ89w8YVftyxGLd5h00jq
HOnYVQHLq9/g7dhwvGt2MEQHQA4u3CxneXnwhyJjPW9bGUlVRmOSneO6eXbcrR7X2v0Ciz6xQXho
IPVefk6VlcaQxTLSeVTl/1j918Q8GfJB2IGbf3f4/vbqzdd1eZ2xR6igIOIH4nEZkWlmwwFFltAU
zn2egtj2F5tQUtiKx1ZAJjOp9b+G5uv9zuV6w0xH2M6G2JMJNVqLj/9D2pXtNo4k2y8iwH15JSnJ
smVbNsvl8rwkylU1XJNbcs2vv4eeuV1SilDCnn5oNGA0Q7lFRkacOOfAObkx7PqlMXpfjbtHM6+2
FNidwCx+Z8D2YhGC68NdSbDgZ4CdZ1G5W3ABy849+RlMrV3eqfAipY4eyK67H9MS73s1aC0b5Zwu
7Ch9VdX8wIYSWm8qu0ld49v1H7E65ziEeMkBZXoR+dSj5rVVn2HH9qZPixt3eHIcNCfJsKwfW/9i
cUEThNMBOvuLeGQASdykEBwNa3TQdFneVfP0rYZ6JsvB6KDOdkgzM0zLV7eL3yeQnVUWdRBLlkGr
ur/QURDq1fTQu/GDo+W72igeHaptmCqDT6wdrYWrdyndodVZvMf6MkYyJsWEFPZN1RxyICjcXJYo
Xrk/QDeA9JKFrY5LefkRJyvPQcxJrDKfj1WeBg0CdpQQrq/rytFdZNVxgaBhZSEXP7eAfvG4Vptx
Qq+kETiA1M7NUzf/MqxvifpO5ju3ia4bXB3SiUHhLo7ryoOMBELaRjkoTPddmTDRih9HlIRmV2DR
EPiJ1Lyx3rmV06jD0WizHwr3th3vQAYHzH9eMTQtW4nksbtyNE4NfgS/J4tkmmnepa02QLsFDebT
FvBPUJhE6ud7v5bw75+BfUQCJ3amKkfHSgE7uevdq7N72yZgvPba7fUFkg1HP98RrTbqZTnyAfrC
ud/rD3b7rRzeJmdz3czK+UEV1wZ+ZUnoAyB/bqYCFw6Au/10NKFhzvTJL5DxYpJ7dm2zIf1tLYIo
lg26iXMjtjn/d7OVQB6z/LmqPp8cQJMmaqZg+l2B3pduZyluUo1H2wJNjJkGsT37ufOsckhv9JLR
rE0ZyL4QnwA7B6bV5SyfbIARjIimDT6OY8/f6hwcjQcQPVxflTV3cGJCbAZGSRTN2+4wHjlLdwA2
Th0wF0Fb3RX1wbZT9JVJtsHabjs1KIQObWlqLOcwaA8/aXE3poeqeSs0SRy+PnOoC4DICok1UaYU
onJmyVFyPypoHphLFBGTpatV1tK4Onso8eKNAWzoRbcCrVMIfcTteGxadbxDs1JzjyNdBASC1nfO
BKIG2qvDjcNm7ybJZ0viiNZGiTgBit0Q0gPAcpnrk/3BKuCCUIJRj1r1NkPbVvMiDyXM6ztk7S2/
0BWAu2BB/1ww4bhknEnNew3v0JvYanzQoJb9YS5+zVC5q+yfplv6TipL8q6NDW3wKrh+8O+Ll1Rl
JLNd6Fw9dgBkBjjYxcNkm8MjrxVFMsKPd4sQgizIDLScAC4NMN/yW07nUUHVR52QEnGHecvYY6o+
4em9rcAxbLVhp/EALSm+MTK/RQuMom4d9dZWwO61KcGaY2rv9QiB6l9qj7J7vm8amR6jtrbP0PGD
+VjUNC/efG7tzWVroMbPzR3pnKAi2qMB4izEp0CrH8x0Z7MQVU4AZn9a5j5vnnJSBOYED2s8QS3M
bpKwLmTM5ys6rx644nC88CJdocZlTklyt1DVJVw26cFLXR/d6qoyPtHqXSmzJzTGNWino85hApVI
9c4TiurK4Ne83RHDu+3BJaa08cbNHsc+e3KZFsRslPiC9eXF9C0JXTQxiY8vlpdkKDUsb4Ouczfx
Z/6gds+8abYaosjaxWOMbFpzT9gvszxQ47Yuj8kEMuGiBLtfu2kLO7CcCYBs4nMFo8qerh+xlb2O
chDisSVFgoLGcqud7D/SuiM48VxUnxh09eZKjw9xaTQbu5xludmVbAweFqj546WOFIL4tMjiQbFa
hiWrFVYfckbn7ZQN8601DywAkRD75uZ9/dwqnrK/PshVyx+Iczx/kUpd9vjJIC09t7QMJarj6Oph
b6vQNHhg80PZxtsR8E/eSk71xUWzNDuBggk7E73r2Pzn9maumKOaa8gBVRbaP/s88VEI6wOLk/QG
AHhZ1+zFIgr2RGcMNis2emN3HBeyY7Th+aWa3Bd4qEoGdhHvLoaW7BYeZjh+Il68cHXgPsepP2rN
YAfMjt07JJIN31XSF31AOz2gvbKayMrgDDwFIZqDhwnmVFg8ZhsFmvd5e3R4AiHspngua64Fhke0
H9e3ycqyLaxZkCVBmAh9YiFMdKmNalhawhKxf5bMfkRT7Z6MxWYoehlp68qoTMAlULDCRYn6qDCq
MuWaEzdWc6TmU9Wj23mvOt+uD0diQnwrAGHkgNgIJjTllsWx32gPowwBtmoDRJfg1UQOF9fY+U6n
SGUmaUPqI0vB0zhYdNjUWlE8UMKdz+895IqBNEMnKGZNXB1Kajwe7aw9egO1qF912gQ6+UZHozVi
uKpLihu756kkr3+ZEPlwi0t/BNK53oUkKCjI+9SI6xZQj9tuPtbkrnYeHe2FVY8mcl3djzx9JM2e
ytiHTMzcWWCw2NURFgCyhd0ovll4X4yzolftEZ17+T5THB6A4kKRPMkvIyxLQ0PDh+ArTthFR07j
0GkabV4d4777Vmj666BrAVihQ1LkIaodIJjt61BrrDnwElXyArjcPfoHpzByrqjW4+Cd7x6NDE4+
qSOFktMQ5moMFKrqd71k41zO5JkV8RyYBq3ACwClJq9UX0a8MgmXda4vP/R8sc5NCMcgsWy0YYwa
PdoUfPDPPXjogRfemf19H/+rTo7Opws0WCqABBCe4m0GgjYhLdlmlWkbSk6Pkxa2uuPzRPa+uHT1
5xaWWT25M6k+DCjVUXqEJvJ2KrApaHJTZ85Os8lhnunzdWe1skigLFz6ClD1Rswr+N4k7W2IQ830
2FVgFDHyINdkqc1lToRFAhQYsQ6EctCMJF5eKqncMZsmjCgnd5OX/og5PRCrD3Oq3ikduqDtYmdq
/W2iKRuNT8HUQDnK7iQR10UwgqU7/RnCxBpOybwK2oBHbg15kKbTY1zNG1Z1OweNKEAa/Elb/nZ9
di9blz6MWrjeHDAuXSB1q8RkrsIGCvpbSEN6xU3C0gOa8Latnt2BgHNjDWA0TWZfAw2TwXiQTxky
uxkoJdRAbfNNA3yZxPesnH4NNEmgXQLPKZqLhNPf9x6zua4WR4gP+2ZzRJNbCEViiZWVowkrCx8P
WMFA8ydsrM6plHF2nOJYpofZRXfjY5I9JyWYf9vc78bn9tM63stUIzgCp9+CGxMLFAC9KJwOGT22
5aMzMFCcbsEd4qfJfbtwG9Yqnh35zfX1XZ1KnBsVLbfAy4nwS0Wp+JB1cAdGc9MXm1kD8yaRvGUk
NkTEQ1wVPe1sjCtZFOYhXDqn/0q5jJdjxQoKpIusLKAPy+vu3O24HAkPmzrlMS5fp+Y1py+5/vLp
yTozsfyEE8/WLXyzagsTiX4ArfyNaf1Usl7ibS5jSYAkT8YhhOTVoGcaWorKY6e9dirdGRQkz8kc
xLmk0+DD1Qtu7czS4m9OhmOmtsHz0iqPNu+DPP/tFNSvrcQnyRb6khuneHcaPNJLM3DHZlfa0LOn
u3IkAa8ewcEbFLjz1YNKuW8rh4aDurF6A6lhMA6O73n5zZxDYVFv/In9Kcq9DkGWtPsGVoct9zZo
c/U9/Q/0Ufwyfy3YjMbWEm/HsHG0MAabFxS7dq71Wx2+56DiybPnWX2f8D7pKh01hhcvuVc12c21
cpXgKOAMLml51BqE9U2HSScFLesl62/r1YZZmeS4rVtYut90xPAXJdXKgtSQbeX1UdcmSEEB1eZt
ru/RlUtieZb/Y0EYg2pb/WTqsADWvjs8u/yY7HA9+lCkV5Rx4/XvX7CH3lyoLeBBAkGo802k5Wqh
qLpeAY1BgzouQGd+VO1tPZJQV+7iTwM1wV4N1w98DrLx0JcV4iULDxOzG0l1nLhxZ7K3gspYyFeX
CGl4dHCBRB4AqvMBdbPagV+jwiawfpjFe5VL4pWV822h+2x5jIDX6yL/aRQ9h5q3jgVCD1rVP6f6
96JBMknWMS+zIyyMOSJmSYkGOzhYqdPvmv6OuA88k7xzlg0leBGMB8TwWA7cxh8SUSdeRKOp4cUV
xgMK8G1NeQhuwf3AXMltLDMj7OuS19RNQXZ1VMjOrSHRVYZdxr9gBGNYIklchdgD52u/9GWpzPTq
o1u24eChnb7rdm2Wbq+fmWXqxSlDhRyNezp0wEANc24GJI/ENfO0ORK79vP+0U1A+3fbziBLlj3l
13aBBSvo30P27KKXzbGJkROraI6zC6FdHUyMJYoK2eDtQd4giU/XTg56UhAoW2BNuIC8z3bWDGac
N0e3e1Hh3y3jC/N2amD5ASdbjSdQaeMka4CpV0J3uNOyNxM6Oc2f2th9foUsdA0veNClWUPYCA0Z
ZhrPSXOMDSTRu1G9SQsSgmcMyWz9zuPJt+v2VpfJgfwHUn6IX8Rsr2InhVoNZQM5pV+l+ktTK7xm
37X413UzF5cDGoYWKQJdQxIVsGfhEDUdoEUWaFuPXHMPTqn5EBZjpIhG0u+SQrnLDFcSzaDuJ252
2ERMhoQEGHxRDRDissLtZ15jfEc9QwOj1tpaUDEwaVa2Q3fNENsbpSjjIOlJuSezAzqhua1eXUqG
uzEbQavTc+8WWmvp1qQxDweELUGZo3PD8IpsC77CDpiKAX/1hsCeSic0WfGaxyMUgBJbQTOEO0D+
UzEgWJHp0VA78YZx1qE5tx036Jprbgs748HUaYPfT7MG9ozB9nmXlAekY5WNnqb9Q5dR563AVbfJ
ILM5d50eJNiAdb5loPNgbue3RVRNB23Mn9vK2b8mG57Ye9dpguJZ2SvF+GQr+j4d9GIDzXW+qfkA
KIam1r4DPFfQ6xYNUrUufA5PEuYJfu80gVQoBWIpcAsopE6sBx19Pau+ruNRndCK+eidMnYZmtyD
gY8vhqJ0odIYAJ94rN6ygfcYUawHaddaQQNs3k7P4m95ye1tqnAX3Z0Mikw9GQNVi/84XTGFzVwW
G6XqSr+mhoJKYEL8LiXtVhnAra5P+IPVK1nIkrnyZ6M1/LoGzdlkA21Tqd4fcCiVfkNnc4vuNKhZ
uWayHzMEH21MzNDIDd1HCwEUZgtt3tVj0W5Vc078RE/1YLKSNFAHqGMoTWqhWZ8XN3XPiW9YGGFm
I/LL7aIIS/zkH5ZjJbc9HaCm2Xv9NjUM5RGwL7wuiMuBM0qzxFdSe9oxr2s36mQPdx5Lahwt2/Cz
jJs32dyyDXKTQKtURZYeWWP8midLfUO5vNs3GaR3khFikxNeiZIw8BKzhUMBR+kgzY/zfpGjGxpo
IemTnR+dudm73Z2OekJ8SKs0APWHWpVb1v6w2pcxO9D+zp5kydcLT70g+gwU6IGGg8yDWFBBOqOc
BqbTI3GOvZH6A5q5r3uaC4d2buGDg+vEVU9u1RWdgVxFrN8m4LlsksRPVSOsIEB13dJFYCBYElw1
m41hMlKMJVE4mivsjWlVeJrIQE6rA0JDF5i7kcq9UFhV8YSFICOyARkABnr1s52eK/V3L2vuXF0Z
lCfhpF17QdKcX3EmiRnj4G8/9nGUlQ8Yu2RhPjhezoIP/D8amGjQHAenDITGuQWOxjQyQKrkmLD2
YE2ND73up3p4Y5Z9sCzLzyrlqbaNOyd7qJ0dKFV3Heme52anqtANQ00DAZ9P7QzOh9zT1gszBpo5
PBvLBGLPderzOQ9HsAXktuq701tPf4+a6o/mFHDcbOVtPcSb3i18cO3F+UM8WrhbC98k32LUoEnz
qCeWb7JdChLP2rSetYlJTt9F+LXMwIK0cYF2huiqfj4D5VwgT5ZN5ZHVv42uC4A+3RD+HqMZUyqx
t7Y7T20J6+l0cQOvNCIr0R/0XvVneOM5k63p5RV7NiDhWk8UE6pPFYww69UpIuZIkoBrm/J0EMvZ
ODnMaqeluGHxffRV+n3605u+ff4MnxoQAuKinOy2n7Ene4cEdVejCqmGTHm/buVSUfN84T8QCyfj
aDzao0Ef8N+sVc1Nbirg68VxwK3qGhvXZoOPvAD0+ByVIo2pWNB5xQVdAca7AT75Z5PTX1ri/gAp
s2wFV7fJQvcARAJYDkUIPjVrt3Y8TEBMHjh9qo23Vv9sFm4ZPFwXkozga7uIzmnFk94E0xX6+JFQ
IrVvep2vVTKo5upeAWEAbhU8n1GsP98rXWP2uaNk5TF1k0097Q27lISU+porRobjHxPC+WV9jCdI
n5ZHPGfskLX2vHeZafqtjgoQKJyTnQE6srFUsqDj9XgPBWB6Y80jC/WshebynLk+15J/OTmAyNxC
81/DEpBRFjFoe1Kwc83NlG4QttobZwQic3LJHDqj2fueC79GNCf/ygE+GZEQI0+QXUphHbh0pJZH
9tgzWa5vzUOgwx5Z3o9EvnDAnCEvphzA2WNm/exmKCxXe1UvJAuzvvT/GBHLZQM4QxkqZKhPaLmG
nCAUf2JzkBi5LKsu+xi86ABKLsqFYrdAmVdjMzOFHnNS3aWUhLnJN9zInmmjhdZUbKDgepsT1Ql0
Pm0SG+8As9pc9ySrx/XkNwib3DH6ric1VKuK5tFOMqTMX0ZUlq8bWZ1OD205i164gda385NEYsBL
ZrssjxbB6wa3oWF9WiZ8mcsTE4JjN4tcV/KhLY8qgvsJtJTEucXhlQxkdbZOrAiZKPB7DF09YCDQ
EQwgXBYMqQeN7e316Vr1CidWhC3u8baD+nZVgqXqNfcAvTBvvepbnkjuQokZsZhRuhQuBXLiR7Bj
PEyV7vM48039fTIkeTXJ8osACex8pRlNjKc1CGYrRYZd+XV9yiQLYwmONCXAZbAaY2m1ejPk1k3W
pmhccCXcG+tmIAgLVBMS02InDIWZhYKyBOLznvMYEpLf0DF8fSjry/LXxjKbJ1e7nY+dQXhTHgfd
9rPuXlGcIC7mjTnK6kzr6/LXknAs086O6znBaAh/y1TlteN4c14fjMzEMtiTwcSO185KDxPVzEcU
/ernrnIkQfByHC6eAd7fYQjPgFKbvcK0YQMaui9xezSccTOZb8h6DKkZeFkSGKMEhr62RqATMtHH
4ay0WJMSHBy5jh2daztSFb6ePnjlJi5kdHLrdlCNQJccin7i67b2xtizSxfhMNI8fU9Rnh8g4Xqo
UwkKZW2dFuaa/zckzGFjKl1v1TY8tHpoHRaUs6yxcO3onFgQn9GkVdHnoMNC5/xS9VejuWsHyUZY
fqS4EU5NCHeZnmq0RnYL+7naDhQhcOMdGN64vfIGPoOg6X9/fnMvCHdkOxfwjitsbo4X6eAg2Xcc
hlcLItFmKWn4XHveIdBBuycaJNELJlw33tApYLeh1bHUQGRj7YbkZzLkYe+9l9AcuD6Y1ckDacjy
oAbxgphQxVO14V5l0yPU2UNixEFRH8vyfUYjrTLeSLurV7cD9BuB8EJ9At2S547B7CG0lloePVbp
7Ffxs6qUfiXjR5cZEXa1nrqegk5XwBDm9mUY2EMxW4EGEe/rU7fmgBDDgxXXRMvLBW8a0StIdBi0
PBZzts2RJax+A2oFxEMFZXQaMKvczDmRGF11DSdGhc0HFsO21YccJW/vmMw0nOOwBqGEZcjwrquT
CA5GNAeiceSi+7P1vIEMy8botAeLIbGwS3uJ91kdC5gDkIzyQJwlurnJ7KquVgEdK/FmJd6hbTo/
pY+u++36Qq16OYBxAcBGRsoRq+JqPBM0Kvb0WDfaYTLnb4o7S2Kd1dkCtBsFMbA7XNCZgi8iNSsF
IKPBe1ez7yMUZ7rX66NY224AYoKoFahFsNoJsY6SqIXtxrjv5k7d22wEoN4LPe37bP27Gl+S5sHq
sy9stlOTxvlpRR5P6TI01RzTuDkMIDS1ORQ6Xe22nbKX66Nbm0BcrCizYDOgF3MZ/WnEAO65AUqy
CLFTpOWbnwYzfOXTcEi8FoCGQjUfwmE4tYIR12CzzSpMoUuqJ7W297GLJqXrA7lgHIVwIa5seFJg
/QGFF/MHk+LNnjGm3X0zao96HW9nEn/TjHJX5D9pDCrd7Fh4y0tcu1WU75bxhioHqNTBIyb5IcuG
OL0Xlx8CHAjSJaDLBnHZMuUnU1qkrNImx+3vSeM9UdX72ZWk9/OUmH6fZzuw8ewn07yhWbxzGvXd
SIDVt7jdSwJbcd9+/AwUIA3ci9DZFLGHLvMapA/xM7R42AJlvBuYmYTdPL5MdYK0aY5MlgvCM9/g
rgxs8fHGOJ8DtCSaYPwF1ZO3CAmcz0EMQhSo1fXtPUc5eweWF3rrsBIisGjOd1KyU2zlO1Tb3ft6
Zrcks/7VGsMfM25/a1P/MsTIpqYeiVQ3hViMTtUHAqLpbYvSwAYiG89A5+shevJLFKh4CAbqfWKB
V3+atpXDbw2PP8BTBA4jYdGnyLtM5a63u+U/Oh89k3cNryo/rZ0/ENQ7WIOWhdAyywI3Tre8tnYp
6otDDjZk1sRbNVP3no5TrvYR1Z0kUABvirU+D69vG8FZfmjBYS5QXEFuHUwewgVTQjJFhSZxG22b
6Uf+Se2+j6+DyAJnENVbgF6FE5igYDcqNWGRMW9b+x7Yl07Gk7k2ALCqgCcR3ZsoEQnbPqaKxxuj
7KJ5CtU+6GS0TrLvCxPkZvOYxqCViAwjKMBH0EseGZffB04VuX3kSz70soToJeswqjkzWaRtFWMI
UQgKr6+w4GqxBouBpcsPDL2XIR93YujkNQMMTK8dAb9W6w+yfOCqDWBqEEDAD4K78fzcmSOydXoS
s2gsd5CBKPTdKAM1C9HDf4YB+WiQUaG/+SL88uKJDKYCE5Ub2l2oxiFXNrkMY7i6GidWhNWm+mS0
vam0ETV/ZMajRzefXwyoUgHMACXTlWbjvKIclVYWzWMdKsYWxXSfySLVtdU4MSK2G2uDMbG5cFiU
1I/c2nlDyLTn6+MQ3hEfq4G2UVAbfHDqiW8WAva5achwKtIxVLqN1QbAIJhZOCZhWktOyPpw/toS
Tog6uUnRtrSLWgDHdRCEbT+r9SYOR7w3MtJM+KfCIdcOELwCXaPp7aTtGZKB2EJ8VXd62gN61kWJ
cut5IbArwGFcX5e1/XuyLrZwECe7QTcGSIoj19yipMxkMnWy7y9DPAky2n7qOGENhjC9TiRAi+MX
fv/SNonnMDjfxF4gJUvQT94YLKLZa7LN6u9f+DxKjxD3AAHcRSt5O6lZP4wai8zJN5pAl5yK1dk5
+bww+6bODZdP+LyqK5t0r/R0+/nfj6IYuu2Xvr2LHmoDIV5uMNpH3M38I0ER+/r315wsImZQRwBv
cdnEq87QAoCUaB/BBftQ1vDmQNd9lvYSOysThWobKB7AugBkqSfEBUo2gaeCdnNkx78Bhyp/fnoY
wLgAmoZiOe5WMQZtM3sGIYkzRWoRDuOW033Hd4MiGcTKZC3QazxlIUqM+1s9PwuVqYLKvEvnqKe7
im9AU0PIbSZJDq3O1IkRIaJVc3PQRjWbowZPl5eKf+HmPhuEfj6IdCBZbsXlHGVsP8YBmlKMYveF
1TgZguD25jrurMGgGEL2awl3D4oVpMMnc9CLCz8biHD2skmZeWNjNRJ2MwG0wCTvGtlqC57P7CYt
RtsUJgptU8idDffcO3gy/pb15cauXZ794H4XrFT6QGY1qeYIQDcNFUEZklf2/WWUJ/4bfUNaCjDV
HGkcMmA3WSHx3ytXHFbh7+8XEn6kcKnhaO0cxXxDtG0DFoJ6e307rZqAJBQw3GCIAvT5fAiGG9MC
4MspAieMUW/G1Le1zXUTq7N0YkKYpcZoJ8qAp41o+wAyV948/2/fF2YpaY3cSkYMwesDZwhxHj7/
/YWJwQEm3Fvka8+nSGM10JZjp0baeMdUJWCgI75uYSX+AxQLwAy87LBRxX3aWRaAQkmmRR7bjOWN
m93q8W1hbj2y0YnE1tpq4BGJew80aSB8FBacpuMMzepYj3pTBVh/Y7dZeH00a2f71IKw3qCsGQhw
tno0jmH8kG0nSLdJlmRt1zrgyQQ/IdibL66kEfQ43K5MLVJpCMxQmd9k8c31UazNE6hg8T4Ckwvg
88I8OYSYE7cSHlW64tO89MFh8gUL2E4fEjvo2b64tpU64QDmRCAP8JMu839//vt4wy8UCLhRUXk7
37fo/sDTqavnCBhaYgA3/IVzffp9YYa6YuZZ4yHsMOJdpwK/K9lHKysAJkEVggl4o4KjW5ifrGC8
t7R+iEbgj6mfcMnvX37fSXpruePADYHHPPJI6MMQT51qzGjwNpspSmkI5VtmPmtGdH0JZCaEo9C2
ae7EPUxAtjIFY4gGfIXkPMtMCN4PqHZonHGYMJTtnN5NzNdqiYm1hVjwkiiownHgHXG+kRLKq9mD
lcjcZWroKp8/B4gt//m8CBxKdKesVQOfH7+75kOXf/4SPfu8EPOZdkcn0uPzVrfJlLvSCcpR4itW
PN6ZCf18gtQqHlQVr94o/t52Pq9QdkZf4xeOw+k0GedGOKQbAWFvp6h3ALCFrHn25/pmlSyzSOmT
agkbnOU8mNO/lPei/PcXPu9oOHbIJy9C4ue/P4G4r8uqaYxQtSx65mfkC0ErAO1/LSwDPAnHdBN0
DayEhbQO9L2Rb74ygOWKBpnM8tQ6/zyddRC0JWyMat4EakoD2Xt0OaoXDgmk1v814AjnrHGLwTXR
lxK5zkMBVRYkMEE1ECqTX7kSxa+VtUast6SoUeXADSocihR1BW9StToqdX/+XUncnuzrwkJY7QRO
nAlfr/ugR9z6BY9x9usXn3iy0ApjDeUNvt/woKN+LHtQr/hUKPRAqQZeCYshxkgkoUM3aASieu5b
2hx00Fjm75/eTDABal6AL0DULypfFSjYQdy2qKPioHAAFz/vU88+L6yv6mRGCrKNOlJnfxh+DL3s
pbu2xDgCKAnjPljUhc6XoB9VzVQUo4pm88FjR9Lakktn5TCgMwbVbZQzQbMr9uCVMzMGq9DbKK2q
uynNtl3G/Nyq/Zi5G72WMa6tuHDwY+LoOaBfwHkQrlE8tNDsmUxtNLjPSkUCiE+EvRo5nwPDLTEH
CGsQ8S08Xwt32vm0FalSxzWEm6P033Hrs1+GbF1Wpg1YFHSvL6RKQIoI60JHFwzIDW2ivAWFRLrt
oTjc7ljlO/br9R28ckgWwnhwT4PgD12SgrcCL4gzjSRuImuKXBRsid9bu+smVjYZWm4Q/6FVA91w
YsELPZF2zh29jkw3JO5O2jwk+b6Y2k87HUcEzdhR4d6bRsimP9d//8qmOv39nnAKkwGUu3ZsQqCz
W97vuhvm+YEOkgBHZkW4l+JkqMY4NWAFuJlkb+oh6QIio1OTzdXy9xOfi4xQ85+x1AmYEVCzlXgs
2SiEk5EqNjMrA6Pg7DYdNkpzGys+l21a2SiE40EI6dRGhRUn3tEi0Ovw+oqvHr+/O1Zsr2pZze2B
4vs5dKrUg648p+o2yyBZKjka16cL2X1hOSqNkKzEFVjRTVIGHTvkb53sbbE+W0h9gGMUfIRiXUpL
bK8ZG6+O0AEKCnkppGR9tv75vi0MokyM0bZagjU3v/PkDnSXZXJTxXfSsvOqr8Iw/jsQMdzxHNL2
/WDX0aCHOehgUx99sddXfn1B/ppYxnpyPhwWDwWU2OqIaTuoCqreS0k2+Sc1rT/uD5TlkctEHw+U
hoX9CwJ0sB2hrSUyAThNn7K+DyQ7eHHbQhCKrMpfC8I4XGLpGY3hE6127/U3ZhVY9bdc2TbJJtbu
ZllryuoWOzEnlCONofV62xlxYGx/rv3h84CDJUn0dzjCLVUX4I5PgbyKmnz32s2SUyiZLDGKQzIt
V2cNk5VooWn7LbBefyDb61SHOPhK5u50KIZwmxROOgAnhKFYeuJPUHtOnq5v4dVT8neuDOEiaQrN
ZHY/15FSbNGAaqmP07C/bkKy3GItKYfuZZL1mLCqnf3nIZskUeP6900D6kho0IHPOj+F1lR5ECxf
bpH2Zs6O6C79yu//+33hlho0yvqywvdna2uleyrDZawvwd/vC6fP8fDoc/Pl98ebzALrkh9/kkrl
vy4ERFmAKC0EnMIUlY6WjA5YMSMW/7CrQLHv8nx7fZbWR/HXhOCl5qZE/9ZHaOj5YLcZKeDQX1ho
0HpaeLsuWG+RMmNyaFX32YTDAOHUaac6EpjEmjs//b5xvpEasHRMqTvUkW1ty9In+VZ3NrR9vT5R
y3KKzvbUirAWEGNLcq2H99OV12beZRSVsG2qhVyG61rc6DVDwoo4Tm/RqoMhUFsneUDyW3TH6VM4
qkdXxpMmmzphD2tTjITkwOoI+L45Rcnnhk/3+fSFl9Tp1AkXR9mrzJgLbAAG0ilwD8544XzhSgek
9gP6iBq++DyoehJP2uJw2318owJSi1Y/SVvumr86NSH4dKWcuQ6d2Dpy6U7rHlzzC/7q9PvCNuZT
N/VZgu87kcF97e369pX9emH79iheIt+GC4NWYHPflDJvvuZHTn+9sGutxO4z0NzXUVwdaf5dTZ8V
GU+9bAjCZk1B8Vi2M7bRNG9jIxij/22GhPCjYsCuOTG2UA8GjA5A1FZiYP2w/f8eRXL+3E/Fdd0b
8XJn69rTZELYeTslj1r2/X8ZBkpu51YI7gteUVgBW4hj3BiflJX9uJP+LjQIHM+/r9kpuGBqhAV6
g/LqHkIeX/j9hrFosy/MGuKdx91u7IYJLolOocbR3PQVT7GQSaAVY6F1uQgLMpAfAYQYaTTIWr+w
d6CCBevP9VGsHgc4IkgUo6yHxNv5LIH8tUgJx3FQPQScPiev7SdB/v9ZiBMTwkJTZyAFMuy4J35x
6nd/rg9g9bCdfF1YZrKIvU8z8iFd/Nz4WS45C7LPG+fz0yqt2eglgifF2ZXGjTQAXz1rJz9fcHek
M/Q2dXCYS3vnbqu3J0P24JatsLCP4nqgjb0kpKwimLMH5HEqmcNYnyRAl6GBB6Yx8cmizh3S0RYG
gZxUPga57B28OgRrSQkuGrRIn58vgjF2TcGGGhEyQbPN1mY/5i9AGICBBwZqUbxeWv3OTZQZ6Upr
GClytdqNB8ULk0k26togTi0IG7UinE5eP9CIG/+Oqwez2RuqjMn/YiEADESGFmSQlgE0xgddyUnC
AJJSjaWAbvSly8E+8eqW7LNOSTAg3J46zXRNyar6Rc+In4+3GMJ2GkG++ulzB+AhyBigXgtSTqSC
hSWHXIozVMlYvRi83IMxLO9VSTS+MlegjkNJAbEYqiZi56OruHGSkaR+KRWwgKHdXuZaL442JJ/R
WQHYIRqcUBQTXEeXD10FxEf1YuECVZ/8UEs/e4XCAg7c0rsJNAPepuebVunzUvGIl70k1n4Oq2r/
SdeKWhV4WAFkAEwJWFAhjmE27bkds+plRhcyeFDiVLKbLpcAmk1oeMAt6qK4IBZ8pjGtu7Z26hdq
+xCoamQ1t8sVAEUliK8BMHBxHkSiQCUpM/Tmdf0L1GDVemu3N5ACcttPjwJqnEtOHqdO9VQx42jB
NfGWNGCbajsr9DZay8zwsytxbkJYaFdNlFEDpO6blTzTKZLRV12uw/nnBddElHxuuhifrw+ZSf0i
l9GrrxhA/4wHARqkGE3I3pxvVLOEGMfU/R9p17Ujtw5kv0iAcnhVq8OMo9Q9HtsvhMO1ROWcvn4P
Z7F7W5TQhHwxD35ouEpMxWLVqVOVfSN9dZw+ho1+3D1BCwWcXUIf3q5HBzL7NoMGrLFDdxTUk663
Ek7Y3Qi4s1BrACOaCUYwFo2HgJb7y8lQIzsXu1eaGQsArEAWDP4qnqNjGodiQgFw9qKeq2j0dHk3
AspGhBeJQriUoCLFhbpcCm1S5bkenOQFaArXvvSyKIqyuufeFMCZxMMB5Z18NzbTICTROil5MdJP
SBPHynfaXR+v9noxGIsybjrTZEk83u7ljVJkid0nL/nUeoZxKPRDC2ooR1Sxud62Sz3cuYgVkk5O
CD3EcNzyB40d9/FARAq4xbDR2bJsJigoR3KcRv2g0L3BANQIoP0GjJNiMfYs7mAkYaVNSm8ONwBx
u6Ly7FkExV2tNzSArBvbhdlY1HYuN1RmO8Vop8N40zuvDb3QOg71eec0LVXwDDlwBuLcjKFCOWnG
J0eE5lptJ048Z13jllihPUA8UZ67PyC+c+3yuRCl8VZrzbTA9OHKllHvx6MBUiMBxeEELfRZklN3
AFzp8SxtDYN5Snj0woSscAAjuLIaqs39bfJ786knL2R67aLd+0kF0Ap+DYrCkTzng+3VrNRyVE3q
1XhFR0fZELCKrSdpKZ79fufAzoOCSsUS4rVhPNbyOWqr3XsJGgBl0GQgroC85gw5YAxVV0SqeqWN
21uHZPb2rgLgN1gCWCfEHOCgLUcA1B4JS3gl1yk7ttUlfddUFxQHP1ayMU2IIbLGbkDKII/KD6Kd
89zJNeNa0OhQq/5YfX6sYL2X8PW6iuADPDTAlbhI6Fxb9ViRyLw2kT/0s1t8rxFuL43bYzUb48AF
weqAdADVlTdm0bvlNrTZsopUMq69c1KlgyYYhUg8N4pEdSq8ViC+kX1Dbt1k3hsDAuEMiEtYCg1V
UqtWNnXl0FomxLiadeH+tpJMcKTXthXgQwRlWJtddDjl1zlxCKjUutS8JuNLDdrmTlE8x9p/pA0U
Z2PXohshW4nljnWyOSmlYjSvIEp2HTDdhr93rzLoHeCEI87BWHrYMt2t8qTm6A87VNZVV05d5Omi
8qWNZcbrAbMvg/AD4DHuyOWqPGjRUFrXDOlxPO6P8XHvAFAHB+InJLegZNXSxuycKh1RZHHViNfk
hyrdbfUW8lf3G4HFSy3TucrKu/aftDg9/vz1YdYcFkVk51hFfzNu/nNnaKzWVMh1yKiL5kkfnbH5
aPXfLX33dl0q4naSXttRb6pQFIfH4lkajyLev62RoEecpqommJ5W8PoRNAt9WKXhTXfyA7j6Tf0l
7F2lkXfbV4AEoQOeE1CCK76vFrAkJdbL8Dbrh5y8i3SBA7vesUw+6xmL7pXg6+YmKi1HtWq6Nrzh
SZ30l1gEHl/LRy4RDj5anOI8wBdfnjgnix0pdxT72nrIzLWidd4UbzMSIganROPbpfg2pGXVq9S5
hrl9MlvnJLBI7P8vMot4luDq/H/5bBvcGQwT/b2aHB0trtOMImCPdB/k/ZZ7qYK7QY0pzTQlgQp0
lJNat1T3xk4wBBBRIbQEbDqIRdXlEEaapPU4JdLVbgJEH5ycCs7axhogSoliE1Ris24InNNKrN5y
SskgV/tLjFJNOdpdoQEIrgIHAGBivHzRuGI5Aka0ahlWS67Nc6E74EPd2YMXTdaWCtgI71a5zsaq
qUlDrkqcnMPOei76k5F5teqZanshmi0wg1szpgOKC/IdFOADZ7zU141VXtMM+uLU14r3piBCsCne
waFDzExDGRB3C6GLEEVstCQob/2WOydAqv5ixdF4hbGbKei0wa/4QJWmMu2cXOseUepTpe52ZnTU
SctIOTHqudVDjurd1JmNY1w1dKpRDmiL8Pga2pog9IdncQ2QpKNf1XL+x6guhg6EU9e68eRfsgiD
sineZHRfOsLsq2hlX7adVQ2JeVX69tAUpyG1BAPYMEuwdyjfY3EstIHnNlBZKrQEPBkTNM9eVVYo
mTmiQ9FfzNKdEs4w6XKW6kMPJSDTQSTLz+jeMg0cu/tRcE5xGed2EoZQ0E3oFwLe8f2v9aUC7iDI
TVHFlE0TEOWe88Fy9rtjDIeu4pAhLI23NHf9yOitoUfE0q5aMT+hzfRxLgUPh42VXmjgVlrV+44w
doQrkV6nBp3PL4KttLFZUSmr4/GAtoJAE3KrrDYUFQoyMa9l9F7/pPf7bZGBNzrKcYFwR3SGy+pm
ZkPGXs3N6xB/sT9J2uvuPYrnGqiEVLykmRVfnuSoUIp86LDCoHjWvtPp52PxbHa5699Ca1S8zS34
rKubJ9ScLJ1LSbqa302jPyjoO1+i52/hiCL3G8uMXp+M9d0BfywiostxzGotS1UyO9chfK1M46iX
5SUNd/t6+kIJN1mhJs9xyJTkxqfilIqokNlO4SYLNSYoAGHkdia4nZZjSIY6mWlHnCujLrOcn6YZ
kPRJ+xIru7Ow4L7FagOzjcZLGphal5pkE01/YBXh0vTTuYbXp9TaKWvU8+PVXx8NPHlxO8A9BWvY
6jWHJgnGXPRZe8u139nZKH/tF4/qZRaDA1MVqgaXo+iK0BrH3G5uzvjZjg5K8R/lc9aPlHOh1Q3k
h/bBetlNj+OYqFEHsQz7fnh9nGEanHmcR+KEL5P8VBunZvfdgJplTD3eDujFDedvOTlORpCOs2h9
6y+WmR1BGn3cO/tv/gvcGF1BtIGP3EvqRBAGyqqbpaKH91Emu1/SS/mcj9HKoUl0NKcDujz5kLk0
rwQK1rYJiWnEusEriumBm7GcoQikF3Lep82tGb4lunaYJHQ3ReA+q0SBxPU5gCbWzF4BFhXJS/b7
nXvs1HU0GGXb3qL+XDluJSqOEcnnblHa9BLVWshHg/XRcunvvSu9/Hxup46G3Vnp0LQ3qQ0PxvfJ
EAH5Nr4fuWlGJgngBuuqvJwfc2jKithye8vyyK2fFPC07R4BigTxYkDOEluVh4QUORrDzVOT3uLs
a3vM+2+7xVs4Bg4Lu2GBNW7+Z9OezKws41tnew3KyAVmdH23gfX0Tjw3/zSUcLMWEO+lxvfqKe/+
4+dzt0GaNRqRBshXAfX+UdrR6fH0bH2/4eBuNhlRBqIly+WdJkWdZymJb2l01KezQo6jqH/Nxg6y
NTyhTbQxASUEXzip90UK3tEovsmDjF5TT3V/ezyGtQI05ETQEEE3pCvh5i3HMDQEuDvJyG994hNX
b3d7qUvxTP2dhZhoEgPQBPFoPXUyRvB3K+BrRqvc/zYKbqPiADYFQlj5rXKL2JtF3dbYRlw6MMtR
cBt1JskAfxXiU31yDf2LdJy6r+h1u/s0I05ig5YNfh5KWPnaX6TEAVqm6XirC3RITNHkby8PGKgs
ECMG/g2hhXX6rUhNy+jUsbuZoCD1U/W6exXAlIEQOnjM4K7yj55GAnNdn8kDGl28LzLnEIX5/nVm
nioSY2jogzQAd6JpHtXT1DjTjdLn8Bw5u8MLIDi4E885XlE8hlHYQ7xqvnbZzTzumx/E5VWAAoDC
AJk9PGLOddFT+NlZpc23Snn6nCqXvdIhGZTJbxkM5A85J76zrRnkznQIoq+FfQwrARaNPwO44hfi
OWMXAaUUo1PKEGgTSF3ar6ruKcUp2huU5NVw9iiRo1oJDajp9UOJjlWiTuG8vePlcwYJrmvoNBTy
cweJhuldkwr8U/5SgAJgPrA7AV/Z6PehkCSS+3HoA6W6KY5nyzgG/u6VvlfB52JCLZKSGhGYQFHd
ujrs7AWONhUYASwRmgCD4xIZmaXNjh2tqxIt64NOPtv5e2dvaJ7JR6YI8UGWigEcYCm/k2qlaGnU
BwjCoE4qdvdPD3Jgb4hJ8DfCM13KV0Oa2hp4AIIYLQKok7jZr8fzz6zM/XWAASCCimcfIypGipub
oJb2DfpRjE1glE8SAcAU3VefcBsk0u2xoo3NinbFrNgL7teaBh2IkhQnGo0oqemS0FMEl7NIPHcW
0BoN/EYlxA/pqzR81/dirt/m6e7zuVs5mWifDwPky/I3pQ7i4PHsbJw04DsQnEKQDoGYtx7Md75F
pmUagpAZmslXJ6X/jX6FRSfi1tmwegsd3F4qDLSzQH/lLlAij6Atc3p0KnTYFTjCGwsBLhRsWRNQ
U6SVuBMRx+3oTCqmSPUt5bibNwbrgAYWNkPgIqPk8K+EmbaGOdZqHbQnidycUrAOW19vs6JTRMxR
JMH7qJGqZJXeVHWQ9gcj9Yzh8Hidt+Qjog1zCosBt4i79LOht+SqT5pAp+/iS5c9/Tfx3KVP4sYo
tAbiJ+NmZK+VIFG48fUMUs/CX0iIwO4trdGUUamlktwEtebZ8TG0BK99gXw+QFg1Uk4jAvlD4unE
HQTGdOMAIJGANC2A4uAK5uOomj2mNCulPEjGS5c8hSU6ZfmTiJ17YxAsXcFIb/AWsXig+2znZTig
HVNQ0veKfUpE6OENU7GQz61x1UvwhwvIjytfdT5U8Uc7EUyUaAjcOmsV2qhrFCpkNFP/ZNbe4126
vnPA14zbDBh6mLxVAyk0cVWj1tTGgOquqn9DaFNWj2H0c/79WM96GNCDqw12QtPYs3C5XduZZpYB
ZuWgiC/0mNS7nVSUX4ORFoB3kD/BQVqKb9SKomtpMwdj9ye61HthPOCHAKxQgYkDeAF7iTMVY2/0
iRw6fdCAJ0B7zXentP9XASpXkDGHF7+y1H0PGKuRDsHQ/Fat3zubibIOYVhjTA3QsAA78eJrcJRm
lTTBhw/JITmjjl1gS9cHAQow+3gGokkc8hfL+R+sJERWvhoDIzHcsA5s+UqyvZBhjAK0sSw7BVop
WDwuZ5ECXxhbaGYftGAQQ4+TVvCMXdsk0C4xZnEcBEaTye3RuUsjAPIyMzDeN/IXu0yPiVMcDeX1
8VF4Y2Bc+nnQg/YzCKLCy8Dds5ysmeikjSpqBXUUKL9Qqizpp/pPP/1GKc4lLAQPh42TB22szgc5
t3VSYcgjvD4naOsiFHUHBdr0Ph7PhgIMBoF5BCQtxLW5tZ9Dxy7kMW+DVDHdD+iw81fyEa5CNAw9
l/l7ugc/Rx1FbRsADnJQj2CfEWxeZhy49WDpVETcVCDqgV9YrsdYyBYFDLoNzAjN1+mnln5qinf2
C9rxJCKW1M3JutPF7bE8kyKnI9AlFXhj0YNU7QUD4JSgXgMwA1SbgHGXpywb6zSDy1fjGfSjNc+h
dd6/2nAnYU4cQA5RsbGcrHBoIymME+a5up11NJvdfg0+/04+N0GFEs1GR+IuyOd36DmdWoL88FuW
i19toHcQ34ZnsG45Y/TSMINFuAscsMjm+lGOL40/oR6xlV/N9OCkT3n6XP6sqkM5HQbixdm1nj/A
BQXe+PFUKuygP/oUZpDuXhpF4TidKmldMFmlW0kfe+n7RL/H0sckZSwZRhvM0SeV3h6r3bDV2Oko
HwGIAP6Xxd2VoVZqdZZEOK9fm+9IfyBJ8VjB1h5HfhEvD2D+2V5fDmsY47xSy7kO0FpMKs/SXhAE
djh6RMKzQrgLvguPwWsUQrNostqAFMQdLS+q9yLMoIHd83g4AUfAUE3LEdRjS3qtxMuGflF+zj/2
Tg/LIIM7C6YMcBoeAJFkgD3PpE8CKzk14SUU2eP1+i7k860fxmwyQ2NqkmCyD3XxNKpnSxS4Xq8w
VKBAiGH8kI3lvfdQGy0lq6ck6H/H9slRBDZgcwR34jkb06DmxknnATOkuH3uDqhA2kvsiMJIlIlg
aRFyQd6ST0Hpaq+rsV5hBKUXEg+EnoRcEuKW/e531FIRd8Y71ahyvYQiXfHt8kPztH8zoWEMsKio
sEEUmPOJxqHuK7VN3zZTl5xEPJ7sqC4tFL7eRO8vZKEQeeT3aj20QIQZdRJIaDBmnKWP2g/QtuQi
apitBYc5goMKumHE+jkXwqR6Vaa6FQfok2Y5nooOw/3p8URtjuRfFTwtdlwomdqbZhyE+RGrXai+
TQ89OaZC47F2IzFnd5o49y4mExlA9RcHjuK28SntTxNIlTrBPbZ1BO+1cGekLpvKzns7DlrqDoOL
7oCP52tzFChDR1kvYrbohbg0gYlsD5JsRklA5oOmuM3o5tmTUQSPtWyNAvVCjCQWjfhWjdN0Jem0
ySjzwNJQAHjq94flsT8ZNRfOBiCefEUmTfXENmO8nlVyrK2TLepKuvH9LAdv4RbSAHnmY9pq1iCx
EDdZoEa/fhjxz92zs5DOtN/5B3Sua0Be6iyI1M+JFezPG+Gb7z6eu+W0ESGkGr5A4MyvztFMXx5/
/cahRt0IKndAoIvAOU+APoDbI5zaJg6MDlb8Jhm3vZAgGPGFBm4AM1LvalMxDfox04/D6+MBbC0u
9o5qICYP4Aufw46nJDPGOYqDOj4RF3GRx+LX88PKm/AEZHgmBFG5E2Y2TW7mIYyeVl+i8mku3smi
wssNDxM6kOSHkwR0MPjdljsIl0+HomfYovZr3KG/qZdX57E92afBOjSvlLrq/sj2UiNnl7RxmNth
hMaeVS945XSx0FhVRNy5XhodyWAkkt4IgYHJW45L0uuii6iU4l6KXIV8JpH3eHE2FaChugY0O3qa
8cXoMxkcWwfzcyCVz8SRPDvvzo81rC8kDAFQV+wsBEDRpnc5hNGaVDREMdOga71UTw92/L5sn+eY
Hhy6fzAAFuKFzvJLgN1yqpxwRtc9aQiD4mOtHUtLcLVuzBVwKuhYh+gCAgG8tyzFVTyVvRwFefNU
HMpkt4uD7gAoekJqj9Xc8EV6uT5TRQa3e1ANP1JUrAiM7MYxXIhnF+GdkQUNURk1JcQn9EBi5xCb
g2fuJY8BFhlFW8CeGwhiIBbDNsOdEqSaemI3fXGVda/IS2/KI8+IL6262ytY6uHedvqYlJnUQY9V
X4fSnYbfjzfteqltILbZRQemHYQAuHE4ZpYiYpzQa/vLNN/NrcAdWDsdeBmxMBK2KsN4chu1i61B
7pEDRZTY/mbK0yn+LEX12dSqb4/HsV50KIK7gSo07FjwvS3XI6wSe6JZR4JG+px3p3A+mftdAzww
UOFmIZqL+Do/FrXQHDSVlsJrOB7Ln4UIN7GxEgvxnJ3Vc70qVAfiperV/lm2gqjh2jqhgA7xQhsw
erzh+dxeXje5WqtNegXFjqaBC/2rk15N6pH9xgNYZ8ABWPQeZ0PnxmEgTWYNRptdSzQlMkzJtfa2
rcPZQyEA/BCYc0R9DO6A97pGzU638+sn1Fu7Iwh9Hu+ljZVYyOfOROmg9W9akvyqz0d9uOSDYClE
8rkzjTTiAGQ6vl8dL8l4sgVuyIZ4pH7ghWgAVwF2yLkIYJzM60wp06vkuMWvvQzxmPyFdO5EJ3pj
F5mZp1dAPcGR2ui7LwfIB/iflSWpyBNzk99XA2beoel1Buwm9iYRFHnDUCzkc5OvKaRNUiNKr5Z+
rPvTPB8yEdWKSAXnB46zNLRotZ5eVbSoQ4ti+6zsZZtCeTjoEpj/x5pTw/AtzV3XRammlhVmqfbN
6qkadnsAS/lsiHfXm2GMYTGNRXol8wWkZcKg83qKlvK5I1yEcTV3DvZomHml5vXOx3QvVSOmCMaB
XT5oXwaIO7eRcmIM2gRYSIDHLmKvhajH3vqYQT7e0ihYAb8RHJnlFFlRWGRhFpqBWn8sL6YIHra+
OeELA4GJ+nAUMOAkL8WnVdqNSkemIPWin2V06vPD5Hh7DR2AWwj8gSofD17gAZc6MhT2Oo3Ry0FS
fh7Ho+bsNqRL+dylXIENUk0lyI+0oGw/q5pA/mqOAJREVZWKdCjQT2gRufz+SOnRhjVSu0BGd8BC
d406cmXrS9j/fjxPm3oQ9wY8GDxQJt9wvta6UbJlgHsoQD1N72WVV+qlCI62OhMYBUpuVeZfoCCQ
d4vJ2FlVFhddkORnBDEjy9NE3UxXexYqwLWCuAzjA0At9HLC4t5OTXvQkSkg56y9fHk8TRvSgeoB
AR64vgDN4KuG7QYVANKUTcH0jBhZWB3/k3iemVPq+75JZ4gf7PfKuYv33soMbvjv1/NJ3Dgnmln3
EN9Kp/Bo6Ke/+XoE+FBRzZAN3NSnaYksoalOQf9eKS59+PRY/Mbmwdf/K567llPVJD2xIH5Kjja6
9cQfqIjEd2N58dJhRdVwr5nZWG4eU6ITjYtKDmhD3Ox5ckTps40xQAHK/nDS0CiED8+0xaiWwxTJ
QW4QN5Q0d8zQJWYQPd22xgEtcDDY2xYx8OU4DAfvKZw1OchMrxw9W5Te3hrGvXym/+7uHHvZKaMR
8hv5U0Y/58Vpppfdq83gKyxbq8Em8fB2VS3DSk7IjFjxkQ5PoeZWmSDNsTkKFMaiVghAfZt/GEZG
HulKNc8Bzc9qeOiTy+6+7MjVMnovVo9kwYrzfG41MdFhPDHnQKk98/cs4hDbWGfUtGmohgBUEjFp
7kjQAj3eqFQDIVEd5tQz99ZU4fMX8rnbsxrtFgvdWEGSHdFkFi1HdMH9tl4DZE+gBhEG7FZQ0i13
Uj2nelv2VA80PXJzctLpkZi/Hm+l9SwtdfC7deiquka+JlCo53yMqt1mD+LZgxkPNpR48jWGNnLT
RTFaWmCO0nNzKKpEkFrc/H5EwODIoLINT5PlHEl6UedtaOpBiBvZVoMu/osRIC0KZAFyu4gec4a7
KeShlbtBCbTqNkqf+/Pj+d9aY9DOoKQKoTDGTrL8/rnpbC10IJ7Gn6vZnTL06PYfq9iaIgYWAgAK
Bg9A8aWK1BzjLB5qFYjDizy9mz/vFQ8UFwqQYSoYbSwferHM2TYbxEt8Oa4PbiLkpDXxeYuUJXgw
7uVzO7RUeho3MeRP1Z9Bs4662h6n9Mlue8FxW8/TUhE/TxXR9HKAIg0Np3sQKdPZ3T9VMHQ2Sr5Y
IoV38RJnGHRCieFXFujJ2taV/0YBUnyMVgU5S54XRpLGaU5QR+c7dXSQXQm8G7tHAKmMMAQM+wBT
cCbJUeLIUHpT9qsQV7TrKILTtj4O8H/v5HOLHYXtaFYj5EvdQXM8PTnQ18cj2NhOCw3cKls0cWjY
QgPaZivoX9q74a9YBHjY2Eq4euBnq3iZqKi2Wh65HlebbHeD7FvWpzT6JP/FLLFkg8kqrRBF52YJ
GmMzrKjiW/YlVL1ydp3b41naWod7DdwsgfhWR7/jSPFbi7pOfmkIMj8/HuvYmqR7HWyl7hwl0D7O
6FMPHYnuWpOXiZBnm2PA9QloJiKFK8sdTnDDQHur+LP+Q0/fO8CC9QJHbHMIqDhgHgbuN56BIQuH
wumjXPHLtHf7i63vd2KQ575TwD1x1VxOjKxtFH8wXrtT2wgQspvfj7sBbaHhIYGcfrkE0zDT2igd
xe+jox16WfQX5gIZ0f+TzyN8w3yuJpKYik+Vc0yfqv2+PKYHcUINFwSw1vyTE4+ENOwJerv05ovd
3l4eb9AtUwHCGcY/h1gzILfL2WnlfNaiSpP9yXCzDmS9LpieelF1+6YWBfFyFZEF1rGB04KIuZkm
s+y30ykfPpeDV1QXYeuMrZVGcT6w4mj9hswV52fYSUfNYZJlv26OyXMsHR9PFZsK7pJm5cioCEAK
FI9D7iwnSe80khPLPkVXx+Ik/ynH86SdDOUWimKTG8caYT2oQUwPPjHPu2GWQ1STLJL9PjybsWdE
h92tzBkjxr0KNpl3linNpWFQJ4yGJNcG/VZFfHQbS864GGGYLPyj8XwYUl6Bq9HRZt+2SlcqWhdN
EUflfUIFq7I1Vfd62O+LcQx57CT67Ev6MWoOTnYuRJTZbN/wC48KTXB6IBiNRzXnEIzwcopWd2Y/
VJ6m8Rn1LP2XQUSlvDkO5KLhXrKX0OoxWrdmZPXy7E/Kua7PdX4u94fGWMEbWJRR9I6qB/6tJTu9
ZOsgGPfNQ5wmB30u9nuXKGYBftYECAFgV24tSBOWPfy/yZ/bA5y/xHt8ADe2FPBKb7S3NjuB3Dp0
RE1wVcia35in1v5llRFiAicRC/HGaiPqjc44INdD0puHD/YIMs1Vomh+nL7P2tqrJwok2Z+8cA5D
KHjZbY0IgTK8H/H22rDttapHaTrqvh03R914RpNurXPT3cz4OOwocvh/PXxcsWF8tWgRrfuD/dGi
ldvtrvjiFHDOYCm1eKVqUCAnz8BspLFg6TdOBzaVgk3FqlvhEi5PeWYQrUBTDcMv2veVeqny90q7
k/DgbY4QmXt7uAA8w23eIQmjuZVLw6d6c1TswRv/wtHBIP7VwF0gGbVbapqF4afxbTyOIsqJjfsJ
uQhgHUCFy+C1nHiqzBHNS0X3TXRZIO90+uyYpzh5h7J74YN1cz3udHFX7dSMeo+MlO7nneqm6sEu
vc76i6fkYkDconddPcXNm5L28I+8P9YLIwtmKJSEwCsBF8VyS1lTOUpOWeq+VF3K+HJ5bKs2fBEU
lSHbAaAUuLP4gESimWmWKSEOROpKPzIR0nVr/u/Fc2udF5050Yrqfq+jmdOhrd/buiBZwPxi7tZb
jIBbYjvMyNBnGEGYnxFALnIv0i65dARwo3BHc78XjYMN2B8Wgv1xtr1wmqFMxkT3R8bzdqSdwNJu
rgeoDxkkC5kJ/rVaJCOwhsas+0Z0LlPXEbHjbi0IkMfYUWBmR46Lsx5oYlDZaVmqvjacuvykVW4i
oh3fuizuVXBrnkbDkCLHovoRCntmb1Sfi+iQ7C7FgiWHy8kgnoAzrWhlBxJKZqGEqm9kh+i1F93h
W+sAD1rTkLq2UcrDzdMwS4Wia42KB+t7q/xoiCjHt25veM14AgDphcAyJ781DDPOOnx+Z3yL7Jc0
OxHUJfUvmvP18QHfWg1WCcM8HWZ1uSdNpSIWPvcS4hP1E3WO5fykN0+KiA1h6xDea+GOhZI3dpwV
GA51DvN4Ct+BN3qwzpS42h9C/uKSZZAURFHxIFzVVYcVElaTlGLp62P9O48vQoD+1uqzJDMaAeFV
4PBE55mRzoXDNldvBBR9gUUt0DYXBcDEN84lHELOZmX9pJU94twYgRd+kORD/WEUgS62Tjrj2fg/
HdytZIFzUZIcg73Hv0fjqVUuXf/n8d7anCbgXhDQYX8mt+pxV9FMM4jiq9JnK35Gq4298tHsCcFy
ONNwpVBFv7z6SCOj7fpgwJEuUrf+MciiU7geAEC7YMqDwQX0Am2rlgpmWcV7X4IPPb6bS9PN291A
RVYChSofBkFnCFsuqEOUaaylxIA5j+WjPSaHaBZcf2tDgpp8gAgBhoRnuCr+Dwm4qZMu0/2q9ebk
G2q3kW2Ww++a5u1fDJZ6UVFOAoZK3iI29RShLUmr++TDaD6T/OlvxCM6iOpGYCP5aPbYqk1vxLj4
5ORdD4rN5voX8uEzI8/J2uryQOo6B++MRJFRaKZD2p9b1X8sf33cMC94ejP2Ioa15Ny0yEpHO3Yi
A/kEvFovYP9JRM7Uxm5lTBvsZYmahlUPIEBsytDQJdk/EV0+F3QvRS6edswLBO8/SMCRJ+SOs1HO
tVTksBh6Mx0/dtV4fDxFG9/PWOxgkNDYBi0suatI0fO4oEOi+ZL9rfe7av8Kw32xsAoApcIl5M4a
YAQZ68qp+eDfLYcv+v44POIR/8pfPU7DNLfM2tb8IfozFe/jsXCd8bx/imCQGAksULUAnS0NUm2A
GMZQBs1PsIHo90YX+a/rbYpQAWIrcJ5wCLBXlwrkdgQ5axn3vpSeMpTqUZeGAkOxpQKkMLg1QfWg
raIrjdEmqG+VWr+aL5Hlp8lFExEKb6qw0OcEvMIoieHRck1H0WFa11tfSQ862hkqrmELRrG+omHj
3mqIAbtYQ2zqKFFHUlmDH47fUT03xs/lfLD3JwlB64CECOw3EuaAqiyXQ50KI5Inc/AdMOZHJXWj
3VkFKGAssyY8fnia3JlzMi1GUjsc/fJrTF50EWRh7fctxXP7FU2+VbsvIF4ugfWPPCsEWE51B1N1
29rNnN6TJQEaZr0wLP4PA8Ly9GsrotURVUwpLHy0wHUG1dXjIw21Q7m3Cy58ctxFKI5hhMN4CXBL
A2RS3vW6kvuFawLX7gix7eubG8Lh+quAGKJ+jH/qAS2Zj/E85X6EKu+j+ceZXFU5irpYrY8K0/KW
dQNn/6rJFLIy0Ux7aEmAyHS1KnJF7z02EcsH+EIDXwdXJH1qgLs998ECBQqfWMR/sykfHCKArQBl
BVKC5RmJGq3pSuQnfVQLZgct3H1xw0qh3TFQXCy6wvs1Ixp6aEaU5L40XK3Yt/KjEIa2NQJ2Z78x
3rGCweUIdPTGyDrwTPnFnLtPUyRyDLbWmPU2Qps1FIopfEQNTbNju5nCxo/SQ27Vl1aZLtV+8A2M
+p0S7s0yd0nX0BFKctmTKpcEe28+4619JRIXWA24Ucs5aiat60mb1b7h0vGoS95fiAebAuIqiHKt
vNfIASczyacSca4QuOHX4ttfyGf1vvBckVXgCTJricRjXEM+Kb9kZzl+2S8ebyHkEgBMRU6EewlN
RVnFObp7+bTzpls+uLvFIwoK3wxmCI0AeOSTbhIFHdDU1pe/j83zmO+GJbFKzH/Fc18/V5iviEJ8
Z3rR51ne7TRBPFwzgHnBMLV6xaEAPm4tMDX44Xe9+6aBOv/x7GwcL7AXIRsFKDjg2vzaxqUtVdGU
dr4s1a6MR2haeJYogrJhI6AEMB7EaRB14vHgFpUlFNxknZ8Z5SE5EirKz2/cm2/0rUC4oVkhKnuW
B6woQOzSGaT1J/PdWD7T8d3EergJztnWXAEjAdcMXLo2gphLLU7bVGEsYa6mOXPD/J9G/UeVRAQj
W3N1p8TmvI4ecY3C7DFXjfG1OnS54CxvjIFBYNk7AuhnkLguxzAihVN3stL4EjnH6qGe9984C/lM
/10qWCllOysMyEdNsuTcBu0wi/g9N3wLOH2o2UKQjLXF4pZBjTJHGe2k9RuscK1Mnq5+bfJgzIOw
e318OjYWg9UxgAMN1w8MK3cvyE2tdGNe1v5XxfHTSTBXa+ms/Jkhh1DJiA7m3HulQ+OwVqWy7tcn
rbmQVsCQvSEetw1Cfchsaqw8lluKWTXKKB81PyxDt65jdzcPBHs7AHsGTj2UKK1zwbJkjbExITwT
/vPcR7/3zr0JmgkIdwAnWWOG0r5qFSXuDX/6kDYfSSl4Ua9NBkprEQVFHQmUrHpLx7nRUD1XVL+p
3cg41I5H6ovRCRz6jTUAJSAD0MF3wQXKGSbbDkENSBrJt9y8fo3Il8dztD7NSDLiDSSDoxTk1Svs
+RDZlVKVtk/79qUDDVFeawBLSi+P1WyN4l4N5+PR1NCnzKrQWU0tXGV2+3H3Sw4LwTJPgOpjN/Ed
oDuzRSmmgrXW618q2mMIvp/N8tKLZ7BtBH+Yp41HCWeUiBarZl6ohp+lv8L2VH6Vi/ejepLnEx3/
7J4qrDeD24CXBgBQTpVio6F4UmkIlR3l8Hl3l1K0xsBZA2UCyjFNdE7gUOKzoUVzL0umn6tuXF5a
0YtqY6UX8jmTZFM5nmSFWr5yrUni2mEn8Dc2FCC4B2cGSG28cFVuAHEiZc1UVrLfPMf9ZzLtBhCY
C/Hc9/cq+uhJSSP7iWsRF0Dx3au7EM8dhFJD7+pshHhqeHF0oCIo6YZRQnNYG1YVz1lMEbd7UIhE
YpIAECbnfwr1PYmeiHRyasFx2FiDhRb2FXd3tDxZoEGpgGzTjH8K+XNCTo9naT0KC09ZxCMxEjSX
4I9bl0iyngLY5g8pUC7HqgMMyZ1FT2c2F8tDDS0IeaLhMIuU8DaDDnE3ownK5FvOOZs/SdOnTlQ0
sZ4olgkHIyFCJaB649+ec6KmShM3RfDJrnUXdmX3YUCdHr6dBe6ZseDcC0AZkSh3oiIwSO7aSuLu
T9EgmgTuU/AdwWMFg8typdXaiLPMpnnQpaAOOUW7N9JCPO/XJ6TC5WpBfKS+MCqM6PZ4I23Nv4Fs
MYJ8eCCitd3y8+lYUyW2lSwANZCrdopb7EYkoF+iabylsOCA8VRKapil9RRmWZC4Dfn6P6R9Z4/c
ONPtLxIgiYpfpQ6T7Na4x2H9RbC9XuVIRf7693AW926LEpqQn/U6AAOwxFDFYtWpU1W1+1pDTAd4
QjSIQ1tgPOCW38/UsradSW0+6SUYaKmH2t7D/RVa32yQwPln4cfg6hQd1NKYtE6rtAZcWX6sepX7
nGqeWryUKbp87s7GIXKPfC5yHIi2wmVazqbvlJKpBWs+Haj70XUPfe9bnjbt1glIgTrwCh9coyIx
QwFOXRqNaApgFOohZK5P9xfULSUIPtnk5HhUT5CQ96U/JuphbM73d2VtACEBCQ4OJ4Rbr/NzfWNg
XVCWZ5Wr1p+a7KmoEMJ9oP1TJ4O7rLUD7hI2/52JDQk6wYxHM7VqBh35RLsaJSYeylklhnxLArJC
74C/91rr5TzsOI0nN3KaTyT5XFbBbg5KMOyB3QgZG2TB8WoUzJ8SVkzLk6T4NIfBlPrlfu3G+Aj5
2DhQcL9FPFCNbJDt5mGObuLgFDOJ1ykPuzca7cThzaDwg++E8FjXzIRZc8e5uIxTrXyw2icAbvNG
4nVsHCce+UQtMQo0Odv+chtCS8tzZxzKT4qXtb9/Z+6vVqJ0G2YEESC0deG4fRhb4cBmCB5PZgdD
rpjZSzqaB2U0Dg1I/SfVSyevod/ur9vGwVrIE2aUx004tCnkDfF8tIzuqMqST2vvAGFvaCAcTbjK
q1aQg5qyKZtA4Bg2JyeMPcPxGkOi5luz4Ol8GzyUHIoieIMROKfLMtSqT/38Xdd/MxmCY2sOCLii
kyV8Qh6wWe67ltt2nzs6SC6vpPPc9jnJX+/vw9bJ4jYKWDBc1FixpYQmA963BdHsp6o4GmWgpFek
GzXJ8d1cJhC8w44g+I18ylIIqr5rp+iy8lPj/i6ufSo5S1urxBPvOL9baDYnj0E6xcziU81+E/ez
1nzR53/uL9OWCESb/i0Z1FalIFUaD/nchMWnZnhx7PMwHfRQ4olwW7f0ZpGhQagJpoSjasTyX7fp
CKiXy/yTW7yqmEL6udaJN+O3Gr7dn83GfgDXhD5I2BEUoKyUfSpwkQ8mjJb91UIBqmQ/NodHowVU
GCFsg/jWcrvDmYVtl4ABMX9Lel/aAWm1UDpqcZCAR1Ac/0JsaDl8VDhDzEK1uY7TBQEkb9ZObXs0
4rMa7XbPIcDmzEe4zXmwkc/05honUz32bdvXV1IU/rmOZAROW1PB3cSfeuCSW7GFW7My67HTYXwN
vMLzAYRaB/qLNj/i6ufOLedLhfwBXpTQFExqOZM8SzsylUZ7tYBgPBayxqOrLUdFAHrKIs3Pq7NX
5Rp6r4wtsar2WrYPivqk7U2xcI5c5JGBS+b9O8RkMi2ycDDyuL225J/oSEqJdm99PWqlAcMz4dfi
PblcHDaWlpNZent19cOvbjc5ET7+dnR+CG4OUd0XVm8npL02xQ/fIpIXxsoyCaPzi/1mdCPtogEN
C9rr93T+pHwf+y97Dw4gKIiPojIRpXDI3izHRyjIrYaob69acqySo4wmfL30y+EFDZtUNadljuF7
+pLUn3MZgcnG+EBYIreFoivc0mL/nZFFWTYV6XQd7fFgVu1B/7p7fdCPDT4AaslBDCXisqKQ5rGV
9OM1dj0af4iV/eMjxcf7N+LaWfNmWprVzA4Krq7dibo1Yq+yeBw/3It7BwRNsKVIriPEATiwsMGs
yPJZt2Pz6mbfzfSaoJZLPckgwetTipAlyFegxJv0nGY4o84rMa70EyHToaPFMZZRwW9s9UKG4GUM
nd3BRYeMJNEPyfilIbJ3I9clcamQQTYQEuJvIvH9a1R9XyQaJNTxoSAfYU1OeflbnR9R9Zipw+P9
k7WxZvACQH+AvD4HpfKf32i2CjLWvASN19Vh6kOmHsBTiLbg5/1CQGcCikveZRZylkLq2tDCaJzJ
1R6+Mvs4kIdqNxk28rF4U+DSRuXxGh+Cpo6hHRUZgQoetPQh6rz7U9jYd+SgkI0F3g//iY88E2Fq
EtOSXAvlSE1f283SyZMGSELxBz16j4oaXmRq6GbUda6d+XP8EdNc8v0b+3w7vhjRt6iNvicIpV7z
euC9JAzQIFoycu2NRVoIEZwmrY1mJy4hBJ2QG+tBkRyjreFxb4JYBn4fwo385zdnVU8pA/bSsvF6
ePodORJNWI8O+DpeWaDbBbUPctfL0dEUlCgk6cm1a5+VR6d4uH+A1hZwObywNpWRGTqNMbxav7j2
48Aex/lsZ7vz+ihnvJ2FYJ/ygo11rnTkWrJfbHpLft6fhWyRBDuu17SOcDuQa909FB9KItnhzUWC
PUK4HbYP8dLlHgCQUFpJbeLr1ZOTeXPtGb8rd2/CGkuE9yGgu2hvjge1YPLCWouzOsVlV0yG586V
VzYSZdtaJWCE0QAToUU8F/k0bw4qCH7KIkld84oOLl4C8v/dTdP4FG4E2EsBVlqxtEZe/9qTwRud
Q6h2e1/TvCwWtAF4syOzAllLCUozEMQXdeP6pUbHaCuUBR22lghZCY7ER+B6FeUFfX2WkLq3rmOV
+23n2aMi2QS+Bst7FH4A2jnigYjYO1qzLWfQZ0aMe7qzr8P4kUUHt3gcz+0nt9yvEQsxgmusFGkW
uQ7E1MnBOES7WyPCZUKCCyhtRDQANhf2wWHhjDLgzrjG9EiHYycrVH6/e5fLhKAP6tqgEeDewala
LhNxSrcsHTW8ahdqm55eRl5o/qqNz25S+Urta71X7204jxsatRFIFwHQCSinGHEKe6ty7KkOr3EU
nUNFOb3utVIcL8JrJJC2AChC0L+q6FwKVEry1s9e1x0VSxJFWR9ejA8fk/uaQNSI7COZacVFT7Lk
LUWzIdDx7VcOjI/eEeCN5H+LoSy3r3s1B87iqumtZxdn4PL+YIFuBAinioaTUc8NBNTqib6p+m7j
AT8G73NERd8rM4Xh1aFDDX8dKVfE+7IaeEhJimi9/hgfOwCkH/coxeBMpkVKV42hci3s51I7j7LC
2LWzhFah70rBIWwr06ErHaJompm9OeyxdN9S61TOuy+hpQjBbJRTY6p9BxGmckD0rYj2IhTgbvOI
MYiQcNWtuNki4C0zs3SyN0N9LJ4qGZvFxg4AImIg2oMyAjyqBG9mGON8LJiSvpW/4s4vdnPX4etx
OeP2QYkN6JaE1cmaQi+a2c3e0D4F9QnV173Hfzm8EPHWh9bq7AHDF+Wz039obcn5X189i/EdwY0B
pZ+TDQbG13q/tguwJnhZ5WVJ6ydOLvErN84qHlQImiALiCtbDJ1MqWXFuVuUb7b1ueoHb5rOGpPM
Z+2WcXDcfzL4abjxZ5qCIrlfQ4ZyrEeQCR61KPXC4+5NWQgR3DIHLPxhHkJIhYp6lj6zcr9KIJiL
iwfNbJDxFUttRxpaZRjm5dsXOn+Y0r0QPARwMSZiwRp6UqyAflk+tFNUxva1yH52lU92t07B+ECH
ouoMe4F0kLAHeTXkKJcLreukHpJHabenDYVeDC+sfqagmSW6L1vXIZlOeXKtsllyiDYlAB6HdDuu
fEP0x3I9sdjARixQa3sJWCbMUSJhQxWQbcClg2ojTgogGKU0ROtNtXHsK7gQh+ZoZadQ1qZvQxNQ
+gC/GE/1d5VbakKVmIZe0cG5Ai/pG+nHSnmuo9bPd1cT6Eg9IC4Dfm2Q+iM5vpRTF0meEKd3rlFa
P4dPhdSF2TBRCwGChY31OG7nYXKu2T8tPcTuyUx8Oz/YsmpMYcEAneaAVDypkYFAilwk+4h0dyhA
dkXeEvP527kqX7Jvu8zGvwJQ64LECZIoq5sop7QDzX1P3tQhOtjoWjzoh/9Ngr7cC1p0gF7EmAIq
I5Rz+AcT0FFQgAcdXBn4M8JlFJd4aFVUw/CGck7S+GGfs8oXCMFpzqGKhxaWSNTsFKmU2JqMN6L/
4/6IyJf7qyNuMHp3IzQNMjM4TFzzBKVzVdoXbVSlr3F8qDWvtV5JdhiJJDgjqDaqvvBSRGENDyIC
hyciFmlFqBONTYzC4UetfUvbLxPZuU7vIvjtgBVzQD4mqFymjQ28Mid6DduTo13LNLi/UIL941Ow
YfzAhoGyXq7by2NUonP07LIoDJo08jTjTd/ZcvNdAFxuoMyRJAOhoDCBvCx7RaeGGxTjUT3Zw3H/
98NnRUEv8OWcAHv5/ZpT27MWmW6QDx9fBnNfZ7D3j0deGqEr3st1BeacVFJqamW7aKiFm+HrWEhe
PBvHFPTyCODyIwpFI8uvTy0lJXM8Rq/U9ML0F7F83fXaSOLVb0tB92o4rYhriK/1IgJGik1q9Brp
TwRd+Uw/Ls+d7Pm8oQwc7oX4D9LfSByLKkeGuhmQJg3y1vRmAuzJ404iAL4deMABvgurhLMkktlr
TtixFqnYoOt8o32QttXaWChUoyDMCqcDLr4YbC3UxMnmTsVZrUD3NXqq+1SDo3rcic/BPLDrgBsB
4GdhoRzh0E65Y0Z6G7kB+9Vll/xLP+w+txDA6XgJGHMAFRCsa2Q6ZWtGjhOU0QsYYa19XuX79wM0
g6Xizfnwr+Wx1RSKMEauO4GtnOYPZioxq2ubxDcaRfMoP0L0R4zytdNomcx1WNBrj5b+wqrTXpuB
DQDTLG+2juYORLjbShpRyy0nFnT9xyl9jGU8eFvffzO+2Et8DG3F0RKM717y0J92OpRYffxC1hKE
7byKQHRZJ9tBLHoKWYAgpUfUJ+Qs51TGnro1h1shwhGlZmGOFogogwwUX4q3M5a0moOwBS5LLIp+
8SywDd+oUEP11/4tRr4KNbUO6i2Q4V2e0NluZiurFRYU9HtAyY/7o69NHaqOOIiIU6Ui3Cx8PZ4S
LknK3gw096LRoC2f5+TtvoiN9eccBagvQ/IQhXKCiqm1AtYZozEDtPHy8qc4+vv++PwTbwKsfANQ
UYs8LkwQXiciUCnXMwbcfWgHevk3685FMnvgqPDQjsxTtQO8Y0nce2s+/Mg6mBWMt5glm8Ou43h/
K4B99efxKbVknYFlEoQtH9o8i0fUOgURLuvC8aj9dn/J1rcDoPgILsFygKJs1YysctzSqREdC6rC
PFruaTQSDykbL+p30mMRXEJoPIflAnIDVBU2/5KbyMaM/nnlaPckoKXrx7OnUFkAf3WCuQQg81EX
hqfQKrE7mYoT5kmjB331bPzWx2dtZ4fE9zkAlYj/cZ9yFOdyDoo1OGjyrRlBkXtD8Vg4e404ckBY
GQSX3rs9idHWUVPwTA31KbDKY6k8Z931/m5vrBBBXAbgZtSHr1P3fZ4qRtHXc6DmaMn8waBPSrzX
98YUULaAaDoEcIzAcomsqMqNso5YgFa6D6Q4IN3+B4sEz5Wj7Gy0PVMFK64mmeNUoT4HZQGikzrx
U2OvXnN/CclEmBLOTC0mFXN3qqzWJlNAosIrysr7g3MEaBFQiLCF6Mctsng4XaO5ncn0wCkomlWd
FRm/lxBz4Ad1IUDYhdYgeQ+uHj1AtY2nkVPcP4515KfpX72+Lyv3ryjAsgE25lEBsd+gyhAvSPOS
BLb1ywp/ZPt3m2va/xteFwK8U+YyZy5zDO/VeuqxfPetDRwTAiec1AgFHuDiWh5YNJM0wXeizgGK
wcLayySX9obK8dwAOrfw+vZVH6O2nRLEylIWaPSbNXpWdyY7yZ/4DixE8EvkxrIa1LKmgRYsSOyD
8aPVjkX7QGVM6qub6F0IaJBROY8ntcgYR7VCJ5RBCGEHc/bLvdGrfyfx3/hC6CecFbBERzUcwPo0
uOdIO43dgz5JAtPbu/GfFMGA086Z+3KAFIJqXuIl34hsHpsSUMUIWBmYDlcAxbCkIBDu7Tkwqw/l
4E80SGT33NZW4LQiOo2QJcygoNxZ5yTzrBhwY02v8yoZHmFrBrfDi8ENp7PcYsDwcW8f9N/D64DS
kfv3EP/ChaOGw4T2pFAIBAh4AfTyxM4U8J85RaUqyniS2o8e2eRbO9s+vquFgZptMASCO39Va6ja
CppIJypOFD0px4kd988B0R+eOQM+aoXAzuDsUARx5sC1z6lyYPmHyHkIZWq3tRncHQA3KlwnANaW
K2WysIpLI5mDdHyOv/XNQY3/YB680x3qUhA3Bmx9KSFqhjh0WsaCPLxUxquTq96Y+ooMdcdvZXHL
b8SI1BgFqi1CRcdulNoBpJYt+1rRJ808FDo6rz7c35qN2w+uICLgDrJP/IQtp9Q6yej2IR5ipvIK
W1LMp7p9RhDKksU8NjSRh7oQpUPLcsS7BE2kqjZns92rQcXeQnYyx8f7E9kcHzkJfoqh8KKfUFdR
oQ1TowXU9afZa2TZd9n4wverLYvKnuRaoLupn6Hys9n95EZemWNeEQ9Hwg4HeLkVahfrRT4TNVDj
zNMPzN0JhORaDlANZ2EFcB6NOYXjWzt0LApkQwLnw5wSD43MJM7ghq3iPKxIQcENWfOY9mWmlgp/
1bPKG0ff+qK4R1Tu3d/oDTVH2Q5i7gj08eyNcC8Ru3Ts1sbTfmjg0+rgIzRUb4hljVK39hseJ8IH
IH8FN6vgTOlZaNgho1BC0vmuS/1ybxANu4EHHo8AosAbgJrldreRYZZqbcEVAema+ZxOMnT79gz+
EyCcWGIxBJI6wgKjOVnjU/d7/z5wdD6aoyILj+D18vundrS7OdRYkP41q08OCUIZsdXmBHhjcVRg
IuAi+lGuPcYsdXsG1//vuvRMELzdn8JaAEGFPWCdnIsakEtB4yrQxplaMluXSntKnpNw9w4vhxde
X2DEtTRWYvjyxal8V9affq0IKFvEsrwnJpBcFtTZLlOjUgvTvGgN+t+d7OSh3Z1dAWfZjQgR+Upo
2JZxDRHuqc9Oe0unYJA4DhLVl/AywRQnvuG1KipJA12/aMOpPpqR5G5bmyPYUV5cDREwGCJFqh0B
jKpFmnPRpmuPC60xKYpIHgyZW7BxjDgNB1wb4Dh4emKpCTRNokbRBueSqN+H59L5dv+UrveZx2jQ
3ZaXC/Es4HL4KNe6QSlYcRkqTzUHz6bEayUpovUUwCTCqaAAzeLXhKjM1WwaGanyy5z41eucHO5P
gX/i0qNZDs/F3zy7Uq0b49HE8KH5F0uOSvdyHMPXpjun3VnbiXPGqUKSy+ZUDYivwJsVXBpQ/dmp
01X0UusHqpyrSnKs1mvFwcH8MYGScaTIBasRG7VO866hl+7vIfd2EkK+fz0cJJ5sBMpylXJ0s7xp
UpbRy+Qp4+ylKI+8vxdrjw9lkKBrwbtrK3gdo949B924dpmr1u9ir3X7QxUdKRqBqsf7ojZWCqI4
WBR/8pktt50itkIZMbQLsR5z61XbiUfhI8JV4gFG3rpqRS3P3ERhDWonLjpaT6s6OpnKWu6tdQ/n
6N0rg3uMCJegeyGdKWlDQi6GeWL108xOc3LavUgQAZ8VOg4rLqZzWIIFzKlFLulwruLDLIu8b0yB
353YA5jydYbfzKJCRyPz6cLaR8U9ReSFyGJ0a0P7zlcCwj34SggQCb5SxtJIU0uIQCVdCH/swWa+
O+5XO06K8v+FCGqtmyi0nVDReFFccFt5qaxGZb1OyKVZ6LmLAmtAeMVysJkxZmah3l8U7aDVhzk/
TbIyvbXq4RQiIcuhfhvgf9NAbccI8sYLFHvI/LLwEcFB44V+Z10YFAPN1pAb5DTUCMyKvqWqxYkx
aE1/CY0KqMWvhYwKfm3QcSXBM8a7EUhzoGyWmu04ipZlWQcBn8PPWuE78xn9/EqflOd23O1GoQIX
xBxwxcHmuOrYw4mQFGZn+gWt19LmHLuSy2l9enmFL4L94DIBbZ2IVa3HrKhsGPXLSF/S9AQInUZP
88+9Ws6F4HBhyXiPJmHBdGWIrbKI9UusHxri9fu1nLP7gk8LBYdgmxB5QdHUKGIl9P8yq2CIfi70
gy2DCm0oyK0IUctppFbUBKHwJUOOMPITHXghyd0kEyGs0gxUW+kWEEGm5+z7kD62svZPawm4ikw4
/MgawbCLHu3QJ6wqGrcKevbdyh+rapCzOMlkCLMA8/uUm7pSBaXyIS8fDBRIk6/3jxN3KZcOFQ4s
IPScLAMuoXgvDf2QJFFix8FcHConGCj60Pg9XFz6Okef78ta3+I2EoTIv8CkwDERQ0TGEPfUaIck
6Mjj1Qx3m3U08eY8NcBDAmkllrAmda/HhhkmgQknffJd+9v9r9/YjMX4gremVmRCyAPjR8Wjmj7U
6jmpdhsoPgX0EkPkhtfC8wW88W4dU8Htl6hJoFrjYa4cf/51fw5bOwDolonMDsI2uDqWAvRw1krc
THEQPs1/5fv9ZV7v9t/o3D7efL6udlUCoHgcEMXwPtaNTKnXt95yfGEHOlbMo+bi65OeJ8uPevU9
U38M0WX/Db4UxJXmZiLMKAun5oIuo/LLOSn5j/9tGwRnMFVKO0kNjF8Srxl8GaPwxknlXWxQ2giX
FfEzYZe1sFSbxnWjQIkOyk+HnqUP4o1zhNokWA68irk6C4YpK5xOSVibB5oZfS7Io4YY8+4l4vF3
VPvi3YWKA+EsEaKMSmJUURAmT9GTO0k0bb1E8MWRzkaoGhlIpHSWOwzIdquiyq0LFPOoobHKQDNw
th/3zmEpRFglJ7Zb3EJ5F7j5y6B/6P0/GJ6/IJGQR1MmkZayy4qwAniuD1T2QTOfyp00rfD98PkY
F44AdHqFKc1z1WwsRNqDtH11/XBnke/78JyKBtAIm/8SIgWjZceamqp9YOaX+Me0kxZ8NbxgS+PZ
1NLeZX0Q5oe0+5HRvchIrA5SHcAWwlQjQiDosFGCNrBjVh9kxuDlJxMoz/vbu3VEbwS4whF1Bruy
o9zog8o6pPpBd85Ge74vYq3GizmISFvFjhJ1mkgfGF1y1KlyqH//bwL0pZrhrk/irMEcOvun+TMk
fzI8ehVwEAHSNSLuBdx3ncLMqQ+iB03PvN6RkZVsLhAicoj+8DiHWLxgjUCsND1UQA0/Jk9qva/Q
8/2MchJqG32EgAZThS12gWlvtdLtA/chAUFnz/bHpeHWYXAAalCAAWu3XH+1ifV+7uYGTuqjnb45
jSTat3FGwaXNc6QaPGH4dsvxqVMNndV3NKjpsVYOlf3QZcfdR4j3q0GdEDfUK5clzpu2BEMkDYwS
IaZnrf77/vjrRxtSWRxsDhgKbKjYyLNDWHeMNFIHhnFSLa+wXhL3rCWS6outhcKNDGogh9Pria+2
Gj0wi6YZ66Dt/a5+zNkx3J96x0QAY0MpPc+8i2mUMFVzlTkuJjJ7teZnsqrnrYXCm9YA0A/If1z/
y712W7xsQ9TDBCT+AXZZv8RDITUPpN3to6J60QTZF0LI/NwKhluvp8kZJ0qDsFM8MF/LkuIbOo3U
InYCLGV49YiVhlmhGmjdms7B8E3XnhMZS9Pm8MBO6RbHW4I1bLlMnAsSVGjVHOQvsfXdNr7eP66b
w8MYcd5BVG6LTFMT0h+OxoBWBJebrwBiQWVe9qYEvKHwCsHdjE7WywnEkaohxkCGwCBIE9S1JwuT
bAlAKSwyliDe4CXcSwGRXsdZbyk90GXt/OJWu+FGwBCi7zZaUXFGI/H8kNCsU4M6fcDqY5meRuVg
9Kf9mwAAIfBliMBw2yfMgM5FOKtsCCgacB9r/LF/fCSaEJI28SjHKV2On1X5iIdiPwWG/mqZn3by
mfNrBwWFiO1whnzomXArDC0t56ZVhiDqrMNPpZVh47Y2GHlQngBCPRiClMvPr+o+jxhLR0BBfgzZ
gx5L3JYNY4r2XzwlhyOKlJ9wgJJQm1SHukMw9y96+0ySS09f9+/AjQhRCZS4bd05g4jSTT0jLjxH
4rxvWFPCKY95uTMwu2KYrZoVTZk6C5C18OQUH2f949g/qJKQyNZCoSIZsUjERdZF1VFm9dPU9XPQ
66/oDEaTc7s/6oLUK8gMkHgAzSeegsu91tq5QdUwnQMl+az4/XS9vw98K5fhKUAbeLzI5f1mEddZ
Dj/1dHSsSWdB055o64NzI9ReMtik3iuyl1E93Be3cXINMPYgDgb7BE4/IcJAKBKnhRHCX23RmR5s
vokMS7GxJQasHkAnYK5YQ1NjlyBnZsM6RYrjN/qHXPmottX+aQC/xstVeBeYVa3nSCjMI80G8IH/
yL1q+LZ7lRbDC5uSTqWd2nmCxiNArNFzlf+BgQLxCTibYacACxGLbtppmMykcrsAoLX0pO0s1ef2
bzE8182b8I6dziRpagwfoSRCvQzmTsrblQDhGOW1ldh1HnZBwhxv/otJO6hsnCKEnvEgQSAVFlYs
5lUN+MTjFI+BFfuT46Xlczftd+3fqdLxuEW2wRSDSDN6nI1zZg1BWyfnEpkGNh6rP3jAmXg8QMUB
AFq/H+YksRMziaagQSmpV5YSI7uhzovhhYsu6ox8Zq4yBlp0qEr/T9QMQSSgQjjvxgpPkQ9AIY56
hmu6qw8afksuoa1d5qV5oLfhpkL0uO24YghDmlMATHOHnpSFz8h+TwNPT155DuAMPG7+CTeqMMRT
mNkjmwLk8b0j3pH7xwdhBS4GAILhDIuPksGJjH6wuinQJ79H9V8sOaUb1ygvXORPWxt9EGzh+/Fi
ZBMNwxGa5v9Uf9DBq2X9sDcOEZKtaH7AqY1R0SscIhCfDCogwWPQ5SdWnHd2f4GtwDsBrhgCkRwi
JbqrmauQcOLu9pj8VjVvMvdH5ZcChCUq+q4zgQKGP/8668/x9Lj3MsDwKGzn72fOXiksT6lpE6EZ
nD17DD1mfNVNyRavtWApQPAm+wEFpCHQxYHRnqbh2KaXaWdb+3/3AOEj/jrnkSTBXo9J3Dhd6wxB
1nyMlIspuY43ZgAKDYSRgFjnpGHCErUt6OLMlvZBoVZHu0jOKn5Pc3HcvROgMkQFFbxiqIRY7OfO
NCmNWOuC7mJN7lFX9z97wNBzI0BYpi7V1dLICQSAhXZ0Qi8mkr1e6xrcVBTmI1CCklW8DZfmyAgd
Godu6lwKq/aqgvi5KgnEbEkAug5nFQRuSNsKEkjijqoCPm6OnOC5wkGSWJCNL5xWW6lC0x1S92LM
fpcf6Nfdewx/6L/PJ8sFSlR7GOcOw4+1PxUlCLfYbosN8nYbSEoOL0CLPD7BmxuhiTowrKJq/tKC
rh9tr7xe1ot6c4luJAgGqW3namx0SIjLV/bFllFtbGgb2uHwfDZuTv4+X06gy/R2ds3MvbD8FKXo
LveY7L/VwLvJ0+W8sBZcGMIhmuI0oxQhxQtA9p6pVp77Zf82c2APoJoa70UteKguqXBX9KF9Gf1q
eusiyatqfWtifW6GFxS5Nkdm6gOGL+cEnWkeYvNUN4+Zs/8ooR4LuB7Qe2KdRNhsEhGSj0YRXtTK
15OPZvlj9yotxheUAa3SVa0HyuPCiO82J7LffYTDw2te3wGzK6iNUTKlGVkbXuzpU+oV6ev9z984
qIvhBVORRnjklAOGB9St7z2HHWS0QhuatpAgLFCO9iQG6yGh8Z3+mGun+xPYHN5GggHNZ3gcRngH
DnhIp6XdhZfCVL1HI9tf6YMaLzBsoLsKsmwrUzQZhZKQfgwvB6vofQdcLfu//3Z8wVLMdWyqsTOE
lxQ8jNEzYX9g6QyTu0ao9MJREhvjISejZAMYYi6l8sOJf8jA0FsH6Gb4FQ8jNWg4ZjBD2vScmz8j
86euSC7kDUvBqRbAWvQO8hVnoFtKNRsaloh0R+s4POTsebb/3r8NuI4R5wSHF6o4hRBSE0Y94LG4
D1BnDA/bq5mMoH/joJpIkoP//Z0pR8wTVn3mRG05WJf+g6Nfzf6v+xPYWCTQOQBTCPYopMPELFtU
ovlD0sX2ZZjKp9h4iD+61SkqdhJ7cy8VpYJ4bXJzun4OIhNptH0FMb12jo59f74/i43TtBheuBQY
tao0bDG8crHcL47njF/uC+ADLGN5eGgC3sRVGbwXIuyvcQk6ibSOctGT3AsDp7vA+xo7D8nn/RcP
cnkIzONBAjdArOxSrDHLqQGahdlovKjzM1ey4xtrxelguFrDUQJGYulj9G5uJ5VRuJcoP5iuV85H
bZZsx8aZXYjgh+7GD7PLRjeTuoQj+Rpb5zE93d+MjeERuMCTH2Bu5CNFNy+p2ATjC9vdfaNg9cZp
lezBxhK5SMnzrDMKo1bxowguRq12ZRyAUchQHtC7ViESN2ZrDoheoOAHAQAQwvHg8c0SDWM6liMh
wAg9MfvUlw/7l+i9Xw+S/0Ahic+2RpvoNLpFHIzO8+Sn+v6HMzJgqHhDfp5DuQUnEtGjZDL6Ng5s
+/fUpZ77dv/ztzbgdnzh8q9KYLSaAuPXBl4ifpH7dCePMbdIyDZi4eGjIkorsoPZM1OjkbLwQkvd
N/OHqpSdoq0tvpUgaIESTmZYI/pyGfpgmI+pI7FJsvEFo9e1WRrnFsZXfxfpwRz+4Ajdfr7gIc2q
BRxyi+HLEF68b9T7r2fsATwvhPkRvxBZCUYT4F3C1BB1K0+JXnp591iZnT/ZklczX2bBdCNhAZoq
zpoHX15YpqZXyzQF089lGDyDvZ78Qf9+/7SuNgIZZ96LAQYDSJtVSlVx8GyjGlMuee5XzKuzvTsh
jC9YbGOGC5mYGF+5Ts9VcP/jV6rGIcfIyQMvj2g23jtLQ0TmxCmczFAujqaco+nRzM4oNJJcCDIh
fAVvrJ2SDKxWG1O51M7nOUP1+8ei3muS+DzQORGXJw/Hi3kXg+BJYhstHIDzZH4pNckeb84ABUqo
CkQ+cpWWiuFLojS9jQIjO4doJ6Efo/p4fydWBxVdF1C6DzIy3AhwygR7EXVEjanRmZdUIweqneLK
t4rU12T96DamgkcPBw2h1SQHYiw3I+8Nt5paVISazkOlPVflyZG1A9yYykKEYDtqoN6KvIIIRfMI
QMLTU4wmWX/vXi/kkUDb8E5PhT1ZziNldZaNCSpOnQxthx7Sxq8yz613F5XwwjFODwb+cB7XExSk
QGFXm42tc7Grt6E9p7HvxpLA29Zy3YoQ1KMvaGVrUe2g4uNrlT80veup6nkkkgO2YacMwJ8QYwWu
AaRn4kzMPk3nPnIusd+i9sYFw8L9Hdk6WeAaBpMUShnwtOY/v1HzIuw7A/wjzqXJPSM7pNmDKmM8
21qqWxGCkhAXhIYGF0G11yzybNUP05fo2/15bC4UMj5g0gB/0cqWmHk6GyxV7UtrflLCIP2DfXAt
oMSQdoC2izioaiZOhZhTeInR+0b163ovigiEeQiBokyM19itqknsMnNalyYWapTOKhKg6VGREY1s
7PRChLANQ9ODln6GiL46OaXu6ZHilbs9ECg3elgAzcBZnwHnWh6n3A4rjcRJGrjIjD21qcQx2Nhl
zrCqQbFRGw/GjuXwg17PwMmYaVA4vnWwdrt/PPUDeng070OJ0uqVUmhKbMWzlgQ08tsYQazT7kO6
GF9QtkmrO4pebElgf02N06Tsv0/x1jXx0AJgkvvIy9XRCzBzuIwmwXSajauqftr/9QC5EVT84pBC
yHL40CazOkxuGhjuRxNtOGRe38YBBbwALC+oI4Fv5gifrzgA6mWangZ9HZDwPNRBMu53amAiQBAP
PQY7lci6bcRxZ+g1ppAl3zrjmKKPufp19yohsY23Op67KNUTw0s2s8NWZzQNWuPIvNGQGCJ+wheu
MZJVt8MLF0IYD7Qboy4NKPOc8HudnOL6FIYSayqTItzTyQwKfTds0oApT2aNXplvFcVS+X+yVGjF
hYXaKOtx20qJqlhLAzs8kPmo7GaRfF+r/8YX1qqLYzwibDUNdOzzYW4Pf/D5gBkYSNdz10nQZsTr
NcqaAfqg/J4Hj+3ON/DPhzogE4D3OnRiqW+1HpuRWxQZKOI9Yr6WhuQZsWFMuTuJrl4IKeG1JXx/
UbG4ZJmbBcYZFdcsk1SsbJ0hHmTlvT2wvWKpZ03jxp0iPQ9a84dR+ePJ1U+WrC26xsMWoj7A8ebN
qxANRVZguUh5NoZ6M0MKj7211yk9WOlzHh1UelDgyY4d82bF74isXGZz8QDnhkyXZ+eEcAogLuho
NTLIpS/h29juN+WgowemFSEPTnQs7A366lhoLD7mQRoBVXdKkp+7zy6YoAFxxMbjW/+PtOvqkRtX
ur+IgHJ4lTpN6m45rb0vgnftVSAlUTn8+u9wLr67LbbQgubCGPthYJaYqopVp07JZ2uMzGZy9CS5
hu0n40dZbq00Adr9dnhpdSgd8z51MXzMvdRIdvHQbr98gmMYSCjYItw+6W7zykp6VU2Ta1lCy5Iv
yma2FEwBBQGwpgC+gSpKOlh5zbJmaoxYlFDUfrMGyF04P7Phxe9v/G7bGocIDYJQXOrsVLgaK/sr
zod0LWClUV8iskEoGpOGL+IxM+seJZ9ojjo2x67VPDe1ve2HCJhPLA7yZnhwSULsBMzSTUlFgfU/
cb+LlBUNsjQJNKIR8VaY07vahh68rTVLHaxRvi/Yzi32KGT5wBRuREi7HOfZxBoGEW65j9DxZveR
4QULGFSE8Mvmu5wXA7iRqzS9MuuJ2keyMvyCinWR2fjv8JKWsCNNrSo1hq8R7ZPkVPI3twSD4OED
k0BiF8W3gGrcVeKkUZJY9lCkVwIcUUjTXbMW0BIHRT6tgB78V4KY581lUImeZ7xFjxi74F7/o8o2
F6bhMt8KkOIn1liBUJrQ9Iq2FfmpWwM4LH8/8NuCpRCXThreTRtLj2qSXIl9sgCqW2NMWxwffGYo
rgbkDUZ1vj4JY1U9Rvj8tD8orjfm260NLtm/4wv5N+tfJZNRjCGOKf0GZKy9GfUpVh/gFeu9pdQd
IK2O7Sap6iy9jvQPozmOzUcu8c34ki0Y4HPThnB8/uRHXYB5fOAC3IwvLb821NxyYnjDTo/Gt/uP
mAJUnglzhpcnzNl89aOI91HuwI8c+9OPZjP9EBb/dnRpcfS8rLouHHD0v+vjTl/rC7yko2+Hl9bG
GAmvIjqmKNM75PVuzJG6//F4+Ze0HJxsNB1G6EWwws/XB9zgWd+XQM+51PD4F/ulzfyhGleMmYhv
yjoIsHBcXsE2dZdzoIUyNA14Eq5hhNJe89zYp5ie+uITd11Qkm8u9RXbciNOCrdWVjWMSAalVzX5
aqWe2nx6vGhL+4JQhkBTgNkPQdf5oiWk6s2mq+MrtXZdeZzSY7tmfVZEyLU4CgeBWmOLjF/+Qy2+
1dHfg/vr8SyWFJ9gWEGlLGBvdx2gck5SMxvxBAIYFw9eWm2P4qIw5t/xJcXHgCAPdRPj1+7nNATx
8j+K8rdFV4J7a7MQC3mjXhG6d6ImzilYqi/jq9n8j5OQrA8ZeWdrDSYxtH5PvSL8ZI7HVS9g6Rbe
LNX7Q+xmEqqdTA1LGb2G3B+HXRSfoumgRh+wREgtItyNIJDoZj5fqpjZGum1gl5182hcMmNleLEU
8iW/HV5StVntVqVmY/is+JmaB/q7ovtQPSbxj63nFvRG78ysiIUityXdvnh0WdZNiGzQAoATz1W6
FW11vxtgQQGIH5hNVCXCcs/XCad2sGOnYddEg8eUfK+bfaU8D2yNkO3+jsPlAOeUJWIQcP6kC2LY
vOkVwaEEfmSvQHXuZloOkPDeCpDuRm+MuV7kEIA2457FUK2+GWGMR6IpeqMhqIvma/JSparTNVOc
ZdeXkX+t+i+bdxpeGTJNyFODbkquGCS5VZmVE7MrPZnnZC2Rda85kJpBXS7eoShMBIvZfJsHzc2G
Mkr4laDHx/DJabaHMeYCJDNUdL3dWw0EOOmurnZDu3+8PAvndDYB6SLkZLCViWP8nH8fzOc+81E5
lpqft0sBFE70g0S+D7Hv+TIl6dCAGi0tr9Di/NTpT1V0ovz0WMjSXsA5Q8pdFMLfkS7zSg1VF4V2
V/Pv0v1maF8fDy++ca6aUFd3M7y0E22fKMWgWvzKWecXtZ+1Oydcaz29NAcBkEZtCODkQNHOFyrj
pWmmCeXXgr5cNbKSnVmawu3o4jDcmIjMmphlUozemM9VwtHjjXtVv4JBWZgCQg34eLymRR2wZCFM
Moa2jezr1VACnl/XePbWhpcsBEElKrpWYfgQG82va/dtYYngLb8TwAsMk5zPLes8byIQfl3pkHmD
Dta1C8m23wbhWKqAwIs2h3Idn0OsnDJgH68af52mTyRvj0lbnJS+XjFCS2t1K0jabztLHYJCJAAs
/IQ2Xj6sWbmF1QJiDWX9ABwhSq1Lm9GB8Bdd7EYAXbQfin0Aj5+xFihbUFDIuyIMigA19Lhc3F8g
+01zHpILpX9U5psb7uv4mK81Q1lYKZhPaHCB4ECtiGSuaRqltY7uTNfW8rMfw1p/I6EbJN0xG166
1rWpUNetgHRBkgaMwsWRJH8osdfyfeg/1lKLE0HdIG6feIzJYVfdLsjAKgE9qg469RlfUSGL42Oz
0WsPHdqRmJirEH1w1NbsEfSu/laGY8J32z9fQIHRfwFBM4B25sOHtllXbd6AVLF4GavTWmOgpa9H
VhrodRSHokunNDzAiWrBbLBbds3z71RZcV6XRwf8B4zRCDXJ+Ron4nqtDohIj9au7t7IWkh96baJ
asT/H19a+xzdV0vQLsVoa/TlQOI/rO3xYpGgAfsdasoQEXWlY9rnLtftEKsP9eWd23gtfX/v3Yvx
UYyFkyNKHyVnQ8kUZiSlyH83z1b35qg73fBCd5f82n6KIAgltIjWQMuKjbqxc0SP9WooMQ/+SjvH
S9rNNcDYYXDg4UcEzUDVNRdQoMv7yNUB9YJVvHdQCJEaK/d4Se2JBqDwZIRqldNXUa06tdOM0dVV
fd3OvM6jAE6vEkeLFZcVE2gbEYSAE44yP2kiHBTh2jA1EIN2J/rJ7A+G+srSq9UCHuKH1Qe0x604
+QBYZZzGdh1ddeZztiObO91gX+D/IQ4OIDuSZ9L46Ngw9NSGwSusH033aTRO2w8WQg5wLsE2g1Cv
tFyWlphpYZbxFXznjvIydtvj4HhIoOoFbd/fe59IBrUduM3R5hfqtTlN9Ml+2vz9uA3gMgHIHNzw
MkVkphoAuAD+cyXOKYqPa2/FBTMHkwPjAEgnYskyheNIdd7DLEVXNb+wEozz+0jdufRL2R/7taZc
C7oEsqDFkXwFLE4uwx80EtPYNaPrhB6j6YHRN4WfjIv9Ac9gJkfyDEirRkYofCjdDSbu8+yvx1uy
Ng9JV7FELwRlC3Y82dvaqbL8Ove73+527BHOFE6tYM4RkGppHmYOdiE0HQDVb4p2lyb31qrzliYC
90xARVAcga57c52I5kk16WoWXwvPHl4S98Uod2nxx8rrYumIgewJuHC8uQWp7VwK712jnxQUYXTW
r8TeR5mv052bexrzh7U6/QV7Do2IZwAqXxBgkeFaLYqG3LaJkGEmz2TvOCuXccGco9W8oDsFbQsu
pLQjpdaU1WgZ0dVGm+S48SLN17dDSISjI+hI0FgEDUokix65VhexzEX0RtX8yKO2umKnFtZoJkB6
YrgIOpqd4iTX3lT8aNgV3Qd2ARJAAACmQVsBGn2+4xOPQlJERnKt0twjSu79enwBl2aAYwt3DRng
e2Qng8J0I5YDqJBEXjEeB2UzfZGLOL+A0cMhAVZI3gRge62CCFShbp9qMM+scUgtzQCuMiyfSPIj
NDtfISsvo44TM0N+qjn2MTnF29G1AnT5rwRtLsEeeDu1NiSwwquVl9Y4bt8DYHbx3AakBkTM0jHl
YGvNdCfMwL+geSXZsTWPcOGuwVYgaA1qtXf+0/kEWtblphnaCMfy17By95keHZx6u3eDIkC86UXF
AfgApAs90cHMwtChVzU7GK63yri5sM8YWhAAAK2FgK+0z3qrTx1Cyuw6dIcpULvt+mg2vBB/4zWX
KkpWCyVhV1J/brmHpmjTZh4D0WlDcJ8gVQRXTc6k0gE1bo3jsisqe7m32hp8wWmeDS8d09homkpD
v+hrmZ4StlOctxq1bmuPyIWzBN4T0aAORSuwQcIQ3qyTqFFv9EajVx7vFPbUVygu+MBJErUReESi
6zKYdOciFPBsG71qU6C0E/s1YisJqaWDBD8N5ZiCrhqmYT48cdIWQUYUDZW89YYzBVj48X1e2giB
uRO1+oAGyUULneHmRsVZdk26V2Pc5+axi7/DtfmAFJhPaD2QnqG/5XwaqhJOGk9DnKYRVQvfJhBv
TKT2auPrR+TAVqMVG0BOMqsxi0fkpCKTXd3hsz58inRPqXyNrsxmASkJ04CyVSRzRA2DbCZqppKi
B9Dm2laHpPSAlZhQs+QcE4ryN6/TAmadmg+ECJFRR/JF9FEDDZ50FNDLse31qQBEjPj0WGj7x0u3
dNIQTAWeG89xNAySVJbLjKjWLDyUQc7hZfytrLe/yESDZ2AxRW4HCe35GWiKZkgdHRA3LX/Juj/s
zUTN0FhYGTgHsN33zCtON07R4IqQSPfUgq2pOGbbwT0QAZsHvYFtR8BiPoWOsNR0Eo6YV7uD2SCb
2z+IKfw7vgyDLoawU+wpS65q3XtjeJqaT/pmUjHIAAhQlNiLYIUrbYOlxQysENgG001O3Iun+AP7
jMsHRAboDtCMXvICda1LW0MDnJQ0KO45Gd2KB7LwrhBV1w68kPeSR0mXIO6lkbApk2s3vWbf0Im3
qz1F31fOq2Uftt8JvMJAOI3OkRYc//l+R4j+d30NRI5ZUX9ASjIsVyazdOvAIo+jBLcWAFDJEel5
m6qdIcpY8qfmzNP/cXhprdyKpEkihifZn2PyM1zzl5cMLCyryAajOhSqab5AvZIzvVUr3Dlnl5h+
1vnx2hTuRWDtBWMwSBvQnktOwURaaPZjC7U3hc8lecotb+hX9LlwA+ahNYhAWhtwQ8B7wMM9n0Ue
pbzreIuXkfXCNb8p0AzxGFs7czt6byZIftmPeqzEQJHhfpv73vlWDr8en9fFtfp3IrJdikbXyUHr
g7ttnWLgG8EdoO8eixA7erdWqEtDaSAo9+6YoYa0MTonZwn8Qu737k++Vrq0KABXAryK4C+9ixbF
YYcc+gAUQ9r6pPBCZ+VKLK7RzfiSw0aUJh0BIkmureNH/SdkJrdHBlE0Bm8QRxZPYTwD5sepjjOs
3WhjBom1L8IdRwHF9k0QMXNQdYtyUzl1xBPWZCU4qK5f3Olran97PLqwAPIWQ3cDDQMdCyJ26TqE
dsfjqJlQuucV5DT2vm36w9oTZmmbUYqLdzyod0x0EZwvUgFfxhzyIb6W6vfmpR1/PZ7D0vBIEiLl
CZccbpo0h3Z0urIMESoo8h2avKyVWy0dIgDpUJgJgCO8DcmIFgMjJTiPUMtPTiVNPQctO/vNHGCo
l7gVItTWzetltKuEhhmEoLjUOQxrj6OlJQJAE0hxIBtFe7f58JyB96BpLHSCGv+ARxl+fbwD92Za
Q/3qf4eX3QCmxoY5xRh+TJ7L4Tk0D7Z56PheT/7Ok5VQ49J2IM8JMIYAXmPb51OJNQV0WiFKfCr7
b8P4021/m5v74WCnhd+NK4E3DCz1XITKiBanZgzqBv2Qdrs1Ntz7zcDwQCeBXwk26M4P4GzUx9Fk
07kCL1Gh/qOHnx9vx6IAFGyKflCia6fklXHA0k1O0+lcDL7lforJdnwVatOQaEGYVJSpyVpvLF1u
FU6bXEAr6xHQysVr7S3uzTSGRe87xJ6QEQEnwXwLtDDitBin+KL1O7DuUnM/gfgF/ZHXsrcLayUI
kESTNIA+0OlqLkh1Rr2P2lE/cwZylqx4bje7yOBkgZ8KXCMiEzixcwFamVMajZF9zl9V85KzlWKf
pe+/HV66DllPhqTWiXVuumfGTvmw4i/dX7f558vaDw1MVHvC52v8kHe/iPtPvbklDiQIBlCEdGHg
wHM9X6HQ6oCPnah1tu1P9KmqVlZImgGITBAQQpgakS28gVCKMx++LOxm0qymP6PRtgeWrd0wRXvD
/LXpzr1LQatRuACCJR08M3MpBtoq6rXF+7OR2N70Lay1leDN0jRuBUg3whrL1ug0CFC+xUDCGEgJ
rzU0kS7d3Ryko4pA7MjYBBHRSQGTJvnlTyGC7389XinJ5fiPFCRuXDxI8TyVs5250jhh0ULK1HnE
PQ5eYx2stdV613E3js27FGRYEHwAgw0iENKuW41TlVTNunNen2rnkKCStTv1cezZ7IWax8H9Nm7k
L7wTKazkjQ1PCM+4HhXdeXzTi32/kejsbnjJhvdGm5aaQ7tzHQXNdKEblfr7+IigirATkvUoPZp/
PgdThxq3WXvmTuPFfNfqG6Na/5Eg7KrwdLD70hGeqD0CJUDbc+0xxwbPFtmmrP4jQOQ5YVph/mSo
T9OHdabZSnfOtOewe6LuocmPj0+vpG/vREjKqq0AMUpbtTs39XM3njaSnWJ4oOkQ8YOlgEN1h5Yd
cpKoeTMMZ948p8nBmQ5bPx+4cShBgN+RbNZNeZMBZXBxw8dz9JPrJ2djzaP4fLQdA14PxNEL9dGt
hpw8G9v6XGmvYfKarHz9vYJC9AFQJVEQh5isJSmocjS7hrO+Pk/xLrF9nJ/a9KP6LW22FWKLeSDq
KnCHqJKGSpd2uXOrBHCPqjyHQWO+OWuRfvHf58oJLSnfw6OYA+oDpIsw5m2vTWlZnhOy78uXrvtZ
257Z77fuNZwOXDTUYsPtuGPyZMPUlyRnypmrO+Nrp26+CSIHC0QgVAbum+wEEqNFG3WWWW+j871y
vq+1nL+/aKKnPdhGkG1BGFwGDWV5ofZojmO+GcT9Uy2KP+JuZX3udwF1XrgDKCEEPctdtCnRaqdz
2nF8yybwtF667CnVX4xmxf24nwekIDkIIwQRivxeKe2u5JGTj29pGaDMb83QLU0CYBv4lkhkA7Ug
va31VMvsIdKHN3X47GiHvPJAK9hvV6x4ut9IkQ4sKWM6Foo2vCnFPyl4looXZY0A5t6/mYuQ7vag
OYNJNYigLhALIkVI+pUE2736ECJQy4LI3LtfMLdwDTVCtckgwq65Z9FdG/8sG7+uPBRoP756C7uC
p53ALCMhCQyD+JIbV4AVRWW0HGDKCJwaNbqrGZCSx5UfDmscdwuTwhWHx4kToKFkShLVqizWTbCg
vsWhFyI6Ee2cLhjTS5cfHs9pYYNmgiT/Azxept3o04DrcirIb9RmxRubAkDtCmaV/58L3PX5sgHC
3IFLHHNJRn9Kv/DyUK5dx8ezQDBqLoKDBXrgwAO/0Ww/dceC/Kmsafe7G68ayOCCxAjxKLxg5c1v
O3PqrdJKL2P2Yh/4tHKKF4bHyOijg0IU5F5krDehdtzqxMHjm/0IrW9rbOh3CySQDAgEoiAI5Dmw
svMFUkadOa2SFBclqAcflXHRGqnxogRcC8Ts8CpDWHAuoUqjUI/VqLgMwyH/NbS/LSfYeFTh9wOO
ATIZ4MTu06fUtAheaA25JOw5dZ618Gu7VuF3twtzEXKNBYOjbBpVL5hQD31+oGt55zsNgvEBx4ae
QgAKqkRaJFoxY6xHBc0rosv09CV80dfexUszEOAhnFRRUi2jPjhLWtoxcEtrfzrcy/ePt2BtdMnR
rHR3KkiB0a2C+VqK4E27cg/uFB9WSCBMhQeFcJTMK91keg/rDUJ6NbsU/VOGwqnhlfc7bQ1AdHde
hSBElwUXCfwFORYF4u1Gs9ngXsbJB50H0ixkIwwULjPaSwIxi+wa4rMwT/MrgVaulOhK6F54pXia
s0/acuvTCAg3AxkvFNFgDuhmNZdAWkbSqO7MS1T+00W7qNm55e/NWz4TIatWzhp9cCHCfK0d5iXD
RtJNsUqAEsAsoPQI0Wa5rDPMpshpiWleYIGibleZnmltNXICCGihdzJaHcBfkz1zs6caG0L0XDEd
r1A6v7TRCXqtt/HCgRJk5XDMQTGACLN0txsl1zuEGx3shU8U30g849P2rYACh2+OiKag+ZrvthI2
SmeHE2g90f6pOzRr9eYL2gmAZcHoCWgjrp90XqdyDEeVmfaldPwOMZXmXJQ7be01uXDDRUNR9GIW
QYM7clK7jglyL7lzab8VE99Zlm+XoHTLd+lHlutGkJjujbuWctPq2j5zLpPhI+oxONuV4Wwi0nbE
lVV3SYPxv7dj4Y1R4T3e7qUDBRAuGBrBGwdlKN081UBruoiKTkH1Tsk+Rd+b/AMrJN5iSLmIrt+y
21SXbQ0rotqXustPk94cXGv3eA4LBkPQloNiUnhNUOrzPdBonGgZdZ0Lj4qDXv8MI2dllRYlvFeP
4r2K/hySBLe2xkg1waKMzLxHKm8CsvgDc7iRoM3ngJSLzaqoxxwyv0688gPKCfdZmAg4l3edLGOA
wmgWTs6FKk9D97tKTtpGjMq7ihVlitCziJujcfZ8BpbVtKlpwtaR8aAY13HNM3tPd8xCH1Cwgm4Y
CAxAYe44mRQOMlctrt1LnvmV6vegTzaeytGnxmeE5ssfSnHgutckvqLtp81hHQiHdBRIaoiB4Z/5
7OI4DBstJdYlHl7qr3qzjbDkffFuh5e2XwlZNaUxhjdK6h1M/LX1eL1nkQSltYKbKGv1ajSb0bbR
IId6qfmkbSyjwudjePRvwgKhbfodGiPVJ00ro9G6TG7jpSz26K/t349YCFASaN8s+HXmy5+G8EBG
E9VztoeOph4AZR9YoPd2eO8tCpC6nQvgI+M1OiqHl5DtdfpGN9bBihUSIIP3oCCUoMwDAARL0qH+
Jby02SfHy7NPm9cHwDDR8xCKHOBP6Xj201S3uUbJpat39pu5lsq713/4erwkRCtTBMllfDGKILQJ
gCFyAabfE+2gy5VU570ZggA87KCZ3lHMkl+D1kdlGqloHdTxN8tBajvyynHzHQPCHoFBrA/CKneh
07TNyxqlBOQyjOc0PZUrR/TescHwsD6IpCEMAS07P0HmSEDEkKB9g6JextZP/2z7l1ViNAku8X6M
QFkBzBD8J4EqngvRe9VNa16jxVJ+LOM31fGo6x0NM/aUjc2PhSicWVhuBLSBXpHnU/VIacfOEOLt
4k3Nuc2+bz6ys/GlqTC7zuzRwvhT4SG5lq2V6C+cWZS0A9QjkEP3mPi6GvuqixzjYoXgt37jwebP
RwQFMRpUt6NwWEbE14aVD0ODF4XWZZ5n12sZ1aXPF9z3oGrGqbLlYjI9R6+WGirxktVec8r+/sDX
34wupN+4rVVVu3rbYHRefsm1swP69ccC7i40cAtw7pGch8q4DzV1hEa0ZRULGHD1+WAH5ohyy34j
TyPCHKjlREYY7N9I6oAqZD6PmKS1YqekCBrtVSWv7vXxLO42QRpe8u45Tdo8KSMelF6f7uxm93j4
pUW6/XrZZUqLmmiIdQTOn0Wp+WkH0M3WdJQ0AymznJoVay0xgynZk/qg/48LJOntPjWqDOShPGiV
Ezmra32bxX+fuXz4esDQ4Vsg3gePT1ogpVfjDrVTPGjIdCyy56E/8Ox7WnzKh5OpHUFDfXy8I3dK
HBYUGRGcJMS30CxHms9QTUVYtkMe5O4h/QxD/Ttfe9EtbDpaCYJqDUoDSlYGMdQZzVNwTOXBaGQI
kp4qhsrtbOX6LRxcXcSbkKsFKvouBTaCwkW3upgHo+nBs9nZY7F/vFKLElCGgHejBrZx2SEmodNb
elwWgRkeIvK7t1fAemvjSw5Zyg3a5ENRBAbVPW34TaeVy7ckAN0DAahDkQycSkl1tOh2XbQKSQNb
9xEPYmsu99I+i0MkWiwDpSzbz4QqKsnrKQ2QlQKigJB9qW/1mnBa0YMVTGUAq+B2SNcj4Vai2Gh+
GTTR3kUwGWXHG2krhIKFs4H8kEAqg4pL0oBl57hT1Sk0qPN9qp8my0OpVPjX9rOE3BramqMMT+jy
uRYHYYWam2rKAs1EFgr1ASu3emmroSZgKUQcAu0p5+OndjcwHSYaRqh9/Z3V6lbPUhcIdJHIFiIw
hfn4saqHvcKrLMjip/CzPW6/CqBAE8927LMAHM6HL0ZzqtWSsMCOvvY09HS+semR2GXAZ0DCCgDG
gq/kcq4kJM7zICl9s/1mjVufJ/PxZZJJniVjFnYY33D3LvhVtu/v7efL7bojl4amMmJ4+wUxuCZd
0RTiGklWSCRkUUkk0MN3nCr1yKIqppwFkwVmet4+6foFN6IykyeFbH5qYaluhUln1ekZ2FHdggWj
+uLknq59fnzXFiwcIAtiKuCfxotRGt+g2WCB2IgJnVHQ2mvTwsvUXXF4LGbhygkBggYS6IU7ZH1q
5FgxtagCUKtk+b4qPmB/kCdHsB1oMBxbubFMZqeVYxdFGej8ohiema+s08KmAy4kKuQBJYESlJ4n
SeHqlDYaD0xtl336NHyrht1aXdTSIkFrIEANDwfhS+li27lqlOkAGUPG/RY/W98oeJqgzhGMSahF
vC+SGWssXK6kVTDGzB93w/iRCYjuR6KSxQEHjXSYFAKtYQ5xFbxRu9wx/Gw/RcjawPLgStyXfzC1
cO0+q7BAYFJpm/igq0+PJSxcB7ze/pUgqe7GLtXKAdtCMEXMi2xth/TynnR/FZtDyNgL0WYbsFUL
oHQ5ghUn01iNg1EG0c8yPrn8A/cNTiVsJwjDwFUgjvPNg84mXaSMllUGdfFtLH3NXnNnls7qrQBp
q9Oe8jbWIcDIjqpyDLdineC9IARkokYeSha5xvn3O4xPWk96Huitz21vWKsKWPj82fjSVdOHegzV
GOOPlaf0nvr18TFacPZmwwvxN8tftJNWVATHyK5OxPFCxBs2Y/LECqHfMgDpKIdCAm0uQgX9sJVo
Dg9S+jqd2jXK7MUZ3Awv7a+llLHWWhaGr0FTpexrdd9XdOW2Le7CjRDpeaVaWTegzIgHeXZw4LCe
Hu/CyvAyUyl8mL5kqc0DK/dpsV54vTQ+HlVIj0Jhm3dB4qGKHUQpUx64zb4sPG0zVg5bjKERxsDz
E8gBaYuTLOuyLHKKIEMPpR+89uiKo720yXgnWOg9hSAiqAnmZ8jsaNlF1lAEfZ955bENn6N2xVld
EyGdo6QsVE4aiHAT4lnP0ZeUbyTrE94qUgGC+AV/YDaly1apPQn1zsyDbNjxyotUb/sxwi0T7d9R
KQamg/kq1WGSgJ+CZkFIPiXmU7jGj71gc2AEENBAfAyZfEfaBT3razeprSxQpmPDuNfGhVex46/H
s1jaCGBbNPRxwLsBRno+C6vlClEVkgeKFpASXTpxIdaszpoMaScyVetYj55EQfU9s89VtuvK7U8r
9MoSnp7ggEb2YT6LFBRAqtUiRDYM3/rurG9fJDzQMTDePnjdyvWlVRHlIdFtGtDmb5buS/VA7Q+I
QM874O7EY/2urVWkWTya4ogF6AA6kZ0eX5T+9+OtFgdGeqAATY1yN9EC7D49w7Qsr12q0WAcv6Qd
UCdejmrTxzIWDi18F8FujNSuA8KG+UbUqUFZEjeINZRHhXjngXhbeQjExUaSFQET0aAahLTSxSgm
Zuslg4yM1/uzklf7x3MQx3G+TsjNvDe2AiBLcJjM52AWKBjv0BA5CI9hi4jMZusmqCRBmQHdKtp1
Sj5MF5M8aXo9DSZgHJ6rtTDA/WVDehUaCVgsZGTu8t+0G0PX7VMaGNqROnBS99ZajceCCAws+A0Q
hYEwaZP7wdHHKnaTINEO6tSBh0/bGWstvBd2YSZE/P7GV4pE4DBFr7og+2k4oBRMN+dawfeMokDw
QABMi8iJ5GUgztHWCdMg4JtWfyXJ582nCGkxwAEEBgFPW+kUOVrXWAjXJzAP1LdOGjJwjwUs7YKA
RwmGOey3fNWcOsnNInGSAO8pW9nZxbmv/ccilvbgVoT4hJs9qIYqUqLSxkbTk6afze2eGPwXUXyB
0KEJ2lZpC2pT78IyC7EF+T6rdunKw/Ze4TkA28GGiojMPRVHpNcamEYcAvKYk2a9aM5nF/zbw4ut
b35WQZCwEMLrBnJCWicAMRpX6L0g/lKAuuuv7btwO7pk3JiL5tDo9RbDn/SL/BUu9+PxFw4S4rZw
AMSTQbTkmO9yZBll31daFCju60DeMgQC3JWdWBYhOhKiYAHWTbrMsWOVNtOtKEjMQ509T/ozCVdm
sXBWAdhEfFsEknApJKvQOHFKderEgdMl/vDHlMQrl2FxDjcCpAtNqnEy0OMgDvj0qtLXhMNZ2vy8
RYwHERLE9pASgNc334lW6UNVqTl0xlTu+0b1svLL471eXCVUQwMbhUjuXaB+MgudpLkBpdEe88+0
OW0fHuAJkWoVCBA5got2Zk2aFyQOQnastNO4jR8Plh9pbrx8cMPwtoUBmq/PGDGaTRzD1+65/xqW
HzilYMO2RRID2Ay5MiGNC4dPoK+DRuUe1WMv+lF+QKWKBtSKeDUguCpjZDSn7VWaayxQ6Mk2fHtj
k4n3JRIEhaIaHaSIslUAo3COQHeXBdV4mDQ/cZ7AHWdsJPr7jxRRPgcCNhDryPe5U4w8zyKFBam+
syu/cb2w+Dk2w4qJWzqtKFEVXO7wNe66DtCpihqrybNArY/uuWEfOE63w0s3Ogvt0GwH7HenWl4P
OGj7x+PrcO8NA/mB3CFa34Cn7g5vxa0parohywPdOWp0r8YHzT3qG9lv3jdDdNyFwhDqVU78GHqX
xmDSxSoxn5n/oMTtA9sgjBsYWpG7us8sdQjGlCZlQas+JdGLuRkdIILCFlJiCA3D4ZZutT3FiTpl
JguSMPRHHvn9Wnpy6RzdShC/v/FjwOicECOBBK77KBwY6AfUHuK2QKYhA4CqGml8M6wdcKgi9TY5
b2zXDh8wC4A2IP2MQh1AmCWzoGXjNCVThuwqii/1XZxtDsaArxOl2qYOpQfop/QiATNXlLEC4yMs
qfXH+pf2EX0hWqzANos6UhnXaMWMO6k7IBvmejw+0uIQW169PcGHeSACIJiawPkvHyRAHnvilMi5
ueQ7vTrFB26zeHFC7wmQtFxDM+SNk1ljjWXSfW04Gb3Xm/ty2hzKwCRAl4W1Eq3LZB8g0ovG0sqM
Bc7wpCYntuLFLKkkKG3U52Ol0FFEumwh53XLEgzfZP5kPqXM67LTlH9EiqCxRTYap0qOKpEwcRNq
I1VPR79ABf3kof1uvKaXFjwy8ASi6wMq3QEpt7T5tY4G3OnMQUCj1I/TdCbuOVmrs13QHIYC1SE4
eVWUckvLxZuW5ehpTgPG0G28G1fWaW14SXGAYI9TLcTwU4KqjedyOzwGQT3U3sE8OChYlPM9TReP
LDeyNGiAXhn9fKVCbunzb4eXDGgLiGk9WBg+yvYs/TrYGxt7CNMGzA0I4FXcN9QDScuvagV3jCRN
ggkZsemsb19+QUWii2cJIJpyOqmb0KUxb7Uh0KqD8yPZ2P9YfD2uGd5VCDSI0KH09a7baGPZtV1Q
FV5bHIw1bNLC+Z+NL52eGkEw0xDjO9lfEdkNyt6Ofj32YBZ2GF48QlWoZUBMTCZeS9y2ZwjVo3lz
9dk8qt2Xx8OLAyKF2mbDS5anbRUjzGwMPzIvo8cURYMgbzF99PoqNyOJsRtgeRUNShAzvKOoIw5N
NYVHbRDHuZcYf0/fHs9laaluxpeXiuekM4aItUFzrdUdXQNaL2327fDSUvU6z2jU4PN18ylJX6bh
uS5X/IAF2wAwI95u6MgJn14OrNb1oDQ2ilGDRH3OEp/ppwIUddtfQKCeAYofZYPw9+7eiK6Ogl0S
uTX23PbKovSSzaXTyJvfSpCWClCJwi2FhJh7aQMW7d3WnRaEaCKopIHHCIZ6bndIbpeFkmp1kHwD
T8FQ/Hw8/P1OY3iBA0AZi8jSS5+vlazquJI2gZaejMRHefN2qBvCVChDwJMKHH6walKwpEubEU+f
klyto9slXoYSy8dzuLsMQgD4EwVHAd6hssPHw0hB0y8aXtlrEfnaZg4BaXhxkm8c+rLMs7EzMTwI
DhHG9VLyKzK3xuklGdIa1W1i0iZMw2vY6h44m71e22p+IAGBGFSgwm0VNGLzWbh6HRE9at1rMf4M
nX0Wr1UH3J0kCBChGBHiFslo6STlOhlA6VW4V0N9U5XCL/FC7DcHZSAEXOnoA476DwQ2pNugTyr6
wHdxHOyM+m+9/vvxQbrTSTA8CN0KILSojZKT3X2SWhoyGlEwapGfwF0Ft5oyviX2Wo3AwlphAqi5
AkstcEQyjQ76d/S4ExCkmQezO1ftX0238kxcEqFjqfAS0hANkDPSk0EafSzjKGDoEmKd0TWddofH
y7UkAiBTgAMEMQiSlfMjpQ8FtUY1wSzCvfUzpAfz9wcEoAILUQBQud2xo2Z9bmpFScg1Vs+UvUAJ
1msXTxyYmVPwf6R9WZPdNpL1X3H4nT3cl4npeSB5l1rF0m69MCRZ4gIS3MD1138H1e3xJS7j4qO6
2+0Ou1RIYslEIvPkSWw5UgL/J0LwKhd3ea0TTF5KL6jIfT08e8V9Z/gmWvqh6l/2ItowVRDHn4y8
+SHYRtdLRg130jEhJSr9qkHp91TsvS4wH1SYc9WAA4VX/FqAHist6tk7CKj+1Orv835Ti3A3P1J4
lIIkWvAyLaIWTLMLJTJ56wit8q1ccm63Vgg+LMw4xxSBVmA9gY5Vi9vkmICRHhzQ1e5s9YRLDgt0
Mb6wA92wpKgOYUrkJY9O5zvNh9tnVvb9olLUlsIqtCmLyjH0BhBPun/cFvDaTVw8spczEI5sG3ce
67iEzA200tcyP/+ofDdelO/a6/8GJVRMv/1p1P6c+bFxljHy8i24+gCgN9AjDW76FUJByUAzm8WD
gsvqABQnSKA0GT3ThiUGfhYhKEQ/EIoVr/QpHWO7mLI4Kgvf0Q+pe6yGYHEk4Y8tKUiYGrx6mqdy
+F5e3Oz20qk6GkrgTlzOtXtu7G/ld0NGnb8pBEh/bBlwEFCctZA8b83FsxYI+bAYhV+ZXzPVlxWr
bpw6XlfI0Yq8o60Y6VeqQcvBOBBHKEfSvtRkb/AaGU3+ioHS4+q1RCfUUuqCVh3cE5c82JFG9gZl
+fDodIlUGjKDYI5ZLxFLYro0+RhD50PVCogS3laZzdV5bXmJHCyajAmxG7Wylayz3DhSGfGrtPR3
I1F5xldF7NKD3eX+z3oCNB+Z0Wc4rvNBM+7cSvJW2vr+y+EFm+V4JF1qDcN3z+rwrk0ly7+hz6uv
FwxKGtMOdexJHGX0FBth3AfS5tSbInh7PRB4A/8lugpeRw2aDI4HDobQVc6DG3bmfhcaQZW/RQiz
oIy1rOsgIk1PoxFkMgjelh7DzYF2oVIBPFOCf1sSO5+mYYijEVDjBD7CsV2+NDK6tU0pSN8gNcsL
t0X4upGXHnXUJo6UPkjflKbfvStltKybm8E5ZW3QNEEU//mF2ctJNxFgAb2IZX4/n5QlMBSJn8CN
mnBFoAE2dzwBS7xupYOcnZYrueHiivhWoERI9+s4qFFTPTaS63BLNy4lCduiJ+poDyMkDXqouUG7
/9m0mohgOsjY2goDCDrK3a9j83l3UBCGw3t9uEIxAAsSDq1CCtyzse1GI/ETNODajdAWxufu78VW
D0wBD4aC8TX6Oaaln+Uyf2rrMP09AyRc1hLAkJCMY+26kV09G/bJig9q/Aua/Urh4qIWDP4bPwIX
k2i7CtGiJXcjq78fgU2Nj/uvB9RB8J4hiNchPLseP4tNeM0DcSNS3ufkjsgCCJtHFDg8JK/BEwgA
1Xr8RFGMIgWCIZqcuzbfz7LM9xg1HLzzDI9/CBqgOEne5V3hRY7b+8+s3tn6k3vM2FbujNuAT101
GSpNNjRqCw1Tv6DcspQFljcsHj4bhSicURbBa2H1S7c37Tk2ncgdg7Yqnw8V/ubIOiVt7AHCsTw+
gYQaiAiFRVLn3NCGVHOiMVCTz27xZfcRQj6TN6HjAQrQI6y3uKgHU2mwTZExHXX7oO73v9BUCCsE
aALAOmIXwnSaJo+miK0MJWjm597/efvzX3Mbgr1GYosXZaFxJu/dvP7+WVHaanQnLxrpyU7u+58O
fdDMQ+b67XwYv8Xzoa6CwgkVifXesB7otYYEJB6toMETcZGjkw1Ok1pu5NIHk5zs9q4oDrfntnEV
IZeGkBRwTggciRHOuGjiWZ9MwISWu1YPpjRk1gllJKDOvy1o64iBAAX3HVo/ICEsOPrLwNR4qNv0
RXeDEdzLluS1sjk+qgxM2CkDuHPBjFDX6tpiBjTPrB6UIvRkNQwbiggeVkDBUFOFF5dIXIG7otWa
YbSjGI2lKi2/U6flrjcfi1+IUSCiDVcQawRkkjiRzGpMtVKZFfW57dfM90DnsnsrEIdE6TN2HbZF
DCJMJunZgoqNKB8fWuNO381lgDwtL1dF6A5hbfx9rS5ZowHePmVWNBghmU8Ve3f7+7m5ENRxNb6w
1XlCat1aML46HqovZUcOXZsfXBfkzl7v720qzC08kB54feGJCoZZEcfFdJssgEyYkQnP9kzJ6fZs
NpQc70bedI0T3V/BxHqg4Iwpccyo1kMwojW6n3mSK3xDycEkh8At+t6gNFPUPdMajNYZRzNyJ6DQ
fWacPSdIHX8ww9tz2VBCTsUL9QBhJHAywj2iF07vqONiRuryxnXuJhnMYGt83m4WwEYQhKKNsXCy
KmpoYP1yIruJYuWpeNn/+ZwiCOQMIOGAf74efmoMJy3ATRSZ86kJqYxJc+vcckQJEOiIE1ylPfWk
070sbdyoGw8lDdW78rMCnpouANjqFybytySR30Cj+qRUeetGsxVmta/IojZbZxYwJZR+8pJ05N3W
C2WpcTl7M3zCipxn+6iPnwrZYm1u9YUIwTdP8jlv0RTARaTwrcO+mbKG55tT4DQor213rzpz2alG
+jrL3IjGT0t5l5lBvruEFYaD91L8S4RwWnWi2VnFIAJgMWs4pY0EjLZ1JQFLAscNcLRriC8KJly4
XbkT9Y3fWKH9uYAXUkmO0pbtAIscqtHxF4C+wiSUGbwok0rggKJnlvGA+g+SBqZ5Xorz/jMLFw7Q
SeRKkPYWbo18iRu7mRUb74yTESOcGf7K+HDRX/sIAwq1PrMp0YiCgl1c4CWupNCQRbm2tJuXOKBD
BqKyV7kFOJAM1YOuDWctyOOwa46jfUBRq94+SKOmW5uCahacWhBII9HAD/fFm69hFIEFUL1E2uDr
VuCSg6I8tlNQ65KrduuIcbJcXH1If18HXPRcbbtkdqO6Opvoo/SQgfNFxoqzIQTxO2A2eYwQXq5g
TezMSnqzhaoX6QedfmTOO0Y/7i4CwtMSnXaQH+VpE1CSrpdMsds+R87JiSYsGVCDEl3cMFcuiOWg
8cCdOih7WA+fJI26uENrR/Pk0zmsbEmQc2uN4K250EJeHSJyegM9No2t29uRnQOfpvhGd9RQ/ihr
tM6tquBaAb2ncXYlzhcvxivqxq2WvMYhTsi9W4YuuPRrEuROMLu5nw1Bu+yPXuBNALIIzigM0jxh
70tsWsacCVrvhKCC2c1ljCW7HF64RSZGHKqqGN7qP0/3qvN2t03Bhc5bjhnwEMElvt51l1ZDC0YZ
OyqdB696loL7N0/VxfjcDlzo+Zh19dzFGL+407VjI+uxtDU8MMycxYkXQoh5EUJH0y5614LJ+pir
L95p/+pcDC+WoIxNSUe9wfC5SoI2AxOV5M23pRSoGwSMGWUWPAezXh6WJu2S1IoR6eWpWI5jc9a7
837OFJwhjtMFXzUQrlCKtZRqrqa2TluTXxwNeApkyMoNT4TD4TjVM17gVwnD1Fb7JaWuEdUsSEEM
mtmZ79iSa3xLCG5x2HLO/Qbvcz2JpYsL/maCZ14eFPOcJk85kZjATREgsEMdKl4yMCNrEWmSmo03
plaUeEFhP7XVIdWP+08UnjBwwT1QnyMIvxaxKIlOhmwyIrt8i+yt1e9/AKBBFCixeaMrDTzu6/E9
BbwgaGRoRM7gN45yiC1NMgM+gmBgUUzmYgt4d17gH9cSarz8F33GZiufWX4wP3Y5BAV9Htb0sMgK
kDf0G+8w1EPCpIPkTBOmQ5Kq1Lx60qNJDwDf8U1i7Q8lXErQBd0oW8VBVy1Vj6zh3cQ+WLIi9q0Z
oA4SUH88NfASF2aglDqZ4RZiBtZ9c2Q7G7bypz1cAqBnUIz/Sqa23o25dLraVhOcpzRAnu9clLvr
UV4lIGwEGQCWicZDqat5GLrciGb9Xm9/JLSWKPbWCvHA9l8CBMejGEuDkRoC1DGM7+1Zcl43lJoX
NiPBAKXj9mm9QkpVWlqjzXpUug/6cpew+26QuDZbM7gUIdiNetDqxRpxStXqA3tCC/rdNmM1A+EO
XXpaN4Y36lHafzacz/vDmqvRBf/FamptQPxGj/SP1sRCOzHC/+zzBQ0wzL6YUc6HDZjO4PzxYQJ/
4QShASKn1gT5GzIlwhYTPSGJg3BarR3mMJGxB/DtEy0ecnfAkcBPuu5u1I51keZ0sqKme1TTl6p6
6NpzVrq/YIlg4ziEE7SOV1Q8pG4KJ08MKyqMwJ78Wj3f3octRbAQFOLkLGBhE2+3oely0oydFZX1
s8M+LAsaF0j8pc2V4j1ckD9HUMUUzpLZoE+knWClKhTGvW2SkOYHyWnaFIHwGfDMPMasCbrWxW1q
Ap1kRXZ8cEoAvnGLlvn3of76C6t1IUeYCgofjaoC1C/yxmNm+uC9SH4BX4liVKTdUG4JUl4Rjqpr
WYMS6gUilsQ3q7c8cgC01+15bNkmuPWcHR5+wRVsV1dnpi81grO2eaybd/EvPOvgx/w9vr7WPaca
J2I6sRml8yP+UhBf1o9eJtl12SwE5y81F9NgfBalHdC3vSNZpC3VgHuM5ConmkFIYj2JCQ+sRbUw
iYX5k/2e0Q9pIxGxOQMXjwm0CMVWiE+JqrMnVs6tFVnxe+vJGP/4hW2+GF64RA2LqYM7YXhN87UH
XcYPsvn1iP3AxmKzAbJaL5C5zF5lmZUFcMyd2Z5zWehpe3xEtkCL6CI1JeyvbtMariYMx3xfKYnf
Jj9+YXmQ9/xrfC7/4hna6TNVQRGG1UdL7SevkjzjNs/PxfD85xfDM5XpY2ti+OGTO/uWeiomiWXd
kuDglaiiwgy1ryLKMJu7Ll4WnNDavau1k1GTU1/XEiFbu3ApRNjlPJ6txDIgxKYPTUAmiaexOQek
7VwOx0QOVRi+pk4M8o7aigz3jV49dnowm4f9+8wvUBDAoGc7ZK03AnwXyNuNrhW17p0d1NWvzACJ
KMSxAMVEb5L18LG2dGS2aztSaThnH7LqedlNxsth0cAxIMGMSOxVMs0oeodVNbGjnN273v3+VpB8
fORNUacIjxtBq/UUwG9qsMzCpaM2QW+Gw25+NmF8QRUWvSUJ1TG+pT8Ow7Olv/Sy1j/X54gnz3D3
A3yGRJSItymsydVICXdvUf3YAozczg/d7rov5K8vhQjrtBQlwCAFhOTtqSyDRNYu7lrX1uML6+Rm
dWnEfHz159C+I927vYoAwBmYx/AsQRE+wnvrbR4zYhT5woyIdXeZe95/H2N4vP9BvwMw8hVVcVcq
aZuXiFvFbqjSKaDdHP7CBC4kCFfyoAzpYCSOEaXvZ1Su63f/2fDChROzvyaQL7k/1UFBZRgFvsLr
V8N6iYQDVNVa7qiLbSB0kQZFc9S6w4QUxFdn2P/8gSQe3UNcBvstvtDruSIpHUozsrxv7l2q7cY+
YXje/JGnSnGahKNUoglW06YD1O07NeEYvd2/E0iWcbAFKC9UMS+QeE1Wxj21okmNlPyTJgtObika
TySD3hToLaSt15pAxs7JO1j0aEzuqN9V+w8ShuXkqbgQOH3Aenh1rk3FXYBwMvyhafx63I8uRPYV
DzbcZ5yQWoy3NaD6r/tKAdN/8/H7LONw2rClPN7JC095zY+IzmMZ2hsTOoNVJvb1IaTGF294v3uD
VyKES7MqyzyxRoiwjkoZGa2k3cyGniEgzGOp2GW414Kh4FUkGZqfli9KegCHoFIGylcnfWLGfouK
zCiuZH41I98gqsE0z0qZdCB0Qgsj3+kl09g4pgAAgnsPRR54O4v0dXD93Mm2yvIlHe/rg7Ob1BTJ
TxvPDjSCs/AOFOlM2kprarR3xymaArVXfSvtg9vbvHGSeDk83rPwLTjMcK0IhdoO45AZxUs6BLkW
kCxcZKp8/fYHfulChHBnkkalZVNCRFyEaHmLmLOF/kIyKOmmFPCZWcjo8tiqEGEwSo+hVlcDe2oa
Zk6QZ0f0VtNk+63xwLJwP6D0Cbk3rhyQJEyG4rVWmzWy0TU72c6j6vlQwU47plngeA+u80eXS44Y
V7RriSCPQjYI+b4rfAKaKjsx78PQscJfdN9DGfIU6LM/9gemH2NTVri9sZLo/Ajjwu9xHAzhSBDL
IxqgmeRFL8IuC+LxlC+BvZtyEHlXQA2RREP2FUXDggVGt6a2qXKFgO32p6Z+0MBdKSvQ2TjbKxGC
jaFjhf7BFURU7bHPvuflQZ2+71YfRzVxD8HYI9shZgIVbQDZqjuhCYf1QOPTYKo+ldXDbU7jQobg
kpRF1xHWLzjZRUBrn1UhVfdbASCwOUs2srG8G9vaClCNZG4KtM3LlL4tKFLv70ZZ2GzrVAFlw2HY
vDWuyCjOxlkHPhMtiDwl6LM7vTlXw5t42t0eF8cKGRX4JXCheQfY9UzQTW5A8G4gLxYaaw/nUpX4
PVubcTm+cJ+gmm+0xnwmL7YT5v1zmYVSWMqGCEBF4JpwTDxCv4JmlHZvJ7HVNS8au2+0s9nczenu
yAeHGuJFzAHRSGwK+20yBlIdm7Uv1UdVxbX4EiMme1szNm5G1NwBwAO+Mg7iERYqb7Mq04e4emnv
8uQx9yQzkA0vRCXmLk3qKQPdd2t9ffTot9sfv3FYsShg3+CFlXCwBMsx1ZldkzKpXpbuUJZ+Sp7S
Och3t74Bro2TlOBhj1cALq71WbUGqFxagp6+/2iBB4VIlHpriRyAE5AW54LEOto2dwuWqRp9yctg
toNU9tbbOKfe5fiCqmVVXXWFifFNN8iXcC4DXdY2ZmsfLkUIKzTplVmosUFfRkQAjXOR3xckXEZJ
InBTCmqaUbEDsPVVSxHQG8UN2Onpy1IEuR5o9Yn0vuUcbp+pzeUChB8YLVBloKRmvdt2jAza1GO3
u/IAUI3XHKtOEujamogLbUPZhmkgySKoNRopdXh4dGi1l70xp5MRLNOpzSVwi+tjhcbWvDIICSlw
mIqZWVVn6aC0Wf5SuQHi+vMgObbX67Qen0/yIiqLrAdLJ4rxdctf3KM3HTy623hABB4FWCrkcQwx
8zhZOSWKB9LplDlhB+rSdH/IEbuMRwEQpXDckcFeT6K0axWoFJq9NO5Dlp8oDUkpYV7bWqdLEYJu
DIlC8CYps5ehD/QqINYh2f+IXc9COE8zMGzMSDELuzuy8lDK+NclU3AFM+s2NfIuBcbvm0CdT4Vx
b+43UnwKOKwoezV5y/n1RnjG0MVUi9OXRQ97/eimoS3zbLZm4aCKDFQFuDFQ5rAWocTDONcMDHXu
GKLWcojftflpr+2A13QhguvkhU447TA4hKTZS4WFSu56dlb2v9LWIvgsL0TEqdm1SgsRmfNZA1aL
np0msC3JRLaMx+VEhO3gvRASvMexVvGhG8+NevyFhQJ1Fi8Hh0cu1swgRD6jTMdAul+9a/JDTU9S
rvTNKVyIEPbCyF02dIWevjjMByzPpefbU9gcnxeU4UkBpJb4Iu8UjTQss9OXxPYVNehkbgFf4vV7
Eht9Mb7w/R6PSw0pxu+956T0c/rsAtkrg3huKsWFFOE4UYQGsxZh/herOOr5A4GNcl9uL5RsIsJZ
Gmdmt20JNnbnswssuht4+T0dJUJkuyFYWfSs01Kkh9OXaT7GziGX2SfZ+IKJHQzAv+yJjw9eYuDB
iOSWkIwvJrCVjHpu5mB8EFB2PwpZuFw2vPBWMVjutG2Ow4TARPPZlrjhstGF+0EnzHBh+dIXxu6t
5jjIeo9vniBOgYcYHvAD4i3Nxs51ZmNOX0CbZDWnMnvOep8an26f081ZXEgRjtA0ps6ot7BJxA2s
8hx74e3xN1XtYnzhCHWgGasSBxCnbrkbory8m2R8BRsS8AhCjgKvFe44CbvcMAI0+pQkL6zyG1R7
1KeJSaJcG4uEulBQvKMEADZPhCrMA8vMOu1BKhbHvuf82ajTce8yAUCFRy/Q1AhCuGLAKW6acplJ
rEaWfbaTwKHPrJfsxPUkuAh4+CYqm6/9bztJjWo0qBZRPXAS88BSmSMgkSAmjRa3yLvyVUL2h2cH
o+wFsTU+uHb5Ywi9x+Ebr70AYhitlVepFnndHVve1DIGks3xbWSkgJjbgKVa9mBpCAxoETHfZdn3
Ak/H27u8KQCUokiUo3L+SqXRxgTASAUTMO0uZPEcWLIaxGujwaso4UkiCMyTtIIy6Fk/qP00AHps
BM1HRQPVa9TI+ittTQOhH2SQcIdeM7UQb0wGtVO1KANoJ3k/gCRk/zpdChBm4dbxMADwoUVO/phN
D/sZ6bBIF98vWO7WtBKCbilatMT+mIYyHnbZ8gjHtFkGa6hUDK8456G+q1SJyd7cY3BGACoPkDY6
gazVoK8nSsre1KLaDNDGrPPeeNqjvt8ZxiJdSBEWCX2PUJOIyuLIa3JwmGbhz/17DFYNdHEGggrc
BIIPVrEFvAeNu0SuS8MsoeFuTxVZEDBrAbqLTjKGKu6CrsTNCNRcpFvoSuwF6iJjPN7aZ9QbwiIh
NgOuFv7zi0eJscx1prmzGhWoJrbqU6rJog0bEqBgeLgh2geOBTEGR4BIyRyFGFFpfk68H4XMxbi+
OgELQmU3b7TDj5OwRkguaxV4PJYoQ5NO9sb+DCDV7V3ekgASFVgJzv4INuL1GtVaa7qzm6nRojyp
Sxc4Sx60tSSytLFMvIAfBFG8bT1gzmsh1UQXg4GWM4qrZ3V+Ln7cnsPW8FzXkILgRBritZYu3hT3
WrFEnhEkk1/I8htb4/O6cVz8KC+8qpIk44Iqg2WewTMzJM+OKnFeNswFSLvQxRzpJs5/66xXR1+c
1KNxO0cPuvPpGCjJfnMEDjsgFfhtAASVsPp9Yy6MEjZH7JwA658+L/pzlh537wHnNsM2o628Dab9
9SQQ2JicZpiBawYr2Pu8/fArwwPJyRUB3B/iGplJbysE9CK0/ELBX+7th0zzOjm48Sjm5C69YE1T
4o6zmhUAEQJRkJxKiQbwNV4/m9F4HWXWNohFYO6u+iiMQ0u7ljlRlfgZjtELzcPbKySTIPjxfZbo
HUSgrD4+aNpBbcNOco62JSAHhwwc/iuCUozYsCrOxBSl3T0csIo86jIGiA1VwDL9LYJ/woXFVmij
zt08OxGdPL9UuCqb5Av9cHupNvR5JYV/xYUUq3D1pV0wkUw9O8VJl0Uv+GG82mzwxyFthQQZiKfX
43t2RSc2FE5kpV/t6t6dTnX21fyjXWQR0G1BMB14WsEEiZrNuknPhqECAZaG5PE5TkOTHONvXn+4
vWCb2wL7xFuOcbIzQbl1z1JmPIvsSLG+FUrQuW8IiCd+YVdgppDcBW4LDyHhrpuqpHC7GewASuXP
TZjE+xUEbLCoRX/lLrwqymsWL9OmeQDVqXeyyrv+TyfZ79GgaRqeoMgD8XZI4jKZ3cBGtJOOetBN
f88yyS5cH1v058LbhHfoAlmUOLw94vIwp1yPuimYDd/b3QYMoBQL1yjASIgdoi/O+thqRmV2eWFO
UW69TY9m+vb2IeK/vtYK3lEOXKq45mAEDWF4Vne1niYY3vlE+sc2fSr2FxSsJQh6Zzl9OZWxMUUx
IX7P3s0y87SxAxqIUQDI9/B/V2X/auo6maHTOcqzOaiZ7Q+Jcbd/lS5FCGYcbdnRN72BCAO2jy0h
eHacQoZ2eu03Le4F4CaYDBDP2HFhL5JqNvShn6Zo6O7AWkINnzbgiDslSuBovjUfeju0ZaHjjdXD
S0KFFwuTCNo+4Q5PhrYkLWNq5Olj4HZ9OMoWb0sCAig2HAQkba6mRZQcVyytlshgiW8FLP5z9+bA
iYULxbs5weAJsbjKRmtQu47nqMqe1Ib4U5X7Q7Y75goAGiIDuAfBmI6Ldq2GYzy5BOQlc1SgjXfe
LkEpM+cby7SSIJyxuVuUfNAgoXED949eRqR2fVvgyQgzB2gmR4GJvo4R27PZz2mPrrmjb3WPs3Ka
Rt/wDrc3Y1MMbj5oCy/6EM0h2D1RWG+QPqLZB2UhQdHfzz0iNkXn3xa0tVxgJMJ/EFvEvgvLBUK7
zMnrYgRv+SeF+I4m2XC+oYIy4nGBewNULKCDEMGsSzdoY2/mfZT9tJPuqf1ufGFj9dR8D/bPA96I
g/cwIIhX9FesysvCqCcWkSFkvtlI9mNrmXgfRigGth0X+frc2ngJ6yPgR9FC0vBHou1umoP+hcBl
YWyLHy0x3A5MmGdRm8yRqT5R7aR93b06qPOFb8uZVwHKFdSuSnXQ+dT6FGVV59efrHl/zAyFxGAA
BG8lcnNXXBZ4cgBfnKhTZJmH1gsnGeUVt9nCMTLhN/F+PDre2I5w+xWNZU6LZw9RPcX+s6t/aGLJ
I2Zjh/HdQDRxtkoEYYVbQ7cBD+m7dojQ8WexHuPu/f4twKWE/CIgeICPCheEl9atWoztGPUpTj9a
eP1nwws73LpGn1dLN0bNFC5OQGQKcO2Nc0advz9fsBNq1iHIMWJ81zyOzI/pSdPu6/ow7nf7V4LE
6omxrWwtNyHI6MK28Av3xZvRuBV3+O4qEAjiiE5AQVAHKhKXNwOJC4SMIKgKFws6l/V3t/dk69Ci
8h13NsJbALEJR8qaCZyCCWmVKn6nqffGFA77kwYeMuEIDvG/rmNo9tRQu+x0NaKAV4e9utdu4OpB
QRpeFrwPBPpbrM0ewK+5WeclQ+eOB31++Hl7fa4uOQ4g5OATUJ7iLhU5MCuv6EtAFVikTY+dqfkK
GrdVHzoZ1vlKswUxgmo4k8MGfYIYg1qhahK02vxj90RgmxyOicTdgOL39TLpSTN7qHFs4XMcFvfO
Ws7dcJ6Kb7elXM8DTapwZGEBEWRBI9e1lLQ2QIxe6GWUGgEYYHxF2w1MxTHCFYQsHUcEgZJoLWHx
6qZzGSRUP9uHYi84Thhc+PycudQlMwYn+sOshUP89vbyXJ+m9ccLVzTAkBPpMq2MFPe+eT/b5xIN
4urzbSFXKv06CZdDkD38XaTNTmxPSazOKKPcuU/axzl9sC2Jx7SxzfwWQsyDFySCl2i9CR31KDo3
pGWkAlPhD/nh9gw2huepXhRGmZxmRyyXzRbTIdpo0ahXzz/QcPv26BubsBpduOWatm0nzIxGVu+n
RpgoZxBXlzJ2wo1d4JF2wNfAZsyh2uslSiYoXOVkdVRp74f4lE2fLGX/Mq1ECKepZ+j94bZFHWnu
N11/bGm4e6FW4/NtugjTDaxVa5Vg/FF9KsZT4t7NIOSQNc7Y2Gw433hEIGGNdgFi8mDWjSQfkrqO
evaYOz5zJbPgpnPllvG22Dbi4njQAZkgpnCUvCOmGtt1RGy/t4NuOVPNr/NPShUssgDUliwsGQgb
UKcOP1A4Wvj3aZ01FCzDlq/V4VgeANEyAH0Br3EmyVpceTuYFyIgIGXhTHy4+da708RxpcYqZFnv
yBjWQ5BUx7i/W6b3t0/B1f7wVxEKfZA7wvUBjpy1nJ5MabwMSwmGnBCPYbbboAvjCxfTUlexSWeM
r+ZDuCyKr1V7Ff5VAuKOIEhHeYno1uaq21iDDYPYd8dmeEmscx77hYwqb3OdUKIItlbOgSkmMIC2
HRkpvSJaPit5MMg4rK/sCSaBNzAKu4CywRtYOFqqOWqtFzMapd5pdA9zhwyDZJ22ZoDYDQpskEZC
zaIgwk7LLtbHCSJQU7L4tQxfc2V4+RQuxhdOkmUSM3GGkUZTG7rD2wrcw+37zjrfPq+bC/W3lNcS
wAurVdNltEsFUkgTdM3bofkYmxLVk0zkNbp3IcJg1mg7C0Q0PzXXJ9Wj0oe6jKtAJkS4QFyHVFYx
YzeK2M+Mo5a9KdrAVr/9Z6sl3CELKPdTb+wpb41k5YFZ+Yos2Lm9IdAKcEe9wmHWBgQJSz2mqUaj
MQ3cKlAmv1LD27PYPLko40MvG8QGr+LCE1NnhQwDTm4WksxPNP8Xxn+lGkZJMMy6oBm07Zk+VSmF
XR/8NyrCarfH57+/uqO4ZlyML2hGHscsrztCoxofT0+Te4zDsb/XJG+AzWW6ECOYWtWIx6pPMI2+
/Bbnj5b38/Y0NsdH8BTBeVy1aOq13mk9ma1YT2t4VksINtJRVk+0eZIQ+YBtwnsY/u16/Llfar1L
sEygIUM1QDacZEgGmQRB6RJ1ybpZozRClc/0Z9oe2W6qGWw1HELUjIHYEYTlwh5Msz31Y2XTyLPu
pxnXkKQ4hq+xeJR4E0nkJPEiRq3Seo3GUUObdAvapjsPeRdama98TU7GV12XAFe2NvtSEP/5pRHM
8nrMdQhCA40UdB7LYf9hQgYBkWX4HgiD8K26GB/BEKJV1ONPSb9OPjjFn7fH39K5y/G5/b0Yn5Q2
GO1oDL8GwTQloGUweUfSvKnJr0wE2A9kDFFSefUe8+w8KeZqLqNaCT4RWSxq68Ry0CrI/2yskvgU
GzNn0ZqUlXA79PSdBR/almy0TIJg/NRhbqylhgSChr5g2+of3d2BTa4U0GvENnn7U7GiC2ykVaxo
Y4k8+j0pv9bD3vcqxgfMnxM8It2Ggq71XttJ35MCVYIR8fXlZBnH20dpSxUQhgO7MK+PvmI7ZeWg
ZwzuE7hg3lv9m90k8fh6blERtOHwKjFGN5RA0ffgmom6wi8nn8ggsVuffzm+oAnKVBd5keCAotjD
pb69tw4NyQ4b5YawdWimhtCyYFSp1mpdao/sKVXQeNb9hvoViYrxL7w0eqIEwegZOejHNGRWnsh4
Vutn2/vQPqLN+L5dxvIjAMgV2QS8Cud1fYi8Pl4Mdynap+5jmdwbyb/KWP/r+/TfyY8q+tfndv/7
P/jn71U9t1mSMuEf//cp+95WXfWT/Q//tf/7Y+tf+t8vP2ibUfGPrH4DA/9bcPiVfV39w4GyjM0v
/Y92fvuj6wv2Ojo+kf/J/98f/vbjdZT3c/3jn79/r3rK+GhJVtHf//2juz//+TvvePZfl8P/+2fP
X0v8ml91NPv621f652/nH+3yI6mGjCL4+6+h//r9H1879s/fNe8fvP8Gnu+8bzHvb/X7b+OP159Y
/wDSB/uCzA7SOgg7/v4brVqW/vN30/oHnsWIhgFEyxlMOE1QV/WvP9L/AawZotGICiCMqKFg4a/v
XO3U3zv3G+0RU8wo6/75O15gqwOIaxyl/uCwhA2DnuJWETyfCWzBVjmYcKCHtlv8bEL3Qz8uC/dJ
U5fC9D1ad3+wqUc7ysVKHMt32wXBiLJJpspnExvzYw5CsSU0u378mrBR+9ClzpCH8bxQK6hKlOkc
pmV0kgMDBj85TC6bqG/pRQNqQrsY8QAZJm8Kp64cFtBpxl37bKkTjUOvm9WfqlaMBX7VjqdDPxRF
6ttEKT4qVkdjH7QSyRJQtIQx/Rhw5HtHZ6p1yHCfffQUM/vUJil5bL3eA81l4VrvxjG1MT2LtKlf
LVN5Fxd1P4L23BnxLxJdO2vZoOdhQz31HujWsX1iXukup1Lv2gd3GNEadXAL+5A4ffuQmYX3Ti09
7SmbwTEDCB+GNag7PI99nD9ns1GANS8f6tJfjAH1/Ha/NCdGVP2Aryef4yRBJLisFMVv7BkFdxkZ
rdhXlzmr0BBeA+mGYuTN21YZ2c8upWX8UJhY97BBFbEaeiXAjKExFq17aIbOM86L2anxI2kJOlfM
aFp00Bq18ILYbtPEd2ov+zIiNDr4I3O8N0ZKrDRo2GihDnkokicEnOwvSlu6o987dPheEdX5rpj1
MgcDJc0Dszw0qI/bzDknce6CgcYt0yYYijj94CiG1fqjQycnHFRCnku3ZM+d3qmKr7vDVAROGuOU
pS4bBz/Hdfpokzr+ord9PPsZzfSPequodySva0Sg5qI9l/+Pui9ZjlznmnuV/wXwBedhaZI1qzS2
pFZvGK1Wi+CAgZhI8Omddf1F/B7C4fDCC2/vbVWRLAI4JzNPJqybVY2Hb029jdxmVciS/tVhy58r
rAv5OuSs++TYoCekgIq8qGbGtndWqLCrWCcZ2eU++eerg2CuppGProJEB9ZkrmdhIySwkIZnU77u
u0RF7SXLbASvGyFUvivaLLwM3vuukqrvUyBvAw0RVkDNi9sSXNqc26iKfTmcJuXFcJJ+RrztwJb7
PNvGz34NzP2aZTA3Zq4L77ZliqLKpln7YkqFIUvHtQ6rqR04ckbmqY+bsO/Zz8Wlnu8II36si4wf
uhayFJ/jR0SGz5L/0h0OXUzYa2BaCWc+rLdC0xcC2nWrbO+LP/3gyHuBfT1Gcoojv3FJ/onnUeuO
qVfFVBGMw9zcUJbxIttRhjCYhR0scn/bYGjEpDqQzF0WvqVznplqdNr8iBbKXI38WIVhMuKEPqso
s0E9A7hizTTmw3xfLiumCT1mWL6CaRBjXZYQoI9jyd/7dYr+lC1Tf/kSz+FukAyPDXYmmi/LT3iu
Lz+nIBqf44XG/uD0zSVQr1QuB4Eo1qCKwrZ4bh3kNVWbhzqpwnQFQrmGPmP7eCpUWQ8YGkfUTTEt
T2WPcqfyhsV1Dq2Viq18J9psf6jOx7yyQa9GXGcg4X4Rb92Pck3nvjIAAs5GyylqipknX4sck4/Q
uC2GHZHCCGNULHlaK6e6XT8LEdcLMiCmnejG8knrOPJNK5dY1qrlUBG5NY/nQxlaXk190j4H2MLw
q7RRV62uHeyOzGObVze3c71Tq5n9HVZrinWdy/XvRpbpaVtaP1UpvGizhlCe3eXCrlhm0YwctWEb
lz84JQhvUjFL6FeCSF5IuQlVYwnkfR1lw0R3pAjXdy0ivlRl2gdDZbwVAMmWtRd3mLnyaV2u8ZoC
3xgIDKy2wLB71in+pyiLAY9xWexTW2Icv1apSJ+jfA7+IjM6hsJ228KhQcuIs2AzWzRXttw2RLDp
Uo3nvBjpWueyHUhNe4FuiGN0JqoKOQhfl7JMsaN3GTnqfFVL3afK84p2XfQGf8EpP1DIz5Ijj7vi
hUyjgqw3kxNc4dBj3+PFYmWdKaAPT3PfZkOTa/xIddh14bfnLprquWPp8LLJbZrOGAki5BX8Ev45
xXFV1jmZTbiDB4gpLl2ZdsC8ZVgSdOdF/qtccmTzhGhRbDXmucn3xJLoPkAw4rMQmJRuSkJtXsOd
ff20nE/vmU2EPQrR5pc2CSdT8V7bP4b2y4PDrzdfUp7DJsGVDzRARbxTBMup6vXYjUhYp/T/QL//
j7307VRPbk6nSADGlAwMqv+nii/hS4p9vBd1aQb9yEhHTzi1Ediam24XDaBqJ1fyix/cv72x/x8U
gw/yL38x6u9fc/0t/z+oCW/12f++JqxR/Knf03/8l2/V//nN/+P5r8Rm3//576vC2yf8t6owyv8F
IWOENw3TmtBI3IjCf1eFyb9u9pBQTtwsHeDJ+p9VYRj+C8HLmPa41WlQ0txg7n9XhdG/QCqjqkG2
ERROsJLJ/m+qQtj03PrK/+xLbgp0cFroNyGsQE34v8TkWj3ks1HToYcfY4cEzQW8LDka+CUjeQ2r
MlHBr0zH8hDI0v5KtkA385KZB1mU4j3M3fqgOmgbKkTQ8X3XhuXbmPSf8SxUC6M/p+GG0WcHeCeH
DWuXnte9CtK/eTz4c8rCrPnnE9e5Xxtip08/RmHjtaGqUnkh3unKTH/yCZenwMr1rUuluZvTeHxO
FpXeZaEfh6oQEn+N3Pl6m9XwIOSWvbaU+rfVId/LWP2V+BCfqNOInjRqyKM0Lr4uGRQAPXqyJgCG
vSvbiV8nrhsECpkH2rPxoU/t1zCY/D6f2NpkUxydBhkEx3jSX6xryXvPmXkQhmEzDXPxTlab39MU
8KilxJ2Y7/N7C1Hzd0/6Twdv3NPtL1Hj5ffBGKc/iF2+ZtX6i5PldNcVuORlwZevK0m/Z4Lyq+/H
/Fhsw2fe4QFueTw+qGLb4vqf26A8z46S4jn9c5WFX8aHIJrze9iFfCEW5zMfN43cizjERm11I1ZM
JnMMnIJRNul3MgTivURA3VbTaDEPNmTBMdV0fEjLlp6ikK6NyfEJa55+41ddUY1hOzsFBEdspecw
PEw+GV/jAI95YDTYZ8YhFYHhtrvbhZsI1+tbBSh09uMDMrl4hJZryO+3LMKdEFx+msvgYq1GkJbP
JsT4KDoFR0endcdhgMqrcM7hetLS6AvebvlxGTFkUmUpGdLqnx9v9iaolMjHw+3hDnASP6LeRzCo
9G36PeTT58wnfGO8fDE1fCpNojpCwMLp9lh5bPJjmeCWuccDjmf2uXUBrx3Bl+ayy76LwqvvNOn6
Uyzwg0ye5sch1l/x2mb3STr6e09U8isSEZ4iGgIMIC2P3AcY4NEoV/FP38CBPoZTK1ztZhGd8qKH
lb1d5ulFzQbqBLrkD6Sfx0to2v4A+qmkVWHD4i0YQ9WMrQoeUuOLndRxcYeJzmAHAYVwVRkvYo9m
lDRQ0ab3MwvsLoCyD2KKIL6OACabPLLqox/Xpc6StT+VMSIuweC5huZmHSui8+5rYyo9chT0bZNG
oj3mtoi/4kDA9tF4IaMK1ILYsValTQxt3NWACQdLUpi/w5Ki3HdlN1TdWqJIVf+gJ4V+WPDCFyIf
Kl+ucO5lW5we8mTMnuZgid+lLZbnIcnFTnUREhUmOCT87hwWwrZl6L6mNDx2gV+efZcP93jr7bui
JNzxNZldPdrZNWIOunudhfIMlivYh6xfqkwLHYNZyeadiJbonvi5fS5FTvFqmRJKjX5s5mFMQVHN
0XX05XbfyVuV1UYxpmKcQZRbENQe2watlXKi7kzpjjQIlhlSva449PE27PJlyO5NZuOHgLfLSyBa
up8LVMgbtJvnSbJpqAhMW6+LHeNPhq/d+3VKT5aJPzbP9HOIrXKpvEPy08TSFO5T5X3WxwS5vG1Q
h7P+EXL8trtl5GoXw51sF7dyxhVytY8dlsStGGiiPkpOJKJtbTlbzo4kb2IuBcKAwvB+yET/Ogat
OkecJJ9ay6Srxigw6AgCNDcMjgtnKN4yuSu7Ij6FEt18kPXvKMfSdyuzM/JHEpR6C/2R91zsMmIK
vHBkbraQ+WO/LX6oFk7NOeG6fUsjQtHUGn9sjTCPNqP2iLokFkAY0q1a4tHUyyDHiwkHcs1Ujip5
3DDQ20o31yqwCVr8BUosPZBtL+3W97Us+ulLyvavMkJUlKzHmIZ547Otf7G6L4+WSB+gAhY5Whcy
tPtgNbqKqMre9cCjU2iAmC9qHY9qpflO20ChYdO2solGszyx4YH6nu+LuZhfu2XeqmwN0zMVQffY
dStq2RZSDwXN7Mca5/2Fbm2KVW3LHao5WOWuc1CtYzQhDW5GJ63cWAUiUnnV5d3vzUa4J0VZ1Uez
aYKN/Bw3wHPVqgTBUlnFeMa4K7tu6dQ1kYqik+Vr1qjesEpxrmHCGrpyN7O13KWWHrtEYnm3xv1x
ib3Cew8kpcH9FiS9TOuaAEWZ3CnIfHmU7bQaLNFUAHRg8U5Zr67jLPBzhH23BpV0cXiha6kuPqIs
wLYe4YUK0/mZBpIeUZQsNQtWX/uyXU4qcNm7crd8vaVY/hDfFagB5A/teH9SQrJXLcvt7ZbRd/Fr
F9yWRHyfU7SvlUwQD2ZCPqdV1mWmr7KFpE89KKxjupH0tIY9v2u92I7IJ3S7KLrBK2iGG0tghhNt
4XTfctZVBdWwT8GF7EhZYG8NBBYEXEBPyuVnvc3xOXNt+QClltmtc0fQyuOkwnk3nCKaDE+k654n
a/19ly7lpTfb+GWXEOBLm4LhEvwHkDDszyHGTiAQZNCme37NWLlW2ku8xUMi9spuAgJ//cI635eV
yNp8z8Z2+RurjpVVsfpB19jw9RH9b3QpeEaeApZByYE3NT9n+MKq025+KOUYfA1Fll90UtC3KFs/
iNfJJfAuHYFvWb5HA8eeJp2JO99hU8vEjCTkdlvwOvbiGZK0pKtVmPIqkn37YMT8tMJr4RBJeoU0
cYbHluD4A4K3XZnoiOE8vU9hs23Jikl9x90LXzRrxoEsh5ayB0nTt9Hn6yMJWtcojCZW7dy5mpZ5
leDATbaYXbFWfd3NeIl1kZyXXOmaSckecjU/6hgHQM+iH4jEajK2faKCRZu8YopYlOmvsg3xmpoi
3kHATbBogbOEky9rmU8vcZ+He6XKbifSNTgzT9IKZRqpg9Lotxb2NhfsNHwXLnG4FzbpKy5H97m5
Vfwah0X0VVv06mFLw/VEGLQUmhMAAslaPveyLA9aLLYqS7p9q1Kd1RK4lzDV7cMc9eQ+BYy3S+ao
g/tP7Bs245zLliI+DIiM3aX9rI6RIGrnyBTv6BL7/eCzeC8xj/En7gu+m2ju551HY11NRr9mONyu
bFhnWbU+JKcksl5WXJBowaq5ZRqzbG48gmdei5Vlf3y4TnuOwrdOc013usxk41urD9abed8XwKxi
sZp94YocFt2CNW5cz7RMYdZssaTPyPi50m2Ja2eBV2rQKOdh4IiCFuw6JTBznlVmDqXT/J4Q7BNF
r7PX2LD3QUXLDn36vDN5Qk4ZM/KQpmtU9dSzHcBPDHBOMZA5B6wyI8vTCj/lfVz2N2l/sqIFz8eG
zNjiOgGxruDE77eEhbXzJoFtmcJCo66/uDmm1Zws9liEpjhIP/QHkszBl6djdhh06atAx36He2qb
rrfbBaDx9riiKAAaOf/pMgRtAMn5BeSzr5LED08b6pVDXK7JnfAJqmFX3MuUPpANtVu40qUaNA9e
fBA+gPSiFYe2uBbWFwccDEZVPo/czpVE/ynXLfmYcLr9aakvT1w6vF03448T5yBs9kELI/8qHUl8
NWNLesBRoJGa2NnlUhZCnfJkih+xYuUpBFZ4LaSKl2oOTf8zyPV4lwZU3LeuNW3tfbr+cIbMv3uJ
sS0ZCXoEiCIerQ7DOhRuuLJp2S5FweBpouAQ28heb6KyLpyf00TxJ1YS8hHGVAU1tODtYYm1Ezuc
KvlYJ7ehQ9fN5NliicJSVsTtZyrGFnTTqt/SNhg7lEibP5FeJ8io4elDX2Zm3w5wpkJ89TBVZpjM
WiEmuXhcSgTN5QTDFjiNzPzkYECQVzGgraHS3EHFx3L5GWcs/8JBsZ1STBlHjYFD0WPmwGAagTeP
hoU9TLDweFvWYdmllC6iCpwIr105sRNvy+Gxjzlg8whI4Foj9n24Aq2+hjAKbLJcb2fKZkrR7uRx
lQ8RbVa0Ss8kNE1oUFgBjSkqKtlvwMldw7R2lwLWnrucGlWvWblUnevbynfpz1VjIHMh4StY9aLm
uftS+E9QPwaoGYXHJo1z+s62Y7JbCboTtkm9m/Pit5HDtpuVs8cOcRd3SRdMd64zv0fLQvzSluxX
h2q8IyjWW7y0X84kY90x95xv8lCMM3oYE7xhZF3V0TKeYVOw7JwFqlXQmexLZgVwwvS6Drq/JtG2
fI6ZGu8n6pNvhJyGT0vX9XdlNPSN5eA/QBqAXIkDdkT585Rz/8uHg6ri3nXXFeu12QYwHX5BpBvG
wbsznw3ZjSCMmt7OdyvTaRWgKW1Ul4iDJHS7l8qOR5+78K1NiaqyHGa+A+E38sbcudF/Ye8EK8Rp
cWR5sheKjrugZPuJlG+tYj/G1b8wk7K9ycBtYPD1Bxe8Qb46vMrd8rqyvKh1PyQfcqHbRbAhf4x9
y1/JOiNdIo/fNus+WrZB9ZPmFH1g2NYRlsJVSlBKs/3qZSp2Iws/V3ZLELSla2zBUW6pzNYLG6b9
ALz6NUCo592AezsJ1Lt7pA6+AGI45dSOSIhdxp9TD9njsG4PQBDiZu3Vp++DT36rpXoS/1ArTsmy
HZsRle15YJDnren4i4x8qE2YvrQL+V7h/r9u4kEE64dYhNtnK6b+UuCsPNf+rm0zcs5M0e63LG6m
GBLbDelWNWggX9mQvIduwQZDtrvFInh8dECpRQAjyVKP0TUepNvNWyLOcBkfgVPL9EzGAoBFIqdD
0Q33KEvDaggSXg3D2u4CGvidzDp52qKpr6mxdzGMi/6sIvdjNdoAFEwabk2JQ64x5br+IF1eXIrN
lb+gYtKNK9JuB07oPAcRuv0y/hPg5DovU1FFabAvJnEdU5Y+lDN3hwG1cA0Y6Nub3J4WH8+VIYOv
wFsgJqAt8R5bfhmy8pdI3MumElPBU+ba9+XF9e57Se2fuMv2fB7PYEVB0aCm6EE23QneXnqBcxNI
zj0t28MEGAiM2GWYV+xsAYPUSRdiD9b4jU8E2Pfwqnu5XBPpyTNw56IOI/GdjcPequgrJchzLeHE
Oobo5Ew63lsrl4ZaqWr4erudCcP3OSjfe9S3tYFTvOPpRY445gpbdpUo9HlqbaWnEeX7QrIXh0Ny
xAtRobT8GItVVqock0O3Lj8XZH4xApGlQ1vYZYvCAA44VGLFoU3yB0HSDnwCTat4YLaZzITweUhY
67noDVr67Rsv+Ia/8RJnQHBo2fomu5Q9IUzDHkjJz3AtkgAAptcghOkIwhp2rE8aHNtvxJR30k7r
OQrsX+BzvMLz+Jh4oklFdfwD9knvLCbbkxyCD6EVtqtF/wzJ/CTS8C9L2Ptclp+L776HpLhzDJ1L
bNGNl9/dFJ4Kibo7ulFZHTNTvWLaHwzdbyrm5bJsG942Gdt9Nmlk52bqpyTEYPA1HB8MUhlQK4Kg
zJkYdimJ82YCP4tCU0/NOGVRRdRcwp5/kFWpmT8kE20wblkFs3WYUiMHMKnnVccHJZIz4x26OpId
52774tu61rgceB3N22Vo5w88zBfD6VEwcc+RMbCjk9vbeMKxak99p0BhUwJEYFTTcdrovJ+4yB64
JfWEPq0alvAFgx4dcCa3D3rJqy0I5F70Zd3l8nlEbd5l8GFbMrRN8OswU3sQJTsXLjvBgb5CzDxq
y4XRqszUeaX924R8E+KprpjtfmdDjEMkgPUmWw4Am9rX3CxTjfnVfbtErIL5pDyijn8iMFfCejjg
U56zbXiIeqV3oFjuk3Y4mRtt4ovpfej0s5M4KFtxQfAFqcvZNmLYXuXW+crTnjTdCDRDJ/SJ4dyq
+tG/RSs9B1P7kFhkQXcxUghHZLGUY3mi3djWRW+PWSa7HzEvTR1k9gPU/AX98AzikiV1JkJ6lNjK
DmvUtZXUOd5eSgEJCxm01bZN+W+lIvTg41DWJieFrskYyWct3StAwvCgJxKeaXdzK8A00GHkep52
LR/020a4iitLBQCMkmNyui0GuAPduDtKzHYVsIU8WRGYvettDsBhzpsIKPJaIQMMmyakeedsNLDV
ilxxavMURQDV66cRvESMLRPnpNTuikqVf/kxmd63slMnHW792eRAhoERrNlUqZXxl1xR+qfVLPwA
xJYcJ26jR4z16VelB1thyh4EtxkCtOWmPU/56M+dSBpb6n8uSbyhMsnrXKD9QaYOmlIUqo0X5u8W
kumCZZvuXc7xgH0Ho1dYODwWIN9v+4R+1oTeQCOToZWjodoXweZ2Ya62h3GT7dVj9m8XTSV9pDM6
5QT81c/RQpzRB5krK0fnt9xR/kPTafzd+XGGPFeYPZ1wKsWLic6BWsiT6wmunhLbH6LQIlA2loP+
GBRtm8zAUKBSEbTPGozavkzQhgXWLIdJ5e4O3ToAB60kOsr5g5czUAfpLAWdb3roN9P2JY9k2ZTL
HNY5W+ejTudp72ieHueBJU+F3/76bmivuKX2NAjt9i0EIxUSytHwhl3Qn3i/mDNOFH3hUzEfBCh3
zNGrOPyZDYu7oungO7i2071PABEsJAJMEnfjMy29f6FCdKc8n6cva03+TFP9EyqcSDe5JVeGZrDh
Pcr4FoXxWfLoKVMtrbn1osnCDot7BqKhcEG/277wLzLVwR5qQgYdgoe/vQ7sxwbc4JKJwtc8YuqY
zAq0uilQuIKkvqiOTK/zrNEPh9ixJc/oHRVTcGdx/t3pjCTNLS3v3I3+NJQDkBub6lPBpT2N6saz
lwkBXzhAtaFQrWb9yxajbWFyfjBT0N1JENhYO/xHn5jo2ZXIEKAFFxQOJqyj1YSGYQ+5g2kwHAFX
i2Tgp4lBMiLHDaqYTIzY5sx0RC5y2Ny8J1nFkAx3wseKP9vo7KUVwqNjsKBFu9sPq/igMJlnHXgV
PAe8mbsOMonrouVWl8ny0iGcfWeHYMZpjlnywbP0xHM2NH05iF2n/dTYTnUV/MyXqmeWN8nqunM/
TOHvNUSPaCLIhbrbrhKZTF7XFd+KpnKpw6LLdxwPY99yaw6Q+KhzEeO4QX50+jB598NK759N3N+E
PMF6EmCBUS2LAS4o7ZPxabGH+GGsmR+386yRZjOUgu2GHsqfWXiU5DdwdQDaVkvKaL0NtH/Gm2u+
+ATSOsvmrpoGcCYgbPKmj1S4zyf70lrpXozIxt0G8qae6MLfxxLsfpat+Rlj47QCZC2aMVeyUTmd
GhdH8wFYC2iTjKT34QyESbXD/ERGkl3bNW33uJ6r0LCiWccsvg48ZndRMf5K1EL3xifTybZuPsgA
THWLnoulMMSR4A3PWL/RowsX++BGDn5aYuiJpst4NCGd9mlnP2wmdb2MWXHX8oQf+9GOh96vn04F
bSOgu+FAJrfuYsga3Bs3uq9u0MlQQVkTnj1mYA40CdRZBGq+gooa9ihQ98C4ds7NZh8lNkS9zbcm
mnjYhMwUe9KRdMcXKeqsbYPDChTiAtAy2IU06fdDOv6FGie+mIGup3iVy64LhvATCrBip1KMddNO
J9B4hapWGfBZBBwU+2Kb17OTfKyzZSsag71hv8qNV4rM2NepLa7AYPJXFyfTtWtl1CxU650EF1R3
wNqVnMZ6Zkr/GJfB7EozQ0edzViBQ6HO3sflgOVjp9OQTr9BNk6HeQqWq8O/ruNgIjsoJaKjHoP0
R7/JojLT1O5Flt5RlqC031K71d0InxcH26KqzRhWek40btJl0NRhjLPG+ZQ9wcQlU9UkdYcK2vj+
xY2TPgiWLtWUl/2BZizUECRJ/pSPCZgoZM29hg6sWajL7Ui20vwJjJX3EDovf4kFkxkSDFdWKxQ5
xxaM4dVLaM70OqENA6byuEFrVcFHgQD57bEGQh6fMrHFP8PtBq/qib0VqWPAXZPpLUPn00wB8Gdc
Zvnoe7Bca+ymM8vBFm6lc69udl9QLXX3TKOWAa6fLW/SkfVe9kjvgi/kV0n/YXHxITbjpIlsHvSN
yFzyc8MSfwwgbcJ2F6qfydSXjzFJWFS3QWrbqsUug9I8HoP3eemiZp0z9wEt0zIjq3dJ09omS4cX
YhBlFVlcW0eL7xVFEfBWRCA3BeNro0Npzo7z9Q0WP7oZUBD+WulA3qUz5siLzpwt3Hk+grVkT6HJ
U7BWsMi/j2XxvfAUkjECLv6DFaG+5qVLHnIJu4FwtF0PNBkPE2N12N9ywBwKLORVdUa8uwBPD+Tc
d6nA+CrvW7SbIDiTFU+gMxQpoh5iq3pb1vArwZgkqJl1wFbXDZ9zUS5Pc8yXE4f6bEdJEhzmyINR
jgPdYIKlfBzV0p66nsLbk/XKft8Eu0PDYFHWzGuJ8iqPONwdOKRB0wZEg+LVgQoPQxW5ndpahmis
lcd/QIoKHtFK/dAETOOvB94dR2rmRwpTyAdXJu0pzIGnWuzJpzhQyc8Zkb3INxjxZDd4wqD1wf2W
Djz3Flr1k7cgRSs73a5NTJo0a7GCIV4ACF+3iKFN9unGpsqp6ROeZ1APUfzSSU5ZLSf3lQq8LCWb
cPmjE/IEml2exYI8giGx3bHLWfyATbV85CmuJchbiNIipcSnT2VsvmzGZkme8DXmEqUKe3nXB8Vb
GOPtEyCtbRXHW24Ot6fCca+Prcbe1UiG/9+7GMiumfz2mCwFOLn4c4YhjULfV5b24MdAp/US9skR
WF9csXiWtNkQLrwTN648iKdPWGGE8dbM8bp8tYB265JP3APLKUP+AZpdpc99ILv1qiaeS5Trybdn
Dg62YKvpfDca0y9NO1F8aRv6Rd2Xqxz+btywdZ8OUKY9TKkizVLATRHaRIyb7zZ0kvQ5mvLoQbZB
rAtkN4RhA6GCcFCZTog8RHE4oV/GvpBs+22z61sLFKV9UcvgbEOK7nnoYc+Dc3MOMtGwheBEirz6
wsiaBCOLFbSihWeburcDHcMq0lr9DFiH7hfI9/S2oevBaQpzqHfWQer7zrNkYPsRuoQFta4bL5OI
UG14JjO8iKXJBhxXQ/lzScdIXUHTvFp4yyFgibTyN1Iz+XafODjOHVZR2DN0TAbnm2mD8K1fBQn/
K3vn0Vwpsqbh/zLroQOTuC0cJ1NyJVe1IUpl8CQ+gV8/D6dvT5ROaaTo/exu3I4SHEgyP/O+zxfO
eaU3Z5gO4nmjiqwNgXuLh0Wy7QbGsNhbtx6yZ93u7G8Am/srTY2adSgBXda0Y/NGBGYUF26QjjKh
DtFUt14c6yG9JiOiBRuzkR5cVhTKMNPbGOSn8cbzaHtu1prezi/6Q9doFwuSvkAV+tLukoG8iBZk
lqFgk+l+LkrvhuI2e4Q9dyW5DB7bcCbO8M6FqKfiSXUgFfZC5XoZ+l2SZVtF+6MY9pQ+Khqism8u
zaZpKVZmTtGkDFhfNchFaYhik4wZclEP1YIKZJmUKaHZMH5KuI2e+FdU0SW1Eq8P7cRxfkZj0VG+
V5JEjsGEeRzqrl+8FHYl5lCaZvMjwRZsXZu5jKvQwQj3y15i41prdBEFLhe782eHHNlyl4VOWIUm
GRXbpF9kpTXnF3RPa4dKT51e10LAnx+U5o/nFXdNuhUxYAxpJoFrFi0U6n2Z3IrRdDeJYLkHlnRj
BjrFllZsO5ONWQ+61tfD0V1c5D2xKtRZ2fglg2eqfBn4W7Xm+7tuotXxa5J+FlYt/WrXVozE0xnG
EUXzRouM8sxa5n7na7pzTUWk22uyry4NOWS7HjFOSHFgvyR1f0+UbPHQ+uwn6UnVBVMXDVvfnbeE
dk5CbFE8EqN9WqgbtFZO2Th15jNhYAXWbM8P5eKMoWym6paniQmym581OXsbN5pvXTnqYYpgOSAE
6UNtsL7TjyT8lf1Tw0l8KWiIJ3MidpmjfUWVyeSp3rjtKWD8aAc2i5qts/dFuTdUh3AhIzOhen0x
UQTZjMqJLmvH+ozEvgxT4Z2JODI3uU2GZFcVdQlpol6cw2Sh6pFIuFFIpAmNN0nThzOltBZDzhB3
SUCoslvqwf+CF5zh1obuh4sgu+b9WfeLzSFbOt79EgvU3gyG3cjYozLKNkZ/autOY7/V48p7Ys5C
VYWNQUaYTboRZgPaaTmjdm/zeWGhsiNWKVWgVi7VVZq26VNNC4RyUt0VlzX4gXt7tEtm3sUPZUNw
6M71o0+FVkWhbyvEqSLn+aLEnu3yyotcDzuAaTs1FaLIyNZ+dR3knR+jF5f2VkhjuqFoMJ4jiW1u
CH/Sfd/b2ySOpsA2igt3ULfM0N3UmX0jlhqmSXGm6brcNiITYadrNxTH2lBJ4ouybG+jyGIfyF29
DPweClc6zCosWv+uKujmdp7a9daSBDRMLxnhmoaMA7gedOq5fuXUu1wscVgtJuU2kb8sTJneVdNU
fdbHnEHQ9WSGqH3NPe0+PaQSfDEwF3NfZYjowOIsY+D0hI5NFzs0CBYiclIgfRPPCZryOM5uGp+S
Z9L2+1ivs9uycC7ixkjC2JzPYqNAT56KM5lmT0KUG9U38YEyIBWtqEYe62ceFT5jkI/0StU3M5UU
0fq6pUKZPml1kl9UVv4V/HFyh477yySrNuw7sCC+krTNlN7tHUTRlj/u6mYxz2bPdgJTcjrp0V1r
qGkL81AdOjEu+zqzhp++G/0w8oSKFAL2TVPSGAQw95jTQD5Tne0htaU+mi1JcVkwMm1tONYbq4vP
Cs2adthHzY1p02H0DXP5wc6UUghGXeE00rgs7VbfFZRfWoo8QdykztZJpueIg2qYEnkpNMC9RvyN
POo56vosHAxkKLZQD8DmG4rlRUwzBZhUB3jqWkBpD3sxf/MmkmarckgAMvHTMkt03Jasrj0DD6bn
JXLHa3W2EcrowzhNBjPksm9uid6adiw9LxMduGXPPc/UVyEAmc+0jX4UWktQMeGb1tOs37jz8ikx
K5wxs/ugCXfiwEdGiAaHVgRw1C8yN929sOhizPaB6ocWykl8zUaQZ2mrkT78yqsVqOJ/9wakKo65
LIhnSsKVuGrvs4GmkmGkB9/QtkYb7wa9p+qtnc+lc2P6vPUO/fzZLC3zak6i29IcX7Lss3Sy61wj
OGp8saHMdqHr2ZWw+nEzZ9qNGdfaoURUHgxW+eK2xWau409dJ6PnepRPOQPc5rQlUERHHjQ6g+/a
KPo+ZgM26GK+b22TfuR813qwgRfPPTfa9ioxF7mthiLU3PwrifDGq5Nfep8ZgY/ThKqJv1Ut5Tcv
13ZppM7nwkLFXln+Ho8jEbojrzOm7e1Qp8znBgM1KWfGTP7KvOdJ1M9Za/RhauVCBHomykAX0+XU
6tzj6O8chUqmc03sBb1pf7JJSsphUtemk147dvHggZNJMpFutLo8WyhIkYaM5Frji5/V1HvLxN9K
LbuyGZlCHah9kH1y3rfovPP6m0XwlzdaF/Rd9b0DjDbGiMWLeBrp91TJddSbYWFmj7Hb7K24RkXY
3/q6vOiM6tpN1WHx/A3VkoOV9leZrJ2LTocSEyAxIfIZq4GErtjEVXouSoR6sqL9j1h247aUMCop
H/Df7K1KRLct1tUtEwJ2S4fpYch/ZqN5lcvmghTHCHIPyniGTSTQK1Z9kVD/93R0Mdn0Ykw5UQPl
7G1kSfurlaMcGhPmUEdoGoJ1+meYZdIlvTadtV9n7lptUpTzXHXnD2BvR2VQGzd65I5GUyIaGmEa
bRpTXDpDb1x1gnPLZAVEYWxHg5pDo7dt+AiqxdGxc9GQLjR0mG8gL8ySD81nhJxFlcUXWy+tzowk
um4R2VyrIifjQSDi59xYoehr1Rwxy2jfFXb+CD9V4kuoyoNHBqJVgqOcdM5h9xRLc9k2IkRSxT22
JuRqI8kQNTJqefKS4Yz+5XgtWkuEIBe0m2EoAgsnC529vA7dwW4uq9LzLous6cIkV7f4P/YLrXBy
ibzd6Pkg9pRwvPOhq/K96qaL3mqvUsN+5Gi70CumspotsVJa6AIRq+EcctmzCJQob3tLWTfNWNoh
j38MvTy6zGJj2wzpgeSE1iSVoTxiZEXTqmCqXyhO02vIeiPUGZwpFk/b4LQ46111qfUtVaCY6Q3W
meyLR04i9GrTxirlA9RSFL4Y/in0E2cHcxR5PwQ8miocnN4ctkhl7J9KWOmnzK+yS7qT/qeYduh5
kjYWaC1iwk002uKHYxHHpU35K/c5LlGelJuySonc3c67NYiOQ8V4pA26XH/DoeNdKVpml6Un/0OX
/X9rwn8ZJr7h/9ubcP6z7X7OvzsRjv/gbyuCZv6lm4xpgU1nOaRMMAv+8SLwnyBQYQXwkcwBrbYw
j/7jUPX/IiPDh+PbYCshE2FT+Meh6v8FvEHY6xAk/t1qXv0XDtX1l/zmRLBB8lEMZqQSYAgG3+vW
icc7i4Y8nVsxBi39QxPggSSXKTRZb2eBZGtV6eVf5IL7BlPD4uP6Iu9BgJHFga7U9KPLVfNlajNy
6kTL7yM10GEgPayeWl2yVcnC/yJy36XvEpnPnaGcX6rRvonEjTB38ND/f/39Fy/mvfUXtvJbn74y
SB//xd8LEIc0XOGVAWEx1If/wRv+jxfG+ot5mlRXGJULbMcX2KD/WX/OX1TF0EJarr4SAFa08j/r
z/xLsOioQDqMsWTpmP9m/b1GDDAyFLyNzh9ilwIDgPnrtXdeLxp/0qo0oa1ddaHTUSmLzW7c/PY8
/uPLfuXDfs0B+PsykORgPcA3h4XB5/Q704NT0hrBiTEeLjWGO8fs9MfG0cmFU3pKd9EkhwczG9XF
YNNdDaq+AtM16r7WBqhUZi1MF1d/SroZiQF9Dw/t7kyDJ3A4urCeOeV9klOSuMhtZ+oQbOs2Zs0R
+ImNbgLhyTDRnrFolqqA+WzalzIyjM8KXczjmOcTxS/lMioqKXv/cyodVw9EjFERa0x20eQGAbro
cu/aGyx/CN9/Mm88GN+jHQYllcmkUDZeP5g5yiu7kAYmnmgJiWuv3MX7LKqH2Ga9/e+W+MYrWC1x
vzme1hf96kInb2BJcsiNHRdq4uEJce9Vg9gF9hpdfGsLYQEh70QYV3zw+06NVixruNcschgfK6bu
BDERp4x1syoa5t1cYjCRPv2PrJDbIXKjnRjLmgS3/49J7xWw4fflduR8/fZjeZrrqAx7pdtCJMDv
+PqpUucTEW5d2vQW1Ufpj+k2L9yKk7g0b5q87Kqgc518p3JzWcsFcj/NNDboy3kfkaHXMVGvbmU9
V/j0KUfB4SYvfn0rXVlRXygnLegdadcb2ozE3JZpkvBYU2MFqdTHKkAH7V9RpFMToIGi/NSkmZ0e
4rFAb0YDRL9kNHkfBRbDkJ5SqaI70eTDLV10fz6vW8NAG57HkkKzNmsISzLEt7tVANvgd52tTx3/
/ycb0fQFNnXnZtKsUVHhzXA/YzSyX9bdRt/ppWGMgdUKZ962Mpvv6ng0KJgZdsmsBXuedlLanR+4
Iz2TrW932VcMTnrzwWaxrsTTJ+bYjglTgkIzJeXXT8x23HiR86DRCPaGOvCc5nGOtPmFEsL8wer8
wwe4nvqQKKAnrkc9U0ReXwvtb+fEWaoBoDQKRF69R/mhA3hpaXV6k/V6H06uw2AXMMpXNDDrbVk0
7S2zHJcDVpmKDE5pw6VtJfJ81untSivLNlMu+ix4//s92SiO8YnHaUG4wphHnLev7xTqHHmJ7OJw
rhCvl5mfjyAzNVpN9LPvClEruX3/im89HMjEoHM8uFiG4VmvLzkkbd30M9NhG76xO7twvZ8RLY7x
61y3mH3LDCUjGW9SHEo6iogsxOrWt6rOeO5JWGP8ZNF8RiEQPZmqclxuChbHQ4o9qyIzGTtz//4d
nxxm6zMimmLmLLGexbZzMrKNqgalRcHb5OO4a6zOySlJVHzs71/mjz0NLKqBBgYxBWNCCBBfP5d5
lLlTLB67ixDzdT9MdFhn83OjLf1NAQdtrXb1H2zfRzriyVfBN4HrecWHQRw/ef+wSSzNHJj8pOuz
4QQL/JFsb/tY+ojxhvoLGjhqIYoyEZJhqBDjHrxIz5niWNn9+7//jcdsM0CbIjrQSALqk1sR87gQ
VEiNSjwZGp2Tepeky0ezoow3LwOZFY8uoFOW2OvHTNdfYN1lVGq+jPpZ4eSIYXOFmiuxIjcPUtqY
X0c1FWeRWVMvRJ9YsguWyfda1umVLMCtBYNHLTR2k39HfiJUYgmAZWcoAq9f10/Z5rPE5JZYPSut
SPqNPejaGSFO/K+o18erMHLIdBiYRHzIYfb6CdRxq2Fua7Ugzoz+xpUK4U1tWk/vv84/zPRQeAGS
8NUA7Wa+0cln7nq9YywTzxmJfbnTEDPvYQcwUBl2BICPPD5YgioQyvfo7P0rr2/wZE0Td64ObN2n
umedfK9migA861lIIus8Su4ygRHJetNuMzH7+Dsnia/H0Z5dIA1gC+s4u33/Do6DwE5vgdQLvj4D
6MBUniyyLm50xPTrYaNSfNFaVWzajNJSCkb7DqdycajbPt53gzWeCbduL/LMGA654TApoXD7c/A9
nKwxA5V6r6OK/f7tvbHp84WthxSD91xDnARtgyHToUq9mDpha1znjjPcxh1hRFj4y3jpFUbd7t6/
4luLgXNw3dgIov44ZqZqwplgGXHIPlsGTdktF0Jp8qXCuhCC+Ow2KaM8Ps2dNz+/f+U3dlXHWfMa
8mDDZHt5vdj9eNARlFtxaA0NoVgLioj27LjxYdektD1AS9ZdE32wl71xVRYg8H2dbJ4A9WTxo+1s
xwL8U9jodBmxvMZf1IhgbNtaaljbKOmQUnNayv37v1asf/hk4XlHOoJDmLpmgK9/bju1pRoQXYXp
vAiPYiRfAoLUqjmPK+x5mJ31Wtv2RGDnZPPWeG6Vg4YEnaGngSrptRyaUdd/pWaUxYcyjz0DRU5p
luGAyKJGkDYvL+iOFvPgD00HSypGXYxWTCBCJRVb1A5ilHfvxQJQRzcR9BwMMdjzWWeWswimcumq
sEMXQ10unzt7N8sU2UxMxLlpQG49MLncGkJTM90rLykGf29E0mTHrTJnCHp3qOZg8osEYvGU+3RR
psEGcVWq7gOEoPHGR0IiDBeZ71jYjn9yHFm+Vgw2TtOg9M3+IooVMjejGC0iWZnsh7gasOnnOgKI
gpqgLeSFPyP+8v1MHFCNYomfB5QYieVfNb2OKsRSJJgfvO433jawFZedlu+KUUav3/Zs2nT9xyQO
Tb1yfmRsZ+GMlOsDLMob+6nn8vchxJD2sKpfX0UgvJp5+wReSU2qUXpJiW7YiZvAwza08SI5X0LG
t5yN18NDAlbw7wbCHk8sjxE43jpuzuRcXM/039idvcohNM2OFjiZZjwbJtXPzDfjD1Cqb0WmpFKA
Hd110gRb5OvLkMCVVJEZKuzWtrMTBf4qQx/swI9EuZvtYUxWMYZ/JoVOx9FsU9zOU3pjdot/Vqc5
HeRybqvHRLJjZ/qiMxIjwSo+o9MM33/xf+6nfOSwUOCAmmwva/Hx9wcy+3qe9jmHa1m5nBGVlWwr
FF1PCLziq2X2jTMUwk9TrzsfnK3HiR6vNxiYe8YauHPllbby+sqV3vpIEfBEIGewD4UZ29fV6Msz
lNi01pgQFrjp6PxyNGbclXHcnWd6pq5aOciNXSXNvxvytK4MbkeQvPA0CM9PB5DMxhyZetkQNGp2
uyklIrZypm/x/uM+Qu9Pf7VDRkdZlynvwGde/+qkM2vlKqUFU2L2WwQ6gFvaeUrIc0dzXxrVcqNI
+L8sBib8sM0UcriaHm2Xgn7YFbpVbRkM6Jdhl9mlChGtvZgoNfZVk4pgKIX3wSf7Z7IrLOeYeqKF
ZPbYyamncoRMfU95QCn5ItCI14x21eje2VPef/Bw/jzrYD+b+prMwZEHEfb62cSlQFw082wWrEPX
w9LinaLz/NDMuoMzsiSssGfn5YM3sv7V0zfirZsBWGhkVn9EWDRZPQShrEM/eXBF1OAutdmdzRzX
Koi0BYRXmRihRkqVh/mCyQuZ15ggCEJekyJ/+Jvn+X9Wh9565GTQFDspL/B1nJy8Fb7iQZFNMaQQ
xXvcTBShtFq1MlDpFH0QT721IAW1H0YgUQdiUz75DK3EoS7g89BBUlh3g5oQ0Vj4pIk2fD3x84M0
NSvfrARbdYjTiAZUWVY045LCw83JFBaghKAyQaQ4C31+v4hROBdg+rLVnuanu34pyxQeopMYh/ff
3RubFywmSjAUR2Csng4ShKtluPnAvbujoW7HLMsOeAFgABRju5ct2mMzGjLamKb4aLTgn0cZewVl
jmPJnAd3ssNnBiA++FIUZjwLwYhJCPbYM0wqC3UNS8dt7xfdZZvFtv1Tt9RyP424QTfv//w3MlBu
gtl3UGzJjzhrXn8ws51HUz0a3ISo0nvVZDbVltjFOGM/eF3bHcbFI1XQV1PAoo3PNYowLFrGnD1g
OZvCzPYJzqI60T+Ied54OjaYQUpk/lrYtU8WVTrXeuHEcRx2sbF8GVSfOTsQeIA6R61b9qoGwLid
0mY8i/zZSgGRukb98P7TWU+uk++a97pWrplrbvwBP0bf22ECShEjRQLPlKGqzTTHH+Ujb3ysAMR4
AZh2j7P1Xr+CygMf6El2D+X6cR3YDdZGwkwXd4Z0PkLAv3kxTioqDoxMZJbVycVKx+8ZIaKRiY4y
SOn1fwOm8qzMyXj81w+PAidPjb4kZ/TpSOfczVNgseuXVUXNWYK4cZvrRfpB8fnIrD95R45pYwej
bCgMErPXP8gt0pGJo+tW54P9b+tFPSbD2FlnaSq7r06JDOHMzU1/MxfoKtBEZjWO7viHqYahDca+
+AaRiXoaY1V+IS9tigBazhDyxywAkNJMQzm7evH53z8c6h3rbCDX+pPnTFXR9mYLhVKxqo/THlLC
rNfig81tfZmnz4Z5uxQ3mdpCBeAkMivKhrJHzFU02Kthx466T83OeLBk4l4Sx3YfnATmepSfXpCi
Ga+BFhgDKU+O+ibJtY5gGMJuQvUU6aP2ZMKB2lhIL/dxO8U4hqLpkn4gPvpiHUWaTwjpU2WZWJrS
5Wxg8hZQBq88OJ2HRMprTfgeMbo3zboUfl912MC79oNg+43v3BHYxlg/OhPu9ZM1hFIJlpUbaYEk
WSItbdODNuO//vfvnC4pZ8w6QsfS19jlt8Qh6VttsAtyW1hb9nm72Amu2rb/4CpvfeArpBqIILXb
Pw60Jc5TwRhhtG8SNUY7OTWsHt/KNgXmrDR8/ye9dTHGeYNVN+jwOaetvWmx9bItZqA8+K0uU5W2
Z7KjliRk7H8Q7L/1jvjEIW2zoXAwnLyjzsobTKIsrcVGHADXvTsrehyI7/+gN+JHx6NVQgGaah3N
mdfvKE9gOYwTu8mYun1IqN/u5NJjKezupq7aZGP60eDQP38XvRk+F8+g9k2md7Iq7C5tcVuT58Uk
tEEuptUSrk0frPA/XxQDjC1vHRB1TFrX0/a3tWcYjKqcO06ycdCLna65ESbExXDxoibx/v1n+NYv
8ulMsuuzD5AKvb7WkMHQ1kDQI8i09E3jAbqNG0afvX+VN6JOKngWCwLRi03iuf7k335SPoP4kmif
wmjstO9tgb4S/2F8vjiNOgyo+1BNFi00MuAKuLjht2Yz7DJNClrfOAHzDFqP0Q7fYUL4nyewKSuj
I3sEXBz5wfs3+8bjR5hDUx5VzdrgOAn1ilFaaQlkLej6hIK6JumsuL3yacdG5pf3r/XnEqZaYMLV
hUhPUny6Bws7oiaCdgbJqVvDMqfTN2tOGVZWO61HXxt/Tj3V2x/8xDciydfXPfmNfh8Nk5QsZC2m
jmm31resrosdt7JsXK+07wucb/tMLNqZO/fOtT/m38oc1jE+qlzuxh4Iw5wr+e39x8E5x0J4fShx
Y+uYPzIUpA/eyXosHUCVIAFT6IBJU992R5Cw/jdU+G/A8BE2bK7cYe+IIG7/xhG3K5rYrsfKD1vI
5ldIwIEXZzg0yA9WpjFtPkCqvHhQx+lKPc6OAOT+CEMej2DkaGUk+0dc8gofwsNxxCh7R6Syd8Qr
4+kDtTwescu0s0AwI8oCx2wf0czQHME0U+KC2GzDbh588ipcZ2q4pUiVoQldOc+Qd1K8iYPNECca
SgxxjaYVCM1dAodujqBoIOkl3AC1Nm77I0waRcj8ZB0R03674qbjCJ09zwkKNbVDmGDmEU6N2Vh9
n8wVWe0d8dVu48NoJYnHVlj0AK71lXWNSkX9ZIozupLuCMOGVT1027hdIdnzEZitDwNhlS67+ckm
WLiLVra2mlbMtoWZBOj7IkWNMt0Cxa300b9VRpwC4jvCuruV2214K8Lbq0mmwd2saG9ZmdYXd+V9
g0ME/T3ZoziPo1Fi97XHcV/VWPamIyucGiEG4vjIEEc5vnxvVrA4uvwgzVoLr00dIcbvJlJBk4g1
aAEx+aFRWm65syumjgYmHkSBsABpemCsSHOV0PshX1pJ56mXCBDrKRCFfYIV6K5U2fTcIdR4nmbI
H82QwZZwWgM2PSD1pjON7/nYyKdoxawvR+L6nPX2Dw9BuRXmRyZ7TUeh3FSmjhNFHLntkbUy3BHn
Yp3r4ri/N8YBVGLhdgYUlZX93lYuWG8m1/tTKI98eIw6+UV0pMaLI0G+hRioDvkKlgfLo30DuQNt
PjU87alfEfRZ3QrYN16cfLaOjPp5Wnn1egTtFRcHGPu58lwsNIjOb1wo99GRd696Z6m2+orBb45E
/PxIx3dxaRoBKz2Gmr8C9OcjS79YsfrqSNjHb9JfjXNavMBjUVeFcPuX/Ejld5WRnTUFoeACSJH1
aRjdZ3lk+TftyvWnHgvjP7cm42I+kv9tZ50CUFuyTnaOMekOCDIdf5aDEkSGVRQxCG72hwSuSp/q
yUY1dfRNTIuGf9PvB1h4OIrwWI0+uK2yTvaTho8b5fpif7ZHjTmkcMowwc+uwlcmJiah7rMhw5HY
ZShGms7IN0utD20ojYoyCIWu+hEsZSU3RdONDQ4/3X4Z3FzD/Frh/wzrWHhL2JXMf9kzp9cpg1r5
UEInJ53Li1RvYBU2vrGUBw2U4PodztZT3nYg8kpjti7miM76KhYbf+WGW90bA/km5CtbDaHbd+qc
mWCuu1nMBLN8psr0J5pgMLaurkXPThXLy2r2MvjyKvK/6rIan4X0QIS5WOZyJoZMClyghHcPmkI3
7FD3h/JaY/KFwCNj9vcoO5fnYS1TDK2D4TkRlfShs5oAYJJ+6R/1RlnQ0yE4XC+GPY9BtNjmF3dM
opuUXXsIky4d7igILAw0j4uKlSfIilKghPMeiQIndmTNYjxvPJHWvPLWwBgPT/W66mTxve+MZNyo
bAFGVmfCATcH126BRvjS4J271rG5JEEtRv1FNUMBR93Ht0dlvNEzCqEr+LZN819Da+tPc6abeIBE
F9+i5oIspaV254R8xTaPuIbhEUg8YwIfpFbcKc+irGhM45ThWe7cc1zsfbsRDTDPYugjZ2OLEbJO
pA2wpvUsLe5jSzXeniqXuDfMnl3PafLsjlGhyQspG0X0KBLeN7RMOSCjof8szHFaDrprYY5SLqVN
nAZj/6QnVXTcflaWEcMbWtcZsK8l+sL6YBLEL/yq81OPXCL/7FhL8czm7XuXOvhEB8c6iAi4JHly
gKWBb35UczEj4cIeUYCZ26H8BmXixKmN1QyFm3mNO6HqduAOccQ0ugVEKLPiZA6ziS5IgJqkvLT6
qL1sWMuXCqBVSyzQLF7QGgI++FINlQ7GMSuQxkSwyKhBDOY36sGAFMpMxRdRm3clxAWz5STSnNWR
mhpXPUQDFfS21RkHc3ailb0c5df0q6N2g5IITZjfSJBUCbXJDPEQW+dmSG3306DlqRP0jT7RXdVm
U2LtMDHLTXSQPpcNEGH6oDAweyfvkh3GCkNuIZMkD8pbWnMfod5ps6gDnBQn5/GKowQJTT+TLa3s
KNultUnbXGOYACSdcT7E3qLBLvbh2sVD5bw0iVv2/DezuTZqbn9rMCfgYPcJJTWPFRMHYjKwey5J
u6i9niXNXV4ZXrpjG0jRu7kViLmywa4fjAVi5piBIo8LifsPgatGP0hfhz0wO8q86R0TToYQgzS3
HEuNw6QGz07DCqcrysSegR8h6dri7UslvGfTXX+N5nBwBPQt3JvJMOjFTnrERDqtarCkMQhBv2xr
3LqbGv7adTwLDHHpZPf6Hmuxig+DMfrPo+kN6VnWtNMnRrt6bVBBp/GvYEdgEoDl4m/Ko2Cow6p6
PSk52zQxa7R5Mfo3GZq1vjgAhpbB20AShbsSg3KAnyG0NMO4StET6IhXDJdR6vo/7NZVX6hiioJO
VuR+9mF9IyBvM+YcWU1TfiMOLEyUDn7Hih4F6nLDVtY3OM2clcm4+kCQKuqYRNzJBrimeWy10eCb
9caBvnLldIN/rWV9D3wsSa6cpYmvE+jE83kFavnenC187aVlTHctGMx1DkgGE9Ab0TGG2dzNXwn4
vBrLcM4MokhXHBK6kYIgqJsJpjGhSXcbzzjw8kbP2aUW4EWbfHDcq4LxQBBYBkU3O9E3Q934vxjn
o30bTHqaTBSCNCa0xkpDg0OTGUNVXO3MlCBpZ1mzcbCzVvUQizXELa2ZmjuX3nRz53T6lOGhMcf4
ju8jqcOpZx5NKG12oiCPNe8L5o2kOGc4TgXOSAg8LpCj5uzCLZMWnUqhF+0GAlGWn+VYDz5BpZYG
eNdmYOAIQUQTmKgL2k/2AESI863My21jF761aYam6vemNg/eHp5BWp9PXobfNNcznGuYF+1s74+t
QPQEEzXwtWF6KFoNu1pq+tO2pZ8AA6HThB0wegMMIDa8dWSJPTLFx8hLtqHej/MtPrF83gyjnz+h
iBJmALFOf8R2F9/bcipNoHSQsuTkAsyz8xqORu6jAu9ZKjetuwICLPBUWOoslcH/GtSnijIZbSqw
5AxvkRaUG8XEoT4YJ4gx287pVmqlaHwUM+kyHSpQfuUGbCnrerY19xJHlVFu3aIr3ctCwk8OCKYG
fKOJhrdVqc6/M0pXeTtJXPxjHPvY3S1TERdhW9hmdTAHGx1zJb3k1+hmEfdGdMIQg1m/YswpnF53
FTJsEuUxk2eOp0c+JpvxP0jEb6WlbGojNUMfjSSJzmozar+sELlrtNl5tC2RgOylGnN0C3ggoeHV
xghmYWUBtQPIpg39gO6SvaQfQ7vW5/KyXQYtXq2gRrut+6k+uI7Muo1QRAHYtmxzwa45u92udcrc
3Eg0aWCh3SFnS8pjA09bOQPUqSNwDi1VOMcGYViw7Qu4kY9o5ZsrG+W6dUiWGZc4Xu+8vM1Vktdb
D8DZuImNEXd+hNmsDJAxCCDT1sy//+94wQIdD6h5JCxXTiQ2Uejuo9aEdFw684MK51uJPC1uV9Dm
W0WYJ/WhGS1V1ZZtTBvRTPa1lnc/3byKwrQS4Jo+yFzfyls9Y5VtoUSicvi6wGHDhrek1XPckPwE
yYj5TXVZ96vSTDug0Wx+kCm/IRSzHRwMDg3Uoyj2pBRlNagGakHhRkC2WXOriqNpBdQEXjH9ACat
7h1s6TvTKJsH3KT1dbM69gbbHFeEdVZyrPs11H9tmvb54tJOfv+JvFXacFCOU0BFAGKcymAQReoS
UxoC4Zi7nJglsQT+lEGEGD3tpq9ROQyVnD945+s7PakfkMejnGK2MH0g/6R25sacR6xhrmrJ4UKb
DMXc7T7D6ib9Zde5IAbB24ILaiTG4fd/8Z/XpoK2KkNd3baYwHlS9TRjoKVexbXbhbkqMlfeoRvL
7ktnVt8IPKObqZyYf6JpH5ka3tBWcGXXc1frDPqt07HTeVH48wh0LMyhaCC3h8ySrKyJmckAhmdE
fPCeTWdF6S9dO7TniT7C1mRIxU/Hmf6HvTNZrhvJtuyvlL050tA4ukFNbt/wUmxEUdIEpoZEDzg6
hwNfXwtUVL4gFU+snJdFWkRGSOLFReM4fs7eeyXvtC9/v/D+ovVxmJAx1GYu+PpR0KkROsQFUcgY
C5p6csoT+IRmO9P0JAR6Kj4zDM/eue7eb9cd6SsKHEazCFOt8E1Dy2itsCDFedEAZ84JEws7g5ni
p3bT5IpfKPZ/vtb/8PxxvkNOuGMuqVHmmwfeMNOBiFakkJ1R17uazOZtTCYeoDhqTN5pXmRtfC14
UwbsvwUbkoY9DVLO5C40m2pHZhWxRnpAmyTSMFmPtqAq/vNB/sNJ4TXIjYH4hK7/W00feTP4uG0d
U4RIbzWSibYz66skc3ZmY/3882ctV/X1g4f8WiyPHVIXRMJLo/lvHV4ig6DzAN2CRFLXV/A+WuOQ
CSP0tk7iu/a6D0X8OMzagDGdmKRSm0FA5NifD+J3ow3tG/wfDDAtdPc4bV4fBdo614sXSYkdYV4+
gYPxgnWbpIII4na8M5rG+qojNRebiteO2EyOTWGFtyL4aRgm0bnvHM/v7fXAXOROZvBCtLeXK/S3
s5I6gUHOGJYFlbX2tilmgqOXAkPOeXBbEuJKZlsi93HdBKusmadNMTjNrsGsfGizTH1R9P+2g+yi
zZ8P7Pc7YzkuRk6IoHC0vNVYt7YOnannzsiKstjoGUmDn054oeLAIJ8VpMafP+/3pRFJK3MGHCPI
Wxmmvj4PvaHMhhuRWTl57o8T46lVCjaDcOVw2RLEE9V1lr9ENgT2+M6H/8NFQOmDM4A7YhkdvrkI
3pBljowmpK3j1O7bRo5ryAr+O/feP5xS7jweAkwxWCV/U9Z5XjZbi9QwEbP4mCOhvmkhZ+xIVyJk
svAgtfz5nP5e3vB+YwDGg4JCmRHO63Oa05cwDJcX7NC08Qe3NIMNGVuEtvSIzP7jj/KZseHwXDxs
IERef5QqbRIcBLcxwtp5M5N+ttWoZVZzE+n3FtbfFxI+gZuF+paZNF/s9WeRxJBmKjEpGXRSnj0y
/R8x8hSSWWIVXBJF2jNJdWMHg8kwD+NsP9uKZD1EleZakvuwHvyawNkWUWUzGPOWFk208wYhsWTk
/ngq0L2+c8z/cCUWSykhIrz2MUcsd//fnnIFz7IAVYNoeyiyJyZG6mzVo7VLzXk+/vlK/D65YRjN
tQ7RFPIIU9e++Sz8cXkRVMma4bRZfiAzviOQkUAkoFstcUqBp4ovlYf66JRp6LUYGsE/fGvsJO+3
7dw25TooUYFtHEYW9q1Mwjh8pw56wR2+ehcgkyByJmT/jl8E9e3rY3R6E3qbORPqyThweoxTHVvr
EfsGuB/a1RrwmZqKvWdVybjvtR1ODwiICDAghz3aaN8FQoAIomVUwRK/a2RDIpAvm2GkuK0RjzP5
Ma5J8rDbHWk+PagHEaX2ysaQJFd6iKrxVLpOexlKkI9kzMV628UmgZfGEJnMHAyy8q87bQ/2Ow/K
y2vuzVfHHLTMvDkDwn+71kRRyXa1jqgBKTL3o9EYmkRHwkTpPTj1Zg6GMtvSMITZkZOII3e8U4kr
RRU4XTD2aKCkaW0QXDF6/n03+JnztWC+AJwlm374fka3MAP/TExEz6VfUX0NX7OytmkxKDEV2wzU
S8c0MU3u/3zj/baI0rDEMxvyTPKX/7a4beKoyKl+k7VhstELW9dfy3Ya39FC/l5WoRlgt+a4FPFU
kYvP/O+PEmcqSK2oRwg6RPKKrPZQ77uKuPhNUYp2n5KnMT9MEF/pbS9ZIm2QdQPJULLeKMlEc51U
bkjmo+5xYtPpiOytCnQ2v6Nk+v1sYHpDIMuc0g5d961Yx6O3bWnGeGsmN3ofD8TBmGw333ml/NOn
hCyDAa6u5Ul68+KiJ+JmPKw0kRI/pgmOYGCt5iyV79y1y0l9fdOiCiH4AQsZewfO/OuTbvDf7a70
0jWxkQlJ0p61iuiUbKeyr+p9FmvvrFrLQYSsRXeCfZS7uz/fXb/VB9gEOJ9YshE/LQT210dAer9y
mpkjEFB+dp0g+8bHaXbFdBYcZun0eisMK9zbRDDf/Pmjf3tv89EhMih2bShimcG//mjNqB04nME8
dWxmsqGC7gJtOLpj0bFudZT/FYvyP8p9/+GiLntif7FPEXEAUP7VHR7xlCOnpdnSw5866kL8nPDY
v3NFX5R0ry/pYtpmJ7R4M5eK/M2nsC8nWlNl69Qr3cc8aHGXJ+HS2W+pGpJt9oLC7YwXLC7hgmo7
Yx0lSYoJL70lBBi1oz7UC1XXeAHsCgaIJLgJgj+YLBSPqEn09+gFyytfEL2dPc536Nfs6+IF4UtA
vD+sgHSA9qXv7H/V8gX4m+dKbGaeKY+HxyBqrjG7km6bC2z5A4GNZCwUCCKLNQ1F4z5FAxg9BYXT
qAOuGS/elaN2wi1z2AgXLyphWAbGXKFOE2U/b2k8E/4b5nEsdrzo9ZL/5XqPdoSvetNKad+yJxnr
jzW74ums7XxGZU6iXrNFdk0mXE90rwXYqi8rElHj7vOMHIt8z1i6epMlCQbT1KNvD1Z+JrQ4n536
gwEkrd+oqWNS1fGw3MYIraBzDb38AZUxjg6JjRXmi2TUfHR9CX+NbeDc/lot/n/eyX9ZS0bJv8Ml
Nt/6b/8L/C+Yketv5dP//q/Lk05/1K/ydpY/8FfeTuD9C7cH4s0AJ9Ei6GP1+5V3YuAh/xf7MtpT
WHZQ4AlaGX8Fnjj2v3waV1RY6Mpw1i5r71+BJ5b4FwZIfMB4CNhd46L6TwJPXq98CHsdhPhYXXHk
oAD6zaHUOgr2Hv6WSzKGqb8BTTrhrCROwf5htJHN7A9whzj37OaMXcTwZP70t3N182tN+EM4BUfA
96ZJsGyNyFynInu9VCAELKgNpbqqu6Yh6E+1XngvYsa8x8kNE+YA7JLdm6htdWfQs9WegJjp9ARG
xYTazQvys4xo7bxzXMua/99LGMfFnpmSA5XdIkj+7bhIOnJ7pt7WlU1qPunStUcfsUUOBXw0g8yz
SrK59SjjHNHtcgCNyYbpLnaGolNpdkMURE7+lUgM/+TW3WC983J+U6rQ6Vhe/IuYcqlyeW29eXHk
TiFs6bjyKvXSediYtelMZ0cawQ1Z7qV81jmz5bMFYrjbKbYnxIMJvwqgKydDuwGC3t6RlBaoc8zk
jZ68q8L0ZqxU6r7zhnvj1cd0hfKHASJpN7x4lsyb11fYqidLGNq2SNDVhT7SKpYRGo1gxove6N7e
kntePdV1MtzmOdmhm2xsOvfQCN2/JwFfPupvFxWVIdpJ2gDINbnx+D+vD4Vkn0gXnjWe7cgH9dpY
ZVdcxnF2iGLNh0x+Sb2mT+J3rtXrAocTgDx0ifqhslhCC16k0H/boFU0Br0qm/pzzX4TahXboHDl
ejmcWV4abvNxdtvMXELpUr2v7XLhzxpZoO7+fEu7v315cIuk3iyx8SR2vb1jSggA8P/G5syUzzZO
zIq94SigFM4rJCNp/U4j9nWlsXxrLvtL5UgRSaXxppZ2Jkm0dSPLs93WOSGCFMmCwUwTVsl7u3YW
yleXlaCL5RnAV8WFXZbG15eVnruHc9fWJ1CW0wBV7+UUWonnnEu/M8qHFobNfJz62n1PN//bR9Mm
oD4VnE8qHf7x+qOho4NKmrrm5BlLLc6IeNwwGrE9qhcMSnuYTlG7JWUIeuR/djmxD+JT4ZvT5sbZ
91Y7a+Bc7Fq4eSdc+5a5bvqSJ/3XcpR4eLfe6TLQSXizJNJ/IZuN5ja7I0E4zIsP9W/3MbAtTc65
JEujNiYAH0Y3PZOBOymM0HTftjzXdYXDtSRnI8y8bVYocS5RI7hb2MXTB8cHu6hyER4nCRvEb4RH
on0dIOZI7e1oV+O67bVH0H6vToUonccm9MZDYxre3YjLYq3byto6Q38NNiO5V5E/SkG5FpGGS3qx
TnNxMo1Z98aTKmA/dG0zPCM2bb/LAdoMcL7imDjglLgdYDJLY++aeX+xtAzW0jXbdWhHFv1HFKgr
u7GDc5tb/T6Yw+Cjod3gQ1qH2NEA/pC0WPs7M5GMOzVd1NSg3bBiJp5zUmyCnaz0Ae9ze5f49IEm
VeYQS93s5FV1vK+i8mEEynKrcNJsPVSUDFGHaM8k0zuQZ5B8k0P/7PczsKlRgJ9DfTSvwM7Nm9Lr
830I8XLduK0K95wGBxGFkNd9wJmwjMxCuCStQ+9kpPC7pvwUWSR/ApfNGSvLqv3W5gNqlckljtiN
6o+orYNlWAuahe3392C0J8zCeES3Ux1PF9jmNx3m6luE9NjYvd66pfmT3ylERc8qY4wc4OqqTngY
GHRN7ljdOrRfVz5HgpwinsxujdTTBFLD/uurG1mEs8I0aK4QKrjIn4hkcSEs73FahvvBk/dZWTmn
OvE0OfsAlf26ieBM8duqoaNM9pjuGGc77uYrspKHjxGy2C+Zqopow/JAcG0/efdWEDkfjDhRn0ph
IcBiHrpthtw4N57A/APeB7kZLZR2RSApoaxNg+myKPt61eYmerBQTdmPXLtn2+rA727oGMZZuPMN
LG/lPfQ3bq5rLbQ7nOpo+uFa0l1rr7Mgxkzd0ahifYal4H9WEND1KmnL7JAYBuGiPU6BAzCVT3Zs
Fj+dybWOMujGfcY8FUlSoa4bn4A2OWY7E0/UejCbyzAhwuCiutXDJOYUDgdXSInZ3xUoN9alK/Nd
hjyQ9lMHWmYkU1jAVdqwJoOPgqWMPNBNAFtZV5kNqn3y658kJxNlL+OjJacSDG7yOFk5Vr0g63eI
mhAmIIT8YqXBnoBuZ93HgwRBDN1cpMMHGPbj3q7ZoDvsIw+aNNttauf52iLfiLtOkIy9qALWJHvO
12Pvs2+2M3mwS1nfVM7U3XtzVF6nTRrfpFE8EWjqNNu20QxMpWcM685XroNsuR2WOHSL51LaKKS3
rg9/fuVPhVRrBDf6yZEpKF3CZzDGAtCFBNNn+TlIxqL4nORRYXxJ1VRG/JAASD0qTj9LLjIk0f6n
FWXWc8OVsz/NbMHvqqlyvQ2ukb6/RinteY/4OdLoUyt5naOZI+s/PSnmcPlzUCs1rA3M/N493mvz
ZxsUhEwm2dDON0oEsd7badCZGyfuLAwUL4VZZdBKLlZe0Ctx1HSUlwg4olr1aOYm2eF6FClRWwpv
/mSQikaNmVDVdcMAGBiaEqiXsSuigKFqyU9QjoESxZjS/JJYsfDXSsshuIorcybKHPhpfnIB60bV
us513V5pqxDq2mclBiLWoNakbGYilc+fhoQkrVUZYVVGBjbAb3YKmAz0O2btrWtSdsSVi5Y9v8CV
b4BlmA1vWNsAKfE0Tzwfl1Lm4pvdUjie5NTND1XILcZoh2Rn79rzYt5KNNUj97NuLM5Nh38RKbJR
9KfZriUZ607kkXXCUMpRXV2uAMkWoKwcq/fVXVk2cX4aEk/ON32lA+8j2fR1sbWcEEHJmrtTuWRN
B1B5uLARutaGN331VM0FaQ8NCRnEBuObSY5mqAjMWZdGkI7ebja5QsnWr9KwbXcpmuSL14+2swNL
59w5bIay9AoBx4SA2SgaAGYXqwAFGZ/doXRgvKGTV6xdrPLQ5ydnNLm4Axq8HRENYbXHP6+QlSWK
mJ9tFZiZ3qgmz5mDzsnMRH5j5ab/MywzDBirGlUdAab0ASZj62ed8vcu7kL4gwmAu41QIh+A8xLE
sTKcJKiv3MLK41Oo8dV9CnUwtk9lNXJZjMCUcF+ou7Klncbf9J7tZxbgVKv7NLuyqyofvvbjiJAY
DpZJKtSitq/FkyjNHvuXA96+dzYZu6L4meqjlQhjyYQ4skiK7i6OWDDXFbgv1rFExumD7O3Ou1Y4
JThTidU40ZeqnSqWrIj2d3TXkG8ziVXnNai0VyObKhztxZQ02XNK2QKAKmEkApAJZHdTo4DsJpsq
EWXmkH00mjB59Il72hopyVVFEDZqr7u8OcZtEXWMniJx3Tuu/kquWfRgTSqEu5Z46zGFuUogkPeJ
svyRGP30yNerdmPFHohEzNHDtZ2fyUUcC+adJuRfSfLATTjob43qoam1WMwRegUXoy+j9UjKFzUB
UFlPR8bCtq/2sy15t2iByFz4NR+pzVvJurIJu9D/kPrKWYewlTcIOV1SFRtr1S5RoAzn/QG+q6p3
ueGGp8k2UDuF8eysPc3CEqAM2RDx1Rd3bhBjdjfmAVYmW1G9acKsOCUB/agVqdP1BdRhkR9D6A1H
e1bRIS1z6+BYigZbOUa7NBk/WVOZ+isvjDsS071mZZbCPSvdTieRuQ2R2uO44poUZ6wr/trtOdeJ
rL1gVVXS/U7ae7F3MhRapAKRLQ/D7dhXAezQ2dIIh+vpSHJ1t0XL/iTmsr1rYkyZneUDpJyjAalz
ndzVGT+uIxH8wS0GC+yyCORVa1YkbUyJ9D9kYxtSJSwReQO+l3XY9hZqMmNQD/Mo2xLPa6155ykH
AbFDTIe5bfvReg4jI7jKJuF8siM2wxCQaMB3Eo7JCgV/uhvSrlfM7doWck0SuZ9ytMfuDud0GXwR
KDKza4TMxLYHLL7sOklwpATskmRTuUFlr2QVoJkglYPApZnygNlHMcj7lJf1CRqz/Z34n+jMINQ+
2rqgNafCWO0dyRgDY409HfI+ngyYguGCjlTtcNJxPz7WfVvf9G5LQcW3D+56Or288z0//1iVWa03
U6zsxxS3O9mAGZR3lPt3fRo5x2TZ2G8E5oqjiUQUC3MLvBp2H7wfvA1iZ3pSelu4bZDGB/R7P/En
hJ9IbWqCtTfI3lwNxsSfo8EDJ5agdjTDDTCDVTEQt8QPDuJVo8y02HS9GBiB+r21GxD6nXCkhZgk
HN5bKpsQjIAmxfosBjlckfffflVBmt9bhY4WhfUwPzpAfnmhyCLb+TXj/uugN8yOXJqyWSgadXYB
ttUYpyCYuoeeDf8tCzqAD8sssg+tjopDP4xyo7VZTLtuBJhMUuoSNQ6uCHQqGR0DpKVJX2LHi7tD
FibjyPmdDCJcdY5pPSK+5mxD94E8N+tvpfL9rW5T614N2HSUM6Msz91417Xa3bdRXO+6qEw/5lXx
zapzrFpp64J6YYv1yKlt3M00w8u269TyN+Yceojbk2kfJ111btg37R1viGFBYU9a6bZIFDQnd7hp
UnN88FJ/JG01i8YH7VT9Kcia/AoUX3mRVXkxwEH9GJs+ugD+CT7YKul3TOLcg6hBya2c0W/30L5P
DP4zeky5ADSVZ+3VbGbcYp3dsacye+MgvbL9AIPa+AZCCS9PYczzDx5Wu9yYjld9KchJ+OaKatyL
IfhpVxSYfJ0hGLbG7IiBcmVkcwW68SBStmNlixtzg2b3qQky72SMPBcA0Kx91hXzflKgUjomvhcb
zf3WcuX3oUdyttOBm4PKUda9xy6Y1KUywSA9yG01uU+uNpKN1ZXn2B9wbOMfuTXJwfnYswc4mVSx
a5twkOt+BJA3BzXiXG/ut6nK/M9uF3XXRkYQcmD0yb4WuY2wVfpH11RyX4rO3Vplam6ICWnWhmhI
drJsqp+uWTeadB1cbPxRkirhi0U8I01lfRFjBuMTlvsRXDJc2pQEGBV0B/jdTL0ChRd6x5yaY+GA
dgF+9A3Yxx+tA588g3sOBdEoKXT66VDhNdhMzPlpmObxtgzjHgArIuEf0ygepMC1h1MnPhGVGq+o
su68wvGf2WPV94p95HXGzqPbTh6sq+0YGOMdwZ0NGVXdID/Y2Ez9y1TydK0MOw7OyaJKT1d+G7jD
ynCxOxD/MHk3aeUaH3HChsE+UFGaHdBjoG+RQR99pfYB+9mHM04kr7zDOG1/ntoG/GAqyb0N4pxN
GeDmTwH4+A1y53aDWNXFEwudcM7D4pjW9pdhVBIbCfYVzBDqppINNI45JB+vhVEWeVO/jqgT7iMz
UARxltUmxWi70syIHhsPI1rnFMaHNMP+2Fv2wUsmmoBmgR4A88FlQHqwC9rePzeJ4CCIaPvBUgbW
JTH0I7GeCg746BdHyA1gdXuqIDiOnrEtAqWvdetPVzzbwBmUCK90k3inLMq/szXObnO2IWttNDbc
pp57nTfUQVe2t4vNmKKM+yShAdHkx7LW2XaCo36fYT24RtxryoMyJ3ttotv+KhpDfpZN01wzoXXW
liybQ5GSIE/jlEV8LiryfGw/PwS2Me9oWc8YxJzIem5HgRPM94vtAs3aFvSxtljc8JxYOdMalhy/
Y5fHygjJqFLcjDDyurx+JAsgv7Fz7MkEROSkfYJtSIgcwPVk5CBxqc3MauwOUoJmFHnbA23qvJqx
dYqb38/l19nPIJ+4KRvUivc2958emi3V8DeXHwtMakoXnLx1Y3VIV6LlXYtcqjs7ogkuWtnimrai
cwsUOAOMXYLCxIl1hsgNIArYnL9mV5M4K51Zzr7HSqW3LgXgfZIF1YfBsdJv+Ep4ANPZfE5oaFDZ
L4GlowYtRaMuuhdmb17XnrLtNSEt1lUl7H7XphIPI2Z07wTpzt+SVTbuY2EclSmtVVwYZBXJzi3x
q1jI2tii90+E47jLblJtKsht+6LGlAg7yYMpY9rfZnox3crHVrOh3ueEBTCZWkrWLSfgqRDho4zJ
Ns9LEd6J2ZJba/Rx8URlcbBGmMZWk3f7sWmzIxGMCMdjradV21nTlQF9zaKOdt1H0276W618RUvE
dTkE/8yW1n0wSN365nVdtaMDXIqtdlqoqYYvv5TxON0EAH5ATxqlq4GhQxTd0G7EbtPnxddiBs7x
ZZp4yqmOgC5ZFXCpVQUW/UdYxvqJlyVjQS7sVaeMbONg9QlW7jiJ+0GkjsIijOyyMPyRFdMelFw7
QTxuCHXJ0zMtoyi+irwg2nQ5naPv5hhL/+Cw2A0btl3uI1rn8aHIHWi0UI6S0ACqnVkevDroLtHQ
P2qcQWODog7MmwO5rofIIEtno9Mu0ZrSUI+XyUqsR5gz4YrkkseWN+3FbPPyiV4JJYdEkCNu8t5q
dB2BrqzzWq6R8RnZCTgIexhCAqR3XeUNe8mEHBaxpwODEdebdcirAWGKPjd2yq/aUsrq0jBxblbz
FPFfEG9ElUHd6M4NT5hJaAOs79oMr+fBT+dN1SihPuIkEpeiNyrvIsfW9L4OlWPnl3kcp2gbeUXg
b/zU7Ks9YGqDJ3DGWqg+Tk1BEzFJmzy8CvGLuneTjR0bA71ZZlwTDow9QirxK+/ly/aZhTvSPwyS
rvp+FUVuEz20udc5O4tBQLcLxjgon9IQu/GdP5sFTT05o79b555EPDgPZZucgzmes3MsZuXfOAYq
pDWKKhjv9AaQWU1rYTUTWygzDhoWQ12afkyoYzpkB6S6mIdctA43c+ZG6de5Lh1amtHM5nGYnG7B
QtqdH5z6zLD1B9vp2PiTi+jY50aCAmJtLRKjtElor2lPyCa22f6GkVPejLMhzV3ti44uSE4tfUSO
hh81gAjcbonz8sVhYKVhtgEUTz/iq8O2ucYo2IGakmz/9oHV2/2e0pRmQZxjizlOKepRvM0t3p2V
cKfyZNJeGMDrhiK/jJWus2eDVAw2QYoK/SitqrF280BoLtDJCb/5M+HMLcEBpKgH3jPSnwzvmx46
7ifLSpaR2ZLivnMgc3W7KFSeumP6b7MvxZzMZM+LRJdeFYnZZOfScvjsyqe0/cxinNk31EJZS4Vs
Nbd2DdUayJnn4lBkt9ayh3davYV9MwueHLxeYbTUMiZ58k3aq6Wx2y7gWyI7veemMyz1ccxDrGmr
AqYD/0Dftdws7iQArPWuVVM8ETvMbkRGMW7jiBLzY2dFMe1hPWEl82dMSbgWfbGDMc0iRWbM7NwO
JMgDLINKWO0ok6dsK7RduSvSF+bqhhwzvmfS1cRkrGY7S6pTge7hc5T5/aRXXTy6CXUcUzKAGH4A
9twYw6uZUtfYLoMvcUFiKnDcNAJFXyJQdRAd1zIgBQ/MZnAKwh2mrRLAIGA7jmnywzNhGjpYiUIt
nbM85mIidbKqbdRTEexSxxtLhmNZFeFjAR2HfE9SW7Hw6eZUKcGfEr7yA2o+Zm6nDhNmcAIfVSVH
Kh6l5u2vqah4uayto1vr3iaVtVw3yveaY9S6ZrOeckPNVwZhRyjeStmr3TSUgb0lTXisrseu6YpN
hqAeShbV3vXQivo484ntncgs8F5hZxnGZgKdsKeRnckTW017OjODG/xd1gZeRdDkUJp3SQ6fnKCD
0Z03yEZVdo3ayA1pK1hdddGiCjduV8poB061pYatQi+8YmPUkNBg5rrcSvrH2QlnXkpzl2DTR9zm
FaI73+OupU3Th+QDznX3Q2Q5khQLF/H3aXDVDYj2wD9MNhk4PwkdETlFac3lxoRHzKODEO7RL0qe
t1pKNlOwwOVPh0v9jR5R7hz6UOOR8XQYIHElQsVZGHB2tF2eMJbogE39oaiWWwMHwvT918PZtxb3
aEDOX3Mw+9lP8lVrd+N8qJRVYETzbBqDJfzL7mRnwK93BYWit+tbOokMhWSF6y/rsjPexWqAC+H0
1QZFrp5O3mSjNcbOAbksI5yakH2d4ZtedZDf2Vf2RBIoa1ONsBczr/bTbcaN6+/8PsyHdQyn7aym
sImPSIDls9+ZY/Ls1K4103m2Iy/jxAk6O42B2vbEUKQsP4t24JlP7YYpXt6WOY3TuMb56K1nhy93
Y9uKSyB9UeR7ey7j/Wi3drzpCtUHM0mieVPsQXrU02kxdfIc26y42XNGbyc/8Rrw8ourgqyeNrhL
NBFCdkln3XClV+1kFk6fmqmaruwpZyjOIKJl/cR9wOql84q6O2vHxWQc+l55cufMbHY9if8THmh4
oNGn1E/cZh+CLoWjW5Pnk7BOl9H4ocCxnn4IkWvWuwBJJ29OcMTOnqR85lmJq4eBWMUObdOqlKWR
l6s8rWFHdmVg+JsRzOVhtsPUPUCa77Mj243wQYiaqHCeYDlt4sAk+qLKcNJvyE5uvpsqZdvdd6nl
7ixaYp/bJojGjcizwl7/ekf8GpXqEvvoFnaldY8UsI4vnCS3vq3FFNGyYJjaf5IYi7zrXyum39i5
9aBas8522jJTlyABy3bmlSEclNZGN3DhluB6cRCJsJYVGPLewZ4JEzvaXMqjVInACj44fffTa+0I
LRVvPFYfr2i9/UQd9pCLNhAbsyq6L9LyTbVVU4BFfe3XcoT0muCjoVLmIpvUbHGTGYfK77ktSHml
JjZAbcqbUTC+oPPZa2NvVqnGOkznE75sHQ/B1wJ3UXERJEf8oM3QTFed0QuBFzKizKAichXiNoJo
biJbOeqjHw8Nj6+uMZUu4D64mbE537WkyquPHtIivJYhd1J6jAx44D+yitzNRRHOS/LszPPUPPE+
KXJeKGZa4kGhf7340Znny/2Ijdc8uKJbGsLAkYF/bdhCR3rEFR033g/ySGKCHrAx1ldB65Y1FnUz
xzBrmEE9J5taL7TRjRUyUBjPVYOsTq3coB4nuvNOqbae4k3/tS2VCwCbRGYeKoYDISOCNESHsrJo
m1MPt35SqfuuLZS8ZTMxpXvmsW5wha8WS1OW2WV5kFGZfSH7w8q4RYegXXrYminHoSqbwLqm/1Qi
rqvs3jnFDE1ptrcZY4+/aiTXHByqrikmm6dL84pXF6oMv+cpLsv5OjZz9dMiMoTWumclBNEGFJXy
a+vaPSpCc1TFJc4Mqe8DKdN4k8YD91kVVFw0Mwvd+kjrQsqDYRhxiw9U58P9bFLTHMyCXQ+Bmb7x
iUFTdxhHc5Jr7DbA9UhTUFO9jj0FY0bZRvzk+8w+v7FnNarPMZbM775hZ80P0Bch+8BRk2bQr8Ym
0dQAzCwTE2cLxNLvoerG5PMY6ib65k4R90ZEezN8ZsCimwMU8kiBq89SQveMHFX3mDCKODtV7uSX
jhCWYBtB9jPvJ/pZ5EEtJ/bgdKnRAzykg3IdocWQu7ns7fwRIErEQp8XyiV+Okm8rtihDLUF40OK
rp8wIz0VEBVQA5WppoaRIshMdlSkccSc1/LGISmIx9efQ7WfOGQYB4OTZ/OtjBhLn+u097rvZTWg
+16LeEzR7DCFGs6ttGV9aNHYWcuQJZ2v5ra37WtJp7xaGX6hpglFO9szGCVwoafPtUs0Kd0RYESX
sukrcacsXo6HsrVYmxt26Dmcw9GbT0oVFXogafaBr9fGEox2TLsIJD2RAoKs97mPyH2EloABZ11K
OImU8o4xndkzDMMWq8nUP/qukYZb2sAlGUck95gdGNGR3CtKvbjECT/0tF7aJZvCi4stOfVYmz84
huqt8GIQCAa7KwXd1Q7bmY9N30O4vFEBLtt3MgADX7jCxicl3mjJXGrq1lOt3qu69Jz7HtxE91hl
QubfNPRsvYcJSVk/g0dzidwNef28aFn+I/Hox7rkfy+AvR81u5k0TvoXlOB//9sl/dHWXf3c//F3
7Z/qRZnZvf1Ny9H8+2d1/0b5LYLOV/+yfRF33g5P7XT31A3Fr6OIn+rld/6//uJfEtGPk0Qi+qMe
qn75aTHRcH9Xii7+mf9ZWbqGHDR0b3//L2GpgwwUYT6aOtvBr2AtVo9fulK0o1xExmpI3QQck0Xk
9n9lpe6/uLzIlxFn4d0hSvDfstLl5xHKaPKncJZimxH/iaz0JQv5v4V2CCexApMnt0i/kZWGbw2x
dYhDoUPFvy7V3C6Sajoo0HfzeqDDWgz39NbVrZEjSgiliL6PCRvbVY0k47vOPNI1WRPtA1pq+ZDB
qG7WvRH032rXkyRk+SVk4eH/UHceS5IjWZb9lZFeD1LAoVj0BsS4mXO6gXh4uINzogC+vo9F1sxk
Zo9UVS67RLKSRIS7G4jq0/fuPVdzhpCg06bD8pkm1aZCTG1u/nC5/z/i1D+/F9dP4SBeBCOJsx5f
yF9p1V0D+kTtKJ0sxmiIPzvbA1pqkSJmtgFJ9mFfwnvOxre//21x8RB3qEIthBH/Z02ZOyP2MApX
w7u+eNKkJYIACBnCDUXLoZmms+zsf0WY/rM48PeP+sfv+RcJ3TxLxWhQW/iLOu+1qGFOKYEHIcn9
F4h3/fqV/vxocCRDMYc/AEkR7eg/fzq1S51UaTLdT7EMTz7uoXIijSJPmK9Vk/I4IM05ltA1WbTH
ltGZog4I+ccFwlUa20dFqa0dXmw5oSXTLbquiYF1VqZjvtegPn+oVqlY3mys4+hFhVvfwtO5Ir60
KS/+hdEBh+V//zQaikrG+FeXDMq4P38amHSmXtXZSjmirvh/GqLViHZXx4AyXcM3YiUVfpZqdObQ
AQVHkHTZrq/u2jjpViJLOa5y0s5RVJFB0mnjTA513E5fibnwxphMhB5Eha6WfUyJCIK5WiA8jbYT
Ao5fn1O/fmSmIfmeYIWo9tax4JqIpiZkOrpeKnm9aG4sUfxHXEmzMlLykX9d3/56qdPrRW9z6lbS
Va/3QiqyDWlvYyHH7R6rntHQ9QmmpDS/lgxBib+yftQHmvoMPcHHz5xMRtg/2rrO3yZ9XQpFvgmT
ZGlKWrCDa3znTbpeo1q0QXiDTj2EK4OJv98YUzSD4ZNmduqTbuaLY+Qe/JK5XBEYbWYvHnDQHvFU
vOpaiK8FuA2a8CEKcoLdswfgbIc2zuYw0yp9Osgqi3yNzqAVVqoOBatsy/mFkOU69XNdpw3hxuN9
Upfm45Ib01trNap6AtvT9rdq7EotGKKivC+LoWbgOi3Txlo5vP604MqvoZyzFKmJ484MHHLEKTRa
FUCvAgXEfU31i0nVXlwe7n6I4q1N45TZucl4h3OJWTpEj1hEzI+0jKZAxH2xHy2EuRwU06sAS4WO
0qfzouPbRRhtIeQEfdVPNYNv4Vi5LxVLPuIu7w46hXu55U/xmIBPiXUfbNs6eQt9xAeGIvHs91Gs
f6N4dmG1mZPxVaeWpQVtRpvWG/Jp/EDzJ58bzKKmP6bc6CJGEAcLtQZ6NFsgd4D2GBT/09R2x5K7
BjamLIsljJJGRlu4RKlvYe5hDjDW7Wt/XaTB3s6tb1+Xbvu6iKNCYT2vrks7Wb6s8igVox/Rdenv
r5uAgyTk4X+Xi9XmQ9sRrOUyWGti5tgzfBk+m5tQlZvqrIiAWtRNPMPO3cc0K2n7//N19y+aehZB
G14LGyDOP5O0DOP6sv9B4Ip0TZd43fghdOemMsqfIlumoBQDEM8xPc0j4WP47b+bMQoid+gDHAAn
00K+EMXT/bIuu7ao/oXM98/i8d9/JoG9F2S5uLpI/rJc/r8LAy+OT6z/+vDkgIMf/HVN8EhwfWhd
055vr5dtuV7AXxfmb5Vn/17tddN8VQ9D9/U1nD+a/wEFGMXOH56R/+btuXw1H8UfC7Bfv//3CkyI
30gPIfEdcD2NMsqE/1OBCfU3KAMGKafX/8OW/YcKTP0Vf4zRBg4hoIprfFNfj0Pyn/+h278ZxM2x
j9iYcq7749+qwFT9z1uTQhQBJxCshX/ZkjKlXOJBZt3OKazuri/bESxZVO47mJAhnSDlTqVZTeDG
MJXAsRAhodDsegWrpTPe17niYoqr2zDqSiRFyZKGrqGP38Rq2EFuLfkPaYzTTuSOVhDFl01fRZJa
oTqUhV9LPM1OXMtNSbLZluDZ5KGNsv6SMG3CdlYBhYTpBMttlEDgyih+YGS6hjE7yhdAX0A5EEc7
r1NzhlB1mt+5BJEdUJyqjytkXOaUKRzVHBXannQC8Tqplr7PyqL4sVpz9tbn6CWDFtDGxq4JdpJD
KY4YsXBXcJYXZ9p4g2/1VR6ITqkOcnacvemk6b4tE+c+KuPlYiSyfWl1MsG8QeLkw8OjVU6gDaax
mdu2/kqzar7D0G7WLOOJ8ubInkVp6qLm0qZLe7bVyQqztLRuOTMi51LjI60F2IQM93acapf7KWuK
15IQrKc0b1GE6Zw1d62rLiCw0Ke/T2TgHMtSQcxdFGX6yri0nUOUyWKbF+ZwGlO9eWfLRLm12P03
CXHKJTPL8WcOc+aU9e7c+2kMgFKZE3SJYz5p+zZbBaO6XAu6fjUOC7t06uljEqOLdTLdDBi5dy9k
UovexxalfSLYLz+pB6r9OvTNz9xqDBiYymR4dMcz5GEqMUGsoZveMLuwm/oHrRLl1hgem9g1oF7G
JsGj9QuGxp29JFVomzE63Txq/ZUIt/tYre4arACa9Vg1GfxGSzrhsshy6+Ql5Q5kWjvPN22cmLtE
Gy6GRpraumKudnT3vk7B2EWZNAKl/o7RnG9TIy18iMEAU40xrLL1h730O80t6b/lXeBgsaFepI0N
yXQazfsetw3tqGLdRbkC8zUOZep+SMo4PxO3+mJb31lF6e9oszF7Gkenn1Jn3a+E9s2sXT5zAupD
xoC8LQV2MJO/xKx9GLNMdyiZXqRbypve6PJjJ0Qw9z/oe7MPd8z2FXfrSMqAhnhuVX9nskOJn2Mf
TZR9mmdbR3Grd32ZrY0o72nmNxtm/U85nbFCfRwB9NclQuZR2Psij+jMOn6PKM9zqumOYyG7ZSlv
JeBLD5HZliJjpyfVZ0t0oqeJMiy16MWu5r1hkR5CVOm1HWNO3iDUfae2N8x30kPipEFcW28ijX9i
Mr8ZEfNOhFN/pY59m6cRecmSUDUOYehTF7vxzDkRzJ8iEUis78oQn8o1Sbw+R2XvylsnccPEoW9D
go+ndQXYoTK9XxPnroyc7gkDBzTqIQVHOGbbXjMiIG/4PbQKz0MDfm+tvNlxJfUvvUpDtYjUowXd
aDyJbOVVMKTli6qimDDKFq/FRKe1scx9aRYPelt9j8WV06n6DFxHrzMI7TF4P/UCfVU6aCZtmqE+
UM8htFyMvauhlOt46x6dSRd0zFUekPnLXpf0IJzoSRmK6nacmbWbYvaa1BEbVympG8t97kybpBwp
2kbjoULWWnfxnXCGZpNiy7tbutj5roY18hLmyuME5dUCSndxzPXDiUhC86OmFB/mggPYS2r0IX6W
IEyPZrO8s7tu/JhNbpo2V92NNK14qwxNdlH1xgXmevX7NSSrBxMy1ENeow/z0IBpTzWd4yBhiT26
CffXkg2qpNX4UGqZfjLSr76MUjVu464392nbSuagtYWSigzwWspna1CQCdmRtbMU7bmo4Ry6Guw2
J+OYhQQJByaTzMOaNxpqYvwwvp2b9reYjWOHWcbv+l9yLrUO+3GAJ9EFw1KhY0RhfsTWHx+IgHNC
AIqDrw39RRgxVG9U7o8ousc73ZyPVeU0t+k8fYzM3fAQiJpDvwqd1amjm4jZx2cEgvSTQVa5eBAY
zQu9Ns4HkX4lBCadqHy6uHMolKy+mxcM8GxcC6fD/lGR0+IDCLkrY+1zNddhk1iptqHy1h8nvE5k
s2kqYE46pixn+XwqdJEco2R1Xoe5fWghJGpe7QzRB4bDxm8yaIJTJrdznJ2yOpGEkGsVS2pcWpt+
Few5rkZCNAQQJvNyKyLYlzTXTAQZc091viRMfbE32JiW7MrZWUUtj5gG1j3KA3lxaqXKPDZ3k4dv
lahUWMaKAF8GsoxcjkA+GJzfdd1Zg3DEF2JAoBfqZkSbGoBpt1BW04LJzZNRMkMZh9cChe2Pmr65
z+hQCxGWRrBdK9xcNip1p4SVOxT5hltRshlj0croqG6YOuy4idz6fAnrRFfQbPJBPRXuiKc5NA6E
Ub1HWr5WgWqqa+7P0n3JkhyfkFgdtgYXR2olFNHhFet7wge6mv735ALD7sLYSm5j5udoC+JzZRIV
COZ5m/TKGEwcoAiiq/zW7jer6F67fAjkbH4LdXYQLs0cO22IVcgjnmQt2aTX1jmnZLzDgAaosSmA
JDHBODSGQmwyxdhR2IJzEzRKBtzotTqLjWO9flWlfMsxIDGU+6k4wxSWsfvBmAfoYWWRpsjRdB7l
jzJvT6J2HGQYCjSrQn5Ns2x69LUS3vggQw4VaAVNDlVrMek7Iv9qjzg3H67xQeASdkEbjdAIArMl
esfW840EDesjocXjYamHtXCDJC32VTM9q4vyPtv03knksABsw15F74vTYDW+Hd24WeMRupgBxFsx
d+hEz1mOlGHucQHR8/fwYn06MImBYq+Dh4qCaD3+QZNYcByj/0ZXe5nnG9vq3qbSuAXhs2xrQ2kP
k0oXQ7he4rTl14BCvo1FwFpE5lHcvlPkDMcRkYY/ks2zBWurBashzyMA8rt4PCKwJ/OxnXWInM3R
WR4jxIWerQFPsdtzbxvTazqNO2O+15iX+2P0mbSRfoo1OxxmAEPFkAeJUvnMpC4MaTaT6hAKNG36
oXohLoqAwKp8ph/ir466X/RbMV7VPMte7W31kDFa8rgtgZUkH6laist1fFsPZRzkxnoHsg0Jc32B
n3A7AbKE4m7uJtbonaUXLwxG3I2Yh72V92cBm2TapRBYD1f0LdjuZD9dme1UAAenSp77QjEfqlV8
Y2/DQ/AAvbn1qyF/beb1ituOPuHCr6FannI6CT7T1h/2mt4ZMkJ4XfKwKrn0RrN8FxK3RttaPuMo
2FPaeoeA/eIUuUbcjBFU6vy6lCK9QRWBmZvLZOlZsQG20Z5NUzEvuf3QFtmzmKu9pciwbQkYMMb5
ewYMCJy9Vr2pV9a9FGb3E2T5sY8zPAVR9TSl6iNSHRWjQH/imc0puspXgR+GJUAKf8G3zVuWb8y8
lmx5a+nb1nqL1gGGRm3RpilQCbpKDviuLN4cuPC4mhhmMWLWLCRo2sKbRv6nEm2tMjH9JWubMK8I
XqnqU9lQ1I5zdT/G9q4hTIdT/6NxFYLTAkseRi3fZchPqTGQU6Q1bzSdkTH9mQnrdjTUrYxthtcN
z7ME/gpy9KQ169akW2trI4Dy4pi71jlZm8KLICN7Ls2vXZOTqRbA6jkRIp94cdxUXqy33AxboUVv
ZQFGPjNkeuds3Okz463awNGgJTtXCb6ccd8BOuRcs3yx8CtlfCRkjsbOshz0WKOmWneMWFHoQ2PT
EWZjnW4eLJTpPmBu+0nJjQMUAuukNmTxOu2KjfAe996CGqHYFW6LnEYgd1AfoQ3t9Nb40U4dJ4XB
upl6FtEGo4m+ajeRRcL7lNUn9qQTEolnZV5bH3zkIWYRF6LeYj/fJUWRYNocblTtJhX6vreXuypT
eu6IjdJ21HlZibahlGuOkaNcxZlu2PfJu9KX52y1YL8TlQrnlZEW63TXPNq9LFsPtUeFnSKy3wgJ
9KxM5Rg2yR88sOzDS0eaWJF78Fp6bIvi27LkgD44wb4BKTnW44syYw8S6ivFFK0NJh9Blo4UPq4q
Q6erHpzUuRDeQVwAbvLnybZ4MMmaZU3CWiVXmN52re+radnUldLu3e5nZ6MvWDRudZqsDw57C6z8
Z1RWB8cumPUVj8ZMjJJZgBbXVHYWmyTJiPmlF+U6OQ+xhelU6OKzytP5fbTdS6ocmH3OAY6DcC2N
k67y4wwDo9FFFwrn3pYCCC9NgPRVbpyh27p5/aTM9k7a+s8cxDxrwbTujZwkhNYkbCR+qvprGeK2
GzR/w55BP2QeAztu3w0PpTQSXjHgjFY26pvMtu8YzWYg1Yabuk8/nUG5g1O9mxyr3BKwh1nFPWjI
T7ZYmnxpC4plRWrg6lPMKQYXopwueqahvaBIM/T6VGfD1+ys6aVx+8yjk/0De+GFkWYRTFPU4VDS
t4qrvU66WgU8zP09ESvzHh8Kv5u4wyAtbCwZufuO00kPa3BJt6Uo1zuR8EhpMPHszsIODCrDc5rq
tm6H+xSRje+WJGUSl3MyGrvbTw1ICqVSMGUnP9c2+XDMvPeVawipWrsTHb/uFa1F91pJ56YUcxpw
jmiCeHD5GE0Oyq04qY7MWIqywSvJpb0Hw/XYKsWyy66zjNYSR+k2X10yyCBTu/loENPiRwwGUGFq
8TYuWs9q5oMh1XvufBnalpWGFsgPhKbXQcQgAhV5hM/jWZ6HgdZHrsuQfkbsDwn9ATvV9wX2drxs
ekBj46E3543sGm2rKEPuZ8N0bCOi6rL4UUPotJ2RAG4JF1cDmJV3K5VANpmfPa352L3JYkEqgPiM
M5Y4d8i+qkwIT4d+DgUBdXZc7aSr35au9IGhvxcOlddi1nypmlq2fppqNNI0OrGnpMc2K2KvS8hF
KDPElPMEDE9KHDyxwtRkAfs6ZCovqu6ETUZCA8rZJXFXRNLWiMah03YrAs6qxYlI6R8g8icMchq6
cEFigysr1U4NAsbRUY+ltU6hMsU3ELQ21645NskUjteYeF37QoCktZfon5GAobWKm+iNpfZiutFD
obuNR2M6gC4o+aAScFKX3NSR/lrp8+3Yyjy0QaGfkkgcmkb9kUrxNRLBjsgX+PmoKiUaw/mO7DLd
dzJBsWFRZLKvbhiij3eV0b5ok/EkrtYFe0ZkGo1hMlpbVaO2AoXlD0W5wVj/WA5jqDf072U/8JIm
eyVNb029/0Hm1FOGG59U4lu6ZcjJctGTMpM+FoDUO739jjAz86REi6+it2SRxdcbK8pGsaoTcYff
OSR0zADKvaFkt2h5eNJLDSc/8hkgoWgv2ftynh4zIbdCWZUfDGJiPmC2shoXGJhH2X/2moyCEp9E
rCfUo5a7wfJ7BrUMY6LbRGbynWnpRpLZpWrz9BR30zZXKEYb2iseQxomLkv7bKT6j0KwE0xNz+9E
xRoSZHJT0iDfNq2KIWaO0J+rppLc2QVK38WlfuDgFMTT+spP7BsTMxKkNUNuhkqL84iRQHUwhrR9
ma7aHa0XNIGG9G0U6+2y1H3YGfZDHXMRVx2PG1ZFT0+s54aJD0R+JygkTZ8xbx+yhAynKH2tbHga
ZWc/dpqDxFSes3TicFCeC+sJ9KEI8rJ6STt9T1zHV2+5SKa6m2TIw5FNFOkJ0rVKjEOoKOYbI5ZA
cfQsRJe6tbPeb1joQ5g3gVM2IfGme/hGOze7mnVbI4TeSCwHoSuejKOD3eDOp9uTB4NDVnl3XVxs
04ss6yUt0LowuoQN0OxBrZ56G9eHSO8n0VT+EiXP+ZiQa6ZmG/x4x7adLtqobSR64TEezxxh60se
y5tarJw4oJHhRspP9AW4rtWxM4t+4+ZgmZgNqoV7O5FL6rF3+o6udEAospkhQH0ZFUH4sZ5RP+c3
kYlzNVsI2gW/Xpg0a9mfcjW5L9bqxcRPt0F91QSWk9FwgV255LhoRKXexZwRDBKrfEdGEl49Sw+u
e/Vh7l9GlKypsdEBJvqjhZSppPezuDOAivKThljYZyqhv4nm3EorX7y1trZaHG0zPRIYeihUeNQx
rd+4CNcVEl9IYrnh4Hkoya+KGoyQuUZmcdGHaqGQQ08Lq68divrlZYzTnW7p1ADNgw2BIXDqFzen
0lbJ/Oi7xdiBp1RhoU0IWqlg0+2aassmI03svdC0d0yHRyVJQjJuugPd096vVRuH3mgE/Mvt4OI6
XZPlsZDLzTQMB16pk7HmT9MEJJjs9GeiKDIPtQp4i/oIA/ZSr2Jr20NFKlGj3S3k0nC+WnxrQlk3
lUyyS2wrxnPEmYAQDmVnZM1tJrvXrKFq05xu3CLfSGJyJJqj3rXHPKHNZ5k3qWU8qHqxF6O4gduJ
ZjYP5qz4ckaaXLQjASzQIytwXBkQdXyze8fsiXMTTEimyy3SU1VfLlhvWAX66iqtXTHAc4TudEr7
2OpCpy1aUoUMz7QpPleZXhyDs1+5dF7Z9z4eZT+T+QH52kKAUoF4TftUE+UZAS58mWaoA5g/X2ky
AsqAokDmFWsdQ/XlfuzHNERa1bzQW0TtFRE3wUkmpjpPcPjjbiG+aXhD7p3CI5X5KZqzgWWyiy/C
7XZWLg92u2abFLPi0tWUWZjrzbI3dnX3YFpg5NPiW9Zj8mSrdrcxLafbrSQ20dF1p7uKqCpvSRf6
nX3bhfYg5NYtOayKbDw6Oto4pchPuLB2lfOac/wIl75nUl58piRNrGTVeGUyefM8bdFS+lPXPAkr
eitKVwvov3ipioUpflSn+YTQdVOu9wVzZRNPqDqJ75hK3WQygRT+XS+6T0yvm2RNSRrpQ4yoL+TQ
7MH3hKssdmKentc8wcCW/cSf+rVYlCtD8qDodwrnvMF0jqpd3OkqVr/BNk6jwJyTNWHjYHFV7cQb
MMWErm7XTGlppyKpW45qGptn9O7QcxLugktjannOANhAdac517Xubb1mjwTc3zIfobwVDAUiWkcd
x7vNlI2ZN8v40e5oQ8NQmakDr8nG+DhbU9+iqf8Y1JwyNsI6XRgb2FJPdtRJ5ijabT4rCDTMBmZI
0stNKolZgHZWbxZammG7nEFhfM7NfTeaiUNTFKLLUn2ye3MkHGLMiSOPrp7El2FQvNxyPjB2D/4g
sWmreSg1miNOT10y+LpSJlthQgZJavXS82T19vzAAe7GYp3gl237hMZ07+pt6KbUroij4pMFaZtk
W+V97PLzlNLqVtKflJTPSBfyMG94ZnLqt72yaNcgc6Ttua4eiK+gB4raJ4VNEcQVXUSNAUHqfumC
tclJwJ4k6Z2NStrXJ40cdFjQOt1v2sTd90CvQ2HnDCaUeseKkctcICFH6IJtPk13nPibo5tSotGI
psJlv8S/6TYh/ii/46jt98BYt8zsam+c7F0vkk2tKrcNoFAMyRH91VndJRHuxawdkCXp78bIi7Ma
SpA02dFqkVFiNCoZWwy8fYVeU7fABlfPaCD7XWlm9HOy1X6sWneosY6J5nZGB79f6PC8gzNcziBu
6w+rp4nG4hYTbdcj2t6M9tUFj0XexC02C8+osyMtoju5SJcYIsshWNWVs/1YNOo0BEpUNmc5ZgWD
QTWahk2lme2edYfmgT4SSJT+KBd8GK7VQ164ulvsDFFrcao1ZzNnJcbRfD1rignCE3ttL+zmstIu
+EEEX3U7F1nM65mJuxjnGbUDiaB+IVqz9Ka4yLBkFNyrWO8+MnWqeMWpgXFxdiU+Hy0leUar1kOp
OJnDAWamAGnsdjvFZnJTLaP6QC6jubXbRd3Ab8PDSoPE/dlomcLohsY1gZ/iSLJnGhYcvMLIGdvN
rCOlpczQwnVALpADa78kgHyDRl5NCgTTLX5UNd3XkjICXUAAhM7Iz5hXI8TZeZXDzuIccSAoMAfW
kqr3mFkcRB/CWvcRnBp2ubqJ0LGMPWjGOB2H/bTa448YusYegACHZheKrAq/JbIaDv8KJWXTkmda
l4uEZ4z6RbAf6xslIx+ReKc53sGnpt6NILhkLNhmOW9Wckpin3TIeYtttLxZjFmcIsURgx83Wvc9
xy3UEgcpPHfbyZ7WqSdn1BwnukWqpjgvI2aMED8hqlx94XiNf9jYl0QgHfuO2mqTRTBVaMdVKFnx
DmnEwEnqpqkkPi6Ki41OXtp7vpbKT0VbaLQk3WhvjE6L95FWNhuLb1dRabvtNYzJ/cCJyVdDKXyx
mmTFAWEA+aDrpr/NpTbfmStG9Ghyu83AK5J7WRT16PqH5hjTCNrhr3kTLWmEmqbUW7gy/Yn9Kjoh
kp8vgnrmlh7GsofMUGJdvaaKFiZdBqsx97YxJvcEBps3yTjnoUr86nYqOMQD5apNecNZh7GcGCpY
4iMUmnWvjUNMR523/0eXZM6lX8b51qoV914YHNh9tbKVs0FvJ2zmlORDJXPTt8FNurOZiOJGYt45
atLt3lw3guGR95aa7WqqYlK/ctDkKtq6/s3JSaRep5mqslab8jtWGmOLyzKaNzGMmnQnCLCdmTXh
lUK6sjB+rI5FhWkgKSYlDcp8WDlaSZARvqXP1i0LiE2PJm/FRbfbNNnhI8C+6zRMs+VU2/pGp3+x
XU0lulcbslqZ3yO9FiyLEamWByRg8/OqTP2LoJcbtgUhjoUzxfu2yedzJ2pjq4v3UrTW1kYP7noT
yueHdDXKYNaNJlx1AopDC1P0XQ82gjWoHswGLX+Zb0eW+PtIJsbtMmAY2fK2Y2k1J8lRECgLvXYh
pQ2YvZrcPSHK67EFQE+bcexw9V6JTOtG9MOtbheRX2VjchYcIztPVZQlnMrW8Y0oc4uf/LfG+Myg
Y/jmlNREOZSQwa8bwzATk1kgcFDlQGCjTuBXnkrreeRwhe3dkTQ3nEUeRnOcT3TZhj0gQvVUL3P0
Piq9RUuE/jnhFCRwiESLzp3jGmENWeRAp5oqQs3ij9Ic83vXXoBfUX2LY+wW5ms7xwjpzFLxwKmM
dy1IPby7q7XJSTZ87tvkQahqcpfFU7zR0o6OJ+un84ZgIJYbadomE8HK2ZiTXam3SreOysPSSefi
SOcN7aH6hdyQ+qdHduZZmMo8pACc1zo0xr50Snefz3YT3WpFZT+uRrI+ETS7sYEY03NbnphXug9T
iujYw5hcYci8jvkWSJfpzKowV5lcccUhhnBBK94vQ628pOZihhLMPoYRcgV8I3PHoLxy/Lnc5Uma
Lg09kMf5Ub2yroqFNg5cm86fhjw5wZ+KEo5apvGmJsJ9WRkzbC2z3ABE0sN4gmNe0S17wQno3CHR
UJ29i16v8TB6aGE6D/KRdEnrMKF4CXMbSySgHbJ2mdtnjwYqbyT6zGxTA/Wegxlmk2WMh/pyALen
OPOIfS0HOxVx9O9dYdwU+tQfl7yI7uBT949LEtMNJYv+HCULyZhSzznTEgJa0ztCGoMnUONMlTMi
gJ8nLk1OJioPLll20GhWuFkrJkawqTwv587shm63MGPMPQBa0+1K4CX+K6cxz8tqRFS91SID7L+r
Flb4oo86lNuew8JsnjjnDWHcVne0tjEJF+DqPHcEVlgbEZ3AHrMIax8TFKdrJaBtSsNrwCKEbAL2
7Mgmeb6eKl+pLAuVZqctIki1xnmcaqTeJG3aKWpCNpYPW65OHRomtVFd9vRbFYITyFvXQM9Ilf3I
AJyQbvSizl8WcY1JTNCrnJdumsATaDqZghpzq1wT5gaIqnzNfo3aDPxzYSxyTvyMfssb3Ryx9MO5
BrvGI7YlURddjeImF6dXjIAmcXVYBtl92wyoPFk7OPcsleS62Yj3KtVpeFXZz78LCv+Wbu7fsDX8
DzIsICr7Z3q5h4/qf50/urT6Ew/71x/6XTSn6b9dfTjCNQ20cxhEEaf9blvgV66aOJX/OTaiexeF
+j9sC6bxm4ttAUT/L10cf/+/ojl+CWo0QwzdckFhA2D9O6I5ky/0J226Zgq4yrZmmxZUasf9iwB0
yCyYIAgrPMdZaB/Z83WWiQnaqog5qZceoVxihJGWTTfKRI+jTfHfIe6AC/hYZHo4VhLXYoXbbU7a
U1dbz0aJTwkuNJQd0dPYwn0adJPR7dltJMrga13bwgJL8kz4SLy/Cl2i8pwM2uM2uZKz6nw7nPtT
HL874Vbg0AqSSmaEJ/YIzMhWd4pDowrPKhwgDHHCwqQYj/uqfR/rGJX4YJeBYkaP5aTf/H1Z6L/x
eP97ytH/QS8Bk/V/9hJcYCJ1KYmKX7+MRPuf//kfv/7EP94A8zeb9AX0oiqSUcx6PGO/vwE6v4D+
E7OMY5o8hhrOiX+8ARqPuUCK4Gqg4GGp6n94A34DzagDfyJvTLtmF/0t2SjBbH9+BQxYDjg60RLi
Z1AdvEB/1kCTQ6qbiGe8YiLpY95iB0Etw6xIdfdroS5sSuSrMvKe0jw5j4MzDIEBAqrfE9Qhcr9D
tWL7s253j85YpX3Q5JIGJ4IiWl6KlYLp8DCvqrTxB8x2Ls0GncWfP5GrKGH6BpAuA0wl3TCQ6EBW
LHDqfJRRtX02q16Cj8DHTQMqVUfigQcO7l5tI7AFgZmhO5nZqirPBkILuoBNZaDwzg1Atonyviop
aktyfOh/WJaznM3ejd/zLOVlM0p9magksPDBAoALSN5ojjE2F7HT7Exl4MRj5hK0cRZxzPMNmbkd
xKeZAzGFPAMLitMWXtRk13Zoq2nD/LjN7WVnViYFjpPrFwzItRYiZYlvOirij4RUgNc6HsRPyJUu
PK3FIpQb3hul5DKOmv0a6XzLl1hr6ednppzLM2gitzyQyMqcssLi7XDsVk2xNwl8rR+MNbMHmuSr
pHzBSNn7TuMIBAcQewAUW6N4ruve0B5o4Y/rmRzg8URWoGCmOSgFc28SN9ZDQThvf9P3kVrs/4u8
M9mNHVmv9asYHpuFYBckBx7cJLNTL221e0JsdeybIBnsnv5+rLJvVQHGgY9nxsUBNk41KilTTDL+
9a/1LSvX/rBrMaVsx4d5QN2Z5tc6iX19UAGsVWbzuY6fm5T91WEKqPQ49XEK0oihFMCpygh/A4RE
IFuV732kso7TEKXSeZ4qd3gT2WCA7iqL4ah9xczKGsH/IGEJFjmf2MIcu7VA8RYm/fEI+hSNsR1O
usvcxdiwI+kM0q/LsdKEhZP1CFeLHL0ds4yNTQhkRn50EYoIEyvdnzhhGp8pIw6B4ynLLk3ysA/G
kPXfLCWfhizhcJCivlhhCTaKVt/cz37oqamJyA6FOpQcRuzQINJmAJ+x7BcLWqMJT08gPnuL6z5o
Z8wt1vCaCrEsLdeWOm4Z4Dji/LcJxdX8Ote0Ooaz0vWHNbBFD317QGCACLHeq1K6/GymmVUHy27I
r0LHxD1lB6L7Sq0q/oinqr7lQWi+g37C89EnDZVk2lOUkMgREwB/ZtNPn08+W3ktrO4Yi1i3OH4o
xtzMFesvB77ALbITSGKlOvjvxdj4QyS62EU0TVXDyG1leXNhDR39KRl+cQpq3B6VT2BgFmygsaS8
gkONP6oJH/oReiYjpOtrHkVANNr+R51YThp5cQAXayQgfGfmrvUQL21xZRqkZqO0K8QnGxEiL0km
yT31Y+6/5m4i7wc5BK84qsp6h5fRy85NSeHDGbBvdavKBpmBovDY2XjKNLriA0++rH7BpudCFRD8
w2m1wl75S7VzKQNNwniecYCmCZOlbQHWfcqbMnlDmeL3E5Q57bNQA3wRyWXi1jdnAJ12pZybcpfa
UHTw8CXqGv5e9SQsvhtyT748rwv7+VsqVhEKTSkZz/DAdXFkwysvohhMz8mxUjWxmpcup+1OzuXe
ZRWAZUU1DuDbDTq9a5TsYO9mzmbJx4JODEhjnt8ZgbZxSdZmVUXtmKfikNVJyn64KbZXF2RGw3O9
YSiryjG77oFWOKBkJeWWJopejMUd9RIh1hjfDOE1b5Wj2OlNE67GHSQ0GFDDnEFKKLW/5Py5zbHS
6+VtSUvAe+8P3WU7JyteycCl3rdY2rmNelq40CoGbHYbGivYJXRcTCC0lCyjjEOaiFo+cPXOttdh
CmNHAxhapJ9j4yAKn7InFOm5g35IMMzykodMVSP5vnjVRDgRjB1cVVSsLaVRkYpSuE7iFW76JfEC
Iv5qyRO9h/uXaNpv3Lw6sI/HoSLjqv6Z+fBgdySZ5jocVOA99LGBjR+WBoC5cuB5x2U9Z29ZRn0q
tlRq76OAj9ojU/bALje2wZ9VeEz2ReJjxEiclimKuykDLM8M3UFGxxu/G4wKvi1MZdZRZUJL0a6B
RfAM7wrjhjcAUdgp/mAPPIv2GW5KYITUpW2yRgZ8Iizryn1LB7g3YdnEWdTR3cj+1mxTdGbPcz5n
sG74a4WZv7GIkKI+O1OP3/8ZICQf6J1MO/OTbEN9gyM+Y5FqroAQKcIejxTRFd/5bJU37izdJ8vI
1rdSW91HanAvDJemkZ/Y7ox4tzRCPM8NjJGd3XfNt4Pp8jgzrV2WBPl+ZqalrwNqtOmTjqklR0fM
uyZSqsygjarGZF5fzRccF7RZV14DhHviq19jZU/Nzgms9aHIjPW7MID5mx63AZRqB7JCma8akIQX
3DpWlS2Q54SJrYgN+sadIyiCY5fAgqs9rhk9FXi0Vz40GUDhifRBnY3ykS56UYQFHm3qO2NnUBhS
kxYu1Nxh/BrdQlynpUo/err2fOx5re2EblkuaMX2akKJzcjv3OC4ob/SSHxa7cHX1ex7eMbjr/tV
BGJI+cJ1MPXlhHl3vltX8hvgFeS0gbYDtr5XbNFGVhjcQOP6UZYZJsXJz3Gjo7/N8QnifCeI3iXV
RrIy3FLcd4uCn+w5XQmU05NBHRXSbq99CljLy3rA9cuqn62bB6Ft+sQql6irpoRkvoFHwYfMZaCz
aJkKSDx85bIigKT2Ozi8fApt6teRABluYJgoncXgKudBxOcehE36AkoTF1tv9HVOxnasm6iMc9TD
OMM1l+2Y2C0zrNyFNyYYLEwegKpHBCrH6e29mOrAOZHy871mNwYUO4ByUJjT6kPnuqP4UiiEuFUp
rRNoqzl88GikjoQFs+vjx7kKsiGmLYKdcXHTc4NAjLUrv7vOiqTprtEL8+AM6cVc3X3F2WKesJ7U
ooRX1WrvMilymyTOmjTJlTU6ZYJj2ehwxQ4zrLsZLD8WUCfmB7VSHU+nOdYOqY1qTmznU8+DLi+S
YlyKO1LxgnYKjtPGEdT3IC7idgFKJRau3VNJckhumKqiDLlMGzu0V5mZLJtXKzsmWGCwvkPanZ/8
EXrZDvVjyogtWwpRLZhM8xU69GwdK1/H3wIcoTzWBQlW7hLFYkFZF4g+1srFHJG90ojxavSGE0p7
sZx5z4EULRsoB9cUm53bnBtPeZnmlv4yOEZf+3Ps/fTqRXgH01+K7ADVqbeOtj8Gyx6kN+uN1TPj
NSQon7jRunqZz5s2NjewDg17v2ich2Ej3SS5MnhhJQOnbS5gUS2PfXPrqXfuCZk+uGPvbyQRkTkY
VqbRvx1ImALnhTwNn5Jjh+K0Bv+P57ul9J7covhWNvp3ZLKR4/xdwAfbS80SctdQGBHjv/Q2VXCB
3nfkgOCAH3dnPm9x4HLXa3luPrGHxQXER1U9Ng6n6YNevMGl0mBia1/F5izZg2b5Q9st6Tdzel6E
5fg76WZ2lkvKR7Ah9hypgYjXnpOgDrOI3PVKTgH7arjxF5BGeIs7T6QvBmpVG2qZFIBf7Y5C+trV
BUcVhVfiztbdNkK7TTZzvF10c+lMpWINn8aQWdYJNfNEj1vrhThXSWWOWhdgB+eOFW3DDsrCZ9os
JW9eR9vdqEEUYHc0JwNEDr8FNoiycAF9rj6kf/5jZSS0SrG5Ox0x4LzdTPrJ1GOLmfKUCLDog+lj
NFbK4VY8I19Jm5V0WsS1yt9bKIFLF1FLwXABn6SlIhdndbOVzHujr0M7GWSHsocRCiVtxbpqjgfG
jgDpznMTCyxKPeOPIH1lDxa0vdrzbn3u+fHFWg95d+N11ZwDMZlmjULe2bnZ0uNH8PGRo2eOrzDp
WoqMwn9eXfjvSQf/60Kn7j/UD66beui/uu7X8DcJYfuiPyQEQ1q/MY+4luegShL8tBHl/tAQtn9k
EUb1fUQsRDb+758igvzNtzgE8jxFfuAz+f9UNFMiPUhhbn/TRUYQ/5SG8HsP0J+EB5ceN29ranXA
f2xcmWCLNP8lRj36ExOXVcyRlnb/lI/t+kbLxFE7pQA26UzmBc42+75SsvmaqZm445wwX7DeNC5g
B+g3PpR8gLJCX1qlkwCBtMoHaXJO/x/Is//NK2z8IirXfSFutv2/HHT9+WsA5fK/IOAMfOUfaVU/
cK6m//J/vrvs42+C1e9f9sfVZvu/CUGQmXICOCjelkv+T8lW/uZwmckgsFCe/tRrDYvr0yIIz8EN
eIrvApP5z5Sz4cjfAt8LKJBA6P2nY86my7X5V82WGjMudhCoKMCCwLXYXu9frzaGfthpwIN3hDMq
K0rEhJXXKnsPi4436DfWHQR1RqPuvavU5tnOUknNkE5jJtqWXOkqnStZaVXR0EmdU4jITP0aPSjp
SlIE/eOe8mh6qnckZZL4oXDIcF7VONzV3hYt9qW1kvmxcJ0kubCmlubTnVnrNIgy6UwjbTdiK+FZ
6DtAjjEs3JTAwZf+F/a0jclbQuoyCYjGRnJPydFKJDDoFvlT9NQiBmHAq06ORT7TIImEEi/zrR3g
XMe/RDBq3E/sQIenyaNAIFSWQ75g9mlQua2aCgZpUUNv/yEswy0eGNrb6p0DIHVOCUGge1fD97iQ
jerRf+bGw+JtztV4qEbaZ0/l2I3+I8/gxu1xtUHlpRhpqsv3KiF0eBr8YFqdyBooGzrnEn36eqTa
wIrsEcz1co326eZrNFRQbgB20DiT3Ji+YrMPLHxpljd3CIyVCLYa2i/bRxgvd8OIrf1XmbJujoK1
mpg9HJDHMYGCpYYlASPGLO5bM827n6nrZf1NJlky72zZTsa5au3c//Z1P+gTyL21/1oKz4S3PtsF
S0j0hck2LPxnvlniisHCZyM3dTAQ5wjYa7Oe8oRfyfcsEGGirF5NKi8bkwbZUFWsFLFkmW2Q3NYT
iX8ZLjaGfF7gyJGPxAI/bMYbkZUx5EQMsWV/W+qxsW/GoA7WV0MH8BWpVMj0HJ/RhMz+pzPDSHrF
vDarZzVMTXOHisPyM1DHtc8eWZE4l8VkF8/IUsM5meB4DIX3uuVtPwGGxwDJxvFV+EkbxfhWfr9w
79Oi2AJqcxKlhDfBN3IwwN+3FcTjcJvLuzxpPPvFTpxYvwFPLKdL1+rIcwg7mwSpGgE619ctJQGR
p8eajq8eyfGxnBuShzn250M+rut9TPQUXikjELEOBt2dZ7D5iewgLXdQg/lxZpPDPR0ouXxTMfHt
c+BmpERCbOuZuKF2qBN3bB/jJA4TXxpdJGSWSdQLzjP6KlsY048ZGGKS3IAbh3hL4LjWDZNCs7JZ
ZTn64jEqvGFAtPbKMZjpgbtV9rFhPjnwCYvf+FetY94ipOCtA+8eqoT/XRPP7uSFMJnMQyG6cXgw
2rXg7MZQbvGYEU3BB3coGscgl7b0I7GIIJg+fQRj/ywkfKGT0ZZTdq0WOJvfnRBFczANZq4LOak8
36cc8/RunW3wYrdd3zYDLvq+enBsCK3hsKjY5NJTBT1XS0+YR/edQKX1nDkEbFsV+PqN5s0YU5VG
eWFjQU01t46bNuYzY7JedXYr2GWTaJCBehsUhX/yas52Bza5BidLHq5Y54YmYEvauKEV6FIhQhj5
VcHmGddygSx+Ga90f54GXCU4pSjvYwJvEwi41tRUr0woqLtLFxSXht2Nd1RPkW+081xqNBW8ybvS
dutXDWfyiwoheWnSRBqOOps+G4pFqRya5EOV+q90Ci0PcQ/G55zxotFL09g4TFZfHKvCkGCJ1hH2
u+L+yQ9i+DtSfM2Z0ijzuIJ+2ONt5CerjL5/mwNUDXIsRvaRUIn3AmkxuR34bzIO04VSLvbygEm3
PLYQOjaX/3JVW2X1mFCIcw/3wbYuYq//xkVKViPOauegjLV9a9egeULF99FsBtP6Hi0QS7uOjQyB
cB9n4EqFxx4QjIm/Y10J5NRj8i0G23v1SowjEKVJLxMxlvtuqCjp0bLzwjjz3WdHIoscV4QUgoXl
zPzXWMUV45+HQdCK1S1IdY9wA012e/qQsP7XvT1/6W58Gsjc4zacxvrVqYV65A6A+GNisun24CGK
M6V6zqdfjkSTevRE360RFWtruWYfE/+ksWM1r8qGBOqoS4DM0G3yW0/l3j1v83yWVVD87FtNosRs
kPNHnxe1AyS6RQrrZMvfsywKIWqb7allo/My8bBPopbtjjp6o+M8lIYPmdr00tdaeON1MjJWi9h0
HmXad2+oH5pJVcoDoI3soQXjhPUH7+LoGReLn7LrsNtHAMfqBl/HFN8uvVGcunwxSfVUFO3Cx2aw
g9bDXw+nzBqsTYDuFCDxWmxZHfepM7N3B2bwhTknV0hsaG/l5A7PZts6XPXCufYcfVssfvnYrutK
IIw0Ik1taTQ3DV0JWXxFNYgMXT1097pk0gvW7ShgUyL6lsW9d2FZ0nhgFsP+XzfNrYihplqFkbwF
2dgdVeWNeyVc47vEpDSHAcQyWGNG49zPQFSKc7s0M+Ec3gWK2XCMGFQTXRGp+E6y/DZA266Vit9i
07rzpqL/4ShlQA/pnBdlUJduZy2pz+Eawrg+k53NsJY2lfiOi7HadcDgna6nJkE56bNhCBYMSR/N
lJ2eqSLiuND3F6AVUMTxLofce0RDG0qHWzpYp/hxZit34Mn3adkxCTEJwHbXVprUWt5cthNMvRod
Ihr70m3PrQXbc6cwdqKwDrc1+aZLDjn+iRtqAOwBY2SFef6ZY5Ahf6qmG5PPWUIoJTtfq4eiFOTT
2lJBwM4MJII4j4eXPGts+6IbmvkR725fRaPBqqIlStcRMcT2WKgTwfwZCsYq8CQBxRvfUx8mRNQv
6XLCv11H0yBFZLRgORKdLQductUXBNPsxtfypQT6/Ib1k9sz9XUg+YFE6JjKVLqSx+wUg7yLRpGt
CIBuyv1Fs72pPaGuS6TDEDtmi+sZVv+8zAXx1MVn9zViDMsN2yUZjfGWfskyOYAA0M8zQrxxLtvt
rq1hY8tQm5g06VRclo85NTYq75g1wy2YaXVkalYf7gzuusnYCaxA43+OMTCbcBByJGjFyn/XGVZw
yHtM0DRdtfSotrdWnrOCcCBRgItpkshQJYDTznSqq3jI+HkS7NLNtF65MXDoQ9XW9RVVCFhzaTmk
XxgPaSgNzzwY5jTuoZ8YpHIriwQcuQFAIJKF7WFeLb3vR3vCN49Zu81mugjA/k6fAYnyH2Qi6ze/
cItX6godZK90eJgB3lLN4a2KfPbiv/hdD+J2LOrDrJtPikPECQm5jJJc+NeQ+qvrRk7gy/21/Kwm
yz5q9mintCAIpALEdquxq9uOepzIlTldiElPrmZy6rBPDfPAHqx6Qo1fL1zLNV9Sr30q4RtzRPbF
ESDf+GW5qg3n0vvCSVccES2pQCMWCC/QwzRXjA8cE3oeppkDFh6yKel/BfmF/eQ5Xz0MVoHHJevP
Cc9aEV8XTf+VlW4OvS0bALY7jnro+G3aF32PxaLXunpx7MpAfRIlJNUyfWdpIE/p4vOB6y2zeOrd
ujw6Pbo9oCTnJ3vF8rHPK1bVTCLIY8ZseMcBQxzWynpJb52pA9Vngs3E1jWQAMHUSiSc4Q2NWc8j
Hvzc+q4zV59L0Dj9rscusseYZ3UhVBiqXtwCBY0lcrml2iZ5pneWQ0Pd1ZwZDMs5d3bV5fsanlJP
or+Lt0IuSPYszHx9BGFnPVVAGwIuzhZZzU+27VhsOa+4TdxvVy7lO/rfdJ2xg4u8lUzKYtVWtKJD
N2FHYiHHMVi3v2zLry7gYCAzQ+ydQyoRxJ76kDZSRqfGe0qCqWUBuJtwpOvvNg/MDXCU7miKIthX
rMkePNNybwZWIgOwm8WlAgYD2s5Bvd5Cy1tqGrvBhbRWAW5UdFyJducRzJyHXBfXZAt1qNuqh50y
YanujNFg01lhmSbtQKrRS1dIbp4nUGfY+0f1YnW8pAX8KlsJm0mQK3a6CWhafcSpLeLIQAxsL2c3
904ptIsHhbR3UlSH0VoC4zKOBtfpn6YW/AXAjhmyZu8s7gZ6SC2A9YU5v+gepz34SER7oyCN15ci
PcFKsvccYdw7Ox6No0oc+eFak7B3ZdHoO5/b8NlZivxqrtbk3YPI3p9pMSK+WbA03+NeosehwN/M
yi5rSDIS6UD9y8tuvSShj14Nwnk8BJ4u3mgZ5xBYYtZI5p6PYsO5EcSDK74dfyAEG8f5Gf6w/QLY
OnsnD5TtmyEfX7umr2+1w/3JlJ3a4fTCrN8NqXGrV53cTsMoyLJBGXuOiZTtRh4wcDXUkt44RUDy
MvdAZLkEvTg82OImswvvJsAx/cvkSEk5l3Q+xoZKcvy4rsCLksfdbclN8dzRMnHlw994rDFDvbEn
4TjdOkOFf74d2oe2DcRB1WV5uYhB/JQFVniAkPIsho4UB4+f+NNpB4rNoOD/8O1uugfkTgBoWfpJ
HVmRkfN1B/NYyOwjEHPyzGqctRm9m9cDSgTGk4qKx0XZ/YPp1GSvgTKjC1O0daUyn+KUvtnCc4vD
xrB2L5SEGA7a33lJTTM+U2y9/ICFkX9JChNCNvL6UjVciloM8Qerb/Lkbp/eyGouHkxuijx4ttBM
wLR0n1pByQU2978IiwT3GWv9gzUH/V6a/tmVQl/BM4KmE+CbJEo/CIo6S/XDp2z25zCo6tpqOwbu
iWhCSlXaNrcVBMa4ig3LPZVxTf6/xwszhzhj7Z9uHFeUF/XtFbsXc6/s5ke/cmhh8Wk2h8DOM6y+
nIuoXCXFz14vzi5M6COhqTPCZnLqymeHELAdJisPaK8u8ZBWzITcvyvzPkgsGNOKfXMomwXsZqET
cvFbmwlfMcngPklk0/KgbVcPPEzKcI16wqEayPJu9oU8DZyagJtYrhNEXgceSHWN86rnfnpqTdZ1
IRXNRAeJ5fvPhD0c/D35HJwH7bbB5bKqLH9fGy8ITjnOlN0UVIV9Bv2t5oNgxuuPHJU/S9pYo1j0
091YQ07ajcr/Fn4+vvVZSbRwXn2d3zami57kc9AX8C+Wcpd3xXvvQjN9zMeCD+5sEVgo1JS8BPFC
omd2+h8IH/GR1nIgE2wYhQuPSxUeAZVkIdPYuXR2VW5GMSqhO+qck0XuwVF29YXh0hC2m1QwXdW6
Fvl+RYGDnLXa9iGIMSoCxnA/ZSLUMS4alqj0wfZgkjlNYdqOjagwSrHRrBBBGmHt58CrJjJHI7g1
xtN12nONm865lRMhntm3liuEnWGz7ioQ3jwuS5YlIwhXOgXYfYhWPc30pbIPG2gyyYKEup0qqz70
YNLNkrLe1578kcV6jDo9GR+ir1Lm3q15aLVnisIy54oDqo1xqcK0U1mCpr8svzeJrB6tybZ3fld7
19pw5h/eUBc3vFIGMaMq3iS3ejxmyQJGqK/IFEMXLG4Wn61L1a1EBvqWZl0fjNB+dZflWtG2idMZ
mTEOmxzjsUsfwINs8CRlfc1OJV0cKo0Yuco7aUBXDecYr/616cUogwVZSfh3YqYeRFPkKx66MhjR
3dSwlJeoHTBxisxiz57Nmm4+DhCG/aNr+ya5g967VVFwZU0QY6wideSXU626ftdJlePYx7sylNHg
d7g9O9KQzTN+BumzRi7olt75cTHHrwMWLtwiowKqegTWm+ogapnbk2OZk/+5gyiwOmfsKQV8jXFi
kBno1YwvU2tc1r3PQk9+pYPrXbHL9r+nfMiDn7Pfx6TLxcDNaY87THZXY1x5d0wOTv5UwMGHGkxL
QH92Gj/3D+Q/Y/86Zq6N7ymgj5tDydQwEeziVnlY8UmRgoV39VkzK6to9fN886VYNGHZNJyOIdQ4
vDC7NocIGC2uFZsYajz+OZYkYd+nVU4sBwM8xbh87+EgcbKZ+0STsHWmdCDeXvGYeVCTR3QjK6wq
Pgo+Te41a8thveyKYnHIlMZ2ekIfqrzLErK4PtozhhFcJ3o14wfDd/nmvSHAyvq80OSIUriM5yTA
zX+30PqLLcIvqPjMMV0ahyIVdXUaeiC4dxgjwQqunF/sHZBBqzkFDmCdq1LMoHw7xijxhJYuue2S
J8Gy0OHd21Eq4hp3wUqcLlqHFaH233pv8RXYKlpAhoUeuQlaVpI7v4LUbC96EdPGDYohWSM/7psr
VrszQPWU8pGDtJitQuAehJnBVci7fq6mqxgTfMhKFu2PhAcWHF2eVic+yolsB4xYiZ+xX4E0Ys8I
hyLg3FFV8h1WcbIfOxE/IWNUO0uQWNWoh2eQWOalXNbuHOsYS5PFFF+MLjQ8DCVyoPjA1/o1aQKg
epmlrtFfvUeXtf4tmRxdkNrzRkzOjG6381B/qnh+mv1q4Hv5r91CPjFfg4us7fGZkY8bZYFyH4zN
nlMXkMYUpJkS9HyuhZWH6YCilcJV7FZOHCA0PQA/W8v8YOAlcNZqr/B3HdO5N04ebhIEP45gNeje
opiOve2BkvJVFbYuYfq4EgvJHVgPCOPmndurOBytxKZreGzTGC/NCNo5swSgUJcb+OI4wR4Od/ar
p4D74M7cZYuiN5cgJAZii+u1W3PYOt4lGafklNtNtScBuhwUq6ved39lsiQQVXGLv08Aax9HkRRn
nOb9OV1a63EoZPu9+DK96RnKOjxHVXlXrj7PLgVTyW8bfW1qrd4cQTxWgDM/c8bHTNDy7X5OrPxO
Kcz4qOIzdZlkav72a6KltdvzwZZZgS+oNeU7Hs2rcZ3LZ9qJkpcRbAcWsNb7IODkvQNaRbLkjX31
es4dY59mPzCgZDtzNsEWUN20p9JK4H5s6z2960hNhOS37p6OknviGaLFZNIES34cTMjQO5IjnJys
IHkwtGxPvcy+nKKW50wttzaCIq5D78msU+BOICr2Ll25W4hw3AVz/E1+Kz+baeW/N65PswbiuLKq
z6WF6moHkAkpSYRLQCQSN7VJ3JzTujGo+HL0uvbOq+ZfHOkNQowjkgcfvF3jFsld5hNUkSZybOR5
+p4z2HvFh3bXbhi+dc7vStY31Ldl08Fc0/p1bYqu3peOOezbrFU/iiGbMMnmc/mwNsu9qSE5GrMW
+9WY2nOlExhuZT3TciJA+ZUZXel2AdGCgFasgq6LYj6yxyLt219jIR7WwcZFtTwtRXECoMW2Y2he
Da9rLvNKnrZU2EkVXFe5Pb3V5rxeZ3q5iCme3xPCJlCats6RfN1wOc5dc13V/nxhusg9E+fas7Lo
B1VtSgo4c81jsNbJTTYNhwQL0tcW/P3Re761ScA+jjIFxsqzu4+sY32lELkuPNJkoT83J8yXKrSG
oDwIxXkrd4IjY+MWAU6WaJTQ3q1evnIPHd90S2StHGMopnBObZ3Lca+V47EdyPvTADR+KS2D5GdL
1e5MExYirIm7dyDwcOt7XuFEqT24FROUU1NCSPg8Mvm8TMcyltmlTTPvjS25bNs1m08BuYpoHcsX
7OE8U7vYfBIlTlr0mSpivVRfeGnFKaXqNgJQ/dQl8jXpuDKLDIpTaVNATlfSS2URJOOXtU1sOUTW
rFxQw7Lepz5MyBezND8amSp4I5IRzZHVkbNAtR+p271yam18BvFsQIjFI9tO0AHXtHlqC36l1Kxq
PzTR8XYKW/2FxOCKxqIScmklZz9qCA+Zhyl3LXKFW1hWbyP7w31nLDOglcoHJ8myjcExd+/tvp+2
elVu5AAytwfBknwyiHLWsLCFzAX3Ru6DLddxk7QXE9ovSf/6SkPcfTa7FtsZFYiEXyHg8NSpTx7d
zjwjPAO0cOLKE0CSI9MM3QHpMDgRC8IFwNGUXelK6gvEQe7hKaXgtGDdL3nuXvI7rGl9B7dvkWBG
mc3SJ0fr/ooCqeKRlD5LCqOca15aXrFfQBz+xgzoRRsg4MlaRBYBRfERTVgdRVWZTuEqbGB+i2lM
znXXcsmePcf9OaMhn42ghSWK0NkPe7DNRPLSeuVgqK0fkuVhRNL3PbUMwEXaoPyQ5qIJUB4ePIGT
qXYIhk7wES9mkm8v8UYhpDEZTLKftvdst2tsOJnHER0pLRQZjiEqNY1fCBgcoo3iyMhjXlsEHZ7W
OF8OtIdz0ars01/cJEKUgjwU3A+b2XA7KUpcV8Ua5WpNItMhtjcVDibiPKWPvpsAMiIxW5FofQAU
cA8q1hHxHk8i2SCIlgVpHqfMobq17bDrAMXtc+mmocsmjVNtZd2O7F4RgEDqjbRehLh3ME02Eqfk
0rXTYVkt7kEUq42HdlmWQypKcaph1eIaNssvvdYXOW4slHexXGa9adxyv6bqbOHRzGGVyno/Fo8Y
fSFELtN4/ReDwX9RqoIv4C8ZK1duthXKlKSHQcTBG27/fV+vKLw17HqRALTGExPaodgcURzOvT/s
HbT40MXzX3wjTAZ/+Ua+6du02VimaQoHKwz1LX//RvHkToVHPVjY2bWjLiqi9fPl4sLBjf7xK/p7
asznZUjT9kzYE6Zwvd+NNX91IMT+MuVtVWd7m22qt2/w9IElroL4bWw4O0YBb+rKMS1IH81EuuPx
H397c3vH/vTb/P79LcobLZLFAJpsub0Rf/HbTIpm0UYG2T6rDQe0BzKss3MzjAtAN+z64Bte0L7i
n8jHa6FL806sLUoDAJM4YqFupPhZWxFcm4Pu3f+Bi+v/x4yYQ2nPP2h2Sn99/tXctf3bf7htLJus
Y4ClxXWxotIuzi/7PwKS9m+OR2pDoIhho9++5D/SYXwNwUmECq5yxgq5WWT6zdjz7//qUTfADBDw
9zB3US4g/6l8pLm1Tfx5qXlU9rgkIzF3mUTRTGw3f7/UGmgTjjLlBSxDhZ7mm3E1nfE4Bu0ZbqMZ
YiWtOICUqIcFBoYmRaaCfLr6QZpCZ2IDn8L0CB4pFKNLTsq+lYesspfikkl4Fpd4DNQDJJV1CmWS
B6w+tquUEWI1wPCJomIf03e11T2lJo6KMDHwqROIJqxmQ5RL3JFNfykXapClzgA25d3U92fuBOx9
cnvtjGiWgvtOlsQOKR9KRyDjOlTNpX5T36VZ2x3rSuAbnR1xRA2z0+NkcOphOJA77dQLVHqF7FmB
vKVy3qjFDbKxSV6Mn0pcgW8oXnHcEtYk502Cy6/L9BeGGcoRZ0gDaMm1dSctp9/TuRY0HXE6SmG7
Mn7irLO0/m7jocNkM1bXNF4IBtG54AElf5h0tXY3xMsb47WDbSlRyTha5xXR1C7kB23nbT+gFSjE
xqt4XtARbN/WHQzaB2EsmiVEzmGx/ZwzN/9izSgI1vmgoGcWYLWT/CAdM7gP7v+l7ryW5DbSNn0r
ewGLCCAT9rQsqh09RfIEQZEivPe4+v8BNf9OFxpTmNbZToxORAWzMpHmM69RCL1gkFYYv45TIHHo
GYCiA5qR0yGu8j+D0gLInYz675q7pJJbFYn5Rh95ZGokJVCzk14anuraaLF4yKboDSAu4iqlFuJN
WYee4k4mpiWHyM+08ZOdq/1fEe2R4h1BHqygnd/0WPsKhFg/lqHj3REPWQc6Sqar6l2I3FMfuz2N
3J1B1gzNL6qxWfZg5n7APqDmvYdDgYxJGP5mKiaFw/Ow13g5nUfUVB3Uj7M+dWoVZr1ATgfRiyEl
6vUDS9XRdHH6lmYo/nRotDSihGBoS6oy5CWYOBNOq4psJhKIzCtYXwodiHsYemIdBx3cw33j45R+
kOCFxovPu4F8EUAI5b4NzTQ5D3itv8VklJCKfCMK7kyvKL0dvhRUx+qALvTJsy3ydquKy+xCNdn4
DKQEMhkYyUNO9ffcNZBEwfUUdJ7VwiwexjQNnpQUYRtaDkhDtU6VPmGFMCKa700KYgPkFKcukdSe
sXusjrkxVi7kuO6dHxTjm8i0DFra46A82XXZvqMvpVGHqwU+GSlsxc+aomR4CORYW9OcQO6mBgpy
1ruWnqDuVWjsUwLgCDVBeSkAob0bhFV8B0OAGixbC4abpUwR7Y0e2NqokrrBgfEVhOKSXBYXg7IQ
iTaEUqBc0snIvOs4Vh5o3DR/oDsffBzGUn+i3Yhze4eHBwoaWJ3jbPKpQRwtHH4GYog8erhew4tH
slXi5B6MPdXkvmy6H9wKOqYQ3ghOHynoSAYYSh2KdGjZnxTqYycRZ4emGJKZUi2bwToGWu9P34Qm
6l7cBzUyuB+QSEU7s0lQjFD3qKlEAseGAXNxZP+dOmvzX0WF2l5EoTQm+YwOdQoW5oH8Mio8Y1fk
dkcymTlNTx9soB/upPfUp0oyTtssBzovvTY0WHdnlUr1YZC9fiociBfASywWfzehw/XR81V+5qP8
mxCUeoE9yr1uV/THQOUECZiprFYEgkVoCSIVBcZE7mqsIYJPOdILebGbKe7Bd93x6+wzJZDM/Ip8
bh5/tEXSD6cW6Fz1iD99WD2iVYKQGXJ7FbqDtCyz9m0VIHlOfRtnX8BofXrIKq23dh5Yme9taZBu
qXFpuakT6udG+nSjczX9FvBxKe2QJiF7LQ+BkRR3ElPtD/aIDFEW4HJCwBTFJ3PgXhiFkUFq4i96
nIyyQiPdtN/jHeMfRuSOjlUo0dMZbLtVzk6rksngTvtVyl7s0woeLQYgYCw7yIKnEN17G/R8pp2H
1Ek+B6NhvfGxHyBbgdF8FHmNYAR63gjAWfolaxI6WIAJQZ6I2PWgMp9HAFEXtcBFbVfiyPGtG1sL
gbIUX+MWkotKvdCtgi5/cLjOFbhG0/gxrowAKEgC64/SrkR8CEriTgioIQIYKubllEVOOrSDM9Vi
7ZMRp+8n3KRp3aftXdGqv0xd0T5ahURKJrIBZ2VVJZEqKbLPyRiZ6f3IWp89af3ZaHEJGNJPWnnX
IudT/vQSWeePRZhD0Ysjiw8OH73+PIiOunSc89h+DSFD5OEhy3IYhTsDuvPjUAG1/hmHdfTdME2h
fEHcLPYfqizO7JMXRYpHGEtrV/ZsGUzhhdXtHT9EERwAbvZusMbiHFZqMiugmtkTBJBBhbyIz+5O
2DSzT9BzQmRBVd9+TMKpxlsg5i4t07FBJrIe92XVkMX6Dv310knHt42BG8NRIo2FAVk904MQuUrM
+DiNtjwpwFt3GOQYe9xiy3MiC/ub0U7qoex1AYCP0/kurUsL9bzYfN9UE2L5dez41U7q2fBnogBs
oOtYfO8HBV8QOvrxidrMiNSQMcYfBmDNgDdANXzvTJVv72YBzwz1yjCeftQBSvJPHsKd1omcqbRh
3YX45iamACICs3wX+SGKhJYS/KLT7Y/nesoqDn3QABJ4+ztwfJXGyH8JYv//zJtLJ2G7FUKHyV9X
MTT/+f/yIwCma2iMkJAJ0s9/USMwJSQahpaiS1OVf1um/iuCVjQCZQR5kDswJNub//T/hdCKYaJZ
gvQOtAlyrd8h+W9f2n9noZjJ/sesdM46/x1BU/bHws0A7WXOGamQv8kTz5I1aSXwHKjl3bN5a+pf
do7gY1PZRIAiw2zkU4Dq85/PVubt33/7/4HS/jYPoY4gN3GdoRL8ky5YZAaGBSHDMY1F2E5shAQt
xKS7GE30Ij9babvLpoA2AsESYBEPoS2gXI71AVzxHjEhqprG3quBIsHTlfpdnDq7FoLl7d91XQoA
tUtCQdJqCTgnJsIXi8S18L2Ja9lqzrml90dezQAdbdp9QJatv4/Jf1z2Wbbi2bL/Hgquwm87Vb6z
Pv+UZ8teKJ6APFk2Z8Xw8o++Yd9lxF9ur/gxliyzfENcqhsFiMWnhilBqoakBxUPm0tTX1Q66EJF
oIqN1C1rDa8SFWCT0aF0ngqR3aU0UzYKAXK5nvOAAFLmz62Tp817//kkwRWUohKCAWfJbfTCzaOe
VXhdGIgIU5ulhhmX3rmJZjemprTuDaOiMK9xi3M3lic/bvrvyGtXGPBoSLR5aDEckjAccOIOhzmF
8aL3ijl7RBoE05bnkxOlYe76VWGfi6FrjiH98ovuaOm9EsXYiKKDcpAtfmyGqHGPgHp3NGMJGMZK
k2PR4Ypze0vNW+b5dxaIlunUrQ0VpoitOgv5khy+QZq2jn+SBYx5J0mSU5733WtHocyjSWkapNSU
smaDv+cLDZkXdy0VoNtopqjMGV53qpS22hjlxeeEiaVbFsr5lMpI4cn4n49CshoLY0z1U9M41efC
zhSkOYz+Q0vV2r29bCtDabYAhcq9yUVoLJZNxDR8oWnqp9GHBhIz8idetvZoT3r7/vVDObYpQWUY
XNDG4lSgREnsIVX9NFEDQJOYIEqbvTECETh/F5/+46F/sRkcyYGgMkd3D87bb5fqZ4c+EtmEXGZg
AnYyDWASBZIHCW6Ztye0vFpISZxZNUdjK/CA2MtTV7c0UHundS3wKL8yoCfBnmgq/JV4DtfaBBOJ
3KFzko3bc3Gp6xR7QOyqxBM6OGYgD9fbQxUBqYreeWffR7dzZ3ZJ9SVBSjk+ZWoY/kGXv/oa8hri
66vVwtkYfXm5cbvxWOqmauuSArm62DFpKoKi0/GW02KylT3UbM1wB2S7USdH2eO9wHFKe+VKQ3cU
85HjjXZgNs4lsOcHwgYRmDaZYp47yDYI7tr+F0AquL5Vlryf7Ck/gg1qNo7GchPp+HRCaOR/XCwC
aMj1oEaKx40Enewi94g6nWrkj2UehK+qinNnzaOATjelMHWVSV6PopmaP3IAc7ds6vQedFq+M8kf
TjESBq88FQwlVN4IFhM6E+DY66EAhmsj2VPumhXdkt7SMLWdMG64fSqWN8o8ioZ5OfGSja2uvRgF
5wqMRYKscPtM5EQX9ZSEJ9/RA4GGBPfQ31pk//GovxyONx3MraEhfWOY9vwVnx311s69IRbN4PYq
JfAcAf97G+21PY2p5On2zF5uCEsnkoJ5a/CqW8tbBZHMJg/Avrqq51VPhgfNDhrgcPf6USBK4vs7
q+Jpv2mPzyak2I7qW2k9umCOlFPTh5WrlNmfrx6EwjHPhUPXgHB0PuTPBkEAo04dtCPcIscbNupz
SkYRAu+/bg/z4q5gtVTiIGcOT4i+F3shtxHo1bWkdwHNizdWW3oPgEzKR+D0E6pXw/jj9ngz5fN5
EEDFFX6pQQTAO42Ww/IwUV7wW3gXNNVRpzbjRjkCC6t2CCCXB3BzUDkK7LXtGRjayDDf+HQre9GC
KYt+oKMS4avznz9bVUhGMGJE17s1+D0g+6ES7no4csBPze7T7amubEaLLc8R40pUVX3BfkWfOkUh
SutdRNngZ4wJyB4H42y5cfWuzUkSg6gaRVDTkOJ6Tl5RQ/ySzugOo559Z0VRpLcBdGu4SqFmfbk9
K23eEVdfkO1IFwQLZV5VDZ3I6+HwwUHbSSaK2/m9BHKWmEDzVcXPP1M3VJ6mKUvrr1Hq2B8hTtnv
MQ+UNgAgFcOUvE2caON2nmUpF7/HgFZvCFopaE2iHnf9e/zBhPnYA7PxWQeMUDGjdM4K+HLEqqcA
whQIQPT+Q0HQC4CYWA7EmNkV2MWIwjrD1Wxw4zBotsNjQz8Di6hG+YyZ0vhWDDDfD7fX78UBmLus
PNCGqfFKv1i+wbSiNpX4kUeWZv3MPEXt94GgtR5UwpgFbXBzAzf+2Fr0KwWN/o3beBkSsUN4fWkJ
OCZfj/L69XLBhSkMPS1Hd5QUtwXaMXu4JuEZ9/jqi4cu/kPG3Dc2zYstyqDk1thxGzR+uWyuBwXX
1wwiU2AFhVH3DWOIZDbpqUHXd1AP/iVP8d8/OPNosxwj4R/iA7Nc6fNDXvTxUGFDNrpZF3YXVOSp
7/hUnPYiEOrG9ltbTsRiuDpRCuNFWMyMY+/1bcPhSxqkD6khgSgBc926Th72x9wSwwyJgKdyexf9
Dm2uTyFz5HXg/abBTK/ieo6BhqSzVQ+jOwEA3pVTkGBegj3ZWxnavb6PqL0mIyCDwor/UP2+eAMM
8ugDedrLWQEwGdAlA1uhJHsl8RuxEZitnUnCQKQuDJXSxnJVwGsoCfgX1R11SC5BVuPiAgKr3ykN
0mUSwa73t9dj7TPMQAIDmwk+hbVYDlC1oa32qYopK5RP7IecR3gAgH300j+2FX4Bvxs9/2BQLkLK
TwhqEG9cfwM1kZ1iBGJyy6RPzF0W6dXRoAnyQYRV8D6QKo3VqMjlFnpi5TRRvJAS9Dy3Ffn09bgD
1jGW2YSqCxgGKiXUylo5Jl5n/zT5uH+8epKSmFSnEUhr25aLB1sZHC+JUQ2A/aUq7KImQaEzNNun
PqizI78Dk7yirV8byM3vGBGjIGJE+2SpU2J2EmhbZU60FWmjzQw6HHDUPrL84+3pvXikfw/EbTwv
pM0Ter2WNl4SEuVIfCDxJTqQUMUuNNh247iujYJyMlrp5KJEwPN5eRZ2qKVnDfhYa24zVXl3gP2X
qQeUaaHm3J7OAnBCssJ8LEE5TdVtBPKWJy8zEwcFdkVzy0pVh+NU0Y44FI7uT4gNzcunmUX6EVSx
buPNiJLKrqhEjdRaUFkBzZNEtSCaG3HohjZckY2ft7YOROiWxdVMQcxcrIPn4LERpoXmRoldOIc8
io36ZOrBtFVeWDsizwdafFZy1cQbJQMZ2UDTcsLvW90VmMG+1yooYxvTepHuc8XpPNfgi0jbKG9d
f144Bm0OdozbR1Fwvw2k8ocZNeJSD0P6ITVq6w1maNXBSaUMN4ZeCSdQGwKxJZAWQbZ4MdHR6+Mx
wY/ERQYhg6lLI3IWgBoAwTYIbSU0pB9wlxjvkKwo9mOXoFdwe8utfFPSO+ZuQqUBBLP4ppbI29Ix
a9WlS4gjU6bWdX8XtnXhPLx6IHY2+Se5uG4byzpxNiZ4BsSN5YKJ1A9JUgwwjZv09U8XGQoREm/r
jNhZBA+1bHuk8DzL9QzFrHZO2g8OHUs4M1xEAQypydO/3J7Yyma15jIR0Tt71lzWhkWcB0UJQt3N
lR5LJB9cghxH9Y4U0NvIf1YeZsTY2f5EyjNcaLFdiIxQWGk0nTJ003xLYz97Kx1P6Q5OCRl5V+WY
oG3EfogYsv0XsQpJLFU+nmeNCS5iJGrfSAMjf+x2TevQ6BwIAk6N1pTvFNXXzSe0FWR2to2ioekK
QqLCglsYPxofad2TiBsTWGyXdcbRDO34M6KWZQ4eIyC1CSOBQxoa14F97CLZfM4ySH/4+XoiBKar
Q+RTs8n7kCMa8Qdo3/RJhYVQfsFGrpJ4cGvDmxQTkGJv19IwDx31JNydsL8sTgowTwlGXtH7+yAu
G3sPh1afHcFHK9qjnKj9rJAn+UXcV+YPgTAgPCS4Rnwu0VlW2DeNZR3DpM7fG22HhUMEoWXaFXUN
NCQXDSxKx+7Hfah6wJzKTGNJ+lFxvsz+FxgR62iwHGKoXPZpYEP26MlEA+5+sfSQJkCN530kESA9
WLJzpp1C6cs4yahEZVkn99LAoNg4ZqFDNHzTIH+iWBi21WPXG/hVmIFRfYsK4mKcXjTlO4xg1b6M
adiPh8oxxs/45rYfiyZDVUbWk/ZRhpHy11gJ/QduLHp5nsnn70wnKZCkG6IC3pUnnPGAOe9M/aAV
L98lsE+B347Ce4ceOHgSTM2dt3iUYAysoVH9I8jAcsBp8Aqow15nucyp+5S3reG9MVsAKjuo5Wp5
TPIZMZNpOADDvBQDkFEoM8feyNJvPYA8eZa1nXwaekOLj17Ztz9B9eKx2PJ3IEas1UDfDE81fti+
hlufRJAiuw/SBr0zC9t1wM95TCfC1Fvkz+HBRbNpiG+XSPqSDL5Tpz5vcWAuwXCY3YC5KEKLCHcq
aYQoeSNUZKIC2cFG89MAGaSqyNXzIJwcEptIa5BvJSAWNNlj+QMPbkScYw1Uxj62qi69s5Gq+T6k
7fCDyG26jFZsg4DSBO66higriWHl4P3p22r+J5DfVDvlVZuo8IhUJTvmcOm+KL5q1oe4Tqp3Ba83
j3er8jPYZz6csqZXdwYNdRBe6kB7qwdOpR993qZf/7eLh36oo1LyatXzXz1SdNz5Y1gkG1XNledx
No0wNIsE0KYicv08RrJwSsWrdVeH/YDfLPJcGLwNQ/Cl8oce2WSjytxKkQgHe10Dh/f29bpARv6O
iRx6T1CdadgY5rLxBI+wGDXNx1haTKV1qgFhj7ugTOO3lRaU91OfFe/90m9/6Y1EoxYTOO1djg5U
vvFD1u5BgwdSp96mobO2CKVThByzXi2E2/Arnyo6FkDrk2BjlPkKX962XLYsNOkhbZzFaiOJ2Ujk
GYQraqVDNoT4gJffVgEp7pBYy5J9KxPrz8Aa6/zX7ZVee114numLIS84v6LXH1rH1WIOFYQ7JhFI
TNQPwFeg6/beKGzrPNTm19vjvZyqScMeyK2NKwnd88V4Hl5zAE16w51QmkYevlOw4XPKvmjvFSSo
TXCNxjRg+agQ/t4e+uWehrtEDQycrUG/bPlm03TSQqxAI0RkAMNCvbfQ+g2xg4LS1OMslqLZ1h5b
wSWPmS5CQve3x18pw1G4pVU3Jy3kZsvEpRkDE7WxKL2YoRn4bmfaQblHaBZvWOkTZx8bUjoNkZIQ
q076AIVy6nTIQTxEavNJx5Qq3liSl2EMrTxqWqAFCIHZBtdfH5ZGKQckqC8lfF8bL8IKKncNzxjN
Bfv77em/3GmMxaUCWwF0NanO9VigicssV5P4ktmgBwMZxkdbE+1joPfOybC7YGNuL3caOQuQAZac
yvULZgRW2rodwvpz7TCKz4Ph2zs8AVJolaN2BhKpgZ2U9cZJXlnQuUCIsgVzBI6xuC+kOoDNMKTj
8oQkT0QUCKGP5gTdVlU35vfyarIs6Ak0akwYLS8aJ5UfmKiY1I6LeR4WhBiaQfEat7rmK1/Nojnj
CMq1dLKXgSD6xyQLRQuaRY0U3jJP+VAHCN2gbtdzSrVgo4qwcEyZb34iefpp9AY5KlTjr7dJNEwS
z0uY2j5U4ITSF5jvPfUMWd4PfSnf5WWG8krfxHW67zXPwxc50II3dV9ZKJ/qOfT2fqC1iMiF8tEb
LaCpWi3T5DESembgxBtOaLEURvMuUlEbfAJNp39FTdv5NCGDvgWgWNkPAAHI9mjdYQGz7GaHoyDG
NRrPHVSBaEmjeSXuyXjWWLvRR4Hv9dvPBv5D3YIh51Le9eIpte0UE8gftyixIdjZWZYqR6rG1Uc9
Aer+6jQSOM7ckNRA7s736vVoYLkrxcJhz21SFBFSvzO/tmZabWCNVvY5o+g8FRDTLN6q61GcihEQ
m/fc3FQCoqJYRu0ndUCmY2OglfcB6Lmgu8o7MV+I1wPFlt4hlVJ4Lkrf1oRtI3JthmfX+6puUwNC
pNkfC3sIEFOcQNjevh3XNspcDiB9ZdurM2LuebkJKS4J2Vl4roqBClwPoxFfkGnP8Byo9OLj6wej
NAgKjxwWwNii+OHXCOI7Q6e4SgVhrisjHL/zslQvHYLjp9tjrVwgbPyZTGXN6JsXsJthymJdGxXX
R/fyAFUaZxRf9KemGv8cOR4bt+LKrU+zAmQelTQavst2sqE2zeCkmuLSGg/eCLWsDuZkJg91jP1J
VnTKpdIg+N+e4/xxruM3cCqz05Qxl3PU5dPWdCjn83YrrihgH+78VEV9PC612jiiITCAw0uRYNnJ
MOu/K7i4n0Vdj/pGeLE2c/p8dIr4R6cKe72D8Kg0U8NsFZfCZaq5QY6g5b7zjb4/yaQb1cPk+H69
t72x+nB7+msn1AIJ+nc1CezM9cgcxaBr61RB8X8y79NoUvY+efXG/NZGQRGRzuwcrlIyvR6lRrnG
wNuULxuPAQIz9OHkAbWh2toYaG3H2r8DtBlHIpaUSoTi9NiA5eEmFtWkyGkwxQm7n7pPzbXyUUW5
vXprJ59jYcxREb3n5XANkq5JIW0HREytH3SZ17SfGnM3gj9//eGghz73XoGlsVUWW8Q2aHCLNpnN
NBrgYS2O7u/UACcb2NhtilSfXjC9qIQpdnuOK0vKfYoeHLGvBQZjMTDeD0Btoa25rdc0cKUtlOVQ
iv6E4wCFGfgUx9vjrawpa8l7a9EjQKZ5sVcMHFSTOat1Ew2lPiRREJkKbEnxsa43Pt/KtqTJwjWK
B81c5Fxc3LTyM6klpeMWkRE+JSIL7lqo6efXT4gQjOgI6CJ7fzEhH2hAnxPJu36cDPd2Hc1+o5r/
l+Mb2eH2ULMx3vI2422AjwgFEnz18sEVSQEJJYkQcnLq/IIqNvbho4CJVqmmv1c9PcH+x8v2id+C
0quRmChMx/6jkpN/xlzF3qh/rjzLDrkiF9p8+l+kbXjSxmk1zO9/XeAkEtt5cc4RdL3zKehB5PKT
Y1iZRHw8aOXGWqztI4lCOZ4AnJcXreIQ+JjVpoxNr6WKHnpzAA5lI+toXUxlwAft9tKvDkeOyrXD
Bf4iGQ/RJ20zaRAtws+/BCbEiQNbon/bFzDjNwZbO5Nouc8tLht5y2W403uT02O84hDuAKXWBuhE
RDwSaQ24oWjnORvjrdR0iEzpDAJShlxNqfP6AjcVSEQZQhJunaDYg9ugkKiHigBiyuiplXJCOMqP
7inzz1LGfo10Dfw4FPacdBiTjQP1O9levNkzdN+A144UxosKU4RajA4ZyHPrqE/1vUMRpryr8jQP
3lR5Rd03wK7OO8L464aDksTxfZdGw1/maLZfgsLOm13ZJiZqMkMYabwLaP+c1aa17kaqWqgowpXz
jre3x9oXm6OL35WxuTN5vYAZYm2DOgWe60RV9VfhyPCrij75V/ByyXjIos4QG/v/5dkjFaNTPicV
pLTLqwCtXPiCWmoDCpgQ9NPrTvvqGV6pHkBXYD1eF2EVHwDl6B+munbExpZ5ebfaeCWo89Ohznnu
4tloMeFyJg8xblHIytkPvhlZp3gA4LfxPq0PhGQv9x2pzBL8G4D8xUretpDf9e2zEiTZpW0QEr39
/V4eb6bDKwFgjWILe+76+9WJX5nonjIK8iJI4nT6Ia2y4AQucdjY3qsTIgWCngIcEeDj9VDBmLcB
OGVMmDxANA78ADSnu3YjnlidEGEEhUOqOkRl16MAslWnejSR7LSq7FA7GqLonSovlgLv+B+sHak0
xUjk5F4AYIX0DURze3oOXBV7O1PH40wf3k9jrv2TWdkgYXjNef6Wmx75VovHSLXcKRj+0AALAcTG
OdOOkeO5PamXB3pGWFkqZBbgH1QEr9cvNEAZTuZgAezKm0uoQQ5U07jfD04mIAkh3vnq8QARA+YE
BgicbFlb8QIpMtBFtpvlpnqXo0uElM6Epqes0ZEz0Wl5/XhEmxwqPHZt4KPX84PtGBA4NFwfVqS+
bWl1vyNvK+sHL+2MH6qH0d9GJrayI+FAAN4EsDezlBZHzO8bzBCVwnaRhx53YY55Hh186zAWY7Fx
N64NxYcjOCDU1F7AuXADaMCPSdudssm+C4ymPtCLGg6Zjnfo7XVcOc1UDTnIcwg0h4DX6xg7pTQb
Hh1XImO0a6o6PiCW0G/s+5Xd+HyU3+/3M8QLnhLgeMfadjkagC8dlO+7fuw+jnbYuENqmv9gN7Lp
qYgjtDIHPdez6gnfRtrKfKt8Qns4y513ozmMOx9vjBNWMUhL3V7G1S9GwdRx2BiUkxaXomJ3FjW+
HG+HzvOPVu20JxNAHu22YYtNMn+R6+iCIjDsRGgVJlVgZzFUa0Q1AUHGWlbY3+KmFh1inR0Zp8iG
Tr1U3cKmDY74h3ZAVUP8vD3TlRie8YEnUAUBXEe/5Xptm3yKA6Qnbbe3Ir1A/MyP/3LKqdVR1LSt
ZJ8Ks87fjmVc9We7EmiTOYOsP6SmqO8KSmS0vfsgSjf28Uo4wV0AwhOeC5iqZVqWIZfQVoO0qDsZ
I/rBJjJQEbaT39u2rPs9/W+n3tmya39ppUEv+vairJ0iulwQXSixwSRc7DeUXzWzdAh4zUpB1z8x
wz1ET+Vye5S1TcbmwkoMHg/4kMWdHviWPqAuwSaLy/GparPoGHXo5NlD8eP2SCsB9Uyf5aX6zVgi
X1h8ZI7URIHHdsFedG/6jF7pXqPPgWN4lphfMfjGmgQB2f6iqiTbjtbTdkZWa+PeWFlXKJKovtLT
I6F4EaXJUEKwGR03c4L4qY2LbteN2auh+SaT5TGhW+WALlze7JWpx6KvNMf1sijEb5XqCCjs0UZq
5Payzqu2OLozMB2KBV2Gudx0vapo3M0AD99zIRnk3iHB67FEUqaKPyezbN4demxoc2qoR2zsz5X7
F615gJMmPM6XnY8RqbI6yxP2ZxJrDw2rfYdShf+o+1WzzxBsOd+e6Or+mfGGQPtYVfrO1zO1ckGM
GGtUSXTZfY1tr3g0a4xaPUnvIOi94WiExKjQXZ0zmgHpqdearc2zNmnaB+wfCNw69nbXv2HQmwl3
JrpYbWXEX4cor52zaaVY2RcZqi9H/sUUH29PfOWIEoJDaKfhzou3fHgoe/QSxRo6g42FgeWEdYpE
BPwU4aT1D4ZiLEo38zVMlHw9PWmMyHwYAW8ciAosFRz9r5rL2cC9xvDLjZ27cr2CVf33YPNBffaA
q2o/ZMZIFmO2garvFaLwr+2U1JcB+FiGA62vvQV1gjp3DkJ4cG+v6to1QLoxN/bhqiHddj26oPeo
O6Niuwp+R0+hHvcPMAXERsi89u3IoeaLRsxFmfnPn88RUwuzaEeu1xFZdF2G/n4YTf0YlIW3sZxr
E6JSSgsZoOhL1owe+NOkJkRdXhuVlxjlrYOdoS/5+mUDgjln13Mj9wUooIng2GUxzhZJGpwnFKkO
U1gWG/twhXJji7ktSFiszqD7xUakgD0Uk4kOKj7DBVw7rX4/SsXZccCp6emxuS+8MTgXOHof6sJT
dwpUtwdQbDQt9VY5qEitogRVVk8plmc7b4qMjS+7du9SJ6TvS+aFOsTiF3rdHCoG0F6d2V1CxXBv
px2OOHyrx0HDJ/z2sq9efs+HWxwWuJSo9iOK7xZdp31H6kj+5Kh26QnBnt5E+0aP3agI8o8QBfTi
DvBMpx8dbyq3YCFrOxp2EZfZ3CQmKrre0bkucKAzO9NVEBD/glh1uAdI5r+JjSzY2AVrOxolR6h8
lL4IgRdLzJcPzMweLWidityDKpkOfgD48vbSrl3pFPodClUU4F+E2cCo+9DmmnGDYLQuQW2jcwNq
jDIHmnCl3gUb/ZqVjSPZAEgykUhoLwrEkN7wqnA8k7B+au+9DjmGakqVJ1YA+0bDyICP1f/gYqf1
LQmtKelQI1u0UAVy376tMCgqpt4uzgpx6HuM7ATWHhsg6pX1hIMAcGbunXB4lzs1mDrkNAK+Gkrp
e1PTw0NX5P45sOsYv3XUl29/v5UNeTXe/OfPrthEbaeoizBiwch8tpkX4snKaxSYhjLaeDNWh6Kb
IakdsZbLvV8MVoLLnzBdpLbR2AJ7+6Yvlf5Tbnobk1pbRB77mZ0LSpzo/HpSjpR1CbDLv/Q5wkn4
3JTHCn37+wmP+X0E/HojuJpP7SKKlMBXfmtPMugyiuww1ZMTWlgXfHOs5NJ4XfYpyhC+RTRK9t9s
c3CS46wf4e9o84v7Ju6iy+3vuHLaKW2AzqA3RUC7rM41waDy/tr+pS1q7WgUJH+8QeXGaV8JOri6
YCMjEDJjQRa7BW/YMClL6RNkNMUDOiHdIy4t1qNVmeaD7+GZiOi71fg7q0Fg8fYMl0o89D7o4tGj
VYGgGJTk5q/+bKs25POpMmTBJbBypyQSAABONyi19Ye27sE6a2VOfXAoyCZRi6kD785IOjqdnZIW
+UFgbH+uBlOfTrPew7TD3tVqz71i2/HBsIsKJQasC8Xe6vVyi0KwtnAGnBrWbv5n2c9ugbPLAgct
F79a1CQtoVgnrw2Ctwh6NXcOfjdYydfq0RpT+3h73daOHY8AnaYZ2PWim+hZuYem6KC4aqr2B6ed
xNlLjeEQ40C+sQnXzgHwnVmJgSjqZY7BoVNRrcSYr8X56lyC+Jj2QK6T5pvpSfHN7qT2dVB0EChh
oNsPsUYGtMGfXZsuOlFizudo9iw7XTJxGgxV2uBiawMCfHaFObvl/8Dzbtq4ZVaeIp2qMcXHucmN
zMz1foziyFf1MQRY4xStuQtCH5pUiIT2tA9SwJG4MiBYeAzBvEcb53DlgqPeQwJFdWOGgC2GFj11
Udlh1yCpX7ePaWdH5a7qcnL+nD97X+tBW268TCsLq3OpzpDWmSayrHUMQSgKDOwUF4z0p6RsMhTj
009pY3cbX3BtXVlNAkCwREgBzH/+7JwnltEqSMJ7bpJU2AOrSko2A5fzruytDkcsoAUZqIkc4ctX
nxQojTMvls9J52HxbIwqKs5N0tN8TpoAl4oCidodXL5I7izEKjdC4JUrAawgX08iWcy1sKgdWa2S
8JTQbq6GAptqp8HHbWePnd24eWRUOcpeNo4zVuJ/yBQfmb/bk10dnoq2OufFUBIXWyhWuoDjansA
NITySXNS4PS+VePAVBNmDA8tTN7c1W3UKi/l1HfK59vjr9wVswIO1Xt67pyhxfSROcq1sYowDEw7
q/sJsaMJ7vC6wb5xEj0MjMK2IrTlrRg9rhYKQoHrSI3B5e2fsbarWX2AqKZKo255iAHClWNcAGdS
htq/T7Ck2tlJC2fJ8tONA7TCCbd1m4bwzLVgZy/T2RxnunhSLMWtSlPxH51C+uoJ+ZIgo4Ym9UuO
4iQExBab8eSEUmpa/+GkPqZiqvAT61R2GA6eLfiSd8agKO19ryjj09DS39nYmquLMudLQCEQ3FtG
akbaF6pT+Qpo6r41UK+L/W/4ZVf63kPGeIsrv3aZsQlpPXOZwr1YHLs09tDQigEoBplJYmSU6LXq
djDJiy8L/3vI+RlPt7/6SrTEiwhYHNFvaubL8gUxDnoHSH1c9FFLT3Vh5aepN8Xx9ihi/uWLuJBA
xcRnHsDXXAa/vsliG6uN3DaIWDD4S3+WfqyF97WhjThuiCkecHUSvnM34rcxnFvVmpRL3va4X3mA
t6KLL2QS/VHqeoBNXiWr/t7LuvYp6EOz2TeyKwzcICNrhMhh4m4iIquo3iMaHpl/KURhza5Pi4Go
BgrElk7LCr0BhieHBpQu3eAXx7fXtSEG4BpiLpFI56KZkzVQRgDqgtbr6PiPbaQW1V54KKrs26lm
hVNDr8VJSiV5KpwYDt7t1V77ptSKOMuIV5KmzZv62bNhakqt9tIML9hIFDjlmAWeR8D5bo+ycjSI
a8Anz6rwOBcsNmtZYs9dmXZ4SS0julMJh9/GzVScrTDTvt4eanVCwBv4v8mFsXyOpjSqwmpiiZHz
Hs4DwIu9Bg9yY9lWXtv57+aYQ5chQlzs0UQtY5WqZXjBwaDao3ZdJru+AkyQFxDXCl00j74WFOd/
MjcWER0t8s/lDZNMnczKhgMofM3H2nfUleiQl3aysYYrrxzkm5lbgOoElIb5z59tCq+36//h7Dx2
5EbSdn1FBOjNlmlZKpW65KUNMd3qJhn03lz9/0SdjYrJk0QJ06MBpgFFMuxnXlPaUSaCNIpJifhG
ipQJbiaVn6dFOF280MUnmqr/8AXVFfF2QDT5Dh+IuYSD7NT6oonqpZrMFL0Wc25IyzwdHxbkx5/Q
qQ6vRdfF1/vzunGX8qloDUESoTiyftXRfIgqKqlxkFsdhnLAgq/mgrFNMsfzN3XCDO/N41HPRBQW
kAGN3fUNB6oLf4yljvA7ayvcEoWFYWtS4JmFyRCC/X/wMqH8Cq/YBV9629ZzjDHKaF1EwTw04EG6
rDrPXOVneKx75JSNk85QvIBYrkjtutVJ5+oWY1ynUYD7lgdQztbf1WqlBehZN8H9WdwcinItW1UC
UdZBCGqqWlbqZIcDzqeHRbTZu7CO3AcFnewdys3GcUdzk5qg1B2kKbsKrpcSa9ShT+Ngma25eDe0
odHg4YVr6bGqF6jOcyxE+N3KuyX+dv8rN1B4dNnAldGUJea72Zyalda6RXc6KBe0ni6ASGCUTq5X
/mrjTn+XTgSe536pQ+NI03xGQRfsm3127CTODvhY99j2GZX5bWglGbzue+ext/k/TrYlkqdItbBy
v/+TtxYGiL0GwYvqAxXA19dHCjcJVMvgXUe85A4RxL0rVaDsgcxnT1pwq0ZNgQOdLNnCv2UPKSZw
CJq6noQx609JU5sEwuV4wlyvPOR1HJ/GHLeGGsHsY93E6qHukj1V4Y3rEvUTuuaEfrwI6+uqbd0R
6+lG9l2r4T8sE4YHNDLMY4iY6WE2k/Gja+X/hqIedvbGxltHtkd9AswoKd+6rbzEVolWLg3fdAi7
K9Ig9l9I0++pjmwhJYhYPM4ZgtS3lKlprnpjwj0ADBZ+erD9FZwO56Tr47OeG80PYDDiW5crwzer
w31d+k4V5JpxWZZnZYlT++JgPxnvRKMblzZFO7jwGno6zL9MlX57pDItwzDQY2+1TZO+x3pj+c/G
uhJJJOyoqzmsvt/f1RurDAyNiWaF0XO+wQuODo4sNr2usaHv4tn/4Wf2IW7s93Vkf2s0439lAVzl
/pgb944knmIfgvQvhLVVmIGXcVI06QQAOTLKH22Y4xXmIiQYTQ5l2qX6paa2uXPXbZxeji6JBQdX
UvJW82obedwR+kK28MQPKk3YnyM8haDO0hzvf538m1aBPqGgBHPT3KZVsPo6u7FshKJNGtsJNisH
pdOl0r8tKmT6a06bX9qdNRzLWKv/jpqlDQ9e3ihvh8MRhzO7LCnts/VlVTaZMmAQGV41XKlz30lV
+6l1rBBikI1379sDYZrPZDaMCddrHQhb7QSk1aRYMibSuNoqo69YN2CpZwz1n3zYb0PJy+O38zEk
yhBN+RBesVgoLnWv/DAqgVeblo5/cBIp6ECWQ/wIjuPqdcwRqdAFhq3XPp+UoNJj9XFpuBzcueww
dGzNy/19s7VDIVNyF3kS5roO1yrDoJiW1eHVUFNE8BB4VvuT3nb5v4a26HsIza0zSG4kVRbocd/0
zpJCrdW2s+F62FYb+d2U5OLJAyuSHvV5riiwCF3D1AL07V5LeutDCcMBJ3PJy3bk6yX0jAnjFORT
rlgaY73DhDwVZa4ejNKsT2+fUyp4tJUdQF43mCxlSuzZjeE91WW0nDG54dibkXrVenevArz1VeCD
qZCACwWttDr2XYyBNwB155qWY/ZXrmoRZ292DsNS4UJz/7O2rhgCJ9qCst16E2mPjleki0pjsDJ7
DKZRTAj60FSfgeYjGqB1Y/ueNKsNIJaOP0ZaM3v59darAZbSksLHMohbxUKRmSrLmFskhnEYqgFe
QkV/Xiib/KtmUfhfjaZ1e4zGzPhGtJDt4fm2ptp70a2gsM8vWG8geni0HTzn6uRz/qHL7elcuS2u
AGDIv92f6c2hXGSeCEaA262bXE5Zx4lFw/da9kN4brA+O9ZDkj6orf4HGG24lNTvGYg1XV/Zhj6T
WykM1Xru8ljZBpI1gNwOcS0mf0ibvQ27sYmYPAmmAQd22xyJLFH0yeK6V4n+bcF+WcsXvJ+x1UGI
NvoxWymvF141Fno3Lo6zepv8e39yNwI9QAk8ydyykvm0OjJzhKGMUQIc0ivLOTQtvu0D+vmn+6Ns
LCG9QvqU1C6hO63bbYaLDKIeA9fuJ9c5j1ifwiLQp4toUnvnXL6Epqu3n7AdbTDoAxvSE/gs96XV
e9516NV0uFpjkhqF39Hb+BvRsNH7plVZiBdE32fNv5HSWY/LZCZPWhUa1dfFRBXoZA6VMz6NCCdN
57Gr5+yrMg5OE6Td7GgoS+Ft9D7H0flTWdF3wUKqWZ7soe2Vwzw26fI4VJr6iQZw15wUpMP7yzKH
8y9PVOhsJGGrG2d9nOtjDya0OIxzFydBmWEhIMvOGppSUIzjh3kM/cbLvO+aM87TM8J8XnvQjcTU
rkXSZp+0pcWzooU0Phz11iv/a80ezyJwjFV3wEtPR+POTrr/KWWth6ik9Wwlt27jj3bqYjVX2alZ
BFk31AN9BrNKwPzh7nlQe9EBQFJpk500LIAwpq1c80lghp1+QyPPUHf2xka0DbePZJtTwAZcH++5
GRbRyzNHVUs5jPiPBoohUOQqrCUY9MJ+e6DEeBLohLrSrUoI9vRRaI3QU61RdZ5L/D0eugrg1aB6
O2dra9dzB0KhQlkDdQP573+Lk7oBhReUZqMgtsy0PDt9EUUHLY3c9qwnothDIG6EE7x80r4B2hbN
1vVRrgE7kDsr1x5g0JnnMfpszZgVCuSbj8I0zSOV43HnuG1+I3+rFJMF27Q+2bXd4AiDKTnawWMb
sHjhE2Je9geIzt3p/iWydVnCP0cgF00oGnWrB691JnMe24a+BIAVXIIdPaJoYTWJjWpPI9yjkc34
KieZaj5At0IVTsSOUV/v/4qtDwZ3JFuuUI5v3n2o6TlECaqFVTxGX0DLFjgkN+7XXNHbnZ368oiu
rzJ2KbVzELNgk1dfnCeNY3Soa18bAsH5U+8V5U/6oU7lY1htxucsW8b53Othkb1bEkU8Rh0NNB+z
Qft7ih7/U45jZBcYmaUUR9TbbLq3FogmKEiKKZ6TyPaKQzJZTuIrcd98qbMidQ9j26nIoHWpkh9w
tUz+B3ZDfCVULZQzZGztAZ+jLPZHBE7eNVGIHd6bZ1iKzePKit2JFJp9fWwmanKKhm8bqjf5lzQ1
vEs120gwq5Oxs5Ybj5/U4GAcpLZ5guWJenVAhe4h2MCJSbsMdXs82JuySnaWcauSRKmZViONGW6D
dWpWVpWJjaXJMibm9FiXBrIYltTy9jSmWBSm+XcFF/802en3cYgTBIu0f+/P6cYly0+gigRod0Mt
RuspZBaewjFFDeCqmLg7+2VSLSeAQtpZS4toBzSwcUy49ijw89ibEn39emrbxU7HrEV5JAXe7hfh
kB1MT0kuvcLbe//bNleRGJhr76VOtjol9TIZwuoN5Wph+HNF3Wu+jl5j7QAdt0YhsZaALqmqui4K
JUWNS8yI4WsbmTM2LQDj9Q4M7/1v2dwrEiSHkCol9ZucsHSVxMUiNArUsHECD0rsFU9088NgU/nG
dnL5j561avvm4NmPRm4t8REEmP18/2dsPCUIqriI4XGjU8NYH0FvxEVWSSjrp1N8nWGZHoa+ESdC
U5Sfvam/0Dbc0x3cGlRilYAfgC2HjfF6y9R0pnIzGulyxxHa66oSPhhaW7zPkBPFPKGoP+p93e1U
GDYeFVRj2KBcBNLUY3UFNG2d2NOEsEmEYfJXDZXUU9TVgBQXIzlOSpO/myCqY/XMy6kVf8LAkHgT
TLFIcG6rNioaVVKbjXNJk/N90VWYSXrVv/iwI7QJ6fbNR4W6BuAOcOgw8W7aX0LrtErHKPgaL47+
2THmWNJd552zf5OZShYEUCxTAp35Rx6l367VWa+7uqOrcfWq1n1uhqb60Ht6e+yz3nmqc8OBhFcB
SgS/9OZEg6EhlUgtR8rJxPSvh8YuLRT4OfTXaYh71cecuf7Zhssy+05hhXsU+dvTKqXDSb5pSdGu
pS3xerhods0Fki1uMNiVDogSlArmy7NYog+DM9X2UasohB6Wokpn+IZVpvuZPhbE1JYlxA6eZWPa
SZA9epacHinU8/rHCNHZaiSKgW8v0LhNAe7np4jZ+Cbq3v3uqnVvnqPWcEaaShbJxP07Y2N4Ksry
gSE84jVdXcM9BtvDSIf/SthiHMqOwpLfLXbrF2kyPLYFqM4qy5wHvc+/vX1kiM4ys+Qtv2lWeDgm
UWRpRh6AsEGjpMreqYVZT76ZF+NFWyL3XdPU/RFodRjcH/rFLeVViIbeE9hGAm5aRIQrqx2AQhke
IJ41XsXiDA9p05npcS5C/agP8XKZtFZ5rERv/PBmnLjzOmnPQjUwybbbRfYwGx81vPifPiz2VH9u
blMpRMWDzx8gh2xDRgS/HcLSgBgdC3249qNif3ULJLCKanEucBCWz40XG196Mxu/3J+OmzCD4ptF
MQPGOYkPD/LrQfGFpljZ6v21yipVPSFvmV1bJ04+jBgKN2fIihgA3x/y5l2W9T4TgTM6NpLPv971
6LnrIqqGq1eQ91p6Mp9UyuCnPxgF7BBiGDwWN1CxrsVJPgzb4do0vfU3ev/VB8oLxh+MQo7GKwRe
QPZIXk9fbWZu0SQULZrRtVCNnkoseby9TsHWjNGwd1RQsshHrGFv7WyZ1TyMw9XslPlQNXOMc1q8
q/Eir9rVyaCfjXUVgC6NWH4VAVY1lQobrYGrOTrupdfLqDkWoa39JaLaSo4V4HjPpwBiPS1JWf6F
z2fpHlG/wlZhrjJ37+m72ZqwN8CRIKdOQENHQV5fv58HBw6/o9WLFCdIdd8oqLqghK6WsW97pY7d
NXHXrzfuGjkm5TWc46B53jTZuqqMhxYA2FUhPP2rN7v2Ka/CcWfXbH4ZZFmYMLzrPEivvwwLSstC
b3UhhEG2tzSxbxR9Un+kfatftCT29qj8Nzc9/XCOGn01gjSiptUpjybEwFn1+YrZujh5wNkenaIR
WE3HlT9pkXPRtbK+Rl0SvbWDKEeml8B/eGOoJb/+VDuhGQQKRL0qSl2dzdxIns2ZXoLtKd3exSL/
rlf7V47Fe8bqSVDsOjl0DbiaXaUsV6DN5qkJvfmxa+z409iY+R7b8TaQYDBU7+AZEfwSwaxu64kO
IbJzWOOMmVJ/M0Y9fkc86ibnfGwGzx9MNMj8rrW6f8bIM5/cwZs+CEFFcCeGuLkbaNNItS/uBuhc
tGxeT7AbddWA7cly1Wu9+AuyRncGCYZW9FsPhoasERm+rvMnzJXXwwx5V1rCYcuywULhRzXKFwdP
i6a93Hvre34faPU6pJqeK3VmLFctV8x3ohnqU55mb0ZdMWu/jfKCO/3tbsFflPhQzMsVsnHrx8Ww
PFem+CfUl+GIEP60E2ndPO1yOPyzJOdHskrlR/82XLMg9RgjE3FFD2s5lRimBIlpTpdRLLVfSA2g
Maco/AdL9tugq5ksilnDxn5Yrq41aReUh/KHqB71nf13e+jwK6fgxX+lTJO6ulpSrHVMe+Ec4HE9
/xXrc33qHIErM1SHnaFutwYBOxIdUDGRkbkRQ1cUEXetORjXQknjoxmD4DH7do/6dvtBchR5pKk4
wzFe3ViyYgnmENMAnKrrgz5n42E0pupT0lN9v79Ct+8AgBU2BgwCoKM3qaww9SxME9W4zlCnfRdX
59O8tO6py/PkOILG/XZ/vNttKC0wCbwlZwJGk/56G3bs7gyyOzYBXjZcMBOrf5alQLs3qqLkJDJs
uH2grOpOIWZrRmWfAEVAVo/60uthSyjCDjoR5hUgZ3wEqTccMo1meakY6s6e35pRajESTsG0AsF6
PVRBJler2JRd6yytg7jr0y9RbS+PCzYq/3ozJdude1EeotdvDlgzgiZeA16eG7llC/HcpIphf45Y
ov0PbXinfoDsDSHBqPISRWQ8CqxL1uR481HpDwpTL/+5v6ob0yv7uURJhBNEuquXKNTHNquSAgGu
EDfd3nMwfkxD7eS64s06afREOB1sWqLD28buPMd0qSJo8UiUxhdIcfZxYW5O9z9oYxGhxnAoAKhS
S1/jRqGAWvnANUq0Uju05iykNCqrP0IcrS4YfOBoen/A1cVCJ5aHDe0SYkyQPxRAXu8aBxRAQYcp
C6isuI9WiFx1Z8Z7+d3GKFCgeVlAkAAwXmf7WdNjYdpmGXydtHjCgrI5LqW7R/JcnXH5LTrWeZRx
dHieN805x6zTtAL6GZha0ftZn2onRC3+dgZtqXxzRnvGj0BC7Mzg6hi8jAoghqSOGjJ93FVE23ed
BsuiyYLRSorPGOS0D0OIaSu6w6L0/DKtJY24T0CNI7lj/JW69NP+5DfAimZvSg7DGnqpGOY88ahm
AerN7kfLIODC5crx6ygUBztZmveK4tW+PYv8e2Y21Zf7m2hr4sl1aOeRTJNvyn//2xtfZbR+h7Ip
A9rMKFzOo/EjdOzaJz7rDrqiF+8hh3HrvXlUA0o98gH06VHhWW3dZWym1pvrMlggmz1Hnapfantq
v7bq5L4XVfpvAgbj+/0xNzYy+4uOvUOT67Z6o5VF1i3NUAReWRsf6lKp/VhRs+v9UTa2FPADHmCd
Wg2I+1WdBqUmAHK1UgQo77o/3VqI9DTWY1pdiWxQu8r1qCixV4qE7aelh7xJ1YZN8nz/V8j5++1+
lxsbHBulfSJ92ljr1tbYuV6vWVkZyGLC99Ac/pmL2fKVpNc/3x9pa1ZfQIdEiFzk61cy1qoFt8K8
DOow7M5eFlnnxZjSy/1RNr+HO+7lqaC0LGf9t10at0ncmM1SBK0g9aQF2filETpkKsob4U4vU4ez
ByUFiD7SDfv1UK1llaLAhChwnEn/OhoZjNBe4ey+RwxYRsB6OdhBJGJRHSlEWvnbjwalGSoZ4HMd
yvWrOwmdGJC0SVcFS58qx7Yf5gBPxv40lmZ+RL+biGfqjJ1YZ2MVASE5hkoVXer4r+Z3FGWEqdhQ
BmOkGmcj7Evfm8Y9O8aNVYQVQw9E9vHBz60+zUCYn1w/LIJYy0w/TarqUhk6KnSKMpzub5g1T00u
I2NREDFJquVyvl7GNKN2ryqc9raOm+liNGHd+hjh5H9lI1545wrg+WNkN8N8HNDDSR91GHvKqZmd
esSl1yv2xAK3phhtHkzjocfpN/KOUx5H/aLNfPwwFf/U+thBhscvdCdn2xyG9xOEFYW3G13TfmrT
mninDNK6bZ6jMXUCDGiV4/3pXVVmXmaXvx5EouyD3JDt6yTTm8mri8AavNTwC4qZ9tHIe6Gduyge
H8w5RmlaDIq4lDoSkDuru/GRnkk6QD0cChIb9vXiehjNRUq7NAGtD+OzYpXjg+b1+s5Ubu0h9JcJ
yKX4BGXS1TB0GkbykrwJIsVUv3hKE36oGtW5KI3WHqrUVA4VFn6HYVi6M+aN3kFPp/qzpeTpTgq5
cXDo0UKYpmepkY6s7qRk6hu9i6MmAAVSPA22VXyjTFSjohgNOzft1tSCOSFbBUnAP/Kn/HbTiipZ
Jk3YddDT0zoNBeQ59tAbW7ASrEQwLnWgIJ0Q+a1uAujOoUKmnAaqU6DemrHT+JrRGzijPJ/qmVJ8
+1ekh+MbfYVfRibSkdgESMA3YPmsIBQSNcRA6pXRR6OD9w09td8hUt/MIt8HeIgHhGIsceVqwUKv
6QpXSwUcMqf3C2iPfjHXe2f9doPKYegWwH41SFDXGzTPooQINUyCaKg543MOCcG3mtyrnoY0H8Mv
etwt6sM46q1xHtQhAcyeW4VyogOwpK6PIIfQg/tXw1qu5WWGZVtUEnJJUNaxXVgVre7ErQiKajYm
3i2V8HE2o5ze6MSGO6l5OAdVUy6OH7vC+8cg+g19+GGqeBfGiWxkdWnqqw3GoP5kG+0PbYacdMZM
Lv7cNlVaIIiUJntMlZtDxmSiAgEGHcIoIcZqzcx+KGJ8nNIAFZjpnbCLJJjKDJvMLPd2ntvNoQgu
QFMjIXJzfykeTeLcW9IANlJ6XdpY96cyda7Jkn25vxpbI0krepJfgKo3fNsoL4GwRZ3goOW23xlN
F2ThZCCskCmn+0OtTb1eFh66K2mcLERxa76+OgYUiyMMxNKAWFP/VZr0yaCuGd4XBUbXjOVxlv+s
WYOfQqipeLBh3bq+FvXqD0huTXaom9406G2nSv/eqgbrucs6Szk5WeKUh0l3i7/VMDQ1f2gn42vp
Ygrr61kO2nSMjHnvazYn7qUyD7ro9u7Xa5D8NNxF4IwYlIEhFn6tNvVhoLGyE/FtXRak8Ih1Q/jm
LK9CFaw24wLcsgjMBAPgpZ+TR6Bb0fn+8myNwpMNzk16lFEyer06AHI7L3McEdjCc48iRvaoTGb7
+PZROPm8zQBdbt0LMNFdKOb3SWDls3XEbs44wzt8ox2L3Gnc4GA/JNhVsnZef0sCXyUu8bIMxlSP
/ppcVLktu8/ffokzCnEkgHJQ+usm86zYY2H0EaOoc3OCh5Se0Yk3dqKMjY1GH4QKmBRtJ2JdXTuN
4pVU/1LugqKenZMTpS3Ki5PrFr5dYd6zsw1uIjemTrJJJLGVGGr9vqd5jARjt4gAeMh87Qe3gESS
wcrz8Cv+NmkxouCqMP6nZmIvs5I77FVSKocm8bZerr0btbQ2dmxZUBFB6TXGsTGiWoH5pC3GdcJI
970WT+PXAqjbf6gXO79q1fp1f29ujS8lmy0Scxje6xNgh1ZaFI2XBkORl/OZqM9tYA9nvRvYXppG
mAfWzXML/K4/cWNhdmAsblruBFhyPdezgPgsoAUEBW9D5wyJUAP3lTSI1SG/GFPLRWwC3frYaaL4
FKci0R9qs90rMW9sM4NSLekHkSS7bLXNEEQfUb+1sCUdLWM+hG5RW35C9RvsLTSGtz9wJJFcNLKk
RN6+ju8MBzSGVRRBWY+q7mtYdH+s3Tr6NRmzvRfSbczoq8H017dBaoa1ZTUhGXuf5u8UV0RHdPpV
vxVfFKF+L0Or3DlEq1KvvH+QB6DVghIuV+r6EPVJN9ZeZaaBhWL04KeZGD+3BWrDWGEnqiuVlPLp
/f3du+YwvwxKc9+SjX6KA2uka9ki5zngdB/kbr08o/MeIT02zVe07nCztovxPODffJyErWGrWQ4H
8A/Nifix+budiz36y9ak8zCCS8dFDUjUqs7F7kmmVncJLCzBB6tD/zB5bvXYR7E4huRNwMVTXI7v
T8LGIyYvSsJqSrao3K4eMXSc0sJWyjTAnH157koAYLWquH/fH2VreenEQCGUAin2OnpHogdr945A
Zold5VxgkX1GkaD+1IA++Jji177zaG6dTc4Ix5LzwlFfPWd2R3jeegpzaVBvHpapPFlRj0WNne+J
828PRVxOHZRHZ92kUCd7wjgjTwO70S3fqqe/K1NbDrNn7RmsbC4VtBdAgnRYb64A0SaKkgHaD+Je
FI+qo4wPIbW1nXLrxnMmFUWJoiWr7EZY2VObtndGEi1T5MvwoQjbaPInL1nqU4Iqf4MLc2ToRy+c
auehiMv4v/tbZa3tJU8luh3cBAgiEVuts4bFbB2nXQjl08JFzBHkuHqNFLQGAmVp0vG7oSVO9q2o
S2ydXYrqo58oM+rzfuc55Zc5EbZ5FJVo2sNiCbM4FThp2mev8rQ937GNBeGXepADeANu+U/gjAsj
bjg7bUtWk2ZJ/o7ixs7R2RqEfUxbmF4mw6y28hCaVH9BVwcJ7fsLiU3qW8tc7dRDNg6ozC3ZxODX
qZWuHjMUhIpByoIG1tg4H7VwTj601pT8b67c7EtNrL5nF7A1oNRKol7w0rFcvWcOiEYlzocoUMqy
PnYJWprdFM3vXWX5YdD8Pt3fVS+h5SpIIFKnNwrSVWb4q8pTFWLXMZZDHHR5XT4b9hKbPlS+2DrS
8y4+aWM4lO/dULXhCtLxvI79MlDeN8f5wZ4X3TobfeqKYyFbbv8TIjdycAEino92lw+Gr85pFB46
UUzmoZ90DSyxZsTRyfYSI6Wq7RrUYeD4KH6RC005lE2UIqArJXjOmZqXZ88RSvNQh67R+c2UCeOY
C6ehaw3+0jk32lQmb78jKYgTUPD+kV+uZ6TUC9OFxoqGzGzOp9HFQAmyjXEMu3beGWprsemqEotz
rGWB6nU8kfGvRsqr8AMmbw7CQi8+d12Z/YS7qB6SVNH/ZHdRy0QIBM0oHvbVdg7hVZh5hKnrqPXO
MSqNp0gzyTdxYntYFmVP+nDrjNLwpNbP5SVdqV5/35Knag94Bw9ZVW2PiWFFxwpznp2beeOlASeN
FJXsUN92p1V0yKPas5Wrpncq1K5ae9fmTfsRQZD00/3jsvVBvw8lF/S3miUEMQvWMzJKLXZ1B1NJ
84tTIkb1B6PANKAoAGQCEaXXo9j2MsWDZMxEWdP4KXXxC128PQ/QjQeNpiGgQ6TfJJN5dYFmSTxl
+DhEQegYGIKkmnKCDp6codXqD7ndxJfIzdRjlHHn3f++rW3vvaDyTDgbaIO+/r5e7XR4R5ywfpqT
Q8uRv5RDpvleyueOQ24d7o+3EUFSusQsUmqJEEyvdr0HLYw81EGyzJyVZ7PV3HNK+e88RzjMoaGS
QZyd9wCBm4NKswe6QvzPukbV0WzNhOXGwajp4Skdl+HQN7EVIEnjHIfS6q4eNdWdqHXjKCDvhBkm
enBwVD25f3/bn05r16GitOjduIX2VKV2R7Lr9F+VwTPO9yd1cyh4VKBzeeY54q+HwrDRHtyM97dI
Evfc22Hm50oePbn18OsPRiLHA0LOA2ytCU2i8HIrr1Bkc6267g9agoECDbYy/5Fji7mHPV4DV2Wc
BcGHAI+zxxt8ox8wRXHVpXEctF3fP5qukp4d7O4N33Uj+1M7ouZ3svJlyQ9m2Jo/zdKoH+slz/fa
s/+fHyKbXxwWWourbRtVtVOXGWrkiVYbx1ir0wvGX/151CusTAdPIQesB6ZCK90DqlncSmHfnO5P
/sZZlbcDbxTsOZIw/fUyw+opRmtCj71Ne6TUhPMrN/QWSafUorBiO3+wgQ2aflR2AfJT2Xs9XFaO
ph6W0kpe1veO5dQn0BO7+O8OfPSeMOXGbc5uos9FFZmC9bqpMZULLi9lpVyTfBwPMPOahzlV1eD+
DG4dFAlelOqs4ILXj+Cc13ZvZZB/pypph6MFXus6p9C6/KFLjB/3B9tcLvIg9Hek2Nm63RWPql2W
OozDGPqWdSi6kpULNbogotSO40JesLNiWyNCQUBwi0KXeWOkVZnOxNsChx0mAjr5rpn3wBhEFD5l
ij13RyvLHXXnQt9aOAojtPAlKPQGglpXCola1keBSATHMDc9SAL23ihbNzhhGXEFlYfbOnYIt4jW
HqF4Uyg9QAwb8+BLA2HtjMp8966jC4HvuBFbl/truLFhZKsZfU0Yf5CdVlGhN1JciguVbWkJ7SGO
y+SUGqPjh8AGdhZv7eMjLztbAhdkKwpWsy1X97cHA9XvZfbEkARDHOXqRc/Drj7mRRYuh37UG+Vr
OFq1fTZyPU+uhW0p9SEsWpAx+hICjVGF6n5S3Zg+apQa5TXt8+FLlrfCPgsrtNSdwGFrZn7/tasb
sVFmkXVtjrYIwJGjOQ+I142d7mOp+UZv+/83MeDFdNTacWtaJ35ZK+jf0aOm/rMMn9VpKQ9lQevY
UNr6Q9lX5rHtun5n5eXKrpIxSZIiggRbTba/Sv6QXm7qsiFmcApPPHejNvu2osWHHiftg2tnyhEN
DPMHy6Meh97Ln+9vvI2jDCpHCjNQa5TP4OvNMJSx3Y0iigNbL4ziGDUZjVPX6nL9Ek0Yc/iz6vR7
OdBGGEp6AAiKQJesZJ3H5wiSAcTETcFT9OSd1pft2RrH1F+UTGMTUWLVsAAEKhi/kXrzssQEZ0RJ
9Fwokq8+d4oqkepgMAOlCu0PpaNWNPxi7aCLxtlZ2K2ZhXSD5qEE49EWeT2zzmyD1ctlL0SEMqSv
De2S26l+sSsql5FaLzsnZWtW4VKQFQE/gJSyGlD0uTBACIogjobo29imFYCrWpwaS5udh6TtvdLn
yvTOZO9KvjP4y9++2se4lRJok/MBdl2XqqxeC+lq18xsH4se4qhi1scMHkf8YCB60pwiUQ70O4co
PhodKS9dkFjV/cZwiw9K3I5fokYBFptGelt8gHLaWIcq0sIHx+i79DkMk+7Za9zmPZq8+KFWlVst
58a1ymLnRGw8NNBNoTFxQ2KjuN6cUxPXJlKkcVBXYvqAyagW+T0WVOf7B29rGI+eCfkJDaObKhO0
pxQFwiwOikGZH90eUaXCdPZEQDduT6RjkcxgC6KlvI4n7dZaenu086CyYL0cDRgo6GIrFQg5k7Lw
z/vfpG9sQRcNLgA+NE9BUK2esQGTpyqVzZLQaN3oHLbVNPggtPRPSW6O/cGOqyLy2aadfpn1uRI+
+pweDOt2mrOfuW6J5cx3JNlxFnP/y0DzbTmYk95kV6d0+AumXEGBvvfcsL2USzQ9j1Azxg+mGkfj
p862o/RgFvh5HPo6jJQHFG1rXqyhz96ZUV88w2xa6p2F3JhimHyI6AC9o8iy3i8IoeS90xs50XKR
L4ewHsaLEZlxFfSCP3fCoDVVW95geKQC/oHxAx91PdySFd2Aux9TnAyae0DnKtMOfa42uV9YWdQf
Yr3Lf3aYJ1aPKtRx9VJFihh9O3IoMIErbV1fGRqtpz5voMs4LnlVH+/vg60pgREHrp+YHiGM1S1b
qFq+TAN4+0K4rL9a9WdlmlvfyrI3al2+TAekUWCf8MhAfK+G6swyjnF0yQKEUrUzYmjdP2EeFode
X4r/3v5VqEfD9ZDdVfpDry/0SHa3KyRgArUr3fOcGvaxQ+fkYKfF5/sjbR0j3icAcpRnkdRdFUvG
MO3Tpc2zgGrMzyxP3JOH+qSvIprybHrjcMDKJT2OWiV2UomNS+nF/Uc6yAKCWwcjYWdFam4xm2XZ
VSdjnp33M+Cvt/dvpSoMVRmEvlANWd0SWWtmRdu0bA/s2q5LqlSneMLvS+m1PWV3GR2uXiWGoh7J
ywREaR3SJZ0a5poq+CA3ih/ifCwOjU1GlvSzxgOkxAco/uWX+8u3sf09EBDsEOAIt3jnsJMGKAPU
mWRuWsBQbfhOaBi2lU6yAyLZ2CiSZ4iBEjHGrc5Ol+hew22cBuOkDEvg6cj1PsRcptWhNibYHYso
p+lpAGpqf4oiVw/3rqONKEd2Y7iUeWBuYQ/d3ORqVKoQeFQz+SdUqNnjJR2Lz5qdZbXfOnb+GbEu
KrVI/wn7ozJXEG0aIl7b7y0z+aB3eHhfBhQZ3oHxwli2GqPI9LMQeu3p/rpsbAaSHhqTvIgwg9dF
pcQxh16kdNMqQrJLrk+2X6rpci0tYzlkOfF9mEzDDtl7c4kAaZJNUl+iy/D61nCrclRDZ0iD3smM
H5pXZl/mshjJy834ItoufcyZX5431Qruf+5WMYkIg1PMc0zGvB6a6tFcYAaZBrozx9h451CxfZgq
izhkSLHXR16aLENQpKyKwzCkmoHNnWv8H2XnsRw3snXrJ0IEvJkCqCp6UhSdOEFQIgmXCQ9kJp7+
fnVGt093nI5/0gO1QuWQO/deexkk2ttoPf7vN/NPZwIJwJk6TnPIovKvX8PSeczOUSBwnwzHOGW+
d9/q0h/P0S32ov/ll/6HOoZKBpEMWOy5/Tm/m/9vxGXKllU/cAFB/YuQOcwYMeIvl//fPxP9LmjE
Wb72Nx+ikn4F4HDlVYQT/YBE66WVbbpDyb34Lx/on44ZzSiANjLsMyT61w9E+mA7WkuIgi0o2tMs
ZVRnnq6iV92qymNfsHbP/9cPhwoXHhF8Kpo5Opu/viKmwIj2k0ZeugLz9jT2STfEenFYgrTfiYL/
36/2D6AEnTDbT4DlkHL238KUzgcGtArqSLzFuIqvfYOXdCeD9oVQcSYZX87xmC0IBIcfSa+qMi2K
BPq4mQLLnEIuYgM+XG7FoVNhUx3C0VfdYezcpUiJoRj9//MPgmMx1kznrgNx239Pd+6Mr0mHzecl
cvLpUCc6uMJOhVjk2G3vl2TZ/+X1Ar7uv15kqITZTsLRQTr0tzAP+HQDuEvfXBZYB2e0HVPWxMQ6
dN4WXfzLb3G+f//7teg+AEgBo5B5/Nf9jHMYeWnOIi4pKmbOq3XDkD0821KnuEjYTz1j+69CzGN/
2qOpXjODXEOnaFSbEq30OLTpuMgqvIaVrq+ELpNPSEzTihGsttExlEqVOVLXUOVbo7iN/+X9u39/
/yxE/uOvCU2UZepfH91oxwM3GiFQ1ZEzPRTAbb9VQV+H1NPdw2wqAv+LwTFBBSUTKlAb+c1P2bbS
3ISdwCO5Qk9T/0vT8/cTjE0NzzfEGIC3v3mV832uJM2dr2qnH56c2gpTTyXJYZOb8zys+vV/fwn/
8HJn5J6CS4/1d8/52rKVElstUM4xj1S4lt+tzQ6hKQkBdfy9+TfVzN8vV44uXTGEgPgfuDKNT4m3
2gDuT73Uj6qCk61t2yDe92OiQc16gd158y/9z9/rPJxmDNmJJaJhZaf+118aNUCPhq3dLofWHg97
PIuzz3T0Lxfp+Yj9/ZFiZcpQS5eDfu6/N1+hrAt7a0VyOZeTVx1DVCzlXWei4JA4xqpSqQg3z1Sl
o1/Oovr5UAV6jnJsEzaTytjaPglh6dyzLC18W3RQ3g+FqORdMM5kqU2O3MYbVCXLnKlOm54181SV
UHrccj4VpsDsbCwXvT3MqhNhWu/kjGe6LQTpw6stJxzvo+RjsoX15o+BfJDcsiUwnlu8xWVZ7Wko
aKtyaIfW946zmcm7fevvHFkuH8ZoIW+SXes/gbNtDdKIYOsyr0XXkfFRKpHiuIdnIISx+eV8hKtU
A4sGx3EJKpPtSWTaB5zKxJPdyfYtatz+zdF7M50qV8wvVQyufXDqfd9TMSlFGtBatO0XFjFVf7mC
DVlpnIhKpUNAputPVXQLASJoI1v/pFTI6iSxVjN8lLUHRmjMGDxadh//rlUyBoeaPlydXJLZWmwU
2mW6aS1WpTcSuVSZr4EW7fUqLWNfQxr3vN+bSGorxVxJ7X+oaC1uW6Nwoas7e1dkdWLErXRDixtv
mgbnQXTF+FMGVlFuqEV0Yn/ueky6C8sdlXfbeD27WaKAte1SmiOrE9MlmdoQUz/duFrDDB5Wp+l3
veCTzUIXXjPAm1Nr9nHO1nNWzoUGcdouRLyJz6pw1zcWxnQqEjrD82pjwX2hBX8hhWWpurxZjKtT
HBYjgoPg3A9k4VVqzCAQld9xN3h+ht6x2dO1k+K9N6VC3C1LxdJijONHjI0dASNMVq9jUAwjErNJ
/FpwdBWZG8/05IbLLoHjBnHvQPiIHFPYPM6eyl1A1RFTl8C5QjH/WZTYr2WOA9kDOn5pyhyeWiJy
4F79UpjKuaONWX5BIlq6QzXM7XTYRKmmdCLrbk1D7P5FFidY/WZTsM/fnPEg36BX/DBz0tVpbZbw
xurWGKpdxOJR9k7rZEwibdYUQ7hmW1LVP6x5wvY3wE95TZH5r9dtE4uesM1+einHVlw3gdedrE4O
v40XyuTktsYZ8pncDJElmBD/qJc+bFKrczed8fi3DTGJOLqk0x5EX87mFW87SXlXfaNrfUBVQzZY
ZwtP5IvNPXNTjaOLuKQd/KsKvLpP7UHN12vdGJi7UVn8cHa7fku4QgW26nX5s2+L5skOxv29spp5
z4K6ckzWuEX5hySkykprdxN11qKyLFOLGDKTF23UxReDs+gXzx29h2QQ3prWfdm+6HYPnpPSX1W2
jya8WyXM0ryqY/Wn9y3jpuvWg19OcdxXKLhWD+n/PDQYeEeytvOq38yaJv2+Wfz5mhyaeJ0Kkib6
5h6D1tLhk9XR2OTr3Adj7pm5Nn+Q7XGU56QOqrxn/ycurGX0byQrs/u9qJJcolDHyYTQSZNCO/T3
bNmQ/+Y9yz2ZSrz7Milm9Wh54TTnZlHuvV96gv8E3ZTLYY9lpncVVJlM1u6tbifxTWyuh2y4Gxx+
XVNGC09h1z2MhlT7LDD1+lqVYi6zUZdyT8k/4YBsk15whg668XcbEHqVFhQzmc8k1BbHpQrDl9Bu
1PccxuLF69ZWH5ZwW4IsmcPqIRissDzBJ0cIZLpxLfNKTMEKRQsgMKfhTxy6nLKYU1Va7smfW1ke
vZ4lUrqV83SrW9duqXRSPReuC/jV+fTNaR813p/arsvqYCYMo45ta2KgHbYvv7y9a6o8BiojrhUT
uOfZqoo1k3UYvILvTcuhscqpT9Fl7t8We96zjE3He7o7lnkleLubsqS05MXkM1RnamwdzCbwZW3z
kGcmSR1r6B7QuDVvECzggG3zsuk0SezlvSyLkfCkrrc/yItYXgVcCywMZrd9F4EJx0OJrV+YJmrB
9zGqea2sqeuzxgK1WZA2RT18qxoKUT4FYSMP26ajKBtjW9y7yAF+OKgSdLboqloIXau8F5TcYJB2
vcbDc7HY4QIjbes+9jPBhOPoWNNhLzuiE92IpEHfkYudk/S2TFkcVfplQKVDa0pkbUDaU0dEdYu3
Jn4opBg46T65GGcC2uLxG3b7Hh1iS0VwcCIL+gI8VUxUffwDL3u7CIrT3A9nxV/k13wprgbxz4K2
da2sG1xHHhpluS/AA/2I2auCoLf2vfc5yyS5RX2E3DAyaFzSUfZrR7alMD88vQ03QVvNUeqXE+Qm
rsj23riTefb7dn/uxcizilFY+B0X9HGHfqedpna07pVuWjxfxVTG49HXxNalybAuBloldqCp1Uhf
3Hjj5l/W5Vp9lD1lgXTEqmoz02zj8+x7VXtsNkQuGzB/f4UVzz6y/vHnSz3Mzgfhgw3xGAP/worb
e02ZX+3y0E2R+h623cNSG2EPaLKcKYP23Ce3iByKMjeriU6O281j5hVB2GV4fi5fQVeIIN0Hu6qO
jVkiySkrk29E3BMRslQTK917bstMQgOsCHOtiQJlBy2/1zrcdnqLqgeL7oVvUgdawZI55VSK1FFd
cl+VFaYptgl0ZgThVqnvjc3bJtbqqx9cteVFJGMDqm2FP0rP7jn/geV3bJxEQIOBqykEJS7WduR3
Tv21m+/32F3nzNAyPxYWcrjjTO2/XENdJLmWBc3xwE3kghWaNYZOXeN8i1SPWzcMi+nV9Xt3h4RT
tk+T2RNx6HoIsClpUvH9gN/Alke64Jns3UXPFy1qtS+vs7qH1uoI1AmkL1VWxvHQZqpJNp2b9ly1
2GKYH7rs6/CicZv6Fqsq4itm4vrgcwTT9tCSIGFOpkfkf6RK2A8xifCapsAxh36VQ3LHCN/8IN6C
2Xfyx0jmXWCguhnrTJfgvjFU5L0Uw8GubbGkQ2lz7ZDYVkUY4gi7vrGscujTZerFkCnEFtyPmx44
olT7r25fmgfs0pj+Hb8iM5ZUkt292JdOfybOWp7msAsSzsuin/rQ9NeV8ZYn25Zcg1jus3/oxnks
0t6lwmbkSUiVSt/m8rfaFpuUOIJ3EE4q/CXihhNm75N3VTQyXvgEQJ9pMVGUM0eogfw8q9r6tHT7
8JZZrtZphIHtkPuNt9qHve1dN9PVSF2cPB0EOSQdaEQCdwaXI5LE95CASOaIiqpoU0uZouPxq6yb
GVMKmQ7jvPE/6y257wV7O+6ZiFThQiVKnbaFnSH7M0Hj1ZAa8DW4wVqjzKeJhU4pCSoVs8uzUpi1
/ST/VhdYJVfOTymH8tkK1uQtmm0u+VJQ09eGmKeTqqpiOk6kZGJNFLrOBEI9WD0pNjq0eOA7ixVK
2PVvW2JvA8hdu16Q+1p1F0LX3pOcVuExfzi1lw6TC6cxWSenO9qj5UPoDuBo5Gw1MD+0VVfc+/E5
Urny2RTDRQqwumTCEoR1GrdSx4pVzYIHmYUNtEZetqZWGLS/V7fbp4vOr6xHKW1MimaI6s/OmSCS
BRMGamkTQh9PYUe4F520NPs7HGCJHtNq/ZnUw2hn7RJv77PtlDcVWTImaydPjBfMyU6TIangJrEY
dlraQ+nfTX7RsRuMK+dKGctRJwntbk5FrNYnbFIC3rUdCIK+TGi/t0PTXKmwUG3WRZiVZss46NcR
0t6SVs4cKoKAPa2zap22JcUGphhIHFdtdXBWGvEs6Zhsch5Vp8tYJU1/qtbfcCtK6qhJuWUs+9ax
IIJcMxxEInWxTWOU2lz5ONZ1P6dY/7h/kJ0HtCBJh1l1NA7yoJqOh8wnqEWlGH6MDyWUxj7FeaD4
7a3O8rIPctK5pvno+J7Ok8AktZzyzbQLwHms2yktWFrCvhnH+ufc7Mk9ggXu/z00kzrOtEl+2oxJ
+WcZveKDtacjsyAe7S0LC3/gZbERvuvZI31OfkCHXdnho8QwcEo7a2rvysFmAWu6QH8QKIQzfOKg
g878fphVbui8fvuBM72eHcaso6IfebN2Z/3GtU+2aEjX+FykpVnSlu7lQ4qNj+fOZgNdRgdwV7CP
UUfXEvUfRjT9LQZRzSwEBI+oL4epZZrYRpU2lU8RLnTAG1bKwbRFMGPIGYip8JZbGA2Bn7XdIP4Q
HjX98cuEW0P4GLylYzXvdb40lv/mr8xmma8j9cZASyGjYMGTjCnPN20p/TozTr1VOW3ecP5+JJYi
yy7Me6DDcUiJ72G2DNzde0coSudj1dui8zZIxIR+aevf6qJWn8EqoXI0ktEphZxi3dOxB4yv6yiK
0zZKR6Xrumh+ZhGM9YGg+RnxAjzLhVtRm1+yxoQuXaLJtjIu+OaqIAyFajO15relyvq6d/Xc/Ogc
qEC9JcOXCqF4exyUSRAj9EPiXWOAXg95PMvyFBfT0ub0nQMEFsdsw0lu2DOkejJeSZ9d9B20E3dl
cpa+y7GWWmR2EZ4BY1lyjZPMMn0Rmhu3qTJ7zQwI9icO50v7fbd8vaQh1KA2p0YXd3r06u8wXPwm
D2ZLPG6uXXf5+aG+7slSoXEfQ3vM0BW4RDo0EUDbvMCeU3SPP2MTrlM2K6XtDEqIxfVntetnW+xo
0hJr74OUIVdfdE0yOimt1fRcxibWWdTgQJFa02R9CC6N34UO+/fWK3dcl0WyUvuDPmAiDum6HF87
MeVvsJKsEcP8akQU1MTq6Ck6cu+bn43d1x/QZMYf+C/J9yncneikN2dcsgQz+DKdQzNwY8hu7bNq
lxHlX0IHTiUTDsNxW/kf6zotd17N66Y1iSCfemilYOreVYGPQONx1XBXB5k9avUg+H+PorYS6xRK
x/wqpEwei21pkrywIF5xEsaJm9kHwE//IxFKK2gNl1tT7FVmidWDDhbvgZsr1dXPLb3vKZFx8q72
0KeOJ10TUO+wqU+HoUi+8PwZ25RmcJoOyVT44ogvQtxkXlxRUE2h5Ctdo3Oj8E9fU38IHNLYI2ee
j709xh+6aMy7r9zlKnDOHnVEt5pPyjXPSrwEvGAi144qCWOwTB0ggM/FBPH9Gu3jnmEeW/+mP0r8
1MRWd4UoY4lAKVYYB+ABY3FZDTs40jzauzo1iWqA7O2G2yPcpyhhoPXkqWEy1xcTGWMWovjAcg7V
LOZbeCvGZPUS1z0X0wgE1Vklv34zrpNIZ7cTXGeeUfG1NSj7ea2m9R7JN83Q7svqhqaZcc1Uouxg
ScwbgdSbC2BX75ZHXwjTT6TVgP/+QQZu+cMmN+Sic93+Ue3zbBFmQexMWjix7nNVVNGQ7vGmOgwi
4rjOqspwOlYkFcBlm2sOsV+J3/vmJO+2tUwNuXuJw0J23JM13WLjlukQA5Jn6zp4T5699e/NkmhC
TqdYKcDnebAvmRtXRceqpjoj3c52sgpguUyDGNvV0h+YN8JtrO5sKxFjRkdXWUeEiWw70EEGj00V
Ol0u3BUvXQ+Ay6S+E2J40kS6/wzFRkxfuUU7d30Szy9to4tHpb2iyFkyuF8zn+auTVz0hJEj4h+6
XjTvUTZnNbIbvRdQsmTaNgxl6VwAaqf+lJQfC3aOZSb7ceCGKat4PAxM7V+up+Iqx0a851pZNm9P
g8FDFtpDLL4rPMmdOgLQzEfnrLC7WvZxu7dEIyv4gEvyMITTSoG27B1gI5q8JbdAW7vDHvQWDwMb
bye15e5e9Wsf+rzhInzDywU1Wyw2+cPyneqWeBAdgujp/jUy6+xndljrJ9W4Jd9XacIra+qt6Ar6
ceywWFpLjcltGYVX5Jjr7wFvNmIf4M99D74Blil9GztrCR2FfmUR6+cQqHVKzdK6N3RmZj3Js9Qv
TWownkx3g76faGPfuyRc8alhGf+cEBdXMZDPTY8f5Bq/k1snnjayFbgqNDap8CBjZrF277eHJOmb
ikm7d52DL3cZIqmK7J8sBK3psluYrdOkcMM7ERTeFUbDiZvGW7m+6zKQv+ng3G9PGnYBFTnChNMN
HkY+QxG1FR3b7kynoqvtazSkwwSxuuh1Hqty+Ki91cSs0JJyxsQhCefDspfTywbW5tK8l+1woBcA
WozWvcYwWlbjt7BHe2YHVMg/21RSPgWYbZyruLc4ebuWD3PrVN8wdJix3XHdnnZn1vfGr9Qvng/v
MSSE7ncFytmmeoYdijVmMb5L/CJuy7Iv3dPebuWHoWOMs6kx7AGTiGEs3Vu3fy3V1v3aW8d+2zpn
+DnhFfRmyXkKTwr+4D16/eijrstiwBbRtE0+gsB1+W45+gQvDVYhTab7tcMC/zVjYvQmOi11htUR
gyudqvspDTh/jpNUyDO3ckjW2GsxzrOd9in0C+zzWreAVOJz/9tpgjVzkhopkikLbK31KZlAWGhb
+uWFxbX7o4mS/ucaVP21M9ZRe7FI267yFm8QP1NcJjpdKs8mBcUlJzE1yi+fCms0JXs4t3lVSWVR
NrUiwqHvp+CrsyIDnMrK522vVxw3K1EPPtB2aw8Hdj7qagiVjmA9RMuLU7rVSFErvejUYSEdpzyX
UJ75dFgNmNW+oRBR3uqiL9i8Ds72DZWQqmKbivxIlku9deT7Om/7eMyfzBBp5oWFKefSG7QKUtOz
R0yHpNVxSuuxvY+oBroU2UsMFtfQy6aCrUCXjkPtE2yyUGFSCQG7ZmWy8mB5pSu+ZgAG8GzHhow5
zV539OEWOpm/ELqem2pCjotMhNI4WoKReB9wVUkDgEKT96CnJVQSIR7WdiSyulIy7Llz+yTJymac
rpSLvRtvsdmaXBJgfitGmYQZYU32S6Gn8HtmffGzKzd6jKXl+Vxh+k7ghEHvU55mKyGvT3Sv7oJZ
earrqH7eVm/zngly8R9HqGRDd4wHlt6v7Kznr3V0LWr8HK8ko55m7rrgRB7AcNu6yco8M8rpxqnh
c1xgwLfJg9n64n2ldlzSGWp5bAY4FJkIl/7Tr4sG3/RCxBP+rSHQM1F3CaNzv63P46wqUFZqdnXa
omW9TZYFLTgp8Nt3NarzxMaA+CMw7fBgaifqcDqYPEXz38hbNTjuQ7tpuz6MCLTqNO5n893I0Lvu
q8g8BYPTvkqe0gCn41E9GO1NH30zhi8di3YQtDpk3Oy8Zn0W0K37m4jcnImJSCjGytGled6k0wAJ
bVvALEEhrce7AXR1ci5EH3tbCwgTmMAD2rdNv9iwmSJXhoAF01we2Ap0EV1OY+jcbYjB7aGanIKZ
y/Hqq4H8P/64I0YttWLt2PlEfX1urNZ7iEFOaTeg4nwpTIBe13a23ibei5N2ePgb9kKzgzyRaf0z
Wjyf9QojspfBOGiuFjCtIa/m4YwDUmXuMJYVPSosV42HpuDtsNXQ4RXSiM4/2hUCoU/hoFZOfZbf
C65zxUYnk9BQ4sjFRE9xgIa24OFWhHVxF2jf1tlmZPKzU6MeL1yses1pk7i8nsEFe7hwFUPcIXCl
3g7C68rXzoInC3wxAekQo1iFmY3ta5NXptqXazssm+KgvT1K8q4L4yWt5yFSeQ8VI6YtWbpHFBum
YTFvRqjYkeKLaJNJ/QSI6OesSYQdf1a2CNgKxtVkX82rswdpxO1ZZfPg0Z4tcSFaDhNt+onFEGEI
88rgMIbDKPNRytGAnyLdOHhOZzMA1qWNG1diIHgciYvVzgNpOBvUTe64V9cUMeB/F5xdHQffk/Yh
lI1+2aJ1SXLlRQsK5pBVVupDvtjv+flGN1tCNm75ssXDNZe2fNsm5V0kjRj/tNxg1cUGM7c9xsrI
5hiOY3Ivt1m2OYcFCKFxo7FizAjb5NA7qEXTeg1oEGsA9uF4vh6dy1LVfXTbMCj8KYRPeN24eb/6
pTJ93gin61KNO0ufJQKtCq5zu/MddD6dTQoctoQnJxrc5cEE9bq/AXro+XYHAg8PPm1MlRZClV+o
+EpzcljdyWtJ5BEjwVpF8qXHg9Q9OiNWGDmgoD9eQi1uyuMWTVV/55uh0Gmp9qi7VMDpE5OoT1I4
54ImGDS6NlfS82fnjbLFRJMMqBDqtFbTGqai5g6+07aogwcrwfjES63E6OWAeFQ80VUV4aWtZT/d
9+6ZINbGgXFzaff7Z18DBX6sZ/HmaeFBWzjyNou7qradg0fJaw51id4v2xYi06m6nXSOY1yuzKY8
P6xSHYWJW4118MLf7Av/CjeqcLlOzk33M7khsf7TCGudOcEUn7RlfOT7mutZ3+G9ulLaeruZ8OoV
nncbaR3WV0y7ss2QRzQA6UpVOIcW3Pjhnz4MhuQElC/LTMQz+5EqKJPtwG4iealMYsEFHHf3j2f8
WT+KIpzXQ6/aNiEjeaNFnUc2uZl0+to9qcGM6haDWcs5WU3NUs8iTaU/UufGb+1Zk00udIFtw8Iu
9Ch2R30OZQMO0hZGK5qXxPne+Me3GyC4sT16gJjLc1RRg05m7xge+X6c+95GfZYNKBTocLHh8TIH
e5HlxrW6+mIdNgL2sOtZbxxSFadPLpZYZWyeOufBKsbYy6p4SKwHnwZuwKxhX7e7pFAxK0rOv/rh
9OukbsGqI//NwRAkOsx69tm09MZVV42J1XLLGXCWjClzwKdz4UDkfo9KPt22ObD/OOy5pzyugeYv
PSXEcAmsi7sA/HsukQU9wkzd4rK4mIJlqPIgrNV8clfoRCnKFeM+CeChOZWtsgF3bKD0bDS97m67
aOYuEMyxc66mDoK6xrtGpgInaJFClLCvbWdrAJ1qbzKZO/jJwmiEQepVAvD2uQ+GHTPc9Hk5MLgW
3rEcC5wAS+rFdtMlI88RK+5d5wutT/+zOYsnuKtqbHH0qlcr74mUbnmba9EkBzgBoc6Kftne3Xbf
/CxBGL2nPHBLeFGKqFmOc7uHTBEJefUHt9u6JZt8smvzmYRCcyhwmHPzavFH89rG0rVZVvpr+BTM
gxNdJexWGRLxNcw8q+ONk3y3PE+jLlC4EFPdZxsiU53NZDvveS22jfDbxSyLvjr7eptc737dHFDV
uHyscEdPU1mT6u8S1QWP/ONckD0f7mVe1Ozk+7Im2Fuw1/9kkprvMEEqzQVLvurVL87XEcnisX1j
V9pWxyFRdBaBot9kY2fR5lVhKYerply4F9vK2sMcBsjO9nuJvMFkwKijd0WGkf/TZ7yFfdcsGNyl
gJVtx9hQrPtLb+xRpgQvxgXrhY7Nb5+sRXG0N9sfnllEzPwwWyPLa4AMWABzvSxgzOy3woPQFURE
eGczq+xSONsLMHxVHndd4DaKUiIc84HsH3jeQbzou26NrNsAekV8CZwQDqk12LVzHYB9PK9bEQCW
VhDC2KHOFhVsSjqgOb/1SUiKYB5mwnhY48+uHEDoHFlUxyUqQ5k2NdPk1bAHeAKTCug8gswyYkgx
4a23JB1IqpyK+b3ynX7Pe7XXRSbDfZiJyuv9Om86+Du/BinpfD3WU00aeaITF1Nfz/Z90qKhPMpN
xvatjd8dFXwDMmCnyZ6ErgdpgBccaCEw9RGFCpcTD+NODPs0I+2pGgHI68D8te68Avr5j+DsyPHa
LlVVsQze2NYehqZg7vVhXgc/h7C2t3zdMBj+bJYiHlkWUEcF/Tn4DeCszYM+2gxhJ38CsrzbXaep
cwviq3dYApUsF13pz+sxgR9Y/VwnPdFOoIrrjtrCSXwQm+kvFGnMTxI/6uuJiOspd+tlZ6sIzyP3
KifobiKv6YdLbjkJ01DXQCT1MrMonGpvI73eq+UbeFcRZvUYFxWxMMH6LfclrDEIEKt/OZQTpkwb
UpDPYXDme8Xy6w1tu/4PbmKzCFgW4x2Bii2XmCHggSeC22JDdJsfjbk7NFaBlxAtscYEmaUX7ALv
2HVYBz7hXQNlPSKL8KtZZ71fdRRBdbBUHcMCoeThgz+wtlEcN/cR/kXf25lsgb+/eqFEc0Jx2sps
Yo8d5W4Xhdtx9FnTIyvT1jr2abQ3LfHftr1tw22JrfiGXTEQzQ2c13o7hk0/vi8T3CgwqrUGWUzs
DvsMrD0LKmJJHPvs7gj0xbZPr0wTcrufgqS6QVU8ladqMpt37AGJQQm2lr3tnOxOB82m8woC7NqW
5HG1xLB7wglQcB5tP0oDVGky1Zanbmt29smpVhSTzJlZGWaB1K4hXGtimlutuV6PXTsOpwWyVZl5
BFVVNy5LM5kXK4rhixiDLFi4pmtNTtTyOmS9a5w9X8qgXzN2DNzYXPO1x17bX63MBFF5q4kbwki9
UzHIXtJWdwsUTphE1RrwwWpnP4S1s3gnk3TTr6abyrsN1TJcmJr37WAILI87c9RLVY3hneF9d1lS
xCvTd1n3r0oL9wMThPbRD8TwXhaOhHmx7f7+cGbexLeOtwG6wl2aMbEB9B6I84v7PVU4yL7XbTBU
qbfEYgYCsYimK+cw2U+7trovp+ZgH4Uulu5IDmIQnDiMS3xwq2gTR5wjIEktvTHDybXCVp9CGAVz
NtdlFBwRBM3F07YyLOeT758vhO7/UXZmvXEq2x7/QhcJKKDgtbvpybPjJHZekJ3sMFMUUEyf/v76
PFydeFuxro50Xrb2xg01rPWf1mB/5z/mdNcDBavzyszZyD8oZTnuTmXTmu3bMOij/VIwzOTRJGP+
1Ss8tm6uuuSlDKMeBGP2xA/oHnRcBbFhX4YFwDCe08n/0aVYSDaaBg+umKKFLc/B9K0Hc8u2Sdbp
3xNjf+tdDjd0CyJYIqsJBnlPNECHuCH0x2IPuz6zk9wssTe2UDl6I2XshrDANAAZr+3ma6bm6Gux
BO1vVMNedeMtdo54ucb54I6qqrdSZWBsvp23eNo0f9mXwdcqOyLdYrbhPIJcPxl5IS2otM1DMOnl
zUGLUxM2GdKzhpbSvyDoivyaoYhc+EkQ9N6VWIa+f57QS8p9wlwu79BlnC9n1wLiPaRrL8xO92JE
M+NONRbUhMamAFKaTyaXwxeieVmilhW0P2q8bG8TyusHKyLJedukhMywI5kmfSxm4gJ2mR6ZMtKu
ie1d1FmCqaVoYptD0o7j4zqMNf101xIKM8DQRzs3XOCOUqsagOuynFkBbUt7i5hjWvojQiYz7axR
2/dYjEDLVKY7ckXpd7N9TTv4jxrDGXJqkZDRXcrS+1k2c5duhDuvLijmOOsToj9eAoVEu+kZEVLv
RTY42S6YB++F/gLJACDaUn8zapi4wc3IncQgWljtDd4QRT5y6/ZZbABhi5tSFfm3bCqrcqdV5Nhx
KU2nnqVOmoCPJmBRBFNyh6PtDN5EslBtvw3JhHAHMb6/Iqmaxrd+sFbSFHRuhiNKIUYmSN9nmno4
MY1nJ93Sv7Oph6dfFXOIvY0R0HPbye5xEFeNlSkUXl2Q7zOvIFs2InOPdD7Rtt8ml6TrfTd1TNDl
TCpFzP9X8Ca0cA28jsN67nU9TPhR8/XZyYqkOZDwS/YZsj1viBMWKrAvSvuvRZXa8kYHSYpWIR2c
NJ6zAQzdjqzgvFimBSzKpK7gcLpLhUoopr9lFByCkRTjOeBqaicokiBgmlNTMRJmNzZhOu/QvmUZ
MpMWGGts04HpuW0IOugoaX1bmppOitf1Ylshg3VNi40MZh/6dzePGTQRWksbEQQnNIM+U77ybjWV
7I455Prr2ufAZxLseKSOS0sKjTzTT+OYR+Npzmbnn6DPgiTuwL8firVHZMRVmeGsaGVwoSdrE2PL
DrCUzJm3g0/0nzRymiDG0pD8QxYh2pxLiM79Grh1cYiS2pZnjs+x3FFuC5crotV0xP5qoyGin8/2
KWVjePD58L9t3pemvh1kfqgQKlevfUdS/oaSA056k8vGPUILpGec8ZY5YSqNyosOZm23QT3T37tA
kPpRBaDpG7cJAfn6InTmK87NYtr6URvG4cU7thlgFJyjT3BrfaAxynD7pWVWnVEulzOiTL/HmC5B
2vas8Ka8cRCY1uxAUI4Yw35ybrqlu8kGPv9+DYz9BfJsfIxCEf1wGxfWO+u5HW3waZvFg1DR/p13
kVVuBojNbAcR5Ih9Gc2QG6DwFYqwGSDc6Lx7lJNnTzum5sxYOk3ThpsB4dyEcLmf3BjUvYT0c3IX
/TgYfX5VMtOkwy7nDClEPrjWs2yEsq5zQSGwizQ08NazS+Lq3My11gc0GyBvg06iYDdVtn9ToQHL
HhdFtlHBHOu6N1tUKflNNcxOcyfWqYPk65csOggrzy9J+r3zaOPDJJzPyt35QUcqxTxst8M/sxqK
6WoGA1Z3lCTLJdMgTKiHG1vZB6hXyhEvGLR7DzKlhtiik245XcPiu+qn0tuIxPW7pxX8l3KqTMGG
KcJn67ujtTVeL5UDO7diLvFvgb+qcc80Ad/7aqlqFTtkXTPQcZCL8NKlTHg3EC1lu57CNt+UUzFY
vKY2ui9o0ICvIUbtI4Lm6EWg/i72g/FYN1FUzUgZhVh+mjFauANLDfWcoqRhUSVD+ttqu2h8RDoO
8epBq3b3XhYuqEgBi6b7VZjxB4LaskPSinJvo8c1qA/egBgqTofI6kl1Xvp+q2Y53q+mcEcK2US9
DBRCKf4TZb0srUWxWPkurqZI1OP0FOIDGX4GgMJIyb1pwByj1nb+sjI4xL4fAIyQTLjG8/Qxn0Yu
qBRF3IMrF88DB/Gj741T2a866uQ3gVLfXPo8/VKnVRF9cZMC8bi71kV0PdltWt3Pq7ggVmEe6oOL
7BaNr+C22rYuZO/DmoMsXXed1tG100r4BW8Yyy8+PtPg1hqMWxyogBI3dkuIFCYVRaMFzmUlHZ1t
kObzdeGDR8WTCcafEVftuO2ztuWo7pXdMAhW0+onjtOD/ZP/dlegSaw3Qd4a5BcNnfD9AoCkdmR9
NcmGSqNmdmu7VuMGWWxHOiYj6cDu50uaAX3XSNXSrsw97ijGLhPq1mTYym5RQGHKNWKb8t6JrjJ6
UlQXQdhubQ7cSwmLb3CnFrhvgH00lOeELRhtlxwMc1vqOlTUL61utsQg8xeGUWt3v9e5EG520Ueb
Je4i13e3DrD4S15O1bTBAyrc2MhMejd9p/iOXk948w25Fkio28ht+6cKjHbdL8wouazGCFAOZ0ZR
bdegb6q9h1RlQYpJd1OQ5IEmivuaS3AM/GenBWjaUuk69aG0+ra7msYyf3K6tu63Y18s1s7MqHRh
ZAWaZQ/8+m5lAoe1Z9h5LeKmTdP2PDm6yK68sB2pVMWIRpNXQ/3Z5NNy2xCaQMSXrhTpqnOhCprO
vukpvaPljB+kqJ5xPMsjiaHmUYsM+dCs2/Z18mX1Gy4yfGI6DZC4cRPk9wxAvXFtv7yrcD7fT40a
uniGqUDhaRb3saIQhvOG7n70Ri4hOE0ikKiNpm7YJpWL/Nk2/bifml5E18CUjtyZMOt/sBs0VykQ
ANS4MzHVQVGFvtThOGKWWDrkcEvqh7/TOXLTuMj7ct4ijOvbY5Rp8bu2kLfGQYWogkaSmXtE5+qi
DeCjy/nNYAH4PvfcERdOO+j33qpL+85ZOOe30BhudxK5SdZDiWT9BZUUJgh3qcMnh8nH3V2LSG8A
spLOBM4SJurOhAuHdB+OxNiNc+i/ZnlZyANQB2yZSvv8LOQSYWogwb46cqkPSE9lasfSl10do2lF
PNfjwbxaqSwXlHYEDJ5rJ3Ie1NCrY9IoBE2uTvhRSz4lFDLK9s6hrDllRaf6l7G2XHsvs4Lznb6d
Q5Y/kiapzKtAvzpcKF/nLOi7bUY8johtPxPhsc4p8GPcUF5LldP4ZEMlqZL4XlqUZUUw1T/nKjTf
l8XS5mxJezqVQzp6j+GwhosHsZyvv+x2wtbjNS5UwESW2EuHOt+/Wjm4dgjMiwZXbquj/Wp8+i+w
2zmr9441OzkWhsncZ5bV/CLxg354se3uh8qrQu2RaqFXLsYRaF81rfKpzxv7O6PT+uwJH870lQ4F
T90cLtFuWbk3UU0IG3dNxz28UKq/MepwmneWMhxkDMhGnmWLEPlzTYt5W6C5/EqoAHSbpzP9U6JV
GzZhGbVXUiimaIeJAczp1zK/Avpg/ZB4O/fbMHP9HwwOL74teZjLTQ9hkm26BZkH3ut8HTdeleXo
sC7k4XXI7Jk5dpKeulIODkpxTNdIOSZhuSAo/UL610CSxpO31im8BTqJn9Lgdj7JcVrxUdtr0O2l
i1B8m9iz0AdBmZZceP0o344QGbG2MqovEuzVz5yNmJ2HBtsaYKLrVjtrEhywxlJex8VMSXtd11Aa
KPk12hIUhQjoG5eGIK760OrjNkrnW5KTpuBt5U2Ss0LFaF+10qtxSRXGHfdZHhkRB5NYymMlZ0/z
vnzOiGqtBhw/YzbnO9oa8us3M4Vkz8wTuBBA+lb9IHsL0xefQuQ7uNGL4Ki1oze7RXm1QTle5ber
3Vc6toIQbRcViefxcr2Gs7nRY2L2HWaZ/hhagO5QuSuq2W5wwJh7tK/9jokiKkJxsyDxzSm/Me6l
jBGLSfR2kbZkw20pp/ZGyqFPdzIbUnkdiMV5EzPZxTCr4+QdAJbm5dDn0dS+lr3s3W0+opE/X9Ri
7Y6xGGAgQHzhuAusFJcXpUUYHntnKoqbVTvqJ83x8sh5VuYHnDT5jdUHpj1Mc5r7V4jEoyfiqfKf
zWAWQs5QOXvIgpuO8V+qyTNaSiK8N7UcuZpRVTU5XQmy0y1mA+xI0LcpIJOiTdyTmMY4P50LrmaE
eP7KUO1x8O4xVjn5PnGH4poY5nWIe0rd8ranw9g3RpC7FVm647RkBOJvhvh4xRnh4fgceUl+69Fp
zDvkiMM/aWDL51Zgu7oNo6lTx7WzhwdZzaJ8sUEg1q9rOk71MRyWdGCN4iLZNVKPESVCKftTkUru
Fg4/5+vskHq7rbyKU45in2OXG9CQK0rX1JNG6zTewZqMZ+3wKjSPANj5b2WN1s8WGR99nYFNRDpo
6lerbqgQpcPsgiOcUZDHflaVlE/FnMVMVr1QXqHIEShRzV53IArNTtvIdPG2i9KLS0daPqj9Kt+a
OYO8c0acQlQvulx3c4PLNK5kjp5wJIZNHAMLBcmhMKv7Ig2Kqp2DMLs62IFM3oKJP7UziSHxCD7u
DtcIUiszI4u5pOGg5RnqZhlOPtj3vgyWWaN4YC3VGOKa7ntWjJYLzXNJIOyEP80HDfapORTq8BUP
sXhAXuG+caqPwUVLVaZ7wEadfXEy27Ro+7mjh4esnBQMDirTJC7qeZm4fvy8PDpu6lJnBwvNJTL3
Ru0s4PFnpTPPHMRCqwWnlar6JnMZooK3L1Hm3s78tt+Nehmvy7Fs0JsijqR1EjCBNxgvlI0sNl8h
/2vRMlnSG3IzHy0HeHsDwuoc3bYKbHReM+4eTBt9sSMQqLnyi0Z7d8ycyLp9YF1gmH6M8nv+oOYH
OmPez2aFJ6NeW5wMSIFJy+0XkcyQHmYdB2S+RNrjipnU0p8LqaI6jmwUaiV+O7T4hJWHB844ezxa
GQJWxBFRz+kIWP6EQH2hfva1m96knWmG2ylaV4MPUq6oF2zsEFAXA56X3mC1P4DpJ/KRP6oBv8W6
k2ynxBZfEwWxu22dnHZXZlmUIMZrOIyjDMngYhts5yPygevEtXy5bzA9XJUli/5B2iQnHenTEejT
YyGiC7RjJc9VORvw0EZNv32ECOuJtqubDxY0rzgjl6fQDJpS7JG6VyykIi9vjHIm1Klo5J9wT6H+
Yp2q6pHiM/qJ5LHENyxTo7dYulw6VgJCs6dAZ+krOiO57FuiPH06CWbz4djypLvX9X/aTpLyBPsO
zP2nO7XdtEFPW9yAEXX5mUkP9UgeV9n/nt0MlBswCN2/JjSQBaQbvnZO4b7ubd+061mxldNd5eX5
fZ7WBQ4NyVb+xu3c4AVAGZDeZKilwzPC8lzsTIkdFbEkNO4uWQZ9VVeiSLYgeOF3TehUecA7SCVj
6rJoT7JzyuzsuLliuiaDITDoQDGRnsnoc7DZBN5721Ve336fVMkuc92CUEvi0hiD4Df2MMSg3WF1
h1CXtP1gXnCnLG6b3jE6TnHrjtUcQwJ4SVwXExB3a4nwK3PVFYoUvUzJDZsMicWlmftip55jjtUa
UrkkMuSICHyMSgFm33DXOz1XfyRaFVybWWI7kMAAHL7OJG+mMlif885HL9cDykfbWiSwblFp09O4
xbjc1zyHt4JTIWcDt3QipSubfGsjH/BjweSNKa4FvsC4cTwQCpWC621Mh9JqG6SuVx6Q45Th3s3D
2jvMFmQpmVxNd7DDHHmt7heRH70gyb39mGfioh/zi7thmBKFxq0M2ru17vLmgf2rglPiWNN8wkgB
XFx55i6TOGm3qs1GBKO8RGpx4qtcu3XMDQlBc3iO2q65TRcM7adoIXUE+Uu50kPkS4j6JSl+rzhd
uxP0Ju0TkFSU2/e15Yfthoi10mO1FWu1q4fMV7sOGvWtr6HyY9lbqttqCYZEibWmDz2+gPlVDwKO
LKdiK+MEcUhwaEfYrmM7dpLKkfEIvwVXJB4PyXymnR24RXMYjTdO94OjygBzX7V8kxM5/jwiqEMM
C6K7CtWc2gd7QPe6MWsKPUHkAwd7k+JXBIfS3Dx1iRRmM5eBwx+aFPAegHMVcmXbCn5FmUy7berO
Wb4Nu0U7cU2k9WmOOD63qC2JOfVXN+i4v+au/9qP6RrAUzFdSVE0UVp3qVm+9mUSPqRQPA6lA5L+
ne0NzPR2ECahd1YZtueG+GZcHZXfTxs/kfoVKgTaPmoiQQ/rZUgNeTk5mAV1YXlETO6UsSvkClQT
GC+HBcNUHBOfk8q90wH+nxakNIBWDfJTSrDS7gEDkdfttJxya1uUPXdbQvKjd5pXBOVHf67DX3AO
mLGAg4o0FrOeRbyqevnKLoZOxIy5bEJnUc5BNGTREqgwek8a/aG6VtG0DOdU++M3NvhlQt9o0riO
lPolBrH8Rq6b4yDT1oImLKR4DgyKTy6NEP9TW4C325EaYLwx1UUHa+7XbjunSbLGnRD0Tyz3e4VG
6jckerRDA3jxIoFMd8/rMq4Ff1xALTzRbmAtGVN9B0mlKQ9nNC8nKvcppC7vunCjkpVTT0REPGyx
3jQqZoiHj/5Fcxrt5oxY+A1F7fJ9jPzhi9BO/zLXcjlWxBTlZw1OfSVJSruYWCfMNxWDVNDxSvL/
wbSS4lqjgXt2sy5sKC2V0yLD5uBmyUs9x2RaJSCajFuRx3CywnK3iAxrUDSRvJGFiB0OLUI/Ih0s
HaJICNPmnkFh+oW42+wxX0rrxTENxE4tuU2uycaqRAxQOfpbhO/htSxmjCRM3PEQQtkM9ROlRCBR
J+50vJCgUHuI7sHVUdjd9N7cvtmMP55iM3sEERCogGdchioNDjPzOyIQQSRHj8MSRDR43D0bmqXo
W48WL8c3k5iAmKHEf/JRMxdQNO78JOtVfw+8krFTwlHZ68CpN8cV+PObtlB8bRAZp/OBVHr7lSVB
cihtik1fJKf5joAJ75KYt/oec0S6soz7yPT9PXNeOkTVYnV+Bnpt6Ebg4ZqdkqRp79JVtl9y0n9E
rFuT3udESP3iMpfBzjLV4tJIOwJlbVNVbw1M3YwEXUv6mnXyUNmJEkqrGxVyolVQzK8tnlW0sWHp
H6VLc7bN0N0DHrlkMG+CjnyKretkMBrenEZkVOTEGQ0QNOZQpmpMuOan4JlJ7BP+FlH7d6lM6YWc
IhLPYyJd92CUnB+KvEqrqwDhyu9Ajvlzb7Xs5Zq99R+IdDU7Eu9quSUaKfsmlSrGo85X/BoyldHR
ioQ73eIPY87XGM0GPaWbi+UcBqhOKR5H0BBVMsN0Uw5z8LJMMzKB2URDciihpa8cTHv5vmV6ik1p
1F9gYwyR3mG11uXa6GEyJxcLXrQLSppWHIdTJK9gSfuaTaj5KyyjAKLxaRYlHCiZEjvfGYr2tkkT
Ii5YvfbXktOiOSDZYtaTJcqlfywDU9yX/bL+dHA7nGYHV+WFJ2cg/TAqnTI1fvFXzEkhgHWUBJG7
9VqqgFMTaM9GimKROeflWZkefLIZIOV9T6W72aO+PIDIZ86PuZ+nJ+WNVr/H1BjcrENad4eASIiX
3NBZAK+29SOCzmbaTD4vjmVAUsGWG5O0jSkJ1kdVGX/ZACQsqHc7ixy21AlQsxhroeWh21/SYwpG
Gbv2DMNf5LXjUbiM+tfghjQJA9KCYTNMwezR7azJQ21qYe0FBoKfdlWJ4ORNrvjHrK1fA60E9n2y
ljWSexWa58sIacQiGP8pFbwm8s8rQktGvZMacteQXYWUGTLJnJd29Nc9ZvPmPgQA59YggfR1wkAP
aB76/WsU1Jl1MsBrXzT+hGKDJTq/HVARF3BArXfvAIWzyhYBF+AuKk9u8B/m+DzLLrrrnaqaD/gy
GcLrXhgZFDT6i+UMAFN240ZZ7A+VZvtY3WDuoimd03iZKkaJ9SS/qyPHExVXVDsM9GU5VowOmsOy
Yj1JskTyBu1IlsKOcRINoTi0ruej3/kPQlRfnKFgG1xT2wV/95Wv5pEVV6NionDKYGLIcDFIAx04
q7eyy6K7guuNdBgukh8B9q7unGdJ6sbWLMEfACQmEUsyRvId1lv56Carg+RdtFnNuIpO3g+Z5pTv
DUWeVWvcsUTioNsDuICQ28AnpGK3lkkLvua2cm/DS6FxajLhbw3cC/ijbatHijQKuUnZDla3nmPq
sPpiuascztDNuECjTX6RX0roDrx5HYMCZEzl2Taf0QFvxoRhSleitav+YkehlHyjp5GSRBDfveM9
c5f4vs3EMPz0y4NHHtf3ROme8IVMoMNfc06QPaldQ3e26WAe00mW2PD9NkcihKFq3KgCOfoNsANA
WKp671sSlsn9kK7JjQ1Tk1x5KljllswNa4qjaHLqzbo4wXLVph75afNg17+ZPti+WJlJvi2IR9dT
SSLXb8iPnIFmDRKIDajiSCq4zsDGnCSqr4mH5tAV3pi9kWeUyQOhcgxLXJZqCWh/iEU4WbLVd0mm
HRD4gMYr9juoPj5D1uBj8oNEHKWFiB4/frCiZux0BwehQmfnNbXelgwb9I/QYlAVqGOKZOetMkS8
htKZ2RtlZZpHPA/mfinM+CBq1XNMI2jvUeNn8/fOu/Qn+EfGM1kMyMbCspbTFWdcYn9hNWKkCBbR
jEjWfN+J0wSwBCMo+rUNjekleN8epqsknNFK+pZPWibkXb0NwtSx003JiKV/NAz7RbKG03gDaD++
GCdEAU6f0j1mQ4tknzScK4VKyo+TBQqO3KYUP1oi0vxXqo0z75CME/1yycxwNyuSj2Tvg7sMBAaI
6LufuNk3otrVl3LO2Ti51wzHJVC2DQ2TeVcYdFJ3U7BoiP6n3ilivxSkSiy5HR1UVIhrWNmhYRo3
MPddYyo0OQDV/tMQhWO/aY3o2AjIfxLghJQb06N87G/XJNfRJiWsyt/2TnNxcafUNbGVOsVz0Bd6
3WuIFnPPnzo/dlxOBPNbOgJBDXwxxCt2A/SU3F0Br8uH4ay9tf9G5BPsT1WF7c8+GmW3cdIg5Kqo
DM4NRBxoRrxuQAmYXoYjbAuR1Pmhs2eUPoTiMLoDNEj0t+4a5U9A/YF/y0KsyAx1A5PEjva50wD/
oc5Tg9oa0NLXaWyXE4kw/Kujjok/JregkCtRePgZCfnn3eK5Aj4CeCXaQRa7bpyGYt8TaZvRYGXj
reuO9iVEIMxu1lVY4Zc08Zan+rIZgScKutxWRcGTjQKEeAO/La/SLqwECTtR/zxCes6HGo/9bc2F
wDi1hrGwKbST4mow04+BaOh/SEzwrj2r9og2kmESblMPEfUZJ5tNgnOr5hPpRP656xi5uMHYgipi
pbJivdLn+z8cANHvDgpNyiY0RwCa2Dfll8CtRBuP3RiQdMOFvO0xGZ0Iohj1gX+WlZt+mjHfVG7Q
2juBs6jeh55ZflRyAtlexyxKdy4dcP0DUDaMsfheIB3RUTfT3lniiKDQnEcxgiNZofapS6QfvcKe
uRUmfCe73A+kQ+OXqCbxRBKb/WXu3eqnxTp56etZ3WReulxsIwknqJ8szU+M+vbFoewAl0WE2P2T
1RbD7OBfgnmzcH9dRaz05ary6ureKovS367ogouNL5EaPJOMkeJ2Yw4x7jTimcHtVzpF7hnI5t0w
t9PjXBTr8Kig6/BNRd3wrQaTRBpKEP0zCospPCAfExoVUMNJyVBI6W+0pvE8Tray+h8Q43azdadc
t9fgGuqsqK/WQ4csxo0zO7WwNCDhIqSnnrMH6hD3h5MmVJ/NimwEzfaABm61Cz0Qp8Pkh42GV1LA
yqItDusaLTjKmoriuQ3siDWXNR5lMgfgvK9p4TgFVO+0d8hcy1vMNF1xPbWVjxTIrhFdlaloUAsX
Xhr7YMktJeR44UE1KYwPpKBhXfedPGxOqGQCsUWXlbySwJUW963xu2LPKAy3iTs3mhBlhq6+ZYCz
1hsnt/mrMdq47tkNkX+j0g6rQ+XUVXYGIFXUbYwnGlFl9Yv9PISt9YtuvOHtTko+LEHtIb1cii7Y
EBtp8i8a6ddepPNi4sqd6fhXd+wRwIpE7VHVFfcOSUdERSnVrre51oKxs1htGACH+jatb/8HZWBg
DfkwnYJwzM7Ec7byZnTzJNqscpmd3f+4ieg8RLH1aU1GJmU5ddM2RO54TRVPpALPe1TotuI/tSJK
UEW7HNtuaWRcGW6sxfDhME6U0yfpnh8EiQYUOMRrku5Kj3L55/8VjQv5uUD0tOZEYLS9dXwl0IWg
33XpMz8Lh74Ebb4LEiUkBIw1IIqS/70LEi0uaaE4eszJEJOwSwg9ivPADW8XwmG2IETyh5Ws9BMR
dSCcNtozRTWOEbAQn6RvfhQUKQWj46GFJGOZ3kWCWixp4DLbnHq5DntDHiYx2fl4+Hvo5gcZmIEk
HC50xWWqg3gXR2mlwLgLbcjJJN0XPmD6XaAwv3CL1gn8gCZKVxiy//5Q58O3TAC+g56Z4UHvZ5o0
WCCnBNDxNI2jc4+MITx4rmNtPQiZPVUXyUXoa+K6D9ZdO5V6w3DTaNtO6rOhvB8tLWK7/u8PuWSS
/tfSIm2pk13ASx7rmvQ9ZFZh6ORX2EXHT0a0fvg5kWswEOoS7P6vhNdgDirpdeYUwB8fRCj824DY
uE8yqz98ivQkb0sIhG3vPueIPsU4KERPLtNZQac8/6imzo///v0+XDT/9ZR3ydhiSANUWLM5tZii
T0yoSOMQdug7SVzNuegQUlLzjZ/shw8+FSN/bIaYOrZkrvC7n8YA+Qig0TMnSR5i7LfLcGvKKSG8
Ddvf33/fB28RLSiqmgC5Emn17wLQDWFL6EEKc2JQnYt/dgjCPVJJyPP/73NcVoMtmH7jEEX7/rDJ
Go5zRCysvqIXt2p1kYquc/rJmvh3ri5PoYwUnsQj+a/EWcIa0YX7rLyEuMV9qLT7NYlmaz6veeGe
wAET95PR7Jfv/+chyjwqRkpydkkC5N+vdZdRJ5I8ov5EiWC+ZT5thlVUZTw3QUqk8iXrvwwU6W+J
634SfPufQR3vni0ZmhAFZI4zb1Vevu1/72hYF4xg+XoaRitwTiVCX6KXPCuiAW4bV51Gie7w1Bnq
sSOsQKBpUxz/bAzuhH1pR5q+KsFTDEdPbotfyaXeYolI/GODnRYRQU0OKExrGKXnWvqw8C3y7k2F
Jb+OGQeFQrYm8wSlYLV6T7JbRfvJ8fnv5UnKNReDh2LGY3bNu+mDTlSpPM/d5ZSFZfBEUBQ6hjWz
H/6+OP+93y5PuawXTmiGI73bb11plR6cxgJVRcxAZk0D5sLMPU3t2h/+/qgPf1AURGHkEaFILNOf
38zGqrqGqeRRzMuOSw9k9iId/GRXf/SDGHLBBDkReAFA+59PIUAq6rrIY8ggYqLt0vtEH6w0dXgW
Pps2+MEGANm0wVbpeiSs3J+PQtvc4FsM51NKg6Q2VT2RD2WmS6QRAYZudk3MavY6RQbZrVtZS/bJ
wXL577/bBCGPdzyJZRVe4N0BBppa1MbT8wm4xAJCrOFr1YRMD8ThSmu72AVCfTaE/IP3G4IA+kwq
45hhcvOfP7pN2ryQQ7ecCitnpEcwVbHszBQLYm/+/5+SR13mJHhM8GCQ5J+PSoOCEPmStVl487Pn
zgZ3F1xvILz6kyd9+Cb/60nvFs2gLSJkTL2cBorQR7RbwW0TqQVrjDueNCkncLJhsP/7fvjwoRFs
omCQjk3F8efPww9HAx1i6OgRb7yxY9KfdUvzEjauc1M7xn1dYF7f/v7Qjz6fx53n8VK90H6fF45t
LYXUKadTisflrGs8VpaH4wGIuvvkpX70qDBwPbR4keOSSPjn7yN7mhZ1aufT5BEKPnka81E+/mPm
KfrkJvrgTSKesH1oD+4CZlD9+SS9eKoZnWA6Ff043JMiKvYLw0O+Qu3q6zBJkS/m9s+/v8gPn8mo
IDxn3IEoM/98Zr6AKDoXenREFlzD+vbVVUXE/C6fCU4iI8Am/mdBTe4d//7gf1/0wnG4D5hHaweX
AR9/PhgtXFOSi6S59PwM+zRke8UMjF+qNuofQUhJ+sl3/Pe5zQM92+eeZdBH8H5oVsfGmzK312TZ
Wz09I1lydZn3n3zDj59CSUvx7HJ2v1stTt+Q7jgP+lSrGflIhGz/ISoC95Mf8+9FyY9hFm3I1er+
+7M5QKfemAzdqZvIM0O906+HADxx2mWkF//++6f64GHB5fZmKheRvn747lPBbi1S59lwInDHuhoY
P7jP5qS+Xez2s4FLlyX+510giOCkGgqcy1CF95O5osn3IRSS/tS2vR5+kddMF+WapboloBDV9Aj5
OJ4x+ST3TDCq6HQdrvq//9wPPiEhSGw/7naGwb1vS0iAXJMSSPXkJ5m5tgeD3AW/0be/P+Wjl0q1
EtHNMT/If3/rhfmqGC+lzCmr3WyfrPUrzt06lh5q478/6YOddtnbDPuWNK/u+98DuTD9L2lntlu3
DqzpJxIgUfPtmuUhsR3HGW6ExNnRPFPj059PaaA7loUl5PRVgr2BcJEii8Wqfwi1wa49K57Uczs4
QUwNGzFoes5de0ZyVf675TRvQox8VZ5AXH3LO6EsMFPQkSbw1FoZHrgNUBWyJvdWQMw9XZ/dnwRy
sWW4wLl3ONIzfnWOcH/l0DD9QnAwiCIZcD+zm9mwrqZjDj1nB6vCuGnMuvgPamz/AzMCcSQOqs8C
me+NeLbyPdkwQmBBopO3LW8kkM2DqMSMWwDT+4x2LW1KJ2qUy5gBr78+55Uv6uoIDhPOcEXiGnw7
ZdvOUquNotaLQHfdKn1pfvarNoPw11AoQgYSj5jDvw5pACAndBoAVDASWsQAkDp5nkZx42ExgZKD
aR3pvTYHFdnzfd7DWL8+3PszyHCYMGKuotJGtBeZzNRT7gqlU3uhFrYeghfFWWGuG6O8/2aMQto7
G5ap1OoW65iCKzb83q+9SLrTB+R2nHMauICrZ6mX6xNaDsWXUm2LWh03j4Vr1uJeUCoD5f5WoYFe
d9VNU+gNSFW7OAVm9K8Jy5+hOOy6g+ag+86ykQYMKLI6VT2cRPILSctXiIP9zMoKNtZv+ZWWI837
9K+jpyHgkCSywKAiLPtT3/rWwVCQ77i+dMs7YR4FCo3KM13j1bV8n3TxqHFTtJqnkY2guGpaL7ru
2h45u33spBYfUYV07/FMaY4DGocbh21lkjh16ZxtjTyFp9jbSSZYJeNdhGSkAHRxkytOe4lmssH1
SS6PNJMkHbIBvEB0dCjkvB0FMS/LiIgsXp6YcNMzeKgRMp74yESgurGD+Udnn3m8/5OjCPYkNJy3
47WTQjbkK6pHY1Dt9tmUxF/r2kaP7vq8VvY9K0ce5ICSUd/dBB1on1HJLQF7BQ9XWNPxhMaSpJAL
xwZ9g43hVj4WyFMWkHKYCx1scRmYRQVuHP4Bz2YTElIVx3d8XNu7Pil9Xp2/7xxWj0DPs0OoNkZ4
y8AhpBXzmAWFx4lv3JeoyEMKHEbRPFelAgbMwd0toqYShKfcaEbcLyohuG4nVDLBr3ZirwSRhuCJ
09rRKXDV+sLe1pp97bggnKspHHFBIKxCS6ef91jUuVQOCOpYDxNYHUo3qaIbJ6tPIvcbwswjaiil
6MBfwycQNMUwOrkZfDVp9yjI5OEelx4V7DiIz3Hj/l37wA5ObZpKz8OmYPF2Iw2BQHcG1VIvVJ3Y
m+Ab7mIlLSgmQDa7vuwrZ4SyKcuOlftKKSmOEbJAT35CNivsvtg42HjQ0fpDa7Tlf8PYbbgtz3fM
4iPrtA50DspcH1k+GJy6b/NJZThs+tAVmoLsN0aTzucAp4o94rfiI9oeOD9n+JVcn+if5O/d0CZP
FV4slEGXt22WBnFTVcCtqO0G5m2ZG9FX8BDuU6c45uy16qBpF7bBx6lVqq8ia6sTuH7rufIL8aVH
CeFjR8nweP1XrXzpP/VfEOosyrtyfTZoWhAlBjaoELQvQS2bG3Q/is8g6OKNBVgfitYW3Vdrruu9
3VSuMSFloFh8aamiGVnUoHXMKL8vFAAm/4tZzVV6QRGI+L64mLNOVPiqc1siZAJ3CZFseUiVMHyC
cS4fro+1soH1+f1kUeI2MJpeTKsaSUHixpk88AFT8hKQ230eABPctymiQK9CjMrG5bU6IkzGufKk
88dixFDJokBL8snT+tKGY4+kJKg3nF7agDpsGmw5Uy/LCQRG7kndpEtA1vbu/dZ0SmlXiRy9JAzE
YRCwHrsSJBXwjAykaPCqurr1j5n3nzHZkwRiMh7aj4vNEoLjzAKTAJzbxRPgEPicQIDPRZ9G/59D
zdfPXwmPLOhfB50zepNw4uiYYz7wmCVgg3ZKqopxY2uuLqaJtaxt6XgaLnMCpIItJwQG4rlNr932
CPyfWyNNf8/g+UswleULurjlxh5dO3oCFpdBD5u20vJqm0F5Zd9SrTQhHX0YEBg8y7KOkEOCw339
OKwFWMr2DoMZjmUvT3nc1PC8c3eApi9oUgRFdYGmqEGXTFD+6sl+sMXCpRQA7kaVZmvk+dj8/R0R
P42VMWeSIBP3VWaDfnJHREWH3L0Yg9b+6sIGTEFtFfnG0Nra2HMPl8OGta2zvFYqs+xowCd81a6u
C25y6XcgGseoOyATHDt7rEbC4ZDzLOr3FhBjb4TXGiPB77s36Gg52k6FABDundwIkLiGHY262jj4
zq42qwazokn08KJ7dH+O1z/Y2t6gCkTyQ1/CeJeJZ2HmayNyZ16VOumpdxX7gHRASvaoOht7fy1w
kVCogjyOuLV8L6kdEs9GP01eV1fjKSjC5oJdTnFQg3G6C8NiPF+f2tpZQyqQNiBJvkmp9+2OAA6s
BwHir17n+q44Ga3e3oNt8YOHTi+E42X+rCqhJY18uj7wn37R8q4HMQL9gKueTHkxshVwz6kIXHiF
MogSbYnI+FG7uMB40q6c+myAg3BOOHUl0bGvkxB1gwr6CzjLwfzaI5uQf4R1kgik5SPoTH5h9M6h
HCOk4h3kBZJTA/dbvRRVF3/OUEKbtXL8soXAEdbBDRj86XNcdSoYpdG0gJCCXjO+ywA69h5Oknyd
5DShF+EAETrAnqmexz62QTQ71QAqv0Xx7hbVHB3foOsLs7IDqNaiEeZym5BlL8L6EOeNBWd3IJVv
ZxmzUkuV2zgJ++/AbeP01LRtVJ3+fUzNpkRGnZ+S/zLvKvGUCDupUIEv4NYfqjIf2XZEhiOAV1+D
rNpR9PjfjEkH2jBdnZLuIgGpA6rDQ82Yo2H7fAQNQLMkNpxMZRg+daq7seHmO2qx3wBccFWqOuV3
+hpvdzoChXrnI0LvBRneDTtfYmOzNxHu3gLOrBwpg9q0yRPJssgLFh/QRSEW4lk2eAZqDyEKE6qm
oO2T4VaKVmuCzH84TXdxM8Y/rq/oSpgyDCSWyZ/5g6bw2xlOfdxYqklvTyAzjj2EFY3uEcsevTt2
whQb7cu1fcoe1UxDQ+6Getzb0YxsQLMWIpVXyalF20giBGpEihgOtpzQK7EQMN+IwytXCC0Mky3K
45Uiz2LLOEUYSD2sJhBJqGrey2SmB1thYgF5zH5YinJv57Y+7HNH+ht39rw7lruHdumc/msmnsCL
oVFDy9WG56lHTKkuBP/0mEkAerVjxB6OssbFwrbqkNexMu3Krqo3Vnvt21ouj2uMCnRqd4vdSwk4
IznXiAoyf3SwEvIwPPg54cJyvr6JtLWRbDTE59qPS/41//+/coREQ1UrDyq+K2mS+BjGJkVViAdK
fkClh47Izp2y8l63W7jBeL7k36umyi+AtJwXNct1UIgwG39yCirrJgK3Ij2klakjXf+dK8eZ6wrX
EEOQRVEee/szwahI282GyTNCuJuilSiBN7CQN0aZD+viu8OXgV1PXZEq9zJrUYSGgyCykJ7GrZ+e
/S5ry1tg18FNiz8QROWur3V4NVp8a2PEidpTkE/fqOMWuJMOCdQWAPT5WbUjQP82hOJfjQqyGyVl
oWNyMglb7lEUQ80PvR4oJjwxsfrysxG6R+y6sf3TUhpEbZGEVsUt78N0vDhNhemyZdhJj5BpZqMS
XMqRjxQlJQL8kmB9141j/HMwwvLRiILgtyitTB78Xgtg7/oYsO0xK8WoBqX8+kZHlS44ZIo15jjk
9OJGV5ss/3Z9Jd/BCXmuWFTvtfklSC9y+QhMEYxFLCEweUa3kXglKyj7/1rEfr7Arw6bB9VoDN68
UWf1t1U7oBia82HCPYW08bcNSDzbuIBWNjoVfY4S9TmS0mU3wdEQuEwrzfD0AtT7LjC1z7zyjQe8
B4dP1ye/Eit5E9LvcniPMvU5sP11plS3zvuiNPHWVIgtSLnJCimd2MZjOJDwRp9oM4T//qChjEIN
EhgNQy6DZTBFIkL6X0cNIrOsC2mDG516gQfN19HQ7K1u23zeFgfFARVkIqA3v/SXKUTYjDQXJ033
Mh0Otw5r4VxbWACgvJ59Ab7dnzK1fLy+rCv3AfuJ4rFl0MvQlmAhno52J/PQoKttgz9F6EhgLe5k
/UNduWTPVUeZKpiSWyjQwRbgeSUAYUgP2BHoDiHZXXzTPpvg3OO3CCoVhW6oTshnIan+72GOixxk
IJ1SiCRLpFwf4Z2SjLnlJa3Z401pY7Mdalt+9ytHwZkRQTNkkxb+sioeS9P1DRIyb0D+/uCi5YXV
mlSOekHn8Po3e9e3JA7wBjSRqnJdjdWb1/WvswAOH+YuFs1e3dmwy63MvDMcGR0jxZwu9miPVIoz
+dVoO/0QKk58mPA92VjVlfM4I074chRu+SWL32DBQUBTKrY9E9rRlzQ2JaLmmn8qnN78gk94sNUY
Xps1oGJjrusJwLHO/Iv+mrXTpFYJ2ceas90cQ3sTusyUQ9F0zfJALwnfvhF7nKQfUGENoh5zxsne
CHirs3bI8kkR+THL45KM6jiEqWojzekapwRW7h63HPSqgBQcCt2Ot578K0fEVSlaC2L+jN9eYCAh
vqdW7Le2B+cpdhAIcROUao38IB2sTezSmG2vnegJ4APCUY7aYGtPvX8043rXUfI9oD/vnCM0aF6u
b8K1H0bd08BHSqASoy6SB61Agr5XFZOz6xhPNinuzmy7YGP+KyGRlf5/oywihIlAEmboEXYXCVKv
XHvf8aUXX4be+NEhAHzT9FLfSFP/NHoWYZiLho41nV2INO5iZyNNT8rucMuWddYqu9JW2vpU5EOJ
HQqOwDuJjQs8nRTRgI85ehZwlUoEhu5FjKbwXaLK7htireMFlxu/+xalioHfg8gR4BlRSkEkBKQW
EovQdYN93ffJk2/1uBklorP21EdntrySDi/0cBQcEIOgMXHnMxv7EIFYOYeJRINNx/oXxiEy/ljG
1LHmH3AmMf0nxx/AJRX6XFcMgOIHh6ZH2wGRXdPYauGuHkidUh98VAgOqiHeHkgbcSx0pBuLUlgx
uqc4Jnk715WthhctwfN119SGq+y0MbIvmtWOCDAI0K8QskLfOl/fjivhd27tsBuhkADGXpwTN2q1
2fXF8iY6DcfYCrBHiwXmXm6mbsSAlSuToaiMz1DzuWP4dtqJmUAzcgS3VhCFvxI4TugWl/gTBvV4
D/FtuLToENzQ0je3Umn+5eXOnFENlM8ICjRfFyNnSH/G42R5zYT4W26Kbm8M0VavbG0p6YHySiTL
wvZrsf+RXxyTyLFNr58GzBIDLSOyxfoXhGo///tHI7JBaXCAS5FBvp0Pbhl4xOgZN7OL33OSRMUP
ILf6fSSBU1wfai2QUCvGUHpOVmkEvh1KyVEYLEv2RzbY+k1gKtWzlWXiLuLRfScG5NZtq97IrdYW
0uV1RX2Gw0EIfDtmECO6FuNG6tl60NpHhSQs20dmVx7RV4k3Hgfrg/EuAI1N0ioWh9Go3SrDvsf0
ItzMiQzFrF+uxRcknoyNA/B+KJ6tKgkjhDzSY32xDccoMhOjIyi7Ip1uq3pErto3p0/lFG7Vcucl
ervj5xeyjikFBV1SjcVQ6D0kBFVheiY8e9jRXPIZooen65vDen+ktTmMgdGdgWfvinduF/qhaGPd
6wOzcs8DXQvxaLZFH95i/Jyn2PK57e28r37l2FSgXsy1ilhYkzxjYag+uwa4wn2dxRWyVVosaJsj
12Yj+4qXGl4LjdTqQ+xL52WwLbjnWijy3xPchk9dCT7/5BeWQYVy8P1XK4XLuFPMMPgMU6zI7hzU
0Jxd3FJ73EGyULS90/nWa9ompn6OEAl8tU20FlDJVsz/cOrVX2uM+z7iq+r8lKjrFnuesN0IL12U
GB9WdnMO3bK1n+GaUeJKpqnqnpohjfPbBIeGxyk3++Tkd+X0CwfFOrv4BeL9h7EHEoScZiWee9jx
YJAqUL57kF25dqImh/OLkea9vguQCXhNEz/sjsUYS5RCSJjvk1KxMNHLKqne4MOIJqCmZuqutWc5
9dTSW2vjGl95LNN45wq35wcjFY7FgYikquKakOgeWTAOjchcucFPtQq5DTGo1oz7rtR7cBRJjKFl
aLkpepzC7h+4srQvk1O69UbG9CclXmxmgDM8IzU2s2Yvn5Od7HrUIlUaE1n4ycGNGZmPGEEy9KyH
+t4ZbXnE3xnpi5jWVaEY7iE0whjJIV2nx6QgHkRV+fn61tfmZVj+KArlMLN4S9CAXcTgKSuQlUwL
4Rnp2CbIhjhKfhfl6HGw29zgiz2BYbkMeYQiS4PwebzPXHVSbuDmyPQmK7MhPhlRhkflxg+bI/Ly
h9FUJtEH5E2pcvHDaH+BMx0L5KrCouhQJfPL+JiOfeXej67a/pgUNxl3XZM4xR45RxU/ABpZeK0Y
+Ii9iEwO6kVB60k/6DjllshCSPmD9vz4sYy07tf1X7sSpwS4HmdGVZN9LF9DJuaeWKLWOs3yTP2U
4Fg67EcdIceNVXHfLwoFeJDFQH8ZzVpcY10LEcsJVd1T+9z9lnYBBg6AOD/qpKpo22BXkyHx3CNA
NDQpokcVVgraBjDg/VXK7QLqH/ERyodgBfmNf73DFLjfyARVxGT+8olP6qAWmwnkRlCMD5C2Hd1L
Cixy4ymwtsRcBHR1AMdr4J/fDhuVqDg1cqL4NXUCC94svuHhIDYO6crdJgwdOAAGWzp97MUC+ylM
fjgphkcXAJt4VFPc19Ytg0cDhHR8+uddw0ODVJKCNNyzZYgiq++GHFFsrygz0xsxBHmcZBxs1L1X
Fo7Ho02Nl94rYIfFlKreyWMUdHWPtDK48VUkbiBzVR+uz2X+VxbHFeQGaD3hUurlRfD28+STtH29
r3ovj3zf/e32wkoO8AoM1C8bDuB9Ts96Y8yVnWjAZYBoTHLwvh+eT9bg2AX0L63Sm++9OqNTkBvZ
2cjsHEq0A+/GAie/6xPV55ksZopRgUnxA/4JBbv5jP61/xsd2+po0DuvS7A0uc9EBVYOaX56J8CZ
6geWBycrrEblLCAb0ONG8cs8BmYTlrNIPNycvgxxDomyLNYOAYqKwccBdvHnPproc81AjXs7rXJ8
C5Kw1J7DgJRnBxh/9lxOCLg/dMxVkm8lV9UPRYZacUkIGA1ALhHZpz5NEIrNyK6Dp9TpMmsXFtvk
zLW1Z0+By6T8o/Ll366CHbq6bVRSenGsj598DF0wCkFYEDiLFKeB+jXWKFrVP11f/ZVtNrfmQOvT
n4N3O5/fvxY/zCsE3Azw6xokqoc0QP0cXSB7D+XVeSRYyY2AO0eV5cemRkkvkgfuTBJ9Ox4lsJYE
GiA5tqrmY59rzSvCXeEe1QSER2s5vQK0qfaoP+Ub+2zl2PK2JAaZPB1Y6cU2M0vRlH5ND7Q1GmTQ
EBk7m4E5nK+vp7ayoIzAKZqjA5phiwy7mpy4r0oLjlrUIlkiTV9tLlasCc8qeytgwxbJtMOsSFEO
KTJE063ZsCc+tZiQJjsclX35qw4wCDgR6DrEzUQtwP0USv9ZYEdtbPzelW1HtKSvNnOX3hOKsBfB
u7iOaeIh90B72CofxjRFfL+TetLuotpPvWKQqXu4vk5r4xKiwRMAeRZiCSopYx3hGET+PaWwy0va
yujRqAs8gbtE+8g12SDIWkcv1wdd+TZ/auNU/mZ65LK/33UDiuozf1B3phKFRBV3J6dzjkNbvPh4
THnXh1vZcfj80ZzlflXpSi+OdJ0nqtFhXek1TYv0h9252DAYZboFz1hLzenBztkmJAOXQPH2UE1m
RTsQE0vPBAs9HfpAj37kVJhmad98xBY5rA1PQ7+3A6qRRJ9U9NbFuTMqE+NzYYw/rs975dvapDQ6
n4nkDfDh258z+LmCnqzaeBEWm9h5p5H9WLKPz7IVxW2CzJg4amlY/HuhZc4UORb6/G3f9XumJFEj
WhIwCjuEwH0f98Q0CZpLR1pwvD7FlbwR6WXqH7xtKbQsnx6jO/JWjcrGK6ZQ25uBpe2qWnX3ahzJ
06CX/lnzVXmKOEunEDO95+vDr5QKNTYV3SRiKTWKJaAjnsC2R6KUHtIZk38QdoskUY5NwUOEWDUs
dRshLJBK7PajHqUGVdZYC76oIcq/GxF9JcOzySHJYOELgkZYxNWBVzZSjzB3hqQdDxYYHWtnKENb
H5quqLd67CtHmAgOg4FzBRRteU3y3gW6JRu4XX0BYk+G7YVnVrtz8dA5IJGfbzx712ZnEyApZvC1
yZTf7uUQZ7ZSd2PpIdQMabuqdbyEhnwMvuHJ0YiP17/ryu1IU5bnGRcVW2s5Gg39EhXFWsIma+W+
VTRE+U2t8NpYU072gELwoNnmY4Ua1EY8NgUTeXsxU26Z02amOfdoF58ReEvsFykEIhh+CUe1I1XH
6KHNph1lDJUWGNSRD1Pq9J/cOMRIsTCc8Qvi30p/AMPnU2V3HN86BtPkOChBlyqWUY7fI6DXywaT
h6kaot2Ih4J2QA2qrI9NnyJe1wSAZc5OUgyzivqEImig+9rvzMV7Bk3HYLR3tl/an7SyUdLdhJbZ
B7/VzN+JrSnhyRzoGng6NZPnIvBRAu7qvAXo0bSf3B4BipMLUQMZQGkqOh9vxJyys3u3Q/XPSgDz
YkZ2MGEloq4T+v3vIkTgzoO0J+09vi9mfqjRmvT3mhXhFLczM0SX90EVWubGNnv/4TnKYDkpl2m8
yZYIFyseIfohxeahnV0an2YhBvc39lpteEYfHTRJmNVwTWLirb8jZRNb0Lf1H0BeRNlC1d5B/Kog
xNLNVriPLUPGT1MDtgaV4qa6D8jmzvSM4g+AO5qPI4zSr9d3/fszTb40tzzIPwhqy55c1NBrmxJ9
QnOZO0G10RlVMZLb9YionMaetOj6eO/PNAkHSSBLzXMHtZm3ZzpN7LDC7QeegdHkxwgF86NZq//J
ru3310d6fxO+HWk+dH9l14MQeYRrhepJjNCPcnBbDJg6RPC5E08ixALIHMbqfH3Q92kHg3KKHY18
nlLUIgOV8QgfPWR6wqeI2ke6c9MNSb2R3NAifh8xyKL/1Kzp374L/Hk29pL6ydw1j/P+Re+Qu/3u
VkWi/yhtSBW3qhGK/gzbDDN1GdXoi/voXCMTn6KxeDQa4VYeqUpCSQrwWrwrrVFOB8x4BZa/RTaZ
O12TZbVLMQabBfTKMr6N3ZSieGAlZYv+DtjaA4GmrbymNNLugdxiEuj/O92v0vBhxoZRJdGeDv1J
Qf5fwx6zSga7O1RhQ2zVGk2i/J36eAwHuNl1sGhGvX1QQpssFFB3ODwDCVI+W1GMNmaQBm1wa3YO
pnKYzAe/fctO7INRolZ7qNqIzqNhhc1u6lEe3E+YX8dn6v7lBzraUXqcq0sTsi2R9dGgVxIiOyLz
14Ik8WSYvvboAH5/qPnxt6J3cS4NwkDFrRKTsOYwTZQi0OOO4+oOQrNJ4RnN9xdNak6yD/EgG5ie
FB96qU3x12bCnm5HZVxSaffJBbges7r87sStU/+UaUFRFMkvN7w1UQ4cP0yqEr/IcQz9Q1U1fXFC
8tQ9dyLX5SumONEnhEOz5GxZqENfHIy7ige14Mi85tQEauarlAG2jFYDkktO4hNa/mh5NX0bp8dy
KNviIa6gpu3VwXSiH6KhPHrTODVXi8LC6HstqwWqhmbeuReE//3I4/CiHjJhtwGLvJSIzye1Nt5g
Ees4+zyEgvcxlcCywEXnmEg4eH7436wytm6kFPh4URynvK9T7v2qmHXTURLXkuE5nUrhHhzYL/pH
P4qN8gjrIUv2NvrNzksfACC8mypQhC8WGtzFjyBJFG0n7Fpe9Br9Ncr9qj3sjBiV0DtF+kG/G4aW
7GqiZW3c1lNkxJcgK2reUw1I8h2iwIqGE/ZoRXhuT1VzQjCRWy91anoAamzq5Zeuiez+S2Mqjdil
lRA/gkoPm9siyvH+CJoQQaOB+KteRtxCB9xE5nTOlXrx0TQtwiTkS1s9YUmhIuhoIdA7ZIB8D3yI
vD5IKvERArSWZsRHWeOTDhpvSm/UAu/j/VSa4jvWej6quhjogZZN5fiIjRbeek6AKZWLbLPOX63h
vsiSsUJaMw/bfQLA4qfv1xa1oSSLy9vccYdfbmNH3FF9yWenUDVgiR7apuLZEqrCLsWjNcJllBzn
mOILYe14QWDHx9Us0n3TOVLDUNvRf9YmOIgjnR86/PiHormUhbLJDoGo1eiQD0qUXbSs1TLgaj5y
/VHpxi8F5sW3Fn5uNMUdP31UTWmZRycGq34Dr6cbb0pXi5qTPdm+RwxO+o+8JKJ7vEbU4pz2lqz3
2HZzsOxwpLk4hGMW3Kma7PVLmqr9pxTlpVfI77jqGikCpPvJtNrw0PddgHlOqcSoPlp1m+z9BpHQ
M34D0/1YO9Utq8ai08GmlVXRgsp2o6Pm2nGKXUweAaNY7cugytr+Bd2jxYK2abH74l7wMauuBXfv
aOazaR6QEGhcXFm/ctw9tNdBqN3LEMn8QUuF9tmEJhOcozCNvH5oMu0wFlibgVus6vrMP6F7ncPL
a1fUJi0bhIK2ktc/KeIihfzT8yN9BM5OAfHtbYfDdYE8iWN5feUEyh5zCvMDlWfT2FNtcZ+BWMa/
ITmY+E2BhSt3Mwy13jd1n1tolwO+2FEgscsTqnZKcbb8rtcOWAfHyalzEBM6YFFZO4fAtcr6oc+k
aAmRY5B/ChRAqffjNEE4hzEx24nwRkS/GZ5/v6fh4njdVI8UteJEf6U914rXf75y6YNz4QJyAZO7
BBJURTeNKHvYnqzy+BLiT3Y7qXm7kaO/f3TCpYYwQKYIDePd+rpu1JWuotuUt/viqR3r5BtGY0WJ
DbbUdAzC7PAmz1B53om6Ks4431Rfrs9zpeVGOXpuUs8lFPddhd1JSjOK08jxfBkFFQl76JyMTBg/
DDQCPyXGqH8vTTO9r0u9vo+iwDk1gbD6nV2b4fegywf/iOkrNgQ4SWgbZYeVNBJVKDQk0HUQ79Ec
ihUJZ2gV1Ah8v9oT2crT4LrDba7W463a5ea/J3doPBJbaXAAgxfz7/kruZMBnoWyZC1inv6PNVYp
w45EJb34hKtwl0eW+zwWfvty/RuspHdAhDVqDibl4nfIC2ykUEFORttz0R05UIfo7nxas6fro6zs
NVAksAuIKsCAlme55YRL12dHK6nupjve/T6O4XGvf8h1I3mpqzC/Ncyyu8M2sn+a6qnaOFIrSToa
ZhY1LQH9R192WZBpjIWsWV38geSh0YGalgEo6AEDtMv1ua5tHB2YKa+fuYSxxJWosI7VoRXMlfrn
zseTnVc39z5OAu4HDZbbxjlenRr1KerDaEy8S9BF3DQ4U3CONRH+MAKruplS13pK/UndmNnaXuGo
0q0HgDRHp7dbFBSESLgxgFcGIe/ftNc+mF0/Pl1fv/evHBRBaFFhxwpzDvGft6P4oyWqThscz2wU
9TaOAwUr2dBmEWV5oelT7HvB7rk+6PtFRBHgz0UD92Vm37wd1Jrwtk86arYCYyw0N/HtACNgwjvo
tOP/Zija8uwQ2rTLs4AvS+WrfU0lc4zCE3Kf+i40zPGcxX64cezefzCqiqDRaHtztt9hq/Fti0Jy
d8erQjgUFZyDex421UaZ6f2GZxS6PSgQgcekkPZ27aYU/FTcG7ZHJPfVI7jcIN3pgWnj+KVk3Q69
UgTZ/30RXUgWFMRpOHCLvB1TjRtOAy59aNaKOW3mFGh7ci1lb8mq3yinvI9eINMtJGRRgEIZdNl1
bpomlBglmV47u1LsUPwJwktfpTHo5h7E+mEYdAcLeZJ3DJQBeh5o6g71xjn/I+f1NiHSwadw0umA
U1BYQi7UJoprH1U/T+/tXBzAnVj5pz4p6/bWySmR7oFWu9k+5Yn03GFn2mAbpWIPDXM/kt9CNGX7
g1SwpLpAaMMvTEW/tbqt4t7Wj6PSY1Kk4Se5RYte2YM89kngLPi3MzPx7ZdKJ1spSbEMihbadIxi
LcNJDAONf94Pc+6H6BN1L/bEYg/2OH66deSaXj47LsuEJsGujMgHpyoVW7pFc5xbfAgdjT6OFGXj
mVbwdkox/isyUCFGKLyJ9607jF+7qbdjzFbC8cEgg6n2bWird5EuN2UtVtZTZ4Y0ZlSqJSzp28F1
tQv0xAJnX9mU7YLRSvZyNLcixwp5GWwnkmnwZRF8AN3+dhg0URq7rlrHQ61W3sPHY3ojhumPjVDQ
pONdMioU1lQpKl7ppJCwXxJeBUmu6D1EfzXQMLe3ph+QuAC2UXkNyCmLWCt2CCzIDB+dKcc+hJp+
enSSuL4pJdDuPaap0X1FLx0gctLW36yO6whvqdBpu4PN1aAeIeO5r44mUdvCG1f/4Ga88nn+CaXY
o9+DE7c+5SjdYhrhbqQRa4tv0o01YR1BqFoewazLfP5j7HhO26RHzKv1iw4M59+DG+KP9ECIOlRP
xeIGLFzVt4KB1DOCl78fpJ3gNJDjq1SNW6FtdUKgdoHH/NH3WBQvO5ESYnG1JHlo1AM1cPMQkslt
VPdWbteZN/V/R1lMiIJeXBlGwrKJaAK1U2anYPC75xhDoY2hVrIHhkJWY4Zhcy0tchS/j9IyCULH
a1Wtx3p5xGCSlw4ul9SG7tyKZj1UeXsjfVi5AmEwcRxniLsjliQmf5LYj2kUL40QExoznfqT2uMV
SUNhONY4KT1cD3drn422jo2NGPvrHSwwU+uhM/re9hLW8sOEu/Ye8Jmzce+treXcgiOycq+zj9/G
ADcFMRR1CLJRgXS/FRh8u1h2UlfB8+ymbHrFw0Cq29IVX9ksUOyMmWpHxvLuwnAo8aU1724vHbD6
iEol8DB5wyvODZ2NVGzlsxG9acTxAoJ+tkw1ie7g9HLVRW0qzHmQJKZ4VXRl+ECXJ72HUpltgPNW
Oq2A5JAABrfPzUHT9+2SDpg7BPgQ+h7V3+AefS37F0BJ/Qv1Kfd5AP94yBNJQJwS95CIzHqs4sIf
Ttd3z0o+Y5M7gQByLUATy/uLTKdAEa4IbgqL0jqe73F/O8XjgE4JGgUvIeUHF8+qMAn3rsgDMjgt
L6ONILey9rP6DT5S1DpQu1yshB1mUKkBYXtSU6dx56pKNoICVcbf+eQTUkMrLDai98q9zXteoPsF
oADZr8V+NkwERMPBVfDQmSJvAL/xUOCVt++isb5EYTXscjecdh3p5vn6iq+cV3jtMyoT+ov+7rP3
QWaW7kTx0rSl/dBb+Ki5uZtunNc/wW2RmCDUhmAST5k5S5x/xl81hBgiaTC5lYLjwaBqOK2jSNVp
uH3ukh6MwQ44t/qfqtjJQwwvGlMrd4w+qpiN/hDaZE7PWZjE/s4iOQxJqc1p+FBEWZHtgJgjLVtq
laXtXaWTOLMESqSdpNRsH7+mWMU/qA1cCp2Yy0/HDjLrXQO3Er2SNtV6CE4p/mChNTqYqY9Rn9x1
KX2GXQdu3byUQaA9w2Rw+4sGupreRtDpT03f+F/Q6YmeZJ2n4pBgzd0caaWE8jzCg32c0L/CYKmf
HcAl71WQ6mNlYDubzA7DXWQMn6wE/v4+QYJvwDa91T7iOGFhV2Zm6VOXh5l1wDU1f+7I1nB4dEoy
DekrOFaZEbDSfT1kNXDMStrNIevcMttLbOisnQw03OZM+kNPXDMd6H4kV9pd2A4VvZxiyB/NIsSx
CS8GzMOdPB3EQx4jOQRkXMcwNU6c8SbnpfI7M6X43QYAvMuRNT72QZt9R5QycXcD5exmr9K4/gnX
WH+usyj7SUvT/9bWQf3qpHgv3MRtPH2GW4UpnsNUa6Q3WucOKi1ErthW0hN2YVRIfYoH2GIiKpVC
bYsd43Om2Nb/cHZeO3Ib2xp+IgLM4Zahe7pHGkkjyQo3hJKZc+bTn690ceBhE03M3huGDdtwNcmq
VSv8IT64e3cit8i+AWAxeBY08JfbbxnsTlOGQYJvnnxZZtVkOtAqdqDrZXJwAe4thY40Ihnk4WRJ
m4yiweCYn0GiIpfl/AH5lep9icvWNcHf9eCS2Dm7AtKooooBOeDmrmXAl4aYyNmXnonJQ4bJ59OS
Yph1P0LshENbsCEMgfKj77t5dybGUhjXW/YFxxLpKx+weYwTR05gqmg2JVNlV6N/f8m9BwOHAvIH
VJVM8rL5XGkXpQz4aGcvyG5I1ji+zVW4q/dX2ftS5H68N4c2My2Pl6vY8aQ0CXjxy9Qpq5+Nxezr
w/QLOFl2sP12n4cIC2ddcHI1ce39J/rpppSbZszzWNhRP+A/icFpHR7Nw/ef5/9X0TfPI0EELfMS
IBqdsNzLUL84MzhKvB4O7MP9V7f3QNxX9ISF2A0yBy8fCH97O8PMjyaHgkt9Ry/kdydZ6c9Xr8L9
K+zwBDntZtqA/7GdS23sXKJuLAJtqJaTUlXl608RHEKZSwlMHSnl5rWlyD8UmNw5uAIktkKFNoXO
A67SU3/w0na+DxUTIxkhWSrkKF6+tF5ew6LoWhra9TB8yqYUoICqoZ7GFL2JDpKYvcV0dhr4KjBd
N3wENRxpv/QUNpAxQh+WPSjcbpxdXMWOPOF2khcHKDD+aPSvLSrdl88VmSWZi0qjPqf9IXn4ezIf
DzM71dylkuoeQMBo/yxj3PAU6u4P9zfJTnhCIZlPR4lD6rSNFbGGglWx0pTFvLpwpUXCEXSKax2W
bb18QtckOviMe48LGhEaLvMC/r/Z+2tOIy4FnHFBECL7Be4Xw9uxC1efWVD+JOVgMGFkyE/d2KKP
d/9h974qNAkGpAhN0Q7ero06WTKI6gp473rtzdEg1TFa6y3wD109iI87hxx6l4bXCRUBmlqbxToC
SLhalQUqLzKDVnOKJ7tQ84NVbh8JVQpa6nS3xURx+zpHbcBcsevCiwPc4QFkQ+cOXVy9m61D/48d
zhqKxuiPGbB0HLqmmycCYKowpY7DS9nQ6PGp0pfYF22jhDaGZn+mpGgnD+NYc/K7vuhmrypwPXf1
Wi+xxdV18sPAmjvzCGZ7u6fED2OkChcDztpWBERGYcjsykTkJ2sUneh7Zj8RGNVPOBArNTJ7Xa97
6hK1iZtX2KIG97fV7vICSEXbmmC7PUOzXWG4ISvhJRkGo/AwzF5G5I1Af7pS1FWP4yRrX8BF5knQ
TyibvTrD0GXSPBojaHYTrjYBpGoxxcRrI0QYHNaPLjmOX8r1GJShoz0XUXY0x9mpdblQqKtt1GOo
d7flVts2DWO3KrzIGv7po97DKEXtwDwvA16ng9LLgaGkuIDU9vQe/2LsJfWpfr7/0vc2PgUXCBIa
ptbNcAKnhbHrnFa6xPOkeYszQ57N+zJQS8s4OGO3J1lcoLRMiRmCyr55wVbWmVE1VdJFnbGo0FPq
aUsttP9hFzHARCeNi0dIlb+8B6y1H+qytMVbTZeTrOTYOPZlGswZUlID1il+nk2an1iION5/leK/
/LK65P7GJUKIaYKY2ja54gFiXrjq4QXdX9NrTE1/Gw1N6dmyVL6TmEAc3a47atk6zG9xVlnzdhSI
85uO0VfvXFawA6JuKzL1OwphUfNsjKtZnMpiKL9Yfa997sZSzz0LR3vLK0M7qfCnrtp/R6h7H7Sq
o7tz/2XsRTnwkICqha4FSG5x2v+TbRqZveZyWzOvz42sOI1Tln2UzVRFrBV1vi/TIiv1Cfp4+V2W
nEh3kcYvP2iJpbb+NFjp6jVSrWQHW/C2swMElXSEU2eIPtPmR3WZUENpLeuSJvLzMhRvKmTIz4nT
GdclUvKA9OA3HturH+VN/vX+G7ntFvIe+B81DIIRN36AZqnGmlnQLYwU8+1QZn4Wtx5ApPwpr2Jg
b6htPtxfcedsAx3B95Zr02Yaor38BFE0ZpLWNM7FCWMA4I48BnGuyL9rZXn96JvOLkkl1xmqxtwg
L5ca6gW+FzijS2IVqqdJ7eBD+eoPPt/uA8E0EbgcdLe2iUeWaCSptGAuwPQwM6Xwo8KAavhxnTSK
jde/PQOaO/8ZJoWk5S8fCQ0qVQ9nSujIBFQI9rT0kcQx8HkOj2pAse02kQMwNgGLe48B5nZsIlew
1m1pcC6FYQzJQz9CIXPDGWsMF9OpufJkMwGJro529FHG8vHosO5ELtYnzaIm4E9b9Ae9D5sUizgi
29Lq2xADglXrG7+yxtyDtHak771zEwAE54EtBrbQWTYxGv6pqiyimB86Y3pLMaSjqp8czTz3nopm
CyQtEnIuuM19s4wScwAKk0u0OGZyNSKl+lgkGmFYrq1wCBAbej3WnShsM8xFkmBn7D5hKdmpEVWc
NWl/VLlr39TFGr6lE5cfUTv3zgL6sijC0HjB0GTzDhepGJyJPXqZa3lC3hW945aepCcjbnzQnd1Z
iukgqt3gPoQu6GYpeQUeoS2mdoktUPTBOjH5oGVmSP/WcZcVwf1zt3dz0JqFZiUCF+oam+WyRlmn
FeWiC8jO5t+p0BADA3csZ26aUyOfl7Wq5metnVbU9qMWgZjRgT3tZ5na0oXtYLMGs1zL+cH9vrNr
bVATtKDYS3RrNjEOAZQmKyIo/LkutV9WOfoyG6X0fP/pdxZxRFlH+YY41c2kTI5DTcGv2bwotRp5
Cp3Ci7SA7r+/yu3REA0toBrg2Lmft6lnFzbKoAtU22BX9QfJHJwFz67EBCq6pj+SJdIPgulthGNB
oaFKI8VA+2JzFjOULq1OQW8PHl/4oTf14jQnTv2xAjfirks8foVrVHpOanQHTf/dRxUXPj08oNnb
MN4pYa+l8mgBcp+XM5CimmGSZnoqhFsmkdrrVRFQbzcYcnJvMAi/iTqZYzLhb8BshuN8ruZQeWjH
yXr11Y7cj2hGqQgSkwNu9uKgIrRJj8i6QF6G5yVr0ZuyXX866li9/v2hWkqjSOx6Ju6ba1C3hjFT
J+B6qGarT+rgAIvuO3RnW0k5rXJiHHQpb9MkJo0QadDNY2KM4u7La7e1xjQ2YV4BIUD8PDWTNphR
mvBGKZyvUqovHsI9r3Ut18ENCVa2yW3ENbyd+AHMcNS1q5mpto7pJxX2IGyoOhAK8J/vH73bAw6k
DfiCmLA51CmbLixgn4H15/BhNpP4w9hN7cWulenIVus2ZotluGJRXOMlblnBi9ajcQm376Gydan2
JEWpfCiJePDKanY0AthdjL4X+EpxwrcayUgk64TGInxYZDM/d0ONH5PZhA+x0hzBgP/OPV/kSshW
MtYnJ6FZbtzQ1xTMzuzCbOOrtNiA9mLkOaxAHjJkkNpF738tRT3NfoXyuunKbY4W0WD05Y9yddIy
iCyjRMF/npsvpVEVf6aSptNpWIelotOQVz9j1oUr1kxN6OnGYOVeujaAYWfNlqx3WsQ3U90owq/W
zddUtxA6Sobcq8oKhd1CRR3NX4csCn0u0+WL1oTNn2nJUtD3ALsGFKQAdBDZF7SNBaPVI9Zb2CVm
C5utHKx+9OopbN4Z0kqLq1ijGK/KVSu+rOWESNbaluO/axq1D+CKDMWPS0fBqX0acggf8po9z6sN
DeaVG1a8cGGiw2SWTuO2ZoKBWJQhDkjXcO4in1FPeSlVAA73V7nZQiAwOYGcQSoukISbMCPHEhIF
/SxdOjBhn3W51vx8VYanOOROv7/UzQn8u9RftQhWusGy2jEyEIYBOsNquyTQxlZ9XMviCESwuwr3
AP0k0RbY5vRrPgwm+h4006bcOaMiKQUl/LWDZ7m53ZBrQb5E6HyCwr/peter06ajbYQXhotqEFp9
7imSmnwNnSG96u2cHHkb7Hwnutzo5grgGxf65uJhFNaZKx7FV4y9kaztZOscgsVz43g8qopuAZ08
HFbzTCmYYgrt+5dXQaUsagMsU7qscdh8prLUel80094ofbqOLs2NcfSTfMgnqI7rxFGJzf6KZWD0
nKrp/KyWs/xxNrQ+xpFulga3qtTUDji45U9Gz+3R6GvnkxOV0FkR8ZbPsXk3ymqmcw+V7WIVZfpB
bofkO+RK+UA2SNv7BCzBtIMxKPCczQ2pRJmUN6YDscqWEobwcTQ53MkaJcbSwpV7yMbZXt0uTJBo
XXC9kh4ihvZ4hCu9/aNIHC3+oJWRNKL4PhpfcQKCMRUjFaU9ZGXWLi7zx94KJpng+Tii2JN5Rmy0
8QclnDMDsZjCTJGRVXvjLCWJ1HlA0rMf5ayPi9eNBnhFlDFLIhwKg1pgWEPTnGLNCCta3TJYC3BG
6790gRu4b2GoHjlE730FUk2VP6iLUJp+uWskI1UM3Avo46Z6TLBtlqsWNhBK70eRva8gSEioByF2
fhNFxk6djHIow0ujS+WvwdDit7WSz7prImD/aswXJwGAmbha0eJ0tiWRMiLyQXs+vOTpmEE7XFXX
UPPiDUi6Mbj/XDeZulgKngSdKnqGN1NvhNSHUAuZTizJrHuTie5DkeV2sMjr+KajsXWWSqx0mtk0
/9xf+aY5x8pCgI7gQgP3pj88xohVSvbkXBoHiKJbL5nxkBS0BdBubDzJRpJRNXPgdYWxBnDWqoPM
c2/jgJagcEcUipCz2TiTsspcp51zMcowvk6xuXqoARSn+0+5935BMMg0bZEegD71cnuil7mORig5
F91qkbjDj2Y850acfxNErwdJmn60k9V5gPJe3THg/TJxEtcRUw5yw5crSxXgLZy2w4sxrdq5bjX5
PINyAl1cl6/tGJC/c5Y5GczS6L2IV/2f5m+njyj8if0a2m32plTl8rFsBuvU1uNRZbnz1diqIEKE
mPFtm24RLTo0V6IriuLdP40WCcZnMR7I9+18NTg3oi5hvEytsHl3ZgX3cdYRoNNGO/s3UsfpXI4w
bIO6nZzvq1JoxDWjjM9FVocHO2bvCQWL4y9cV0yKXr5MK5Nsu2cKdq2rwTjDv9cmX9ah4/j3d6Z4
hpeZNRBkegEU6Myk6FW/XMfp16xkbBBdV6hfATjzh7UYAyfp5wc8TY58tXfeqOAxwSGk1cFu3rzR
RVsSXY2j5BprdRPkueWc6mExMdUx089aozYX1S7arz0EkoPNeVNhCpIKfE6OH2GOod/L55yzykGE
sk2uuQnGb1ZG49znefYJOqX2mK/tv/Djw4OGy98IvXm5gDkR4MKkgsHUNoIvhQnM0MrzK9SEOgzo
LUtICNlV1LnWZA9z0HdVkZ76JK20h3BWuvFagGgDtjbG0ZccP9/ZXVCJ+wWTXzXcUU/KOqDtj3OI
6gyGm3dV17vayDZ1O12Kzoo0m5rbOq1hE8YM+d0ca0p+bUezr69d3Ia9W1k9pukJ6pe/7WKBSyA5
yWWsh1Z168pJnsDWRl9NfHe/hpE8/ZtEMjZdUQPWy417R/0F3iL/VmJWEAUmYkDxk2Hgx9tnhv7M
gHZ9stiwkPVX2Vw8tJabT/f36+535NxT34JYvenvNk6pDFOOZgE9cuZexar0iluozmS4XRHV5nla
MG/zZgij2sGR3LmqKKpZGN9UehR/2SH/iW/otSRImRfxNbWGvD/nYxaBY+wi3Xiusq59y4affkrg
pd+RFg/qG7RdmWvdf/zbPin7+O+eEvk4wWlzXyWKlg+TliTXJc367ENucG2DZ2RiD5GEsOQOKKqu
noR78k8Y6vP7Gb8i2YcA2sWe0ljjx3XUUumgIrkda/OzUDcEd4/0HxSZTbgy5ymMup5QWZVdNwYs
1NXe2NQwW2aGkIrrFEpinBVlrHuvWxojd43O1EvXznXloKrc+05AihGU0pjk3CBV9AHABO2A6KrC
WffFmDNI6yV8ynMwVmFh4s8qlaWfzLDRMobGv+5/IvGo20MPYJG5H3qPtwVMuIzV1DpFdC31tnFt
aTHehCTVB+dgJxNFYBwjE1BqbMrtXH2xqQAhWrFKRKUJ7AlNFFY5Tc16FDr3lxLDU0a7oLU3yQtl
aGeFTsYVkalO0A+z/kFLlclHw6I5yEP3l6LZzmNB0NzWz3U0kMWkUXRNi6nH2UrW/aJcV3cYh6Op
8O6WpZzFcQsLTAE2enkjtFMelxX2h5e8zMxHdGfKQAo145Mmld3TnFQohMll7skohJ76WYHppYX5
P/f3yu5xBvFPJSE6kTd6Aw3OYkmskMgMymJ9Y8yZkAM3bf2uk/MUJRMsY4vznOkxmO6M8PYWP41q
9atIm75VuiI5rmqW2pEh9V6QZQcLYwqclm7gqXJWrBZRJLpyt40/kWKfgbLnkfzZCvvuEUlN9CfU
CSO4+2/jb39yc3QQjaISIR/Hi1zXXn4SPCdHJohScmXqggZ9g3HKzwpc+o9qXuRvpTo0z+Ni5eWz
mo4VyiWNPMgubL8UfZ28pSh1+t56RgEn/bwio5u7hbVKP/AGHEuvXAflk1Y7S+wmZdOMrqxNku6h
YqMMvm3GC10FqW5PY6WrEIIdLtZmqjvYeENqfcQTITeuGtw/rKbiFt/aeI2774wvyvyxwPTwN5a/
I5V/btUBjnB/oerI3HgoAMXA1pc8fU6XpvktpUk1eRU8AADy6J2gjVTEqRZkZRV2RMal+tHZSqW4
CNg36LKlWvGe0lCqvna2UT0CEO20j9E6Z0Ghd2v32HRz+quJc+NPEsXT74MPchvKXnyPzRGpo8Ve
Mo3dORnZD3VMrGBprcYr9Wx9ePVKMLKBrMPiZMC5jTHDQuE0kQddFx3QmzHi21VOo+WXyWy8v7+U
+NGbTSbmGsIrk/GQtS1Tyq5BgFnqk+tYOdVjv0KbN6u28u+vshPJUP+kFmLuhYD19kK0AMFiOTCn
V1riwxc9zJKn0gmTU4l7zkGaeatNClCSJBNkC2AC/moToOnOoudrROl1kpzmRzfJ6/cFZuE/MsIg
H4e6n95NbV38UJoxqR8SOZ7wWZq0oQ4m3Q6/33/undDBvcubpaxHd2E7OYoNEMZjQ34C9q19svsV
DSKsWU5MfK3AqFL1q2Pk5sEn3SlibJt2DFEDhOqN2kPr5FLZVEp8bdDaCiAjQO5AAPkpGtrew8Mk
+vw/PKQYxNGm3OGKIcw1rBFPeU2ThB6TUCv/GCmlxV/mSfiN6f+8ujpdKO0gQu7tXRv5SmYggEZu
EDfEQqSdmNleY8rdxNVKe8WOOraf7z/fLcaMHUW9InDpBuYz23t4wZe8t9QlvrZxCEUZgOD4SdZz
RLv7UEf2rI7y9xIczF9NGc6XbqxzpNY63FmDqZgar+/lVDk169gcfOi9UyW4iRAZ2Ow3c8JIhSrR
DjHZv6pkT5NkTecptJ032ZodzdJ2XrUQ3KNYJA8R3amXd1Eej2ZZ1U18VeNR/m61qnbqV1iQ99/0
znFxEJiFx0CwwDNsc3QxsW6c1dGja6Ny4cza6idD6C1yunhhBuVqQO/p9ZEJOAfXLC0/WuzbUDvN
JaqbPVampZHnvm5G8tlUGMibqHwcRPWdcwm2FuF5PBdYcdtcQEwsleR8Sq710kmPY2oPT2uSSouX
k/X3p1Kq1OHghOx0GCgKhUCxQP8wVH752WoQvUqkcEJkLW/fNmTeHzvLXh6RFZWvcRIPj4bZ2RIT
vlQagvsfc2d3ikPDPEscnZv5/KiuplXIJm3EWivOupV8Gxupeq82zZ/7C+3tTVwl4KaAXgcKsNmb
SwbKaBTHs0Jr+B1woR8ycIODMmpvEZJ+0MpIYdFF3LzJEFdEbaURcVU6fHZmFETjINb09ogGuncE
uAwEAAYU2s0mkQylTOKehxn68WNDG/rM7No66X2etBAZ5dpLWrjVB/tk71tRq4IUY+54i8M2S3TL
cOojkkh6+L6tp8KzFXxhzGo5MnH+Gy03GYfgv9PKg4ZFYN3U7DA2tC4y6/wKiXcOT+rQNek7ZPKH
f1vdQPkR+gjyXXMf6b5Gv9FymWH072vUJgDPrvG3NB1Rk7SSsP7RARX6JUfR8LHMezQXi9KoG3dy
ausoGb/9/AZzGZFNIFcMLEN9eZA4Qnq3FEt+rTUbK6IhVAK0huuDxsHeKmJuJosO2e3cxnYGkl0r
okM2lYmfoosSLE1Wv/pgso01ujZ8aojcN0FhiOe47xskGVczP7Hh83PbKvUla2FbvPZoMqyBTiKG
wAxttuPLprVTtZum9GpJYOnrvKuDtiqO1IVuzwzcKTpAHBeFZvt2Glgs/VBEfZpe5R79V1ftm7X3
0Mew3oU9k1lXrWelDUYgJ0dQjL812MvNzESKtEDMiSBJbmfBJsUUypJJcQUfpIlEpFNtb1SHdvZr
bEFiN1VW3ZkosqKqO9OPNU1Xkmf5R52rw+cSedDRn9IBSiW3qcmwaeyKX03RK5hINRGCdzGYgOiN
UyUx4Fdg4n9oQ87vDPRTTQ9ShP5Od+LkuVFM9FIa1WlBUlSFNvtrr+TY/vW9bQZolWpAyuNIXc58
r3LxknxFud0IRzuHwdzpLQxtpeg9uxXSLHlX6IlX1bL+z6pV0KVHxyDkpNVCAajnrY2YkMHfvr9X
bmMQr9Igb6d3hszddr4ALB48paZyPZZ9es6x+Q7Uqs68ysqcg2C+t2EE1x7+L1idG4GcOlziSdLm
5DojcOqCWDV/6lkLztca249wUnBom7tXY3G5BJnHEmPpwqEEvQkh49ArWpORJoMcUR66BcKLXDlY
ws2q5APnbA7O3m3jD7gKBZ1JcQem+aaj07U9SkdlelXsysj9JIv1X2lrhoogA2YoxXIDnazFKacA
xIv1S40aZMrvf9Pb/EOYbZDuYJi2J1OZxpnUhSP5R52WoTeGS/SJXnT+2C1T8cbs5eaiq+2ArAy/
/2Dtvf1EucmYg9d+iyhvAWIt6sTaZZ47nsA/Cg1lHVXc/Kjhuxe3hdOZSR1CJ377qjOpocQp2E8h
IsLBbJf1Q+UU/UHcvs0fkdcmmUL1hI4Qyk4v76B80VbOrZldVanwqrwoziH9d1dukHYBdnGQiys7
7w/PIVG08ki3UhhRmmeSUYGhidRBRRlgicyHFPTbJzsuuzAQ0WD2jaiDd2yPdHPctsmkN2MBqqhN
ktwrJawLH8wJ2TAvhKj+mMrRkVjKX1jdJv7SWRYTLCCgXJybdzJHRDx0zbjLIpwBzivwF5AwTASw
ZeqRB3+jID0nB81QD++icNZ7D5zXWAXJUOefZCwY/8UKuFgfTTmpLoYq90LWutUxKU5SKzCh2KW+
PCY2BMRcrqtLTv9LuuKTk4+ebQs/qBAhljkoQrPLwGamY3ewjXf2FkAjFEEsUXoiXvjyq5t0MpJl
4DMoqIF80gvdcTV0pA8E+iyh4rR9kYxXMeuE6QBicvMiVy2puccBGjl2Oy/XBL14xa1M5mNA86Sy
fQTQieb2kDSG8sGoK13ytIzxhdsZgsqmAssrUPNaptBLLbn8GEarjqgHjPTZnQe5p6Xb6QOqd6Nd
uSq2B8XJGQAnemlU5q0XzYv9lnoECONi1vLqDXKW/Mp6fWAUuZo/i2HVno1qmTRXASKXuHIXJ2mQ
qbNt+tEgGZ3f5VC6AmVoTNWfRsa7dFms+Z+q1QrdG6cleqgqY+rdIlHk702dhH+KOjSfFHPBxcEC
FPspmXLtJxR6BIX70qmdx7BEvNmtaXyGpyVbx2/tGheSSxBHaSGPpHQKigFC7RsrojvoVtMktb6D
lfJnMiwpO60YjV2WLJd/22FpTa6kt/3PohkXzi/YzQgtFFTRXTobifI21Zv5H6XFef1kQ4A3yAsW
7ajc3emOUcUA0eIpaLLf3LKLGeNEhBb4pe1mpJnplfqp3kZeJBfzO9EnfHK6tGJi1pdvC6kf/J4Z
imdZg3oQzf5W1tsdB9pJFFTguG4B+JGqFdm02BdESzQ9cKIxrv0m7Zr2aXXmhpOlxkn0mDnOlJ6L
nuwAhXspSx66dG4Nt++dyTkD0wqXk6ZNaNAXFtIqGSK5hmvQmrffMDZZhj+y0ia9h1ASbe+C7fJZ
HowuxwF2jZGMj1r4PbM0ytVzPdhjfar6bPpZ5Bb2AOieK9Vb216dt+a6mLrfxmb7PjWk9KtdY/AK
GUPPCv61ueOX98WyeFJnTakroSbwLalWOTsVltwDF18SCpM11ovpGVI5B2ZBGL28jstQXacuGbAV
JsDMfu4syjtZW7GLsxz22UEw2Ul8KC4EtIdjTmIgrpj/DG3HBvGcda6ciyrjktuoReO4PTWWPyns
ASnrGj8m0z1YdW/TsSwCFXDLGTBtx3NhJQC7rWRfYuQJ3NQEvTFlReUn9cA0a6hyzy660Os70lFZ
radHVLfas9YtRxDbnXyE65lyhN8C0/cGR4LGesrogx8Ctcyfmmx9ktS5D5hFGU/9IM+o2hfWyTCO
GsE7l6kqtC0Qg5SFZvcmilvgBhytFptddspT2KWylzaOfhJSjef7OddOu5KLipkhnRA+9U2rYi4Z
ter4AFzsbO4/IKyD7W9qg8F2O21lBmwW2fohTUYk961GZpIJIWxIPg2TtH7XVMQTGsQZYTu5URLK
5asRZuD+yWIEQ5JK+qZZM2O5MgkpEVtq8yBLivWqzVNxsMrePheTM+IbJJEbnBf/oCgWSPZ4G6YS
wy2As5+WzGnF7TE413nILByZjTg5ygSVnaxbMBuYtRugX28QdCDzJ6tvYukShXk3B1obCdHEwjHA
rvCPdBD6fY1osDEuP2cjmf8Qi/pn9g3D1TJbFEx7Y613AlMJjeaBbDNT/dCqxy8LQDOGeVYqney5
ZX6fUpM+H2yd3V8vqlnSbSDV2zkN7eRJUSP46fVKpAJHykzbSPMOkIBS6G8WDRsLyJ/Rqa4U+XEO
I7V1qYsNDz6Y/jThleJ10ii9c7RZOq32IH+Mlm56AIsifdX0bj7HuXSk6bOTFiOYx41G7QwMdVv9
D85qdU4M5Jg4kl/StYjPU60Xf9J5zj4lhaQcvKSdowxBRigx0T25bTfGWQOnpGc96FP5rxyGSeNV
49C+j7j0j5gHu4vRELfwwUaRYdue7lF2x7jOlC7LPKQ+LShcWnA1eECKzTjd//g7iSZcdUKjQGjd
SjlW6L8hEsNzMUiePWXF7aBaDO2gKt37WgLjzI7mcfhuL28gnpB0Ki6pEXKgJ3Wz5oFOi+gckQj5
caUeYez2XiC3HV1wKGk7/VSoKC32IOFlLszBN8isAgkfdRc1jdc3UYnsQgSMaYyCFfemsamHoTXn
kXi0ZOnfwEyVkV62Mf3Kx+Qgvu0+FUBd2neCJ3YDDegnxqxDJl30ekzeDpIzX+hadt8LJbbc+9vi
aKnNB8NsRonnKOV4IcpysmSb1hpc4s9RmLxa9pzOOteCyR9MS8E2vNwbFhjACZpveEmx5IndYdFa
D7OX6WG2CCL3H2vnhqAtghKCKKiZn4lI+J9MSGp7NQVTAt88G6Kg09f0KS7G1LeM9XszxH/0TpkO
LuadN/nfJe1NDjCVq5HNxupcFDOBHoa73fyxQjt1JDntjiAEe89HuwDMyl+08zblagTERsYM4lLb
Zvkk4VDzmDWd/liaHeqzUzRxCa7WQV9t7wmFd4LoutBX2wJa+Ztr3w2hjceqnF3NeKD3Wq3qKTKm
6mBb7sQRvDCFsBbDLXRuN9tywb9V6XpSymqUen9FltGftB7jPD1JPEp1M7i/X/bWE6KsAsOGqvx2
Bgw7OBzGEnWHbBjTU9JP6++pM77pfa9eE3N0DurxnTdJdUanhzEo6eqWb54oSSnlrcCaxDGaxAaW
BgXGO2ekJY/MKHaX4lv9vT9vebRzlcBbhG1wJfhOb7TSWJ7o+pjvBxuu0f2XuAPwMtBBQ7ALJQ5G
6tt5gGHmuJ6ZoVAfdZTTvBSSV8+l7s/gMs6SYi0UIivEWghqT61W9/8UU1Z6qlJLj1FEx/v+z9l7
csa+JrgF9tLNJEprWL9yVMhVqJ4GCwS4B3I6KYjo1B6gUnaOI/oz7Bxx7XH9qS/DzdiO4WSNcPvw
Qlve1F0VPSiJJJ/aNcqDtjPez1KVHoBPxBHYFNigAriHGNfTP/3b8vlPiJO7IkfYfpEuaVdGgbOU
2QdmEe2BXvHuS/zPKpsnq+WiMnFLki6jmSbU49hauqnTJC660ICX7n+xvUoSfD7cV76WcPPeXBFD
mK96j/3bBZqH9QNTdOMyIUXhjyEMAVJRR3vf4Nj22Iez84/SZLrlJasGlKwJX81yp7qAcCGmFZQZ
N7W01lK8pxqpWb3I+bU3rfzqRM6RBdPu60XiTsjXQN3fVqySnFpRWtTRtdOM+WrngGhsI+6fHKf4
H4Z1vFMoAaRJgi+9ebcTiMK0aQDR2nMMBFN1yod8LD7e/4K7B0GovtF+oDG/vSIQInBaOwQaHeJZ
5S7WgneWmeE0mCKDO+ZJ5w1ZfODTtPcO/wZu4DtcT1udEMBJymwhkHvVl6ijN6hWmMPyNrMQ0vD9
x9tdSohKEN/407YYqQifOfpl6EfDwPOWJcNso5OLS4h820G+Lj7H9ngD6kCkGwLJLbCbCVpbyQ21
GgKt+XkYbBnJlSE7IaKa+sUwpd8owIzPfTT/Dy1pwIkmySdIFsHmeBnMphkBHcSiieJx7ZwrJLd8
KxmWgwHEXviiwKJdQjotZmcvV0GhX5kMm6MO8BgtkFaSL5mqZgd3gLK3ISkchRIBVkyw/l4uYw0K
41YHyTKpNdbIRaKqAUXbj4vimvgXtQ+htWp/GJAxSG1XZa79tlvG9lzkqyH6VvNYu0wCese3HAs4
rdgbsVvla/FbLte2C2hvqkejoL1tJkSUqWvopJDCvvzRqrrGM25d0qUc5eW62m3+yylVLTCtWfkf
DqwFdJ8pHqKEN2hCdLLaSa5zGhpVYfsCRuUmpjyc674cT1m2lG5RVekB12zvo/y1fUO7jS69vdlh
IBuduJWBm0nhNKL9qGCBiRFEkBnSB9NeoCtAyfofjq4gw5uUpzTptp0pR4VHo+JZfrWUSP+YVW3i
ocTd/lqs9dv9ILFzcp2/TW9WoSrd7uwiXZW6S4G5SSVKSYwT9PZRSyLlCWM0B3tJIyo+mr1er2eg
pUeFz86xojYlwNOJpNOzjVBWivkRDrDR1ZgB37pKK4PZRAFXPnidu+vQA6MTJnAm286FXoVm3HQG
LPk2qyd3NCbrNGHb/vP171LYA4Ldk8mvtu8yLlCSWPWRJiZKSVeGzYhaLYBBmfeGV2Tne8+JoAli
+XFU7u89IK1F8lkHnNtNa0Zl2GV2IW3WdijGZwZaDXST9uhS3st4qIfRL0eAxuIMbsJgiC+KtTRQ
VuNYSLKuSdPZPmQFobFbLyttzKmsraBInSJ0oaZMM93beGJYsmqD5WltqdUHyezekwsiLRgG0Jo3
zezKniMjrWDfF7q8PHV0H2AEzEfZ+e6TU+BRLAgwKM//MsgZOQKJNWSVC+wI5WGmM33FM6vyIxOK
h5ZLKnjQInoCfTO7TjyMF7l3Gn+Y7Oag27L7S8TsHdsEIIY3NLvJGKSRQ2tfcun/ODuPHbuNrl1f
EQHmMOXmDs0OyrLkCSHJn4s556v/H+oMjpokNtGeCAYsqDbJqlUrvAElEy8LgTDACzeiysvNyTJv
SBB1iDjKFY7TKoXKuUSkpb5oQA1sN5HMIT74STsXgAOaHujKUotuFEkMoJX1ZCTBQzJF6aUGpfOk
xaNyWcCD/+Frg0lb1C4A8G90gbO5CBAXi9jnlhyejbaKz9JYHRGQduprpBPRUyadQNhwfaONUx5o
TYUvhZmAoAqrUtx6WUmAANWBV87xr/thY+/9gXzj1al06zcMPYdiukiLxZnXhOIv10hDlHmPg0yf
pG+/yxYfvwVmtJCL150D+hMV2lRCQsQsCq6N1sSSq5t1+dQ3s6GRiYaK5iZGOH+9/4g7dyhpNlGR
1ASlpTXOskBMvcU9lVIJH4Zr3Um1b1uTeAxiG+sLJAj8sdGOEhNtB0fgQCghMBDyKbdWN3dYQm/H
ZZL8vpRy/RyViC+dohAtFuYfOeUYRM7O7/D01txYC+tfXW1j1WVVgOSgYgZc9HKiSx4kFGu6tVA1
EreDBV2cqrqeurMdpsOHaXYksCd1AlJUiboxdrHiiH/QXhyZrGdzFl1a5I++Yc2YiBN83/q73MI8
ed84fY/LHCCoW1zWtnXqCWHiIKXcu94JWejOImYJAmkVtywpLKOqLGk5S2GBqPxoJU/VVDqXyorp
PGdhUzyETuIw/ymj6/2PvheagdDb8PMJzxuF1dSARJ4rFSLeqhqdu0prr1kUHKEI9g6ro9ELAVu1
LLVsvT86C0XGfF0euPqkKk5vhlzL4FQxfQ5KA4uTQksO+oq/0dWrWodL9v8vuNpVdYnHMMQDVE+t
wqS/3mSnRaD7nRgBCPJfjqtPGCOlAN5cNUDny4qYlNx/tbsPTQuQKEW/keL19UPjLI6OCrw0QkZZ
vRslp75Es1BPUqUZrnCKo0npNkTB32GYQD5qIxn4e9L4x0uWqibuQzRj8C/pcRfudZR/YCWczSA9
KoK2oeLVUurq0YoYgJETL7LNtpX/nLN5ODmoKZ2Y3WkvDXNq3nF2JBW0dNhff1MeapFuZmS3WFis
vmlFhs10k286xirvM3DAQwJCOdtRkPZuajbFh0TQ/XOkBgOq1HyzKe7CGAZRqnBEIY+vC7+kMex5
VLvQ17QsfBeOc/5kd1U5P8SAW4ODHbz3MTknyB+gL7uVwmr6ZlAlnOz9RIj0RQuaFjeVYHyfFm18
cF/vLUVViGLvb/LFutU46mLS4zoF3Go6pdfGNiZDSBWcmwT16/tHYm8p+l9Yldkwzjb0NrnOS1m0
MGOjKZIeJ0VK/2m0vvWsSRs/319qe/rogdFrIAVbhO/WfaO0y6SJaweINbWn1HBbGNogLkkwJB5N
kvl8f7mdlI/1Fvu1xQSN3G/5PX+cvrqJp0gMaOYilWh/7us8cMc5AI0sZcq577oJBJqpXXBkmDyM
rpKnEhur05go2kEbZHub0GqBeUAnBIA57iivf4iZDmFf9vyQYGjj905hOCfNpDZFtsA66eNkuFEl
gf3Oe+PA0GOnW/966eWy+eMdIHKUGn03JX41y3IDUqcpW+MsG0nyPNto9LllPUe9S+sZAnGm1Jrf
YSpQ+l0ayJeGi7nl7VXaUeDYuQ2wokHzAvFDjvBG0mDsGGL11Oe+mmMbkeeNeW2lObrE/Ui5l6Xl
o9Y3sdf2vc1Hq8NrXAzyf9j6i/oiDnnUuJsavtEV7CrYI37SGtYpyGv5u9J17cnE3ezgO+xtfXo9
i3UybdkNpKSXRUULCSJVUs5/IaWQyycbNRpPakrrU04n4SCA7L5fEhiSVWSn8XhdXQdaqKNVYUih
H8RdelFDhQ5XNGWa2ymB6RVaoJ+NmrhVqEr4zqjo2WJBVB/0D/aemkxmwfSSv1Jjv9586NTbeSNg
yylVbP8t1635rp+S/IKsRvOok8EdCYztLsj7xaATfNCGymEpcRykDnFTsdlaRianHycpzh6tQQo/
pGhDH6Rqe5cuhQ5yCyg8EEFXEaYIu0QrMbr1sw6lCmsYcBnMR4zq8i6eKG37wKtjXft4P7DtPiXo
jgX/+bvN//q1hoLMP+7RHKqdfvw+lmHr5lIYvwxGwLBWREdd6r1bnlHNb24M1Kb1LatWdSa3uR36
VmXivjcgFaNk/ffJDAw0+bMZ48AwOU1Uy26eTv/cf9i9nYyKE5LyMEuI5+uentEXtOkdbCwD5lS4
CwoFkUtFQW3oKrXmfMmwzfLVWrUuGAUMz7TLtI95j5X8Qbm+RMpVrqPQj4VdhygY4s+rb21Wxhim
Yyf8lHm2myKw8KkcJPkgydhdhSoTGLfGoVmjt2zesJ3azIqmqNL+oTP3pUKS8K+Dd7pzIVGn45zF
mJ8+4nrfavQ9qm6xyJFzaTZc2kS0EaM5ap87ucTHeaJD4Mt2aH3j5KYJ2FdEU928B13qph2YX1cK
g7l2J4fN6GIb2onTbOI5jhtEZbRel/eLt2SRJNLRpb7clevPsLTqCKJ7xl8pebYTZQqluKlXzkka
wvkpHsPGvkZdpMu3mBynIPVU228ik3vDs+xRflSCpPwh2i54MovUzjxygeLN9gOL/TlZFILvAMs2
bcwBHkaaGxKgMkkMl7FqtUsIlv4fNS3kD2M+Hwnh7W0VMhcaiugkLLzu12GArWJJPSLPvgov3TfU
APGhDg7t+/ubZYcfhzY/CRQoJarFzTwMvR8ppAsm/CyNU9uFJBf+CANT/9LMasVOyALUDKEmiR9q
ZynjszRp2Q3Noro/zbBfmxdtKhLrrGZLTQK9c/weWiYIgdJWJftmGaldIyrUT99A+Vs/6z5u5asy
cuI9044rhA/mLPtU2AGGoi4zHbu9DSiKOeeiK/B7M6Ch2u6M+cRwGUYkGm5Ta0+zO+lF8Qi6zxHu
0CvJp3wqVfNZDuOupA3bifqqgpX42+IfSf5tQ/jpQGtrYZ2bkhTpDF+mEp8O3uTO1iX/VfFiBDa3
iWSWOifFPLUwdOVJ80Fvmy9D0+S3+6vs3EnMDQmYRCuaY+s41TtRgQAAc5cyLuTHuhyqRzOPGj+d
k+wF9uEXpwiUb/fX3CkiKIsIJeBCGCeuJ9xtXzZqVrD10VkoT2OmZw8VM2APBkl0EAB2Lj+gA5CO
maUjGbwOXVz6cVrNgIamqvhVOnbPN02mT5h9OO8C4eTdQZK4sx68HXoGywXI0HsJpX8k0FNgC0Al
GRCBQJsgUC6QgUuVSjSshKTV4wm6pRx/uf8+9xZlKLGkTBScm9kgLr1pNXV98NBGknKeB/WnFc6N
a04l0ozlfGQJsfP54G/wLmGOEljXXfrKihoISswnuroYyLfFEr3524Z+KiItPviCO3ELMCedW+7J
37nh6zcqdK0UcrXgP4oKhQgZUzwwg9rBRbrzCpHsBAeLusgC5l4nwDok7NJkvFrLDFEulUp34pM5
OCEQaKeei3NZF8L07n+3nRf5GyFErUm7FmzE60fDMNZoUBOUHqpBr9A8nKVLUsaMByl2D97izlLM
VYBCLFwIBiyr50ubKQ4RLQOwUvXFxaJ8fe5LLcxOVXoYuNSdT7akuRQvi7jYpv8NBdSU1FlLfQvd
5fzcBwp0THOWjd41jL423Ygy8lfdWdHfUZZ1masr/ZhA00r1/yVJXD0TccvZ02qYy+cyUdF4HkVo
X/TJVr7C5bHNU+iUqgPxqoMjJA1t81PpVfkfzRYmhilFPHyycdM6ciffey6SLJXOPi2dTatVHzs6
BKOU+GXk1IjdT6UXYCVyEJH3VvndW6HrgfXq+njp3ETGKKjBDX1Ob+WAxI2jTUe9sL1VQDXCCiNB
Jf1Y7oU/A5VQRGRrfeqDBGyfInhZp6Zoj8wVj1ZZhcOuYplBbVI/MoASaKMZXlSzkv/D5l7C0cI7
IMVZ3yfA82GyQy7xy0yWToNGv4j5W3HRAacexInlB7/OJ8EKECQQw/1/4lavXxuokbFp5jjxlUBE
9Ylqoj4HZmZ/7BUzE542GNYF5d+bZiXhQZG+PcJk+bRNf3cusVtZHWGHvNCURz3x51zPMXaKZFfT
+8kPpW46KF72nhLUIgMsawHarnFhIeJzOVV36mshJLdr2MRNd6mt0RanNIdA/0u1evQK9EwL/Hac
IODeD4y76zNnhvRMJgl57fVbjupkYBLNW25LI3/U50G80D+VXbsxwlsWjvELNDb5AqOsOVh59yUj
agWmn6Jhw+tuVauNwImz8iwr8wmPePunAeNTuLZaHu3b7elAFYjjh8EMS27yoHwo065Byd+PIGPj
MT+FTzDzuuv9l7nN8GAMAEEibsHv33iHxFo+MOfNIUwjqZej3jcamYcOQVO4fVARW6uwDZ5NGi9H
Q6OdlupCVkAPBPU6ksv1PqplkXeNlmR+gQTFl6Cox+c0jU35nKEW9itsjf5D2+SWh8J+95hokkhO
SZ4WqWvauIr9h09L2w5WNRiaLZlegKiO0dRI6W2Wn6swsx5CI1Q9WMfh57e/ccASC0p0yQPXsk+g
jNW2M8PMB5meoi3syB8mKOuuk5bN59rp8osFCvJg6LzT+UBgB+WnZRCAjOA6PjR9Re82E5mf90V5
mUyBxoRijO8HOs1eZ6n/TFXnXJO6RZQxbfIzPY+jWfDehuZLs9Pomyx1y+rcSkOAXoGV+DUN8mtX
2dopBtd7EO53nxRUAlBSkCjbibOk20KRAyPxR6dOP2B02juurI5O7KZKGS4o82F6KloRnm0zygo3
L83hy4yD4RE4eZs1LoDWxcYewLW9iRaBOkBXx+bOx1Mlmd1Ss4afZQLtE+nMUZxzJfkvh5npGUFZ
AQq9oQHVHVrCHXnBQiHGPcfmcn0cGob+p2QIzMrtkqhPTrXa18bB8dn7tn+uvPz/PxIG2t/4GjVx
6tuFNL/oQ2X6mBfXB53v3VWodmlRMKcD/fx6lZEGqciqgE/bOEbuQwIM0DmNROd498/o7qcDdILI
E+C/jahvKA9UGw5XXKCr1cXQ/kGJ6idGX+opd5Buvr/YTggmGhAH6cEupaH6+qm6Vh6FlWixnwyq
Gn9mTpL8peKYob5LTCu4YoRQPMhyN97uL7vzjFD7GGkRF+AFr1s+rT7pTKkNNN+bDgR0P1MdnIKY
FlikJs2jmnf9Qfdn2/tFvBRhSBRs0Q7cCL4D6+zLqKbXbOYD3XV3qAa1erKlVgIVaxf9x1lWe+1S
5VEa/tugSNVeskG0+ue3Pzhg2UW4kPb+5uOiqKQmLB35NoDoZyithVeqdQ9MrhBPodUdiULtzM14
boD06FHDd99whXoCIqMRlGdsrcMkKwxKr48m/am25/ZaWybWIWGC5NKkNie8cuoTVriPiSSU76R1
/cFn39tty70LumoBb61vXUTaO12nseMXYUJHM+10KbsYjTN9RZ0r8vpObx6cUhFvlx4E7wxfCvzC
ArRa9z4EKm5BkjG1EiLIPH3OU6+2L0oG3D/qn/rWea/FVn5w7e0EDJJUDGmW3sB2IA1QCARD7zAq
kwPkW8rWenHm4ogLtpMWsgoqgIuEwqKa9/oAh46aORRKCJ4aUnSCnFFfZmUKvCnDs/b+3t1bCqLe
sosWbPK6pZ8DaCmsGREnZx7gP1VtjetT0joBas49DpL3V9sLEVCUINjQ4F8Q7a8frJJgGTehFPuZ
POLUFoFuaQEQ3Jw5+jmDq3p71KU+oz0GGInuwDpHEfFc6FGtxr7aZNUDY27byweteaBETM5xYDQH
ue/ey6QJt7Sjqdg3iLgcEZFOlVivH5rQD4dgPreo6ngF8kLn+29yd6kFmcnEfodykirjJEXIpPtS
RlJSzrl6TsZG+avFh+ngLW73PIQydemto/JJlFvtxqYRjhOXY+KjSk9+SeV5VlvokPcfaCfNYhkd
exlukJ2eERB8k42vsgwCwydsZpPrUs6cS0fY0Po1+z3yYdXVQtLUlZRR90y9rg9uzu2FsvwGC8cv
KntU91YZ5Ri3SAlNZJSG0bFhiOK3sZemp5jvfRpKZzRc4nnh4vqFts4UH3Ghl3//db3P+mgNok7L
jt20x+VWmCgM2uQjalPHrmnWj4nd1GfBfO/Ugfxx+3KePrRWEh2czN2PzMGkhYZ3O/vx9clslaZD
Zj3j7Wdhe56RTb82ua69edf+bowzLV2AJrA9Xq8CnDSPqgQhqzGUglPB3zoNtWJ5oqmlg8C29yoV
JC6Zh5K5bsDdC49ectqSpYK2uA2W1V5aYyxdS54deFOjfAFFOVyMtjGOOFo7Aik8JnW2SlUG42dd
kTWV3ioSbQy/6nPrw1jo8a+sN0D/LpOI/kprEnOONJSiZyZvZXVzWis6cxF0njk20edmDsGaIO74
5pYOP4uxC4AjUusNzkNofZ9LmkFeKMxqArkVBx9nZCEbT6prQMP3D/TejoJVAHwcHQYIhqsdNYoy
tbCLjv0A8WzNRR/L/lzZbfN2CUCeisMKIHYhWa33VGQxeJ+jIqbq7+r+EiPp+MVGHLhHr8MeH4s2
o7aHnJwKFAm14KCCUJWdI4vyEHqzQDa3UvqW3qdl62SxP89zlXxUs3ZEs0wTs/CURXnwr2wse6Sc
ciVCW2yIB3XyNJBsmqsqiL+5ka2XIb4IcV64UgQy0BuNxm5u6Tw339pRLaFkdGWPnuMUmJcym8bo
Jsu9FrjzpIfaQQDcXisosy2cC8oh9u66t2mgepsVeRL7taxmfpaMo9faRnprZ+1of+wGfLDjHBOU
dGiBrYKtGjhK1fR97IeAqd4Vva6hVIZK1XlCn+0cVdH4bBsDck4Q3P5ntyGIPAXbpLfvUjSMkKSD
o8ecaRWR4jbqhGEgIAvOsH0Z5146WVlmHcS9vbNAjooXHVN48sZVMxVJ4jBvbWALWVL1D4ZVSzc0
w+yjBsHe12MNhDD5eOhxrN7o3Nt9gdwc09VaMb1QjsxT08LYdFJhHbCyt5kcDQiQceh8AUPfKG4R
tAeIKQNZzly2zwoC8Vi207Ice6X3Zs2evPvfaXe3gJVkakafiy7O6hV2yYj24uLElM6a/BM1oKk/
t1be64+pYuWKV9MMr9wUdcHUdfKksN5HXW6/k5MWCtP937L3mtHkXdqcJESbyoOerZDsCUn3EJKQ
Z+t14IexY11iHOoOHnt3KWp4Zryck41qog6KBDIosN4CrGDvKancKM8DOl8nzFuY+95/sL2PSl1J
65QPugWJhFijyJaUUFK1Rn4agTQ9ihjsgRMF+i9AmEfw3t2PCj4EphH1DpLUqztCLVFUp+WG800w
qKmLxmH6qLW6Xt7QOZ6T01DQPUCdSnye8jCuzmVQi1syltpRf2bnPSOuvDT/0TPTyb9eJyYNb2XQ
0OuiZTKPp0yZcZQBbhXf+nyoDq6M3bUIrtQHjGJhOLxeS007PjVeND7wZvVmOnF9diz4dIkCCeX+
B92JO4x66TexCiP09fsVQ62H0IjZPmgFXrOsKS+BHBzxUfbuQHIdjEXpxnAV/v7MfzTrtGmEtguB
wjdRa9VdBCnHX/hKKX8DbLJfNCUvsOoYAjV/7Iq+5DLEe3D8gdZ67JxRay+/tM4kd2cd+f5bUbdC
9oYyHhLF1ZQJW1RFR7X6FFN51y7mJskC4LGtsz6VqfP2ow0EhmKY2htdlHXmhuc4E2bUi33J1LDk
rWzFTTOR3BIzNQ6O9s5hYylCJ9cOGNR1rZH1kdarQ5T6Bfriz4rUtfapho70Peqk8aLpwaQcHO+9
jQfFBdIQKTGY72W3/PGZwnZGrSMj+8alYnruGt2+VpJoEU3snINyYif7xsUD0Cn5L5jM9cOVUzH3
0PqYAtkiei/lTvww14lZXHn5+jOUOctnrllhRwnP8OAb7m16ihjyGFBG5P7Li//jMdGSArqRsXaE
jsd5Aox5bo2oPXjCvZe5KGNxpRMuuW9fr1JovRK0yzTNqbLKdIE1GWi0S/G/5qzHB32Fva0CjhRs
OzXTlnSFpmaMzH2b4tNmxudIDcvHURIfS7UvvNyyhwNtoL3lgFEsqTukAHbM60cbEB8qB+B0fl5k
utdw23wVHfRmSe+Ta6YZRwOsvVdJy5gcDM0oBuurtMWIEqvW9Sz1Z3TpvUQdAo8tmXu5Jr19ZIRP
AO0gWodw/DcYGOoVtFRAafly0AePStlX51hkRwPl3QdC7IGhCSCpjcoh8Oqu023aXO0krNNIb/al
KB3dndHn/XI/wm+7rzwQVBwI3PTcN63CpC9AR5Vp4tt1O18k4iIzsNB+B3Q2uzZNkzykVSC/uQvK
oshZkC8TJzcI3RwEX1WJhEBSkSobQum5y8p/7j/Z3i6ElEJfkkyLsdfy5H8e4wzLdBXKrK+B4oWC
XruFU00XMfWVJyn5wXs8Wm21B/Uqb7gWUMHui8h4KtPsR1wlyfuWo3cqmyk533+4vR0CmI1cnTYP
Wuur5Rx1gleRi8SfengGHZCDkxTCPhUFJ+D+UrtPBigZqB4KsZsUEh/eGUFjNqMuSc4l0tT0pjai
PUVxJJ/rcOwv99fbC7/se9jsoIy3tDtNnR0rt2m8OImSXkjlSz9YVJXvr7L3AsmdELfgmt7OuEod
K1+nKxCBs3vnbEDDPU90Km+iU+v/8K2YMFChMm4hSVx9K5uWcTqYhEMRq9GlCKJQ86RxHs+IP/fZ
wWJ7X8tCUpfBDl2yTbO1ELNVC41YKIUyJEUlHE6RhZCzPDOvs4rmCIGyFz9A3YBMhTQIgG75PX+c
MlAnME9yrrHJyfIvddY2LgK60SUqG/kL+jLzWY2kI9jqzqIkidwwVMJ8vXWWxT7M6mTpk/MCGr9I
UU1209ZsT5PZipMpZZgZd3Xz7f6W2V2VGLkoQ3Fxr1WaJEuFY2rNsd/kWB1GVNDXlBHRJa1D6xGZ
nvwyz4Xy9n26CHYymzSUpVe/qnDK3pn7Mq5ZdGqSly6fw4+xEiVepo76AVhs50hQ99MMg19EbbH+
lKoV6k4f4Es4WqFiXwIzrd6JBOTkQ2FS2hyUFjsblXiyYD9gRS4qGq83zoibR6qFAfV4klp/V2EV
XPuuaq5GNEiNy6x1OLh09j4fQwhKtEVeewM75iXOed9j8QgtTjpFEV4iqh6Kmxaq/SUHHn/SZayw
7++Z5WyvGvJLObCMdX8nRKvPp1Z215vYtPtVrpTvLWV8oYw1L5GFL6cVVtF1Evl4HTHr+nx/4b2P
yZqUB0jfbftSSl53CcATGnEIe8Un/HqQ/s0GWEy9aQb/4VsuoHXa/sTtTXtqUkkZUIePfM0swvaE
Rn7ZnEqtDGmGFVCq3ts5F/3BvbRzT3ABcq+j2A5aYZ314TmbLRkvdLhl1mI6efps48F18AH3VkFH
jAKLjI8YvvqAsVlBi2rpeVeZUXrJtLQbyz4/iNo70DPOGyM/C+IPhdX6YWKRDiXS2QD5FJKIU0/d
982pSul9zTGMTwmqFbnb5FVeugpMIE8I3Qi9OQJoIltae9Bh2P85Czh1IU0vVmivDyfkhCIDwUh6
oYH1EH2RnXL8M56UOTf/wiW8/JajU453lJTdUuZuXpdU7bMYUY28v433fwmd1UXNbYcyFjpjyslV
KKjTxKhP06hHT0YsRWxpM3X8JhDtS63U+mUqjOkdys3yc1jjKY+LTvt2nisgDdlhOzB/RvNo9Vaw
BjbnvKDXWyfhrxTNGaq2uHERXVWvQyxV/2HrkXUR+Qn7W5ywSBsgKIZJSqnE80fDqpJ3IVCFg7O7
Eyg0Mn8FV4dFLG/dwEZ8w5wEuuk+4LPh3Gj2r6kJ2wupcnlwv+zEQhj/BAmO0cLbXo7an6lCH9ij
lcuQ8eui/KGHRTw+ZHaTvsiwF0q3CbMczEuF6UVnj6Z0vb+T9lan8Yu8K1pNANZXiYqY7bJJaVf4
Er1XBsDAbeKqKS5KPYa3pNLNa43vwFklkB18x703TBuSmT6BmLt1+WV/PHcnhDJNaUarW06mc2xJ
thdaQXKlU1UcxJGd+TPgAeARUPEJiesdipILUbgZhJ/MTevLcltjI5Jlp6wR42cLDX83xy7taoV4
RboMWd/OEqQAXy4BbhwC83rUj23EgHk3n3jqkzMMlfkytzM8m7aJPL7swYvdudGJmPxMqAe0eddo
EDzPCzQY6+Ahjx3UmCSjf7KtcDrVcj15CXPbczjI4vP9fbTDGFwYkGg6gx6grFw3Kxsy70Kk3Agy
riHjeRYWU2FzNrPsPFcFDi89aDHUq7WkUOAND+bH2GhDKPiGGfSn0SqVvxRFYFtg28O/8hCmlacm
WDGc6iqTnpIyECk8axWB2hr3K+vaz6P4ECljq+Mm1JaPQZHMsossh4gvbd0U3/S6UKYrtVSSugzh
2x+Mi6rwwrCr/opFbaTz0VFM9abUiexbbphT5GWKKN7n0AM7r0MaMv1Fe5ziDi2H+Ty3nS5uY1UI
5S9VbafP+M82R0iJneOIYizUFMa7vMz11DVBMhGCYxT6RhpU1wynhkvfoYOXSmX8v7hkIDMFeQgZ
J5Jv9z/gzq6BjkADB8U6Ms/12DAMlKrOB4ZcahkWPr6SsDfHsPtA1wN9jF7UCKImR9j5nYNJ/g6P
HlsR0M7r3LpKsczpHNiRWSfKszOnspcgl/1XpWopKj1peR1F3p8aC/xZPxbd9/vPvJPF0C1YTAuB
MS3gidchqLD6OIEWSoKGEPlDE1nRRU7n+kAJZG8VOi2A+MhjcGpYBfgywyPLmZJlxNYXwsXHt/eK
NB8P2ov7yzCOWNoRME7XKVkzcz2EoBeNYc4zN5tE9iMPiyNni50CBW0jAjYB7XeG+fqdiUWnhp2P
3WPoGM+ljR9R1Giq2yCY4BXDfDTP3n0skln0YyDtsEler6cNOEU5OUl03kqlH9tt+mlM+6NZy/4q
DnNQh7uYP16vgrC/0Qmuevp9qPx7YpKNk0jSSH17WoHfMbBO7juy8DV6w4qhsYNEQrxo0Fvh9kpB
vVVYDbTlQQLk/vb9zUp0i6BVyYBTXj9VWChqnFVg5tIc+7O6BJEd1odCg3sxC5YNLGDSMlApq1XM
tuvKCgSSrwtNeuE4WV6MuNvTbCcNypaj5RFR8pOijG8X2f5tTQXvRkWJY9NCmiUHrlgCbFSZGWBO
hYwt3Sx1H2ANfrv/JneSFSbkCyoYTgajzNUuHEJbG+ssi3xhlv33wsgrnixqPo8ApQ8+2t4BW5T2
oQIzVNo4m8dOr9lRi6cz/p/MIWrHb9U0PZn5/LUN27/uP9fuYnwz+sHLtl/nChDubUlLdMy+O9E+
O0YUulkn25cSd+7zyLs4mJXtnLPlsRAXoIVPk3u1V6JZV9NBK5CoyeLpQiIxPcxwSb37T7XztViF
fJbcDbrdOrWM2nQYJ2XEjFuN5ndjgxuOyTTwqWuGIxTnzuY3wdiQWXLCtsmWKeMdhAFK6DNocXQ/
lpM09sy5q2+FLTkG3oJmfK3ZpF+dajYPQv7ecwIdhbTBTIm6dHV/5VqBbww+Q/44pHXiBUOmfAri
IS49OVSny/2XuldzgicAmcKUk6bm+gxIqQhyszJzP0XD8KxMWuAl8pi6sdVKl95Sg1ukOJ8pFPFA
NnIHUrISenaXHBzFnS27uLHh/8D1w6hw+f9/1A1ozVdBHfeZn6qFeMhRwjmNYNUvRuaQpPXxUY6y
84UXEuES4BaM0fqxVbmQ9Cqycn/QRrlGWiQKv8mjpDaepQQTmUtkvmuSMPImCIn/3H/nO8cFkB/Q
EbAqjNfW10VlD1zmgZ75TQbEjw8cGO+FbLVHGko7yR/gNPI+gP8Yl6w57Go2t4YES9NPh16gTNxD
jeU+PucNIL8KSe9TUzfZ7T88HB1HMD8InW4KXxGX6KHVSu7rgdw8ZnqdPdRDXB2U13uPRk0CC5Y2
HHif5fP+sV3AoeplIk25z2TI+NX0s3oLFCv57pSFBptGIOWE9nByhFnf+3LLSJnGiAH4eK2LC0wF
+GIQ5nTFk+6c1FaE6KY6HMDFdgIAkx5oBkyEkHBY98cCGt9Qj9LCl7WykF1gPNr3Om6KHltKcWhq
tnMSaEhz8uhNKxivrIJ31ZKh9VLASQhMp7vZ1tA8M23pvzWOEuaepQGdPOGz2yngL6exMK73N8we
AJgfABGK0SUFw7pG0QMlYdfYTHHmEXLK3OmJ7IITq380oRNjxFcZ5XzrCRuhayUi+0fDtf7rHDbj
z6pV7ZjecisUV4JrHRzc2jtfghubI6QA8tqBXOEfj4agyU8TaKnKwp4ulpbqNyof+eA17ARAUhAm
4L+j0oYQJgHhN+mBpeRyVekZc9E/YY7YYY22WK9DuT4IQruvnUhLEAL6sXUkl4xUwC4G+dE5QfvS
xKbxnty/si+4rU72JRplacY/cExkr0Hy2fS11Kw/obaKirvVSbH8MGeJdgODj5zl/S2x99qpdpZ2
ILQ0DLZfn26pDIdCGdkRRWxkv6RogtsuIfERDIb+dpg3b3y5ABYbwU3zV1LtdCTfQJ9Ai/41At15
suuuv2g0H768/aGYbUFDoQW5WFe9fqgRxlAQqUbqJ1NSeJMcRVRXCMxl6mQd1CO/S9zVJIZJ+QI2
pQjfptC4bBpTGFWZ36ZB/PeQ1/OHdkjnwB0SJ3lQBke/mnRgTFePM7R37MI4Dy3tmzcfH4fAwojN
pkDeYlViJZecuNAyv9KUQT/BLOwSD6zbAmqb1PpIJnS7bRya9WQQS7m3kP1ev+Ei6XpbDkGXW0vY
LJIp/TqZ5g+EXrU3X3KsxISSfBQi7KY53nOr5wHi876Kg5ZryMH8UBXpEf5me8mxCjpMqFrikLsJ
jLTJB623IwYT6O9+YZ/IN5K45JcG3s5y5dDszr2MxvzBV9tGIuBguDoR+MD1bXpGCXd2XMUjooSz
mX5CCViF0Vw0L+akV+Laa5GiXu4fje21yooUs/Tk4QVs4MpWUVOgGXrkD5HAaXtoM08qLeUgwu69
TnYFLIsFB7FJu7SCYNcwrvebKhW3uiiU85R19kuEt9qFUqD9tMh5vv0oMrZHKPd34ccfq0wljChU
lJlqNopz1U0Cjt7sdOGJRuH0qUbZ9t+BaemD0tXpBRFC4ZZwxvODT7r3golyAJGWaQ5J4euTUdr6
wDthmEMnPbsGoRM8krwctUG2fT+GhvAi6VSZIJTXYRt8x6Rg/RD7pSRN3XWKdOcmcXl/Fipafhe1
7WUZ/nuYfgSAG3UnJqn1+7fvJBCGdFpVdhJx5/WDItsn2kwN4Q4EvXjQNEnxBsRyD3p/eyeEowlm
k/6VQX70epWOl9y1GNT4qi3m05SN3fukVtFDF+JnnAJ2uf9Qe3GNYG7SwwI4vEHI5ai44MwDfUBW
CG5SrWm40oT2Q4vs2MFG2TsjuDgqC0JuKcdWG6XPVI3tZwHtDtPS6xwDiDlapDBMLDNcVJZbcZvz
qft6/wl3SNp0RSDvLhxlrv11zdtNUjnIBQW3MKoxONkAbU7jGMhPAsjrv0bW1O0JzrxyNUQyOS61
oh6cq3m23+G5JTHeyYX96/5v2jszy8ddGLhkxeuKNEMB0a6nPvSbIdJ+JsLO3+v9fzB0Xa5pulBA
LIFQr2tByZZgatSMBmyjDXxrQIbFUfvp2azlI8n83wOx11kBHxYJPAIg46oNnpNaGMkph8AeJ1GK
mStqDk9VNmSTO2tVA0YjEdikCQtZr0vMFfoZN8FM/KxFEcIeUZv/4+y8dhtHojT8RASYwy1JSZYc
O7t9Q3RkzqnIp9+PvYtFmyJM9MwAczcuFSud8Icvg1n1j3LX5Y3fmfWgnWyLLU+JrptNd45KXXGR
cNTowQhQsUe7c4wDjjlVe5J6uTpUra1nlBPq+LnTnHHytHagD6CIGfSWo8Sl5c3gdTVXKFI77Nz+
G8u5SHZRL0WJ6looFdFpYj0JBIUonY9Kn5n3GcLsO2npxkllEPYwPh/chesbMNQytUs7Lb5ALup8
/MLpCahzfWsMo7zzZm7cQYBzwYQsS3mdNalRWk31gnnRR1lBU34eH8dOje6teVa/FbIYdm6GzfGW
Xif7dEPIa7AKJPMt3mgpQyQxjs1ndDizm4Hq5SMKvvbOu7m1XOhykBeSS12zJKTKGVDHiNCpa+Se
/pwiDjDUu51RttaL+aBFTKXtushdh7PSljAvL2LKklulNyu/lFTFgxpW7ST1y825OnyLZDgBwCId
zgv1+s0o0WPEhQSAQ9QY048UrUmvp39/I/qs9yrJTu4snKKeumTXtGpjkqgmkk8tXXnK+errkZVO
obmoIU7mUAYyjuh6pg9xnjRfs0TqXt6+NDd2CSAl6ggwvvika5Uhs9EmpJUXOoE8xUdsHMrO63V6
xkXaSo3bFLq6k8CtC5iU8MhhCZMRNgHuZq4rebHAoI02sn2x3MfQff/l7uHDu7322CqyuRpjeTb/
Kjc506BXtJztS+o+v3wM3bvA3bk51un41RCrl3cyq7yeHYZoD++e7z8+Jf7T7H2V3b2prHPDq4GW
uf41l1pvssmYGOjWcRX/Y+Qzmdzfi3t3vpixMIH/GgW60f9NZz4+Pjre6aFx92hoe0Os9nVNN28I
MhY+d18i72PnPqju3jQ2riFsn8nZ6epB31w/z6mmzYWIq/wyR1LpmUOhnRZHo8Pbp2brhEJWofi1
9DWu/K9MyYDxOsf5pWl1+idhFF+wgTY9II97QjBbQxGhQxIgeqUTs7qGUFXrHWxs8wsqb/M3/CrD
wKPdaz7HMEB/vj2tjWASuSEgXQa9eMLJ1VgDT7+eGNjxluqY3StinBovyFv1QxyoceEKVSnR4i2z
nZd+e1hKtBgRKnQQlzX9a+v1C/e9mkBpN7Yoerfn0arcIcqMQyR0yfAaNPEukzw6e2aOW9+WHh+Y
YlgK5ECr+U7cwf9LUhtFb/ox7pUfCw1f3VzI6vu3P+3WUEtJn67NwnVdx+lSaqgizS0Cja4w0DPC
vsC1Kj075KMGmObtwbaeLqIZMN4gu641TUYMuKfcxO1FHg3zS5sJBfVkrbXOZtYY52SutBsFbtp9
UiT6HuV8a6I0MCD/8VF1S9VeL6YOLnvSO2JWw4ZUVdb6fJDruD7GsR3uvCRbb9ffQ632TdaPWVgJ
BUyCnSfHIrHb40hs8nvWYhyt6ij490Y++Ho8K/+Ulhfqzuu5aVJbV3GBx0WvjL9jfQjusjbegwIS
xfBnVpHHEkaxXSg8Uuld3ZPI7MQ0sYDkBVVk6B9zkue5dNFikGB996p8zOa4tdwgUNPOQ6rJ6L0I
fwiKMdCWMPYpityzlF6aTmZtm5U3hYb8Dg8l7YvV5qHlwttKGtwqcmH4sp615tM0p83vFAJc4tp2
43wMU6MobhwTMZOTZtdKeGijomxdCfn3S6YoUuc7eRrIXlSI8bcpFzb+PqUtPytm4ah+CAb33TCM
wft0MOf2MOZqUfmmKrAHcJJwuJOE03bH2km0Z7uQxODraR/WXpFpc+5nvIiO3xr10LtYNEsSNrbz
/CBUrTLP1djDpBglCB2eA4n6h9FStngfUMflzgjMVDmpVdNCrp1mugADgobeFJdp5nWBZAl3MjoA
HzOgWBw3p7xoH6Cz4WNdZ3ZWEbuW4nuOnCX66VQuwT0VofgsQpF+4pay5sfWseh6ujBJMuMnUqYC
oZFWib62SR2P57zSnVM+wEg6S+rYhgdyRSXxtFS2s0MgZ6l5kPNQx6NED1WNey3WJK/UkvhhBo2S
+TiJtb+4PYR5q2YiVg+hJDWg7sakGD4lEym0P9t6XjzNZd1+qJLavEe8Mczd2RxF80RIElVu1pjz
s22kzo/RnKejI3BIc/sYGakbSTEb61TIdY5+5jgMD31aqOn92I7D6MJuDm2fqsVI8pgbaejP+QAz
OXVGfb6RcV4M3VDm1TtgAmFlvjL1euNVo4lvZkXls71J5UHJ3TCrat1vOie+Laax7bGVT51nFO5G
2+tEYXyqHaMtXAsomH2vSuN4MSplzNCthlHuyTw04maIyqlGVMTO9RjznDZX3M6BlweNrBo7PwN9
V5+VNDJxduOxqF17CLuftY6IpBtkklljhgiewWvrKZdvq242PvdSEAEvNJLCy/oCyU4zBQHhTmAo
w6eBUkXr5rZZS58L0aimF0Lev0hVO3/QEiwUngpMnGeXjCAZ2JTEl2cR182nYWqNztWrTvtS1eqs
HJHxNcvfGJ6quadi1bIX32xcr8ARkYKhNsh/1zBlkYh2zsYa2ezaKd+JSEwYVAYjWWuTHt9+RbaH
QjoEZDt33hokkgxFEToyPMhghK6aF+EMO6MyjqoU7Ll0LRfn+sYj3KBzioDPNUUjjmawnnZBu7se
65+LWdkPpadR+O8TWqSBucIXyaR1UTWMkbaDy0DyqA3sq2YWiePZdmJ8W9Rz539/hFHEBBjBK0xB
ef1Y6F2lTU5B/pgiVHDnxNp4GuiPi5OpCeKq2onFWR8K5VDKivgv2wTjb6qCNNvB4KwKnkUN9pAK
WXIxWpwz805vZFdl3HMhdd2/iwGDIQIWgSwxyL0rNFFhxnIXzZSRVQXJg1TlDNmdOLV4sex8041I
cckZgZtB56HJsppWlYoQNjUkN6PPtSdIDsFHp3bsHzl1zw91q/xsRDXtjHl1DBZyG/J6hIeE+lcu
FG1qj1YNOwursin22gXHXMVScpgk4/vb+3OVHy0bheAbqBRlFLj968RY0DKVjdHKL2arZl9t4eTv
Qq0zwXM6SfdcoX186tO25N2ZxGe4EEl1ePsH/ME1vzqHCzCWp5INiyvyVV6jmpJZIvgLXCLJktFf
yvG3U+O032e9sH+Zkc57Jed2qrp50xT3qdlE9v2kV5rkd5FkZ8dAZPFXOShkAAEjZZO3f99VYLT8
PMz84LnQeb86wBjCTjpmuPklCprCK1SNd6SdR83PKufbEFrawbZF5gVBsUfPuwo1GZlMAe7CAlBG
BPZ15FcqcTSGdZ+ThgTiIGlFfsiqajgZqTXfqbEx7VXvNnYdHRkktoEskzWs9wLC1nVQRwxY4Jl9
KSdZcGtV7yE8ZTuFjD/3+HrR4WiTmNDmpuC8KmTgqTSB/7boc6tzMLjqGMIHEOpohL6udQ3vYlDb
pUvEsnB266JGMHlKmhc1Tcp3MhZhH1Uj1id/ntBbuBl6pNjdIjba6EZzautT3rbmiM1Ilb4ARsm+
ZmoAMm4STO8wqKUyH8Zam38UQkJKthoCoDPI+SoZxoxNo37mSuk7N2lnMbxrIurAB6uFskwPF/0G
l7DHpGQLBvRrHYaGcEkHrNjDvzZxXC6DoXPDEm+hB16F9EODyFjgKpM9fnl7Y169X2wPWKl0RNBX
hH2rvt4eRRGZIiowTYiZ68Gcg+6TEUvp+T+MQo2VZjn8rqt7VrYSvNXkLL/IWafyjMTSfZPXe5qp
6/rcn2uI7ifPA0nIde8xTpLMzEAsX2YriE9ZFowH4h3ZF3HSs/5K4EWZqj9GcRfjYWjML1FjaY8j
qAj/7fle3fZ81UWsicgPiiocu9df1RwDmTopqJI41acDVle8pVIL8kHWhJ/aEnuSt2fnOGzdMQzH
UdBxt70ibnLSnHmBNVEDCYtfoZEP50QKbcslv7SOgV7qL7APk/sAyfc9OufWoUctauENgG4hAn49
YbZWxSGriovZT+NtI2cDaMYA473B2ROX3hwKCW0K9ox2pZ2USBXp3gKMQ+rcpnwuhfCgkKIQ6Wzv
xJEby2jLtO/R/KUoRzfp9azIIkJtQg3qMrVOeZr0tLpUqWUeFBpZXlVH5a1sBcXOoBvzo6CE9hCo
XPqT61iv0WqTyHzOLwi5dy8afqenuOm73o3V2drDbSobzwP1MoSoaLZsWKpSOCODGNg0DWmj2wyG
cjabJnfLNkP6Mp5kFzJIcmjS3v490oj2qxhEZ2rK7U0CReskFbNxpgrWLVqosxvU8p5W1kZsAZiA
ahAyYDJI1tUDtuhSKULwnsSGBTgP+dCcyxIJxCPGIeVHrKba5xl0+lGkKJCh5ZJNN2+f5s1vtDTh
ObJLP3N1R9Y2YKqGVPsyq6l5K/fGE/Yn6L6OOTw8/HN2wrat4egaUgymKX4tnFmZdTHTz8wvla1I
n+yyRdbCyNG1rYbsMFtTJ3YGXNfpl3tzoUljZQoC7rol3g5V4WR5ByI6MKsHUGrhIe+qCFUvI02+
4nw1HrO6qyxPK5zpY9AlwxkmXbkTI21tfBo6CEAQR167z6pCyppcB8KVm218m8OtQxV6qN1OyuOd
+3nzE+PLRqRKLAY08fXBzjN5ru10zC92ZnYHK4ydE2o82Y1ThdZtNzfW17d30NbUqO3rwC7BOzHH
1+OpkajG0exhW4dR+8JIxuyh661/Moah0XeWc2tybB8OHf1M1HxXB6bHyjzEIC1FyQvv9lRJ55NS
q/WpRPbG6y0R/YfJkWfgt0pJk127TP6vInimFKkVzPhwVJyU0xwU7wdHiEOM4e7nf/+Mf4+0zPyv
kcAsKeFMOHTpgDD4gA5T6l7U3XAn3iuYbq0Y+QTGWwvd1lifebXFY8hRyLintirdEpTofdZ2eJbB
rfz0H2a1IJKphsKeXAcLE6xqrJ7B3iVy0V1ii8Pulzb324jJn7RTSVh22ipkXggBGl2DP2p6q0+Y
UiqTqRIllz4Ke2+0tek2qux5JxTZ+nqLbCuhubGRV4+tGesdYGtU0GftUzJH6UF0xnys5nYvyd2a
EAkO6QaZ1dJ5fr0nhswho65pA7dhhuYV5eQL0LA9fORGbMVGIHjlGQBLsW6CYO9uJqLGyw46MKq7
chu5uj21Z2Mwo0NkU56N66E9ERDuXVVbn5IIHYIQKNNrtYLczMCs8Kgh+pbEsIHk6YY8PPUykZbH
tzfi5qfkhQODBBzgihjTmgILs8jMLoTXcOmnDsXWwdqDzm6+NkRT8AnJiekPrp5T1Nsj0VpLyhE4
/SFpk5lCqRx9mLQ5ORJcZomL+lZ30NKZWsXYt9hhW+UO82ndBP/z5i2cJ8gxPHxXEWvQoxZL8pPh
VN+p4SFRA1NQS0/045AgdAFkyc7hnEvIOLhl4TT9qSxz9LLTFD9gsu08dwGq9Gdi7r2a4tZm487h
l1GSuqYCNEOYFIFKE6AAjH87mjVNDNOSnvK4/D4GQv7mIAX4MtBy2Hk5tjYAVwPJA3naNXlcDWxT
0pwquwh5MO+tboy/IISzJ3y2FVXzygMNgw2JTcxq/bE6UYu0yvOLFVvhj7wX4bMjdZOrCCQUAKgJ
1xFpfXp7b28dI6a0KD4tcOP1JdvpGDTZHWJhRm7I97ky5ZUbOFanuwD+1O9vD7a1gIu+IL4zNhW/
Nf7ebFp7lnMG48dA2NbisTqhRhIQHzeRfkJxKnoQtTz61OfanVR7ucBXF/yChCe/REKBis8KDRFV
WYjkK/chDSX9fa1IP1OROb8xeovIgfuh2WllbuyZV+OtVrOJAnVwlhZ4lylD5hZqN313ZjXx3/6k
m8PAtIelREhzFYNz/UOejbQUdYhSupdq2PA0cXcima2rCXmPhacLsEi/UuJnNWX6lpjkDZE6DDfI
WFFKmqTE9M04MxVfMs1YcY2iN1U3arqmcPFwijM/x83un9vRyKEhDgx8nPSTg7J6qWUrbbj8iBnr
Mn/RjBSPars3PTDN5b+/1hjnYLDBnYznzLozIwd6oyUdMqZ9n5efu9KmalWUcE+zyfwPkcGyiKCo
lj7QFTx8oLmv9RmFOBsVkw+VlRqPUVIFviUGaydt2yoHLUVBrhqKEpz8VWiAyUwhmS2afUar9zCb
JrX/nadV+b2R6+pOJEpwVLK2RiICh74DBN3hrGpFr7g4JWo7+3fj/mFH4QUNrhGNE8d5HaZMbVPZ
kkKQrJpR+KVvJsUzxrK5ZFk4Hd4+Km8PBQzv9VAlJtrD7ADCi6Yg9sq+r30k0fIHSSNxfnuojasc
Vgo6mdRhnAV/83qoVsNqul0C8ihVwCxZsF9ElMRnR3TpqUZ3/2aK9rAT1zcByCXAqOxXEjhe8Ndj
CjWuu6RoKKWLAH+/IDQ+kjfKe4rT1/cow7AZKQAtcfk6ZdOi0DJmh1riMNjTIQ5j7b4dpcIPpMK8
i9t2T6ZiazwV4UwI52xaKrKvp6WmdanNCmWfOKoUt62U4F4do/RB1QYT/BK2TG8v3dZnhE8MUGOB
MhJhvh6vMIXTtTUs6DYYrA+9pKQPnazUO6Nc70UsyLA1oeOrEdGs06hYJ5c3kdy4jIT+P1BkDo5p
H4l7TU53ZAiv31xGIgFdtAHIbtZ5QKrTLpwi4HMQlqofs4Mnl2d1snGyA0FTAFXcs2HQfYpt7Eh3
jsHWt2TMhVhExoPryetvCY4DLrsGqK7EtOvcCqHcxaLawylv7ZC/RlFXK6YHUZRPasGONDr5KVSn
9FhF03Q0lf6rBKx+J2LaGg73zsUag4jwCl+b9ATmaDAgpD1VnVeMkpW42KOEt7HZt6eW/2dHHW9r
BWk7E/EqwM2uAAJmqynBCOf10ii1cM3IAmKDQgdCkiL4IMEMoCg5JF+HqnX27rE/hpKvoyZqTuCi
2D9L0n+V38EW6Umo8suYTB3YEIsIyu3wmle8gf7Ix6pOFW5RGSSKFvSXVPTSHZwQbNKwGv1CPGd+
Q8A3bVxb5EmODFow7Ozva94KlG961ZxYQsrF4OL1JrPV1BhpNkAfBQvyPkzL9Dg2Q/ARhazhDkfy
+QaIFxbpGYY1dW7LLorgmhcOrX2flVa0c7D/7On1FwPQwy8iKeY2Xv0cQwYNFXcDXG7kIgq3N/Og
8ZJU0y9jPtqN20dGEftYa+bTURrLqvRtgb6sGytaZnvAmvTctYPGtD2g4viah0oXxU9J0rSW1w0J
bndWPoO9iiObCr/oGlXemcJyKtcz4E0mBuFKADa6HIC/qklRbUdl7Jj5xSH3O+gUkY49+lUwju3m
Xg3QjnIyZAinaixQ+G32lJI3zpeBfSvuDwtA9iojweLZmZJILS720EiPozx0R8XIjFNTTo5HTWhP
THQjuOUwa2h7kphQSV/fkBwuqQhD7IPqxJHPEy6QXm1oX3ThlLVnTPOMCVdVAvBACmB4qGsj/wzL
TvzrVwehyylbJKDQV7l6V8vCzP5YJp3xKX6uGz1/QlzBXNquxk1TNfmjNjegwOQ5W/BYxvntV+8q
YKE/tRDQIXwvDgTr5goTMzGiEebZkWAaleDGHukdDfe0HsQxVzHQpXi6R+3/c3u82mnIsS8AWh4o
C6LrGqEubGe2Ezlxzo6OqOWdpppQoNox1dNb3RDOZ8TMbSTEsj52zcaun4a+kk03z/sk8lNE4x6p
5cnSTeBMdA7nIA0/FGzeB9lEdXfW2/mW6EHdyz+u9ic/GskLpLyp7CLptlzXfx0PCtVCZKVkn4c6
+pJgX3jSrTA9tghJeF2r1ztR68ZwxMUmdGbA79eMMSwn22Cx4z2jBSreB1bbenSIcZefQum7XTcf
/3UjQHUGnEBRbZGFXW8E2wrlQcdd+FxqhUZDKw36O21Qn6Us0J9yJFFvQIJ2O0/qVTSE3wuuxjgK
U7nVqVm+/qQir+qB3Mg5g+WazrZe254+oV05jkhnvj2/q5CEoSjTweGkmUh/Z3W5DX0pwqAVbDkT
lUjfRrswvNHBgPx8e5zrZYOqAAltoRrxQdd6g4PBaaJWZZ3rMbP9RM+ks9WDngrmOD52Va3sbJOr
Sxv1M5YNuS56ypRTV7uyU0e7ztXWPht92Lxz0rK7qQFU3IRGVV4U4QyuZJXlgy1Q0p+0fK98fn1/
IAJDsoPSIXXtK3BLrWeOPHeKdc41OXhEOCT7StuyZ1SjMF6QzeRRdqw69N/+ytcbh2ERe+OxIEC6
Ctb7psOTAI7FObKk+ZSCL/YQr3WOKNUnOxtnY0Gh/xKEUTyi9bHeOGEeommpDRLHXv4EQFs9j7Fs
HTF7L/yhEtnnt2e2MdxiLYMYFHBxTv4qjEALMy8X1f1zYjZj7kImbL+Odho/iDLH5mGc/hkPBToC
XiaLSFt/6ei+PoNTCz2TSoBztsfC/iDVlewmKIo+Azunu6M0v9+e38aGWeRMl9Sfa41983q4HjdJ
clXFOQdLRjfC5H6Y0l551CSrdhtH6c+zrPXHtwe9iqSXOSKDQadn0QJYh4rQUICnzI1z7nLdCU8h
PnqV6+QL7GMGZZSekQiVXoysUL6VedPt+WBf3z0MDzxj0QxcrqHVmqL024+myVXeMOnjZGvpTcAk
d6pWW6Pw1xH/5R3nMC4766/3yU40rQ862znXTa1/qVGovZRx+M91R4PNQsPHANSCcsS6nJqHrQgd
CWq2FReU4aVWPfRVuhdNb5zvV6Osvpjd6HpInR/JvslpD7VTgZwMNNml6rD3rG98NmDY7EneBFZn
fWGHJdteD9Frtrq59pV+Us9abwc7F9bmKCwNYFeV+vea+yWiyhklInr6s/l8VkQKVj6c/9kVk8Wh
W2XRx4FYwYPwegsooaLkdYOUqJYUn+cuyE55o8RebZnjTtRKBsrfeh3DEacvmAyUFbkX15ABNa9H
VcQYcrejbT1aZR0+D6ijPCqzHCVur6UIWMVFrAt3LHMk/MCFqNnnYjAQbAiG3gQJGUXApvUxvkEu
Bj8PnaLkYyRlye9UDeGAcKRBUy9MsvQ+NtGm86Okl3/IZWT2LlQN9b3VWYBEC8p6+JYmg34f2Xk2
ublO/dlNCWmxCJdwj7EANcee08WDesyUrlY/EpTnsmug8DQcELe3CDSzXE78ssaD0sNWmF7XZJXm
kzmnhUzOI1nZQRp1XjanV+yfup3KFeyFkPcmbYT+ZE89uVEbzs7sRmM9Tw8Eucat0TbokQ7Clr+V
wkl+R5FmvYNAHgb+KOFm4Jr46vyCF1q8zzIEDU8Ft/8jClxB6Y+mBf5S7qVU8wY8hb4kUlG+tEOf
O95oGLntZ0MVjPirWtHH1IZZ43fQ7w5aYI/9TdAL874eJNFdyj5uMl9qA+056eBgUKrXFsxOlEqH
sddE6JqofErHVInru1yMbeyNqZS+xMihxTcFonLCtVqlcY64rkeFZztSDX40RkoE/otAzK5XjfoR
9zyl9gPRqZWnZ3mtn+cWyTDUwpIvJa4DNf6eERQXKZ772jXazjZdM40GyYdRZvVeUvKPa0tG9Ygk
tpT6dQAV3TcJ22QWyZSoQHQ8wA9TAwaKXtGk3Vq5JZp7Sc2n9l0bavKvopwVzUtrND3coa7n+kkN
0vSUmCXeLSE1K8kF69L8qFjnwRvnNEi8ui3gjOi2KN/Nlhgt10icurmRVLX+jc5FFp0bhmQpVMg0
rhHbifNkJpUqPw6DSWmGxKS9465FoAMkXAUay8qsb1jvRCkkqSFP3gfwSssdJZStK4VEmc4xsBZ6
eKuH24xrRYZcFl+mLhxvFa0NDoZZNDsJ4tZNbPOskPMQaF3h9CduYYEHDho6/Rj7sHtm+tB94jfB
uGfItDUU+S+Fh0UQj3bv69sLA0hUWuMM5fxZwmuKzAOQRJyeyILaHUWAjaEIsaDKU6nZqNPLaluO
RlJL5yDpNC+pm/xY1WZ4p3WDs4ec2Yjo4B3grMDbgi/s+qLsDBPPPSDN+Ifo/cGc5PRglEb2TcrD
7G7EM7LZiVg3NgZPGREH4vxLh2UVYmUQX9VyKILzbLXCz3Hz8GuO2V79bXOYpcexuB1cC511YIUz
rHWJN4ik/KzuHc9pcLq3EVJxzVHVfxhDk96YU675uRmWt0M9fQffl/nhbBY3Y6X2XteUw83bsd5G
gEkVFjU/Ymda6uswiA4Jdj9zaJ9bs8LmIXQicOq1fOgsu3zRJ9M4EY/tIUU29hODgnBeLIaveZ4B
F9KcASs+99RM/QCdleMwhzS5e8naOfbX24mS7FLW50lehN5Xb/w020gwGpV6VsIw690oFEH8uZEh
Ao9F1MbfyjHY08+4nh3biR4zlW+ah1SqXh/MsIBZKtpBOcditP0GjdFDoILeTop68N9evetNtUCX
FmY1s7sWkQpsgJ46vgNnshXj6xAG3WdC5b1RAIGvoxemQgLCv8unvMJcVAhsT3ZNHybRB7s+4OFt
HlU5DEyvi5DRcCdRWb/TolN4FbMusV1Zzy37qJVBlXj4K1ifVFpgoU/BLA58MYbwMBGzFLxNpVW6
qaa2tR/1GMvjDVyqjzGUdIHTdUlUhGCznh6ldjSenAYL6FNWTN1LBsz5l5Kk+WfDmUL15FDRds5y
iL/DncbFqHs5DVweIUeoP82uMdojnibjs4Vc43RTodNkHQKqZ18L7JhiuL5ZOx87LcuOszIOdNCa
0rDOC9O6OipOMtm+OSDPciv1Lc97iPyR7ht6FjueLI090iH48gSHqBTAaxUiqpccom2Jb0leJ64K
4N7wY1vqVLfRneZD20IS5nm2gQAgt2gpXhn0JOQI9WsWeuxDE7mEImXgSo45qa6ehanyVeSlWQIc
bzPIHamWfDfiJg48Xs70R0gHST8WseM8S5UN78MJi+y2VZygOTVEB6WX6WYbHXs46t/TXAmyY2+I
7r2SVn2CE0VcCreAJ5e5pdZrd+M8j/OtVjlReO+kkj14ARioZ2OMTWK/yEIQPHfS+TaSpzHzbQR2
Om+QG9zk9T4of3Y4BGOwWCLa6CtxkEpwm7XqznaydPCQ/Jl0NxGh9mvO8vwl7TrtFrebcjyoWSha
17KSsL5J0la+wQZV7tzeycFNjIX0UzURo7SVxniZRke6SQc1+943bf3cFPhlwBd4j5pR2QexfpMF
mvNhSrUpObQhMd1huXNh+5p5UrjRnAy/WPT6PtH6WXnCdsE0D7Y69Nk7/MiwlR0gZDZ+rUrTxyEW
MHTybBhOUjLF2kEP8g4tgyp2HhHekmo422NM38Gcu0Nuq0l0LnotKD0MPquXLINI7OpxY3TH1pnl
9MYyA/1XKSqn9sm0JJBgUaunftbP8N5EagTHWg6rwlM7vY/9ou1DtoAsiWZyR0W07wOo74sbe6nV
d3JIsO12RWtY/igHWupiAAlRW8xSd2MO2ezcUM5HSlNgyftYS5HOaTDH93MZOPdtqcsfpoh+4E0V
dlns5oOZfaJvlU2sph42h7qz7fDUWlr7AhUEMlQFw3L4FqrzqPi5UytE6+lk1KcoBkyfx22TunNX
l5EXKXY1+nY15DciVqrG56pX33dKZMwPjiTar01pOt8tHCKkWzEPcncbRSEhuRTG5e0YmZF9CLtk
BCIjtExxIRB0j02qZdAroV5Lp0lC4wxWYuB8wgZPjB8Q+OJTqgk7nPPJU/JYEqh0H5Bnjdt3s1q0
oddn5IMXVkUFhj53XwK044yTXszVx6ps6nnner56fLg2aY5zuMHh08hehWgmqt19sYhsoY0F7SGU
k+FgG1Q247rQXYfAeCeWuXp6lnKNvFAp6UtR21jFMqMc4QreQScOE0jrnSRrt4hkzl4Ib3CnfrIx
N2rtlAGgGeBUu8ZRWEMgwS/DiywP6/ymTov00GRdd6pLufKg+u92Qa4y6GVuVPaJ4Al2Af+9flbp
VRpmF4/pRe/ibPJrdPgkXIW17F0uJXPzS1VSbs1IU0eaHGk0PRUCh54hmhTFnaYEIQmjENZNby2O
uv/4DPPToCzy3C9mLrBuXv+0QI/yIdKxfZUyu8V0SAnetUHfv/8vo4A3ZYEpY6/VMRytmSUztSkh
9GrlS2giP3CXDT/fHmVrC/3BrVAkhw+7Lr0MfW30VYGuj26U811QTz8za8K0Odb+2Sx3mQk8LNqn
FkXGdQ9FT8a5RaYwRa4ZqtdQkEfDOJBcfLD3mpdXZf9lKCaDyRi4sauuYUfnXUYSFjBCiUZb2DfW
Vwde0DFDae9LWZrmJ6Y8nKs4hCIlARbYiUKv4cLLDwBWQhGItgM2nq93yDBYRllWAX6snVWLU17E
puNqtexUB6sKisDVqKZa7xoc137ZXaWkfudQE8LeL4BImqU23OsuMi03VCTjn9l3/DgqYHRV2VjX
QvhIkjhaa5icrDBRLtVs6ifKJtKpxORv56RcpRvLUMsgi7I0MKzVd0B/Y6KowELgvgkDK1eyB7Mw
U3ccadS5UUCtpmznvcbZ1vID66E/uFS1rzhgHYrhSC4jnY1XsnGADMsNMdbmSSMCPHXUTj+hezt7
6RidlGjPuuX6okQgAJcBUj/AYFeXg6WN+H5VwLFrySg/4ZskuSFydm6Qa2nq4qAh72TrW98YzBkI
fJqE5LXL1/irso13mRxIHShUYRjB5yEKJQ/XjMBNuzG/76tkXiLtaqfCeX1tMMv/H5Qy5+tBoVDS
dkpizN6RKz4ZaATfjvXC96t31ZGvkh72ENbGeIwuVdurVxWkVt3b8K8ug1AJv6lZPMpB2uwg/Jed
+Kpg+2eUxZkQGXTUzpZl/esralEPmy1gQpQx1feYXebHdjAKD4UTXXFLkZunJBqfJaV1Dm/fwFvz
I7EnOKT9es32qiKueQwY0wve5elDgsT9ixUb/2kU6t8sCyefl/z1/PIhlQKL9+QyUL6HbdX03PhO
dvP2XLb24oJBBuADaPeq6mbnuMfASwcmWMeeQCThoCq9fsjiBkWfuTUPQ/nPrFsWbkGcwU9apGPX
lHSrBFEE8hFyXj6Oxy7Guq1qm8inq9GcrdmK/UFPpp3tv7VmXFw0s6mU8p6t7rWiKv8YpSAlINrg
c6+m+jtKwnu6uFuHDBFQOOq8VzQFV2s2KFo8N4jhXrL/4ey8etxG0jX8iwgwh1uSklpqtzvYbXt8
Q9hrD3PO9evPwz43booQ4dldLBY7My5VscIX3jDVuQeESvEQ7qlfer3cE6Hd2v6ErkA8FzVBrur3
24N6At1zrD0uJNZD7I59hQFfk0J4QJopcDu8KkFEl9kx1eLw23/YNG9AF6Iq3uzV2GVM86/tAV5j
6Gp5bdVZdOX16ZBZHVHtFKeSRyosf7896sbiwngA1wTIgi7NOnbO8wiVrpF7Wqpi+0MmIb5QW1Ly
HVH+PRjA1lAgK/iAWGTyMVehLIIhHaEoiyuEnnrDjPuLouWF32OTthOmb2xMdiTChvbyuF8BVTQ7
aPUpw3hNLZTHmArjfYNc005xc3M+C3J2EWuk+b/6YEYH1ZiTiIpRGwW4Igehi2dH9Lnrp71reWso
/I/ZlDRVEU5cDRWk+BGlkNcuQacmD/OUGc9BLsbJ7dJpjHfSqY3F4y7hhgTjAwVgDfFDh0BzwhEl
c9VMZW/UovioKc0eOXBjSpzlRXeSU42vwOrumM1UlPRRk0uZSd/Ttsj9ScrVMxrj404GsREHIQMF
zoZvBET26mqsQVLW8xxe6lQdfoZo/wheskahr6+C13XRDHPq56qwrP9pcyE39wjkJnvA4K1FhZlC
N2GxNr4St1AGrYY6XYQ4zJszuM0oPOpSucd73BgFKsoCLCK0Va4y4U6UE7k53ZEEhYJ7Z5wiw7OS
yt6LezbHoSSKbpCzOFGsPh6IjKkz0baDLR0rmDVn4WMGI3Dnedm4jQE8YnlFV8Rculjvb2PFTk11
zCXprPZ54dGjdTCNVwT1r1r9aFeJ6kU4FjyFIMd2wqCNzck9b74xboBirNNB1YjkIUY6+xKHAVJ1
hhQc0P23/T4U0U7curGUlJd5bxAfwTd4DTsJtWFUSQswZEa44KkZLeUH5LhkZ5SNiIR4hJ/IUG/k
7PdLKeI67qU+CC+ljVvpQalD9beRmg5qP1PW2EcIK9V0LkOqM39/S/4/G4vOIBCpNfYsK4amtFVQ
Gt1I5c+J0saPZ1H5UyFF579+y7iFbcJWdGXBD60ChVFp4wwcGyYFVYyZLhWPAoxiGB9xz1L/w7RI
NZY2JLCvq95AOqQI6QdWiJph2OPbk0Xm3QwHlbZyXIx7otBb+5E2FQUgMMiQ3pdN9EdYPjaG00hx
G1/SmrTRQp/JH+vA8O1Y2muNbe3HpYwGVs+iFrKOtmxV6exMFVTviiB8oFQ6nyRt/Pf2l7qGVZt0
iulJQ0latJTWD1rpNMZoUg+4UM+pDomWNs8oRuVe0YzaYUq62idOx+M2kcxDEI8GypzzXwNh+A2L
MAJyecjvqOsWaBRbfSIH1HxGOa/PmVYrJ21Eq78O23lnt2wtKqd7kTpUeACudqYUO3JSIKaaZlF3
Z0/JfJpSO95hlW6uKjxk0GN0/1BvWaWjpAb0jGEQXORKUf2oVK1jKXLhWtDgvV7uM39EUMwrEaFx
m7nPn+tA/2vy0rKqsEEA2yPbdgWFjOd5yEK5iqHSluUxpmQL4LIcXUAv2c6qbp0KKo/cnfDhAV6v
znuEx3rVt014AbiKGV0/W24zTc33ud1tBm4OBcsbyBxVu6u8uLa0SDfgmF8g3ScHFVU0X5tieNCx
9tewVdRVAFlyOCh3wk1ZhcmLuJjmZEoOx75vPgGcsb4gTIJYgmNG5k5otKzQKt1fUmGGA3WAjsbq
hZU43ZZeIOkiZd1wlGW5d8VCwVabRDrJRWX/vH3uN5aR8RjuDYN2dexlqU9CVUYzp69EHiE+rHYf
NAp9T8C1gp3dsfHkIR6zDLUAx68IuoNejXAWFsojwILEN4j1fBQSnALhhDTn/9DT5ITArfXp9hw3
ohb4KbwI1DIgrq4r9rJRahXisaQ5aikOjVrF3G9y9qgNrYzGbdLSZOvlxyLLx7+PWmi9IF8JYWXJ
E1bnYcpziVNiIIHQjZNvhFHk47yZHaZ8131666phj2KyuYgzUpdaXTWtOaPkleFZT7dar10rNqdD
pSrTMSlME/a+ptbH3iytiyoBvPLLqe7N+9rR+q9/vdpLaEiThBbQ9XNVSUYcZqqEeUbQNw+RlLYe
3QL61mnwO1XxipbxRfKnCZbZ7YE3rnQGNiHGLLrnV1u5TIU2Vyb1uChXnQeo4vpDVyXx4fYoGweG
NJYbHY0nng572eR/PPxFmNW8UfSbVEosnxW5H49qOC9aGrsaspsT+mOo1V2AE+1gTbRSL91Umb6j
iMy35H6vJ7FxOhbfa52MbFFYfeMU/jEhEK5R1S5l2nQc8x/QdsNXFfrOqSLmOOtJEScwCI2CHrTZ
F6+3F3Pjtns39up8qNo8NDJF04ue5sUBWS6LQhKpO7eH4sas7c4WuebSL3x9Cv+U/ZfQfl1tLOuk
nVsJUSmAn2EEICLMzkmX2l9pi+AxOfbIWbktIClfnoOQmTuZ9sEIS/GAamC+B2jZ2kuLZAHNRCSe
EUp5v5cSXfD1MXy88PSj1W/RIX4wwWVUrq6N/ee/X2so7nDcNQOY1dv98cd3psU0aQ4QDXSFqu8F
1bJjlKBbDckx9jNl+mtsFSuNUsnyrnDVX1UiHRSMQKfO1GJip7pEut56iaVLfhSaxk5Xa2sHk5ES
NZJgW1fm7WpUB2Ok4dWsNSBFgIsG0fMolWimRz3wndEKabo2sRlMPtis9O/3MNHH0s7jWriOeSif
z5OBnOBFjoUJ7Kj+Lc9I3Rhq1T8nVpLtbOGNPYMgC2ZBvKHcQesnRRk1e85AHl+GZuieUI3S/63D
sf6nGqR+70bdHGthltKqNK9BebZB/7o3EdLpLGP6UASmcVYA7517A3rl7d25NRRcDwJyg/LT1UtZ
BLTrNIVrNeqG6KOQRnE0w3z4nEi1ero91Ma1SozLzQ2PhV7sOpxLi9GUy4AqYTYZydMEMPgO8Mp/
+E6EpaycCnNq4zsFlI9rW1665HX0z9x2tdcBPnoY+lbbmZC6cQCAJPDcks5AiVkfbQkJuSRA5eEy
2sKSAC9XVnMoR66S4wRcKPa0Jk96D64ZmDG1sMyfQaEj8Js0mvy9E9h+k5qUMwhXQ0k/t/nEPxJ1
o4k5ijS06PhmIf+7M2YDOudIIGzluY2oVY922GFS52TwnMiRYh8vKzZ8WObab9zSx+QoGwEGBHFn
g0K6/RU3Ngwt+yX2hwSFefTq7gSZ1jtTDpEBGdX6AKNrPjgITj5G7fh0e6St1cWOFAAlShokUstf
/+PilOw0aBvU4tFfUVE2BsF6siczPeHRUOIAmOee1ocTTo8YLN4eeeN5BFjNR6VCv3AgV3Psra4J
crXEsW5I8kPCerh1mo6npAs7Ny/kYWemGycDTDAAIZ0X6bp7BDpnxrQJ1Hhv6uGhLAPxDWS9sxOO
b325N7740hreaHCoUSTAY8aXQMDPSwZ1fJFGhMkQ3t2L/LeGAhODfxGYW/L89aejTmiEoUxBoTFL
v47D5ghHJHNTyPo732qJ+1aJGyTcpYMJz4rHfFnbP3fJDOleVgPcWfREGk9mp9XfVAkRK88pg/iY
T0n+DM20Cv/DOVjQT+iBEcBdoXHqUbFEmNiMGwFyhC81/ZMH08c+sOqX27txczF5dVDwI4K4qiPQ
FQBCbBjxxZLCBKW5UPdQG9W9WSn3guytjb9sQWrZVCyuHrlufGuszzHaP3PumXBlf2RBJnuGE84f
rJoCyu2pvZkirb8e1gkERvCp2S6rk4aXmAlOFQUga4yMbzQd1K81KOBnGYTuV6PKo89TVmPOE1tN
NKDEHqj/lqC9PtkQa2RP7i1p9oh3cIC1hro4o0XQz67d4sY4Yq/bHfvEGn4MRmtXAGrqCZrTZNS5
36ilca+LQt+zadzosFA7YCLoGfFf6/Ikb8WgoxiTXIreHmioS/mvirz3Z2klzeDpQrep/zTq5Avg
z6/aaLdi51HaukuQAVrKTgtzdH0eWsOerKa2YPYLo/yqmfSIyzScdtqKW6eO/iWoKb7cogD9/tRB
EuoGXAYXj9+5AHQZt6cpzl8dZ6rvAD43noMZ993tzbJ1Dii6Lsh6OlhXibYg82wDndbfYEk/oRwp
D1WaRHdq1vU7BZOtY2AvfGJCMIpP6/xAhBQoCLjA8wlZ+m5LuvJDa7M0RNdMlB/GttjTGtt66hwA
hG/QARiCq+WMHOxQTGPxg4+a6pEjMXtOjNdUJdm6K1dj90VrpfmQZezd24t6/SE1ilkQLSFJbMA4
Ww1qT1lyU3fOmB3w9x4BgNvTwca42Jt63FLr3Ih2ds/1dBmUPB46JEpuV612URPBJAmOsFLQFXeq
pP8czVT3MhGqGB1lxmMblIavYqy6UxfawOExMidzEaumZ7E+HfZsaE084tiil1X6DShPZrhjLAQs
RGwFDlCS4TsnTYr4QOdII/eO4XwJ2rb8WOPppLotIazqtUMW7V291wI99L2gVizcEW0DRIr+uaqS
FJLPGIn1BZRgQRcdGfXAN5Sh+I3BWGnAlJCSx3buip95KAiI9E7V/kmBfwiXzmGe7Txy15cJvwl9
G8i+ZJVU1N4fc6WcSinrCablvO/utAF5U7OBk3h7D14fbMoKYAeQJ9gSZ7SKBFBVSbjlBLlxGaTU
jrwqiyXV7XUn3zPt2dp8pHBgiClGLKpb7+fUK3ls9xJXdBrF0n2eGbLryNl0IJmUT7mszcc+LPV7
HXmfnVBlc54kUyCNEC698iaCQgPzsafRD9oRasMABqqpecYkBc2l20u6NclFTxt2EHjkq3pLrbVJ
DpOSWC+M8nMEmSX2isCRdN/OpAI3uDmwv9RBW90nAsnWnW1zfX/SeiFcQdVvQXqu4+cwCc1E5wte
am1uvTmL02crtCJXlGNy0tU02nnzrK1bjK4q1W3EURZlnvffFDDtHNfl4oA+aMlDrHZjCQe4KjpI
Iw3y79gy5g0fF5aIJ0obcmpGx/KHlTqtfbDsfirP0E3m5gVxN9gvQrNhz0ZjPH4cNNHZX4d4lLoD
NbMkfxCWWnIr9uA3ffI7Q7przHQKTvhax6nbBrPi+JGO/d1xqp1WO+QDqHykXIOidSlV9BoEiaF+
GM0h6bDiCkxUv1QluM/TAdpEaQvzK91oO3TlqC4W6k+pPwRVH8keSP6hgtTflS+ZFaMqOk6SVh7Q
X8rjQyPgerhW1lAzC3kXcbTQs2GBt2rojA00/iQmHZcQiIDD4WjWz9qEbpM5/DTgCaj+aEwWHc5m
yDjksT1bXtEKrGRVo2tgBrZSMfpCbjsYJtOQmm4ljEH1szYw7aPax5HiZpWcT5zfSK8uUpJP/bFH
DL++I47TXvOikvuHHOpK5dfTID/JdPhjtw/MIfJFNyray+0jsHXaFtXOReuMJu56T/RoO/By0W6f
k1DzKevgSkh4eKrHrtt5RDeHWmxLuE+QPFrv945mdR2bGe12R+RHLrDGQ28luG9xpr89qa2TtQyE
IyDtzau4y4C8LvJ4oK+JyIPm9o2ZvJCEmKdusrufRi3vQdW2XgBKxbTGFjngq6Crs8QAZqiGNp1b
heFKQVjj6ChxlHZurK2ZwWCkRrwwQq/0omSzN2kj4Nou5KTxRtqxfq/UnUtFbiC4n/eExLa+Ga0p
AJvUf3l2V1fGFOjoiNu46GiyqE7YKdV+mQ7tS09v83D7o20OhRgWWRWWEVciICEPzSAXUXIx5X64
D5EHvyiV1h7m2dT/w04kQCb+12DWKmszhWIGv54lE6tYFPpBalPdrcOoOUQ6/KO/n9VSBKI1aS7Z
90opujPNSYsqhJTnfEKGTxqn5A4ZsSAg/0Lo/PZgGxc8BF7U5yiPvAlSrS54XZkRnFg8BTU79TTh
2L0LV6R3UWioTh0C0h9J8fdwEdfZHO004LYajAUSOm3563/UFqqsRHFUJlTIJz3+ScemPqS6Uttu
Y0xYa1PYD2hVmOCJYbM65mso9c5uXHjNvQWuxD+OgDAFfaQb3/8IS264knlaLkCpLao1RS19lJwR
FdIqqrMP6LDY+UsIP7hB9x7YpIfDTfWay3LO0xuj17LzKTYOKnDFxT9pqX3S333/eyYlVwczLhHQ
nkqE8BBfdJukVF0jatKD2QV75KqN3tHimABHnU1GWUJeLYBTj4CpLKKJSE1Ut5ud6a7uhe0mVWT5
qVGnd6ZVVkc9FOEhFSKhDtsHF2Hjlnh7E27chSqBIzhXwkb+s/ohymDIcW6TpSVZ1t9ZgRE/O7ke
HG+PsjlfKqz0VegoIzS4OlgNnUBEkfEOSewFimDnzhFPZx3zcxRS2sEuzpZTIQZAiuA1BtIiYQvG
Raf2vBNWbdxbYJOoONEc4Kes54uUXVlaCD9cpnkKfZT+uEyMVHgYbO8VgrY2FeR8JOeo2RPArTdV
haGZWrG0Kfaubg4wwpv57h8TgoxfZmgNO+/oxn2CY5Gx9CMdFe2k1cnOlVJ0Uh0nl6zsVcnTnQ85
8tOZG8ih9mso5PYlH+xqZ/9sflkgK+whuiBLz/f90cnbOIhzAPMXPai1wZXL1jZg7arNL2LE6hEu
RPJaxr1xZ0TzhxFlfFK9Qj23Ubsn8785/0WICFoSN7i5Xm/VZL6i4tMarQRPOMqGe7pb/ZPZx/2J
ZLz5QtVh2nueNoZF8gE2LG8u7Ix1eSzsOip0VFTPSjFhSFgKO1I8DRXTYwMVoPBg5SMf1FY28o23
T9XGyMio0S1camP8WSuURmWFrTl0qXPWjc46qlVRnJ3Rmk6SDt04QesHc5liT5dr48IAMrvYriyc
w6tqoIZCixUVDBrj43AEI5MdzIEax+2pbRxT3L5oyVCdoPa45oVCfbLpE6IcnQBd9aU6Cf1G144t
dPCdDbwxH1z6KENz4VIcW8dMoRARUEVu/QrUhTtpjfrUhYm6M8oGogZJYGazgBEZaJ2hY8FqdJiq
mOcas7LRG7taekkUuyUsHMNYckVfmfqDDCdrweNXNcKzUVuGH2oKO8nfx258Oq5hB+ELNu1q36At
G1iB3IWXgGTxWKLA8DqmluFGltiTFtyY98IfApXMK7dEO0tS/0e4QWifgXkD5W0WmKsWTiBmHnNF
+dmquai9RHHq7lBVIvgULzoXXpG0w6PTNdqv2xtq+4cQEvPqwlu86mva9RANPc/QBb2JADOpMvZw
vdVil0JZAOe6VY5tVM2eGquzn8eT6qqBbv6+/SuutzWrgerIG8f82mRtrkujwvpXOvdyhb4zvweh
KNtEdNjId07Q5oTZaNwQhBlsOfX9yldlrkdDaEjndDEq87SwTjQ3LjVcYTPQE3dIJKjdqYxkKXGt
YDCiY26EzQUNZJjYt6e98UgAdmS+FEahnaCJ+v63MJyTdoYR0jtrI2DbZWV+StB5+5iH1fC/RNJi
HJyE/jJnzXzuS2SuD5iD6ppbiAiNrtu/5joCfv9j1gujyLzHAsaIWsjFS2RYKHqNymx9qJNq9LJZ
sZFogpzs2OFThS7Y318FxHsAWzmB6CciB/V+Meq20voB5bsLit6oSeikMW/I6J+YNxDfZmnlfJyH
Mjii5bcI3EnOhbWQip1b4PriW6DmhHwQ1q3Fa+39z0h0NmNo9uElNazuLjfMWfJEFrf9zjjXYRB/
NrWKBbdIa2X97cvOciJpVGCT6BM0YSsBl2mU/VEYZuQiiiY93/68W2ds8ROhtOzovMqrMChCVEjo
zsTtlleS307VdGrE0LvIpjg7vIutoRbGN+AZpoc47PslLOwhLOyROyUxpNgNaer5oS0Q6CsQGtlJ
UTbHApMJUnDxb3kTY/zjIrUSo8iLIg0vXRK1UNEARRqtPIEtM/babZtDLfQAm7SbJsqyc/4YqkgB
EEyRid5tJkfPCOPor7k5Dh8x+3K+3f5YW5twwUNbC17HpBz/fqg2kDC3NxPYW/owHvQqkI5WmuU7
6Ye9NczCjgFKSjBB4ef9MFoeGmUwzsHZifspPlqxLncPMzIa4VNnKP3XuEkzxcstQfd5qOruRwxz
JzkhPlWkXlQ6peHxQMwxGD4n+ZzPU5scw4FasVt3s/xrang63SqYyhahoyZO8X3pMv3UEFkIfxAz
lcs2MsN/Yz1pKpe3CBeaSIunxCubzBr8rpVgzwvLiCNPpaL0b4E0CPmPYUxP2BNNgUsZLJse66Bk
O8voYXbe6KgFiXHSWNZdaMu17g1RZBY8qZl2hD2b14gB9mbjD900OQcKG+mAFwNYogdZFfZroqRT
/gEb3w6hahQxD7OeYLPY4pF1l1lFDj7EqqLkTqSm9t3MMANwg6IPg0M6Dbk4WdkotQelK1HsrOQq
sz8Q7s93YYhWp7vo2HzUpBJM9DxK/ZfGzvLgHGlN84sc3okOklylD2rd1ShGjTkiQBDtu/7QgSFH
wyqIUYdsEGEp3VZuw09khTBJoxDPWbdVsXpzi0KZEcJqG4qDsaSXP6j9x8nOQ7FxDkADLU1TWTFI
qlaxSxDTDlbR8jkn+pjd867j5puFQD4E1eZo53xfdzdI+BdjGJ5qCLTO8mP+OHRB05RaWDTxxTHD
+EA/YXLRCxd+LuTugCaKX+QZ6otWtDfwdRYBcoYyy1IwNCBQrt6BXi17rbHs6KLLafolwXnh66iM
CTrsqt2dcRXmLe6q0NyZ78YrjBubQSVq0WOHqvN+vrYWBX2d6pSyo7J9tFmUO1TnH0fdFveJo/+P
tqZ0aqaBQnzZ1zsX90bPlJolNXSIQcAKUDJ6P7pjCEXPuz6+ICNaOGiFDdUJXyaKb30HB7Ft9KG8
oKepti7U4vw7OKP+qdcckknkWlN3UhrtFEf9eHf7PtzYcpRjlkaTzft1BaC28jAXcSODmipx0eTp
JH9M+smfaIrt7O6t746rIZcuWQDPymrDxUjJqSJpIjQFYhNKqei9zMl/y1pYuknvOAd6xnud+a3p
cQXrCoyUBd60ejCjZM6z0YaoiCaMeuQCUc4BAmsfEknZE/zeGgopCJJIsvNFjef9F0474GcEWGxr
hXarQe/HHxplwBK7mE+3P9pGhEM+TCd5kZ5YrF/eDxWMjg04RecRS+ZAc8vMCT+MfTl0tN2T7hRD
DZN3Ts/GkLQjl37k4ktJVfz9kCEuLTju2SEuY1V0wGPA+Ez/KTw6EQJvqTFJOwdmY7MsTV46NBCy
rut3ZaKNVDCQyI4dlSe6nz4VTVZ+B5dteoJr0jXGef4PNxPgZFZ2IUtBM13dTBlwcMucHHLHuO69
ZlDNR2kuSJ6nNvPQXe68qar+2ryRr6iYFORRo0Ap3lwNaiLHaA8mMd1klIg+htRdLS/gQFj/4RMu
0QgxKjkpMLj3n1AJ2xLVOiGdNUypXbo2kaclpe0vmninMs6kw+1duhEDUfmH0rMgiSl2r8YL0iBP
rG6Szk3aVN8tu+g9OzX2Nsryp7wHvy1MZNoLtAypiq2PnRQPIrFSWzpnbaGexrkvvFIUtteWjfH3
x442KPwclCC4SuzVCZ+n2ekzh6F0NSwfRgnCR64535Kktg94e+7p0G0duT+GWxNKEzDMJv1hcvfI
id0oMpTTrBWdb0SZegCdtteT2FpJwGg8jgYdDmutGNJpUTtbweScZ12MLhIz5QWlV93rB6nbwepu
DbWwjyE7Lzr46+LUXEHjUBDxPLdzusylrO70amIVe9jkt3fhW7dutUHYIQsAjSb2dR2mbThbqRXh
CVeoxZ2J1HgPqCAZzzbN+4dJDojrxrRx0gM21smvRu+b0R0pPQNU6mdOpK7NtrjrCg0174zk2fwk
x47oPqN0rHcHHR8Z2UOaPqj9vBSy8YRpmnqyi9T4muhdOXoG2Jz7KCvMT1YpjK8ouxK7m6bItI8U
5azgyDNf/qoyLUcgdLC7h4BcKPxpE3jOLrwPnL3iCWCZN6lKFPsWGHbZHaXAdtxKByLvIvPf2T9b
MXTyARZr+D3GrGR2M2OU9bPdFPLoBbE8fEvVZOxPSKwZX6jH8UiRoaCSr0XI0OiSEqbuYLUz2IPZ
Sv7NKZ3THrv9MTZiTsoQ/HvJX3lIln3xR8wpTDMx4woN7EhNzftsTAN/VlBaX7pgJB8kzRIgkd8Z
FN+ds7ux4yi6whyCYI+I2fqaaBUCKBknXvwwjPI48nf4WdRS75mN6eX2JLcKYQtWghAXVVDGW962
P2bZVVIHzkyTzhLmfXczuS0UMSmdia/ZgVI2Sy6P1+g1kak/6oX2A1W1+vn2j7ieL2Yu4NNpT+h0
ntZNghwnxN4ogCTmXeV4JjBeL2gs8VnrUrHzVF/f86DGl9CAFjap7npp81wvrNCkHz/S/bojupXu
srTu/709oa1RbGT/bIbYqLIYAgxPVRC+Y+qofCjnUT+jyKvuYb6U61sX6Ss03+hnmQtAdhXodFON
yh04K9B6dv+s0DX7kQ6TMD2EL7PBA2JNCR1ljO6RbLZ7xV1AnOYYWmwsFPMH5NX4f8nYOICV5ejz
jI3A3ch2fr29GG/Q4PeXGmVWWk7ohhLcXtU3Kddkql2M0QXJ7/ZSUquZXbmP8n8HyQ7vSCuQRlWh
Bn6Yi3Ag783F51yk46FKJMs3Bks+DlZvPg6RKc63f9rGxqNbgzQH7Rp6HMbqkYx6EU/4wiA9b7fD
CYfB5s4IsLcpTCXz/34oWANAflXyZVST3p8zW7Jpg2XIqnRSL/ty1uO5UNTBIdPSXRGjje0HHB0m
Bs8IWM51r7MgLAARRzwaQvr+MVBCzd2SMmN6CrR+/GGiGFt5Pclr6NZG0D+C8RkGF0hT98OkrNF9
6EKkLya9HXQgYVR7/Ek46s8KiBfuyzZkGRdBNTEdo1DuKO1JZZ269aC1n3FvjL/aTT5GrkYv+25W
pyTzkzBQltJLOX13DMC4vmz0/VO1YLF9zRTI0LeSgr5Znk8oYCqhURmQp2TtR0cPhvJvVhqNO/CG
/DuNZWS7HVYEJg2JOak9Fe+QgGp0GX+qI+HsgZQ2dsgCqSTDphpNS2j5639cjxIdr7SN0FXJ7Xjw
1EkUBxXY9vOklXv4pGWzrY7JgjTAR4KOA9Ygq83YO5mhBQ7pnyiS70qvRSchGZ1n51rjq3YrPzmw
IXzc6GU3Lrp5Z39e5zDwASk40O5DjIcG5vuJKsAq7D6jMNxoqeznjdP50JBrL3QcjIXhhQBrrPek
ebamrBHhL+6tyG6tD0U4WnkqIXV+meTEPjT0X86d2S7t+X4MXoogmEHeBHlwiqqSukLdN0CEb5/L
rTt0IS0tcTL9Bmqg7yeOVM44O4EaoODdpew7J8vPtIEC598Zrwvlfw6Fpt4daHycO1CT8R3mTjyK
gja6dGgKXX0a08T+oorC+FcfyxExL2ugeC9GaQ+esbVcNCOA7lMb2qjL1DpQNasJzrkp7Bp4CKA5
BLdjYsCK4pXpdnGsWnB3xNTcVWYYya9K3Or2zpJtXC9gqdmpYILAVcurkKGIZTKjtCE80ZzZG1Uz
e9KLrvprSgYJEtsRxsDCVF1nZF2aWi3a89J5rmJ59A3JiV6mED06r5zLRj2iFV59vr0XNp5TNr8F
OQkyzXVVJMyIMdO2C85aiuun30iVeWrzYXYOgJGcTzbN/dfbI25cLyBg2P8LxAha1GrztUoA9LwN
g3PDhVgTVB86jXrBlKX5Tu3srR67ul6I5VEUQ0RvaTatHiAjrYM0njvpPE6m9KBHTma5JKNC9uJq
mn6y4QQmCACuQCBXRT6f00SJf47UbgpfKqrmB34DWu3CtnN+ByZKkK4umcqDkY7GE44q0+i2Sp0o
nlDkCUnlXJLbYzNIhXGZ1YqqmdVSQf+ttOi5eGo4TsQAQRU6ODNMzUs/xniZqvMUgO1L1erViFuK
qiRJUY79DKnkYRjqAQhC0Hc/abcglaROkv55UATNpaZyiieJTunZoZ5FwtJJuvNCVCLfY16mKL4+
6Gb5wPU9dc90qkBZ232SCz9QMnDfg16LZ52QW/Lswkmh4eaF1NzFaYEmv13USuRLaqNjr4ar4smB
jpo9E/oD6FHLGa2IxnYmw8PvwOq8uFflHvfrqn+s5a7JqZ5aNE+jTH7t4ZJ86pF1alwpkoaHOKur
ENEZrmRPTEA4y9yxP2kaCRXA7cH6qAF4+2IrbWkDnEE+0o9Lq9aPEV1TcO4imYRfCDHVbt4MNLsw
twwbr2NdBleEODK5dRFEtm9Hps19lAdZ72Pgk/Q+bAg5Q5BFOBBMpjKDd6KGkuxaaVX8A1MCXybE
upMvtzf79ROD5ycUdxumGyKf65x9aDrDpvdnnGWKyYdOUuNvGXryRzkf0CqejOmI1cJe3LWR4CxO
o+x68jg4xes3JupIZgyjMc8z6mKoJOm1js6VXs4GPUkA/q6pNeHvrNHwOqM6afNJ1KiZs3sIS2m7
swTX5/39j1mu1j/CCWSI+DiSBbs/zUO/wI7wUJq1epjkXUe9jdXGURG6NnUtWsxroqVl5hysUdXP
CjenB7xfvvRGGeW4VwrnKDgoD52Gutjtb7wxQcCzBDFcMkvDZLli/5ggzLwu7vNBOw9cm6fAlGsf
aQO4GeOeZuzGSCTmQAX4F7NcC4vHnYmvQoLpTg9A3a87I3np5Ei+r3sj+nZ7UlfvwpuqHkAdY4Gx
8T6sJjVKcTWooXOuVOlFsKwXZWw/O22MhqDQwr1HYWs4lcYaDwIzvGr7KoVeAktKsDjFb+cgok73
CCYUz0kCzdNzsWe/ebWSS2dtyUyIO4F9ruXDcT2JjEAWYPQCK38Nhi4AXyVhcVoVQtqTn7iKYZbB
KNghicBrdFVoxSAwNDJkBc9GGsfBXQGOyPCyQs0PtWq2vSfmGr+9AaeRkFsyyh7bXhQ7YnFbC0y8
98aCNHh4V99TqLQjsDW1zjZt64dw1q3sNACprYnts+K+4grdiSzetH3evb5Mm3BGwxWEjPMqJdO5
vXOAPc45Sm2zvauVNhO+Rg8NYjBcjAFQFf4nhRIbcOCcvtB8pRuCX20xqufO6iEvR3YavlZxNIJv
qNq0hVqfdXs1r6vQjp9JAYa2LjBgav2r4yvZgudHwgi2Bsb4WcUP4Lc1aH+tf7uMgvQhVDGgn0Td
78+To8JWQzEbv9einr5X+WyCsZrp8YcoJL3ePrtbM1poYkD6KD9cHaZSc8ZA0M84o3YyHYiJ+/u4
ilX/9ihbRwihEwdS0SIztD5CRHd5TrLCrk7G1Evx9TlRX63cwKGmenuorQNEUg8uBG4OL+kqjjPH
FsdFUPrnVink0LWMQftW8W4/930efM1AJURYN4UNoWswgeAzaZvMOxnA1gECqIfy2ELjZ9LvP6CC
QRemX7N9nsEHLnaglA0gg7VDQiG3kOQzZqR78974kJTSOLWkBPriJfF+zBm7DEJz1TyT0th+UeT1
nYbk9Pn26r5BLlcHlQyLOIXLiQtx3VbTG8WWEhl7vBAWWdX6pWjH5kB8kXzKERToDgmJrO0rbd12
2GCZSHjiH5Y1TyiYAqERsVHWHlrmkvG9weTpqQ+QNHeBiIehJyuimz86yOJEHwMrKr91pdFJ96JH
GMubHSv8Neh6TowtFeL4f5ydV2/cSrqu/8pg3XM2c9jYMxdkd0tUtpx9Q8iyzRyriunXn4ee2ecs
tRrqswaDNYAhqckmK3z1fm/AbjcQke4QdWYnGoFhisQdgruEYVVxN7XJJ9l4xQ9fleV7UrAtf4ez
z+JfmjaZR9E09OM33VvgmMz2ND1P0m7PUfhPDPrNABnqx2boAGbw8o3o0+h75UQIm+cPw4Whp+LQ
jJZ2aGXZHN5+La+KGfAQWnPs8rgasjEeXaqplmxwNUK4F2rtCDJIEAo7K3YoX9YLx6w5MmEjtn/7
oq+By+2qIJb0OunHv2JhAOGWnYNtYoxFj3bgXN5wHKB/8741DOMqp5RMo4ae3u089s79Ksr6VgPQ
uJduWcTuGCCUkbbpfguw483OnOdOTAeHp45fDTJ+7u5oGWDjctaiAwswNbd9TjRnfbekc/+fPHeO
EwhxTA7Ex8VzYQlP5r0fxFqLR12BQVAbJVVmDzceggYVF5pon/uixFD87Wd/YpWjFNk2CA4Em3j6
5dgazGrohmJMYojJtHoCGezWOUiixS2a/VS0+pWcq2AvjXR+JKj3L7NgefPADxSXDHD71Xgjl3cp
yWwJKC4dFXcyyCOtqOrLalAdblZGdTMEtdoLNZmHrnLMM12KU98eQh79mICSDNXny2+/GG5RGX1O
Bej7w6fNzuHesVqdR+/h1meIZtcblQg5QE7R7Oln2dEn1ndCNNnONlMY7mCb+X+q4vm+i580VRLb
m3oXuzzRPBR+VRg7qVbzYV5NreGEOPQ/i3XKGHil97V3MvsaRsdkYJq8WvOlpJH5LUlsipTGztOH
GXV0d2aYnFqCAjTnm67/tynQyxtdhpKA65HStcmH/ttsFh5kgWLhHD5Z6XRmkz8x5eC6IW6n67id
YY+mnJfOszakHANMWK10SqXzy5119fXtkX/i2XN+giAATRew5vjZN5lR6ZrWsgGVq3uJ85bxMVuk
POiJremR7P+yxg31Mv2wjdGB4+6r6r+05NBNQxbEU9kkFwIj8WLv1Wqoz5wMX9tdcCE4ppYJeYvW
xO/I0T8NqtXEiiMpKFwaQ5LHVBmL64NBKOsb6Rha+z5IlvG7MG3McdkI5JNZ5TbZYIEN9uw1eXdV
eF0+/vUB9OKmzJcDiIxSj9TO3if4c1gOeMUn70wilve9nqxnCrfXSMT2AGArsJPBhqK4eHmt3mq8
oe10P57tRF1MGbynHAVy6LVBd1mz2kQILayQKZOTsjoDUqmmKs8M4hMzhoXNBuXfUBE2tpc30RX9
WmqdoMJnu721XQ092tAmV7j2nsvlOXWpTW1GhxIf4ldlfqPWYXFqRlZry/SXkKPaE1UuP3lu++Ht
OXNiZjJw4epvKnlW7KPywHBA0nK4c7FwhL2vk7R9XEXmnfGSOTEzucZGiIS7/BoeXn0al85A1YsV
1fpJz2RxOZEW8pDzqNOoDJT7/e2vdWIb2CRIm5kBWyGQ9Mt3JYtaeqne+HEroCmH3tTn36rZK+Yv
mVFDubLbIHtah0o9zhU65GjEQ/XcBDk1ajflL1lxuB3gy3d0E5g2e6JvJi/G+XP6Rm8uuRiGjkg6
f7SaIkw4AmQhYr5mpSExDNdwBNarxSdE68z8ecXH4KCxQUvsx1uX6nj5XdYE7yulO3GQAX+myrdC
w5nKfWHgclx3lXy3qFWLHKyEzmzHv/fbo0MBagnm7OZvgkPg0aTxCHPzprR3Y9/rvHVvz8I+9OS9
+qE5mtZ4g8llN4QW+tLLNrCSD5n0kg9F4K13iyiTc1P4RDFMwtbGSGYR2cSNL4dFwhErq6rEic16
EETo8X7CCeHDzsUW5WB0Q7f362F9enswnphjWCR6OAlCDH6tAmdBhyTf125cK/dbv/bNNVqE7Awy
c2LJwFEazjPCb8LsjnugHCsrVOx8NZkTT1brc49v+KKW7yRsuv3+7W908mKQNOi+QPAmaOXoORbp
lkm+gEcXdRs3WLdcbWG3u0BM9l+v1kGg4WnS0t76PUevbNBrN6nc2YlBcWBn1J08LLpTnpkhJ8cp
RSuSebZFTAqPquZZr60pWQonXu25L/e+3tQ4/9RV8Zj0RiGjfjWKG5W3RRmRYZvdqQ5qU9jME+nO
jV7jyPzXnzCa9i05jO75q5Z24LVCVEvJSDXb7HoEWGrDCd1dudNH31ZntrZTIxT1CvQKCG+voUWw
SntefeHGGu29SNJLisg0rs4ciU6NGkS3EG4RFrOVHr1Km5ShsWm5Cm18xHqWM0Wl3S8H2DfqP3h8
qPDZzzZeFFaXLwcoVoad0zVcCj1AGVbBNMdBMQe7JB2MM5c69ewYmqygv0nTx1Vnlg/a2iEQjXVP
q69GrgfTcT4XBnpiM8FUZgP/6A+QD3YMGQRAJT56cKZcXgc/JLHgSZSsUk7h6i5YHRtQU39QI7l4
HNVrRfB425Q7y54Atd4emq83c+5kI/dtNrJU20fPVqR0zP3ccGIPEtXtWJYjzErppiOB1159Yy7S
PHd+OHXJjf60zYQNXzoaOS6M1TylRIxNlGqX6JY22xskV4eUcMmr2VLn0NzXQxV4AFo6L/V3LMPR
1g2IPtaWn3sxAoJxV9RDegBPcvbNAKPw7cd58lIAEhjHbeDxcXfZmnULhqTjxhVRlqimddJAsSw9
9KLQz0hEt8f0cjPmW9HzoZr2qGGP3TKowGg0E9UZW93g7fVkHg+LHJ+MfLb3ZeEBiWZ+gnVWT0DD
Upwn3W1yuFfX5/y36ftdFzb3y1mpF5aWQf/x4plkIjgQ6fCexCzjWh8TUv16Y7pYraFVYUnyUh5a
TTbd4c1zjqtw6oGz1oGGQVl5fUwckcoVjp16sS6M+mAirohsa6kuDZN+/dvv9gQOtpELebvsLZtG
dbuXP5/cWhjGaL7dGNI1BqoYgJnPVZEtHFp87UMFg+FCc+rg/TDMbjzPTW6ECpnmzVrp0/XgW/2F
ysfi0VPl/OvtW7M98/XbYHhjIoKdIMbDx/PYLny+OpzPOCnTYHyi/Orsd5NTGVpkaZbXH+zVxcHM
w7TMvEHVI2FKL9qyhJvDmnGYMzWQAN04PQ4geQkb0H3XdVojuhuntJ3ygYpf5Pu+5uPDcZjbPBy9
sv8Fl81vfy6NK9NDb8BgvZF6U5g3fUB394OTcyIIFSH1/pXZjil0oUVv169ZFYgmcoWNb5zmBAtx
Oq6VFk+QfvppN1qLsi40z6qNS+kb0oqCLnHtCH9vlfzyiNmqYRzMmLFFdLLT4laM04BFKfL0eTfi
Gc92ZLfqqXKzojzAyIfDldUY00Wphr9I1PiqljvqW3oSAnvd5T4rzBHgXgtEFYqh6K/Ukk9JmKNJ
mENs/DGww/PJfPDzlg7KIHocdspyMerItHJB7Qk92odpNI/fB6cd3Sg3M5Xt9F7xl0OeZA9Y5/Xq
qsx7I7lMk14396TYwdsWaTCJT6WyatPdeYDj3tM6DUZ6aGzhJfvOgti9n/18IRoCDu1afYae4Xc3
c5EbzfVUOEt7GCqOBN+ntp71CHq7O0bNbNrtPm8ULlgttp/DO73qtAqf0XX5NvROY+9QelTvJS70
2ncSONu7tC0tfYeqvnGmWKzC6GSo3FS3b6uFrJqot635ZtNGwaYYpfPdU6aTPBiuAO3G4a7/7Lj9
WO6wF4Y8ZsgMFhbKalMPsYPD9RffEX0k8CoxPyHrz34algqouMx5vql7xJoXbsfweUSAWz/R4vD6
ELS+zELsYYwvS2Jq4h6x1myEg9FI64Y+j3XnjO46YYllFz8U9qXdpyytquUCvHm6wRyrrR9WtoRs
n6eOWYTFWC4ilI47XxGSMyaHaW3HT1jBmMFuMbXp0Ugc51rXS+1TsPA/PIuXhT049+pILVnyteVY
54T6kJTjbpLLiiNCYDReEKrcy9YImUn7VNPLTSPb7qyHAZBjvHZx9MHQcOE7hlatrCXqrJ7orYz1
5aM3NfJJCl+Zu6Au6Fzo8HXUdZkMtXVRarmlLvNRNT+RWnXTrpFN+b0OVNmHZeAMVthxHD2s0s2f
cmxDvtUeCemhq1f4hKXaFHzMRaYb9L1KQ4XpqOZ3WqdRCxZFl4swcGjOhap3c+NgQ+wMDtgckvmi
cQzfzUlCjzUbPYMzXl43sSxAgi9Lq+4SbtLObwuyxH/IyTf6nWF080eVLm62I6HHf3AxyWvGnTvM
lvduNpLajqw8Uc6B7jpyhcHuMsnpTBn6Z4twZLbKyk3b6wFFRKJFgyu9ZWchm4bYlzkwrZpu4yMO
tsf5ehJZkGCJMTlUfsqytEfP7mrvGrxNfqwlfb4nfykrAj2FSrJbYygM99NcLOUlxSp0+rzNBEzd
vponeT2XqZXce2aeD7eF03lthMNkcE2nXBb7VAuW2y7Q5+9jsYKBIRwgdKAwevtdl5VSf1jxogpY
CvGGYSWt7GeDFkgZoVcN5ivLF/Z4QSNS3MwAAW5YkaSVhi2+L7hIQuWWD3kxw6RMxp5ExBWRSJhY
xgjzbCiazxNZjQgebLVOyMvB5h5UJ6o7DV/35HJMunLcKxCllEFXLw4ed3n72LWNAe944Yn1ztq/
F33ZTp+MTCXVPmV5uV+VLDzkLpr+ze38/h5DXUKNLSF0A213K1G1AkstIe7Wqxf6UnoPHu5vNnof
7NdujA6XjXco+OSXddCYH1bqD7eDy9g+ZOwHkEWH0o90F51OhBt4v0SuRfrWrsG7cflM/FW5HFIL
Ott1uxo5OTDpnLefM01I48JGof4+U0vjHXi3fnDHZr+oiLSz8b5L2nSO4ARO0223eFDRcIXx5M7K
h7XEKgKbw7DKF1GHdq9nVeS11dgfqtJ000PXUE6zxRmq2lsmhvgUJEZ7cGrSzaI8HWF/jaXpPCt7
lkbYKLPCAJ5TXAiQx+BdiA0LvaVqH2eYL98NTeU/PW+wHqoa7xjkjE3xIxfD9EMvPbfYdWMqvHBC
WaDvJrXY70HKC5ipxqojkmH8fWZDFvUuUO3yNTD65P3ozuK6nZvl1+y7M13jalEfR87drBPNLGVI
+mH/eTLXinTmSluHQ1UbzUfPEt3XLjHy92DJGYE3ZdXtsfc0CMTIR/+bU4IZE3Db5OWuwbrnl+vT
F7hK9GxsY0M1bbabxky/b32t7GP8nfO7VfmTG5Uwysm4HsmZizCUyj5ivN15HEoY1VGhe3UXS+if
xY6+t7vcyNZ1PmdQghLCIZSnh5h4z78mn44NTloER/mICW8HDJDt0BkcXIYr10lv7KrpyhBVS4ZP
+yKHXTIK1jOn9FagYCkFrwx64LuafgtdTpnOa6Q1Rf68dslq7zlUkCVkS1t8G9PW6D7Ps19/orc4
aUiRWkx5GidjpSVZSfNitXRZ7JM00bJuWMG3aVy6Z5sUG3vPUlTrX5dx7p1DMiQGWQ3Zott72XfN
nenVw1cLi0E2+cmUt0obzC/gCXKNHEuoObRGzi9ha/J5F1275O6uFzO0l1BWa+dfeWilLbRhYhzC
cqhybCHwtsPU3G2bd9Oazg7Qd12pKBF6ElNKel9cDntlBMSWfPAbjGwjf+nF8EAJabK/VHmHajco
gna3aNr63Hij7oStImRlN0BR4OzouYt1NUvTL3Zo9RdjP2vVrF+YozNcCkN6zk5rizG7qUxvfRzG
trcvtjD5FPe3df40VPApIyVNT0WZH5QVb6TnwF0OUHOhIjmE5VEvdHcEua3LpYNFKmf+NFk/yjTj
Wwbwah/rNp+MyHYnDCLnxaq1DE1usro/Gin64fPbZS+V94myl/xVgAhMGODrHB1fayqMdfRNE3ez
THvq8FZLsI3PcRB318GqomFQehnJZhzHyK19fQ1LIcRNn1g6lJCGALL9kqL4I0CBXNqYJdJ/MgXx
K2EBvFqEdqqP/W7Qmc6MUqslBaXXg6fFGlasoTZ3nF3llSlZmrYpP9vpqM2fp6Y3y6izG+fLqJc2
z0jLSziVa+dijJuwX+gYGheEP9eQ+ddBdizZI34W1CFdru1LM5DJFZ+SrNedvQ0yigpj2GUdoHCJ
yejk3ye0vJdH0Xt+vtfGuvMv5r7KHoZOX+xvg2HNFhk6JhbN7GVGGnVgDZhRZMytdFd1gVaHOtqY
5MJNh4m6LDHEYxCIdvPv3YJ67oraUPMlXV4Tb4G8mUF4+1pzI12XidrZuYWXn1/omnEBgjWXu1FL
HfeQB7PR7Fh/G4VHhNu3l/3ssdunpll0d6Nr4CEAkbovPnpYXGmhj4dlfo1ksu/2Xmd3+J2QUEwq
kAXz/KPN6eF+naH3RoUrLRV1qljXKLUwrw5dQWuV4+aiP8y1P1a3MEmd96sTFG2UBQjm9mOWGvXe
CNKWpGE8p+Gzgkval93Yrk/zvBqfEkxFWAXqrktvNMMTTQi0zrC367bG0iGv8+ECClH/oIKNNYIZ
Qh2wRJvz9ouYwO1NUjiQl4GzZeGSaKtPAyLttL0ch1xGHm41HJOUU4io6QLxTrP82gtTppA8aLLn
GURlu1gfms6tVBrWgTtJ4txV1d/VSd4Pv4p1aD67eu5SuTj24l/nhp/e4GBIYh1lXKkiSAPJVT+U
JEwGjeZjfqdXrbipJ1M4l4vmUjOhEq0/BU3VuzDITYd5QP/x8zgp96rrZjO4EItRoOus0+VKVs7Q
hl3uJOMF8e/GupOuX31ROYIjPNBGOwuJoLfeK6cLvlJhFe/noDevU3ogWqQyp65uOh+CXji0jRZc
Is5Vt5W9oPSaytUrLnHqFkkkSjDKg6wK1qwaHmS7I+5PdSFTVcfqpTf9uzLDTgU+ZIONkejTpovc
sW6fbJugLqZgFTzbaZ1NzJu1s/es8zqtkDSFGY8k2lgjEw6+g2FbOz4qvbHLG71CHY6Eakk+23W9
1hiA+/kXtievitzKWT8EIHK/xrXX132fVvOHcp07daGhdJXYPlvbZxZzXh7KYXQf01VuZHHdk5xB
G6e568aqb+m5ONYPqo9Vu12mQL2fGkwlwxF1pb6v/LwvURAsnneR+CrnpFnjin9oaRP/1Cq3WyDX
w1EKR6u2avzMneURt62+iTLgDTO0cFCv46Brhotc1EEQSRyP20hfglSPqB7q5nrO4chg+aPnvCwl
0TyugbLaMNOsZJ+XXRKEuub25YFi0qKwJMiWl6o5B2vKFMCqkczXyhxVEYF5zjVixI5umtfK6cOY
Dz7dlcAUH4qh9cwdHU3XjQyHwg/QuyI0lryaL6lIbfPC6dN5lxRjh/MRAHIWyVTocTlY87ivh0FT
UblArIhnM8UI3RiT4oFy3/1WmyobznQcTuBDG0qNB8DWdcZP5CVm0wbNbDjrasVO0sq9MTWcvCcO
YwHWKWfwoROX4krwLwi7Ie/tGBCj2+zmSSUsPD6dBAxiUtUFmlp32ZcKOdUZ4PY1Uo0vBARhG6sq
8lOOUVTcJ4nL0HwzXkdYR1RY7u0qbedMy+/E/kp1QQ+KBpuBD8zR/loQXdRXfaoj/tbz28FhOuZm
7d44C6KLUde7aLEq4y+32LYGIxYpNMxPeOLitpN4dq7rMTEq9bWw+zJuA3XOWuPUV6MBQieXcMqt
/fVyZPiQDU2bbJ0YqqV/bwIGA0VI8UBcvP2h7wM9CZeMfv6ZDsOpy9Jqo43BCPFwd355WZnWMl9z
pceG1envtLxA1ls5+WEEKrAjo4TEFbZBMfZnrvu6bQwvd+sl4vu+GfYfvclx5ORgZ6UR115tx6VW
qGkn9RLhh7UAF4epnqTXgviMm0J5Rn8GrD41N6DIGjQZNjb/ccMDZx294vRvxEEVbIBWmj/gnFKH
nVuc83E7cSmEHvTFSZOBOXSMi3N4rStNcm4l5GPapWBOkZck4nKR3V92R+QLER5EA8w26MQfo/2t
padtNvVO3AjL2Sfk0BxS9tF3b1e5J/olm/ksTW6Tjh6F7ssR08pa6aqdnBi9lUbx6Kju08z57b2V
TMPBxbn5+e0LnnqC27qysf5YZI5nxmgPbT1VAeIVMLi9MUrzZmo8XE+r8pzR/IlRuYXfoH0l5onE
z6PvNo+YKhDRbHNMa41+v5K/sU+6JWkuZaKJC5yLfTIh5dSAI3RGdi617PWj3agc24hkd8Dn6mgN
qEvBUaFtEc/I1D54ep5cmxU6JDsY9R3Gw8uZ3ej1oo27JSYTTH84ja9eZWVgt4BDkRWvG5YIJ0Ls
zDENzmxEJ/rfXAbmIt+IJtQrTyTDazid94UdQxFXRTg5QtwHTdEMVJdT8xN6SXO/iMa5KDNcdsPA
LTp3E1ObeIhaxde3R9PrV8xOhKuvjvcl687x8PVXktY9wMCYrK/2JkgAajTTVFcA4N47sO4CQ9FA
hb5dlxdvX/nU24U7+pt6daJFLatemJ5gQxaD6b+b1Wxw2F7qg6385m4yEu0vL7F80y0MHb4idrrH
88bOsPmcut6Kt3nMIi7bnd9b+aFK2m9JULtfwApqQPthPLz9RV9PWIISmK2b4gLN2fHqqhUj6lzL
NWO3Sle84By1m83SB97VlzOXer19cSlwXJwAqarI7Xy5GIHxlUXhpFYM72fdVbVIbyWl9T1W/MWh
tOj9j67n/uVaB2Yr0edbqbMJwbYh9qfG2+guolVrocfS7vs4UMmzs+jnwkpOjBb0WDw+8kiJITsm
NHRj1ubEaejxbEi3j3w11d/Jm5a3JDsE/V74uXNG2n3itTFa0LDxH2S64+IqdxVxB6m1xktJPa87
WY6fWJMflObXZ+q4183iLcEcylLAIkfX4+i1kUFqjq2jjJgkoHW/Dq75ffPYu0DcaV8NWJNEbN4D
LhwKuAsf4TMr0olni1+aiw0M9idUP0eXz7Oy8ir6lvGIHeJ+GOGyl26RAJKsRaQm+z+YEBC0NlDo
t/PMMVGtLmkJ11Jf49Ec9KhbyxY/1HyMHWeszrAhX7tEUkQyODcOGg+YZf3l4Bwcd2oc5epxnbTM
bF3zxNMWVtGHxpQNz0FFaBQOcVbThUURaEXEfj5LJNODcadkX6L59fSRvPA5aP5y5cCtUTLgoLlx
TY4fg0056yqQADx6c+dxsKzluzHORbmb/M5+7gwQxDMz9cTywEoPQRAHQPKMjlvkfYXc1fVK1EnQ
juJRF/NuWS2SSZ1OXW0poJFCv/326neCTYMohaMCCxLmZKwRL98A261pj+iYYuBrb5PADHRmq8Ff
P+OoD6emnwYn2Ql23kOXz9iCGbKud2UjvHOZNSdmtO0gzqE/v2XRH08zTaI/MeqejXdZy0MCoB2b
unD2Ri/OcYhOXAqjEirPbUF8PaMbT8q83tozdt/dJbkv70pD4ljSaOb+7ed7omjZZpILA4vwQGbU
y8eL3Ey0grSW2KQv0O+0xKEf5rS1cWaNOnUdrAeR8fC1OEYfFWPmnFV5TXpN7MxFewPXv9kto6mf
GS0nyhHWQISQiNpgsB5/G+rzRnM6W4/dmfGPmgZ5zWFeisI8+EXfjZEjVfF9oSqklSya8tyx8zed
8iVvhuQVAtO2jZp5eTxGEGfYKnUXg82M0joU2CWjXikbgDc6j1UHrLRMeggl3XzEwII2OTpR+xmP
uOBL4HbWs17O05eEWHTyh+i13qkeyD6as81OfKJ7+a20JnN8Mg0FqDvQvg91BY02tjA4uLeoA5/K
zHe+dmae9TuC1jURecJT3wanWK8tUUoN7zo0HrtuATY9UyOd2Akg7W5QzGZk/Crjxyn8VpSQ/WKL
YAMA7xlzci2l7wveFaEzU2cq7uNpgiTM3w69Oi99o39tP/9T6SBqy2x8F3GeGrOBxhmdelurukir
sy5+e544Jp/15zf7W18LNRgCISx1Fp2X18JQrPbpDMysQwUdPwGqfldp3mzerSVE+igYZnmN4wJh
BVqaZ19hT07qCu0YbnqSlrcZFVM7tF8KO1m8ux4KcDTARX6aE8LgfwxOFdzokxT6HPp95rqgtZOD
geHoGOUO4wonuxfZ7NAlHzrVRvMWHBallZukyMs9/eu6BCvphbiGysNc6Tijml0/zDtNuJWItE1t
FRKihqRaX4c+vVSzPn92NDODJVu7fCFZ+366y4qpax6maRIHZ5bjcmcnNeihwNo1uLSnILceejMt
AIrSscTjhL24i8HV8/SiBZR0L+HlLEQS+vRaPr79Bo53H14A+4ABvkA67Wt5JJYqlcY8UHHudz6G
D7irXVhJoqrrkW77eAnUb34J2mxOzymBX+1BXHpjom/SdrA/yGEv3z1hKaatae4YW/6QlpGfdURF
ZVObftPb0hujjMQQ7cqVOErHhtSMT8xOHM3raoUd/5efAhAkU0sHnoDKuk3BPw15TxWw4Gl5xUIk
467FQiEsjMJ9DmwYDG5Xd5HtifTM4v3qzMkDAKKAGQdHDm73MXOWoADQ9q5V8QQvbuQk4gb3Rg0Y
jsnbhKlZYc+0YLIlafXbek4RTvRpL92dVnQCjo6RFudsAY+nvoef0LafgNEA7/H/L59D1uRFjlvl
EttNG9ynSitiX5+s3dqL8syqdrx1cSme9jYAKHzMV3zeCtUoNf60AmOo4tKWdXXVQbe7ePvFnroK
fjHQ2vHnwv776BhUl8GaaOaox2ul6l22lqiNh+qcvuTEULY4rv/O4uHhvSLpO5g8TX7JEp0TgL45
i+v4Avpi7/XK2JnlFk2PvKbN++tA6907o2mmM4v263nMHQAVAJLgjwFq+fLNtZOAp2MveqymKrmE
YZdf9ghwD7mXeHFpDUvUuul6pjB4VchvL5HjJTMYt1Oq5qM6xxoxuKsmzBXJ6oSPYyYesbQamubs
oJpZj8eu7G0ahfRYDHMRWPHZen8Nvy6TuPzREM28VPPgReKTcubeXsnxf98bzgqIGthbXm1jVRrg
1ZHJNa6Myrxui8ndOrh+/91bSamBxDLWM+5wdEt3YusUwgEK1ibWx8HOIijWaRPBAsUSaummJg/R
MtXm5SCpLiJNkgcauph8DZElQdyjJJvcz5Yl3DkcOqxndsrsxYPLWWKOdEgbX8kUFh2+2v1I15J2
2tPE7L+f66wYwmQrX8JB9nUT6qk+/SLGIgfykV6Rh46kRxdW8OofbFzsv+pKdueCq44LvO1RoRPA
MYbX9NoM1Ha7JA+kWOPBMZI73Wm8m7pISdGw1zL40cDC+0WGsRoOXju4H96eoSdWQdA2jp7YAYA4
vaqVUZCZgvmzxpB183bvLabzq0zxpgjtsvbmjVyV3PeFKqpIsDg2u61o+FzJmewGw5aAgm/f0PG5
n4dh4lABJLUVQMCOL2eShpDADqTU465u2/zQ4+YwYodFHpthYRwdyqykIWvA8Kp3i23lsHUZRE9v
38SJhRj/eQpuFi/gyOOtYba1Jk2WYYq7diiA5fVlr2tl8p7CrzuzRJ5YOXD8pP4Cw6Q4PpZ12iJJ
KO7XOV5pjN73soTfUfddNKWdftWw8u/qsqj+9ZD/63n+7/Rn+/CvEk/883/493PbLUPOTDv65z9v
82doMO0v+T/bn/3fX3v5R/+8H38OUg0//3b71Im/sWz8eJJ52xz/zYuP4Er/vpPdk3x68Y99I3O5
vFM/h+Xxp1CV/H057nn7zf/fH/7t5+9P+bB0P//xx3OrGrl9Wspt/fHvH8U//vHH5lL2X3/++H//
7O6p5s+iVsinvz3mz4yMf33c//7Nzych//EHfci/b5JfMCAD7zHOPdRH089//cj7+2ZD7ODdux0u
GTxNO8jsH38Yxt/5Aw/cCgwXM5Gt3gbn237k/B3x42aAgX6GX7H9P/731l68rf/39v7WqPqhBcIW
fC6f86e6/bfNocOotGgn4ncA9nc0SepV6dUSlIcJwyks8fRR7qe2Gq40Wc9tFNRLu8O5zrwbUDTv
qfKyHdnkGoTeov1eshR+/dOz+/cN/vmGWKaO7whhoYNjLcdTKLOUMS/vyG37SmQc6/YSBkUICU0L
nRnuXrOkxjWKmh/ZUM3RjNAgjXzOkhfz3IprH8buXo2JfrM6jfHgJJAHQF+sLya+GBeU+jXKbiPE
br86KLhA1S4nrOkWce18EO6iE8quP/aOfCbRJN1D41E3Np6et/CRs7tW4JxGeiG6B8uqceIb8uEB
HhwUXMRJd1AynetAwRpPjG6ByYhNwS9rtt2LulTJdeWUzS1qbC9qqcZbTjEXkw59IddqJOAcb2uZ
VCTXl9+4Eety4+n/GOXaRLPQENSS8halXvqILvJ6DlL7E/TD/pBb9fxEElGGfOGuqjjQQDd49rTy
q1vod5uH0jSSedn7hhWZTX5btln1xcctJKroJb1LE4nEfuYBB8JwbgYSUEPd6Jf9JAZxu8Ki3SEj
nA9l5oiPzUTIkx80IhZlS+umQmqBsQnygNlesCQ3YTQapXUfTC2xNHLM9w5sNALFiue693GCRAqs
3ydKm95NBn37kIy9bA1NffnZrPDHphruatjCRo1k7mAA5mXuYD9ROufVFagMdUcG+XcIjKic1hvX
bS/FiBGCNn7qHP2L6/H6unSLkM2EGyI++q4tA+E02S/Shb+1fSb3ZWVlRARL/TKVlR6OrMbXhc6B
bKEfAkWq+j/MndeO3EjabV9lXoANenNLMk1ZlZNUVTcBmSq6IBkkgwyST39Wds/5z/QAc4C5+wcD
oaFWS6lMZsRn9l77VxKLOidnY0AewWlNeALu5kDfdb6nT3NQqXQh/ykNAnMDl6386lZozRtfW3m9
S02GlUMOlvezTsTxIoVENEBWVEXebGo8V75ESRWmTTnclrJUZ0ttv+u2CA/KLH66XjCxyPBtFODY
A2p17rfutZmAcbq10GelGsiaTa3PogkQ1mIs8uVwjiw0kHsUM+8z0Rdv712ZWnE8XNnatgmhUk/c
9MiMqKYzrx/tByW3bT3OsUgQI4f+QyEQtm/7nHy9OHGvEowct7uygWkOk6iuYfA7X/qwWR8qT3ct
isxI3TjjFD50sltuO01WIU/yaPyDipogyGYXowVgyXBvMgy05U2/rXFeuTECfiTgMnXn7QfahuaR
2hm70OUZZDpgRXdT0XvOwTA8FTdhsqjyC04Sg0y5Da2Qkk117n6h/yfQPzGexRfXyeo82j2R3Oex
H3GCRMHKy/GNQgE/x80XI45rUDSv3d5D5Gpf7EoFuV4KuAoCde6mJcPn3UzZHuw2v7RU13gMg6et
3nVW7H2HocpFK2gNI01j7/6QgFp+XHTXD0hBZJ+KNqIutnFZZAV4yXdCoa0Pu4zmR3LK7ReL6Ls7
j9SCGZpDNPxGwL5nvdsMR4s2OiXHcUlHW5V32jFjiubIPUe0j4c6tvsrBJFlHkm9nzwj2zkL1rI6
x0m9f0eWPadmtaevqG6TU5wsZ9eZzNk1VfTZaA7t3HbM9NZ3y/Bcdij+0aC24Q1zkapOd+WYewQW
5WkBeNOkta+WvLrA2Du779BReswANx600R2Zw6HLbp46njDONB7Xh3YN9DeqJnipBAdV3XEOaCzB
6Yrm256YMH6pPadFj+nESJLTuAxG9QGmmHi2bqupSCvfr4+ILTf+aF2Hh0unJzmfVHCHSSaB/s32
9lvU286LiDocmML/0lSie4gDM47pWFziLUhjf93c/VANPTq5sRvnX0Y66AGdyLti14C8vkbc7jt6
OYHbU142bLXJ6zUwh3rGChXbjI49FVWnpgMBy9O+9schEev1LLy9Sw1C+RcWl61AYzfhnLGiIoBV
O67rQ0FchbcKYqdGUjY4JzpxOzSR/BrHl8w6NG+ul3V9Xf/aouC5GtkIgIGO14cuGNcHHpn1IdJl
ctv1qrzAWSHtHaZJOS8JmTQvVsUvSmIZXBl0uBmRrMOtXdQaLW4zP5fxaM4odtrnAkP3sxtaD3zf
zVXJ+383+1gI0l3Y410RRMWhgqd+oPEnDYjk8jPxCqSB1F3xI+jn6rSOCw/4srdPxHUtuceUtUtr
GcW3Se2BFrtIhL1mUS/jPnhvm4tnKWvXxNHPlUWQnna2AsvqUjfsWUFdcfTFFzUNqvK7qPTD7ygh
Bxqrua/v0NS1zPwkLq4uCqaXQbfFkg9zJZ74p+EEeKbNKgKTb02vmkcSY6yUQGh3zhIzho/g1fDw
SG3helmHLj4Ug9q/dCG0uXLxvZMTWh4Jy40nnyi1D26smq8M6IPijD+MY2BZNXmEEV6UxTvyENpX
WxX3fPWX9pBcZH/40E3PVNLM88s21s0DsV77Y7f0XprsHrr9UO63raOsb5NqZYbq+mRBNOIbLAIg
oLs5FH4zvMl9iHMmPN6bewlRsec6OfekN3I4gFG8OOveisEO78rWVg+kpy73NV74Y1j484lj+aJp
5HtXQM4Fgas5g90IlT2szy1KN2e+60TtcWpV9esYJs3TXFKJ9TZcumIfxc3exPrZdrH/ZOFs22WK
WN27Kkmu2w5zPZssKaOJrVzsq7dkWuNbYYYX3IrqR+WjPkWqnKR8GeIfDZIU0M11Xz4sDaVhLvxp
OK52Jc+bKYuvodMtCMk7N3z0xmFGeC+39nu9r06JlrQNrtGiWzgRPUHsVdRz94cajnZIhJPgQi1H
QjkpVXMPuRXm76LIGx0ehmhs0ITX4mFkT3Y0sEUypjPdY4J5jzTGyP1dNihJ8z+/g1hCeFjKDj/R
5ON43HS5n2uuq5tazHUeF5t9RsoiM29w2MGVi7xeq0S9/XlAFKDcb2uI9m87W+Bc6kTcK2doPSo4
IhZT0XTV1eZYpZ/xZPUHYa92iIPOt6HyG28mg7qX7svIQDiflsp9kTNezgoNh8KWn9Sxp5/FIPXv
aoELkoWh4ZiJ9fqwr/NUfSUCMsSBVpcEDC8WahjlIebN23jkgV+1WKGNC6q6EH/gw5/X8uBOsk2X
aUg+u7JIbpM+nn53k42TJvUK33lpapv31jG9vaTJODp9zj4bnDKkQtFl+yTr9dgWxfYwTjrOcVKa
1wSVRmaT3vlQtiHC7jmsktvA0+rNA3Z4JxK2M5k/+OvDnz9JpcEDWQceP4ZCeR7fFqPeSqx4DFnn
IL6g0QL+Ar2/cb4lA9VCuarwF6ro5jP0Gv9qlR3/mR+iv4vbYi0OZnXWByS56i1uNvU6kXVH6YVz
xMnRIPCvwkW9bftiPyxU/ie1DvzhlcQap+chwSwGmdl6bpcWe3G/7NOBgZSfFdvMz8KVKB6Sepz+
evsxBSdf/GD47wYepEH9mZYTXEzgLqKj+N+GrHsBs6EBgHigzHFeyin2rsZwSvLSUeahm5fqtFze
1x6iLFeQLb5fVhGPYMr2v17JP1vfv7V1/9Nd/3sT/tK3/P/fu+m/9eP/sU//X9hzX8LK/nPPfSp/
dH9rty+//K922/kDnGzoAXa4fCQJ/On/6ba9P3isGYYzSwRxEbGq/9d+mz1yzJ73IkixvX/pt/0/
LnkLaOWQNzB/vqQX/hcNNwLiv/e3ETBuxGD8bpfpPMuaf5tkBw16+TL5QZxFzM5J2T6hWf1l/+V4
lfV1pOi8bSe2DOnKV0gQvmJz4G7JEBTptvXqqi3hjeRYKLD743nhvkHQWp+5Rf3h2tnH2spqYm77
dN6GRudaEKnxINohWK7pJxNVpZfATAcPWlV3N1O9rs3tVmwDmbEDCIwbsUBdy1U467wq+z7JZoT3
HDVdjQhJhlGyXHusMLKVn9EvVhQ5j8TqejqftP3hhn8aSjY9ozcb1rI+Jasevje1N7PWZXGjbwiM
Vc15Z/UR/JAbpvj7fdhdRXm7WHhbCpY0+Uq90We16yyf1BXRcEjqitl/X1eTd8Z7sao86j3uLGSh
YUNygl+eAGHJJY+S0T+paAE0hhpW9/hdu3E616SqF4dASuWmypmrIXWJJ75dK+PBUl5E8NE5nXUT
BB0xapb0tjDzknowaWTvwdd4an03vRjDr0G110kaK3JBzljE2F4uczm8I95sf9hY6WVG5ROeCmGh
6wuo056S3ewjJxch34iq/earx0bqA41O0WNJU9WdsuP2MYoU97C9A6tJK+RQ4+26F9ZwLLpNfMyE
tVmZnELrq0XTVFzOQXuiPrJHnhtXRsGp7IeK/IFEjCciGRrn2JEjMxxC7eufPktVlEB9HT3bTg1a
28b+ZIGQWbswS3DxtQeEwxH2WgC0uC3amNA+fyKSyS/88admj0z2Mp8LW9OECcOGGehdRRZq7cEj
kRi70OZl2L9WQx9RshJoi7HsySBOlmNnOeZKrLXB2dwFAH+IVLC+uMEIp2utqtJOHZ6sG9MQXixT
u6zKq0ZhskpDbNuQDayJd8+hqHDTgchQeDB6aghibwgNzYp4Lh/2Pal/ektVTVdch9HHArZjz7bA
JSVC0EiPHmKzg5VYZZsbu8RjtZaDuVHT3v9so772Drqr+ke7wrHJKjioPuZQhfeXZaY8NE67KuLy
wAqhyIi57/yxaH8z0oemsGwR+beVJLMo8zwTfY2E36zYpFinZIJbv78Jeu18l+yV7nufFj1lCbrS
OxTwCdJezM2zGqdgSasy7NXJY1oULsH00zM9KUhF44tXuy7wpseIWvd0xb5eZEaP3qdtT3XHuI5+
k1oWLUy6JherP9IyFr/GrsbfVbKwz66SEWcQLm0xZgsNYpTBKClU6pBs/0n0AmiEYnEpfPDE84FW
9jTcMkje7VPhJXt5ZSroZdk09IKPhJt0I2MCcccJvdf4vPfMLOnzJjc+CkokJgea3d/Bb3axYdWv
ftNysK4ZfSDBx1GrWGbN6JtLhOI6pWYR1rXjm+5TFJWgBqeu/C0ir26eqzIyn1FUmc9ysHEWl43V
kwCT+Jcmq4ud17jxo9dgNkufjY0Tf2MktwQHY0fy3Q/q/iHsx/WSwOPUnxWMi+oodhfzYqg7Bl9t
VzL5Yk9xh+e3+PAmircnoVzeF2JGaUktL2ivsTvu+2EuVisVFh/LldvMHDbtqDayN4LEesdAZD0q
BC/bt6L141cyI2x0NcsYZi3Zb3U27SLMIsZ3xsu0TsrqJBPsReeuZeX0pD033N7kIprh+qIcvOLU
EGyKetKDUBn1DDr6vY++R8KN5b0XzXZ0tKSIP5tJ85cjrYi2VOndwwFYWcspbqrkp+OauDsWCA2Y
eI1m/OKopCAfJam7oyhV09K74zjmcSw50zr+sIu7D3fbBn79Id5F4UEGg2ScFoHeNCTzdeuI62ri
9TyNC76CaY3Cl6AnKT1b9FB8qRZh4oyueHzqSAuk4R0ZIB7qwepbBM7Sf1R1twIMqFggZ2zyhphi
cuqivIrtSGF1kxilhHHxGyPU1i8kTjYJw90Jhgekn+JeBsL8+bn3t3MYTxWPUjtgP/citkhOUGBp
A2iGf78YmylzOWj2I8v6bT6okEMt1SoqdNpvY3nBPPSQIICXYB2SzlRHr25sDZySkW+Red82prwq
eD5BgagesjlwETqvZohCmU/d4H8bWEQruirjNje41ZfvEYZIbMM46uNj4zjMMqWt6l9U/li0sUvy
dbtdxDo531b04G62YhQOsEqX3v6Il7W2854LBj1Stejve72t5tQiVTUYeZPAAvpoGQi8GC6W26IZ
OJY9ryjf67akA5COch8L8qtw0TftmPllO4QixczXvhe1dM+OM1bzfedYTvO68rK8F7g4e8NTgXIy
74J13g59EXsfg1qDNEJEdaqw4z+GiDP8NDbBPOV8127b78BHfEDA4FpfpgjnOAOCeK1uR85clSdy
KLGGaoaLae/s66eQHi+dCJm95M0Wq0xnyqyEvIWaabdDKs333i7kz6msU1uW1jvs9O5h1GOkzkMt
x2dRDsq6tZRzOfJE3L0OJAYxNt/Iv0rIRhDTbD5rdwcn4A3Bb1aqTLDM4Ie3BfYAG1d+UnX8oZjb
/xJ6/lfl9n+spf9WcX9RH92zHj8+NEuvf6/N/xdW3f7/d9OVf7T9r5Gt3a9/PH2o+afkH/rPf+jy
4x9Zj1fkX/dfl9/pr4Lcc/7wbLYbl6wPkkVY4f/fgtxxL7V6hGOAvRh5txc/2D/3X8EfF38YweR0
WSFaiJgq+Z/7L8vx/sDgATgB/rLzV63+XxTkSHUuG6X/p12LUS8hk7soSfkfCvg/N1L/IhpCr7xY
1pqUacVXT+QJ4O82neZqU/1nb09zyfWpZMfaopUDpTj2CQYRrvum0A+y+ggNS4xWsl5Av+iRESuY
418tmo0JxuZWAnlo9706gd2LHvyiGn6E81w8c6XhjSX70YoO7FrmPa1HWXJSC9vxsMIqG8029jSC
e8JhQsdU9oRE9XiW8oKz5dZnMDikS0KcCrX+6n63fIx82I+l/DpFRc8ay7MVYwxBFZd5hIJaxw2O
Rom0ZNFc+GULW6EId/r0UqxvvOk6vumbsLHStevlbwJYG31c+r68YzTCflw3oeRS2aPxuvfqXaXj
RixwNsam3w4dQQML+rtBfK28qvuF1nWfzwvDAZA0wKOc1J60fJl6g/nE8qs5zsxkde8zsKEw53R0
T7Z2GRuvm+qOyAUjsAqBNs8Wq4wt5faEjNRFZvg+eAl8007XkEGdyQ74UXuU91o4ZsvolDbywdv9
MlnWGJnTwSTmFfcr+mh2euuSxnsl32MfGW+OSJ4/J5KL/7nZzf6ldbemS1XjF/jZrd0/ayZHn5HF
Bittm2pZrxg/WqTiCrvaj7j3UZfs9hwzovX9fmWsPQbukeGr5B1x6/nZXjubwj607BdVN8F7FS3o
XOtGx9+CpSRy1KUC/daLafrV0KDq1I5W+waib/1BKNXybfFWJC31KHZwu07oPpa97/+O5mUAAw9L
cKbw82vwu8Hi6HxWHkSxfUFswLZljsMUsI4TPpZagNNI/c63iA40SNJZXlWm0nfNJCEloUiJEgA5
gx0fSNm0jzgyFT7pNrDeBxiN93YdRrs4OaorCaUeFSpCKXR9DfsuwT+12Jut7+ICBgnfnJ0gZl+S
C5/WtFmIhSJTjTIV3TrFj2KKaAz5JLrRvh3aFbRTtg5tIO7R5JCGCq+TH+Nk2Kpv3ZiM3lEuJMxd
hW7V+Cz6RMKyZXN9/p4JUR3VoW94GG92ZnrLLf2D2K8EkFH7qNzBmnnFw9ww6SWDLRsGdHrXKraW
KYPR4MWZbrAs5IBZG/sOf3rgvnqd7xfPu9fRTolwJploQk1vcrpO8tsWgE17tnRuKd6lm1TtNzBS
rrm3yy1UNzOdePDa9VUibzqzNjvN5jyo5Ode1Kp+klG3sK/FG+c/2a27DllplBhONo2TuVdqjpYb
RQk85GszRwlvWGJZnATgaTwWsyijn302NDzWdV3vaVeL8Qsyv4o/xkH5WHH9esGbtCCsHOZ2cKac
5NbwJyolVeY2m43wrZAVVV9dG/nNWG5oMgth7iW+NcAwP7YbAbzhZAgFRAyVYYR0NI7uSX/4S9PG
dyzo2DEULd5lyvh+tb4wk40pcThm9HEUpTf/oMXdn0VdsSzn3K2rfJXMHO6YsPriEC5DOz3ZTG4B
HPSx/xiZPm6OgK2Wx3B1XcnnXnIosY4EREsMr7mtRGjMZ+Hu+uiKhW9zRUth0srjI00Tza4G2ZXl
PnM/1e1zUFcVDL/RXbOG3fLZbHbcjazAigVZmw52cbTJXn9sWOv82qt4fvWbUv2qIkTLRwOs72dT
oNCuU5abrUp1XZXr2+B6E4iFdWrrM3AOd8oR/IzmMjXllbBQjkgBNZWcHhOGe7AcurWxU4naRGR6
Y+eVkfdr6OWFQwqv3w3bF56ByT9VM8K2FGVde1fSQ1Q58oodUkPhUtdeoGpfNK7+prnwzpLt01Ul
PsF6juMVgJNY42yJZSuPU4/m97RQf143wN27lPfTF/dNp5uvocv847CGNPxpIuzwQTZhRGsu4YVl
kArZDRdlVb3qYfHeJJot/l3oMCsn+Zx2avsL3SWn4QnAFEBESIpUb04brnyAbkcs2UZITS75On9z
hoRi0mHIb6WzW5m3rmDkQLj4OOUAZcjZcoi2v69UKz77qQqitIuL/aUv9GROAzw9cw69pUVHF5Mq
nAbO3L6IIuqYGWBgZP3HnZOkl3zyiGUfnUjaeUt/8oY50SkZlVDGGjlJSCq1rrajH1xwvKJLeJQQ
Z0FzKYWSy6ERnpSHBb36IxCi7W2YOKgPZVMHMse36PFw+RbT/hiVQpiO7aRY4ngrI6+ynKOvILBn
+octWliRWZ5m77G63rm3JgSFZDiSdXGJWG4PZb1pfrR6+7ZVtobVXicwnSCCTiERjRjRzo1BSJhX
ykYN1+6XgDd/mULmX6OMTit02ign4jQmhavh85tZgD9JHwwNm7yq/im5mbuMEEiOs1bs/cPkOoLV
NpPEr4va6R7JBwMeqGr7vR6CiUJeVYwRJt6Nn1Q0gXU0kV7fZIfdD3lSVHIju4a32LvEdJBAZjHV
9svXvRmS39LFP3spAaBXt17BiwiGrQf1krQ212YZX9XhyOtppD8EtzYqejudnbkh3MAOCXRIYrPz
3K/gqCdcIt2hrRwreEZXAhDN7iB6pGjixpL2cpja20h2tHVj61gfTTGF/VFpU/tEvlrqai9i49LB
OkWYxcZJXhfQN1/mtQlQKeBr5nRP+vGLW0iobDXXdXUghHp+ECTW6NOqvL5i10JxBTiz6JKDywjH
BufE2TTqnrGZd9mcpQ30mCGfF2LpD2AN+eWi2mMQk/3M4rMaFHVKs66lOLLjk7eGFa46Tw1U+tyE
vNGnvdhFd79X1vZGy90up2BZ9k9vjDwehqmK10MwGNHespALye7UPeKW0VO/g7WyvsOLLF6KrcCe
HGuT/GQISzvMGbl9tHYEiWjnwXwTq5W08Bwt73YU87SkevNHP+Unq/OyTvsPb5xjIo2lBbV1FB4c
oz22GR0haVLfZifi89nQbd6jeFJzVq0cJpnBXDEDNBvrG2+9SLEGQjGu7WAZvMMwLvqRyNHqtyla
5aQ7RJbnaZTDe4K97neh1+SC9o7glJJIVb0PpjAyBSfUfZ3LbvtAZKgealMJYq0JZXsZ0SFcD8bM
PyhfBZ8fcohf3MrjY6/ClZlVj1WJ+kfV36qgcj7dcdufk37Yz8Zqe17xYLnvi221T7Pl4PJ2eqA7
DFppXvxJA63y4Yz+xJxXfN8iGfyI5gKwC7u47qfax1GSqbUlt5oM8ikVpcDwQXUZv7U8KXdrNDt+
1pc1mpLaM7rNOgBnIy47F+pLsqv41kRby3i+qFdYhr1l2sxuI/UzHAYzZlujIi/VoKReCms157Zk
2J52xRo/jIABEHK44wzukwnm89ZBwsCMtG9XDkc+k8+4Md8505ivFityEc7lqC8ya/ciCiZvWvpD
7cMsOqjL0+KyiCpTkJayOUBvu4hm4jEwx3FT+kO50/jOevUCniU1rD6YcugBfLna+i7W1vxiAWG/
1JwYivHMZflcUeR/3epmxKS113N/THS4n/ddkCZXyD4pQCBOFuBuvcJ4CQINQ7ZRJatjgQKhJ9F3
95PUNRuRZ5UzNt2hsxqdnHU9ehTMQ40ca8cXs2Rs3EPO+t5XdSY2P2bVCa/1RUxCm8yxfDJfRk98
G6ABIiCizrKIXOuIHnaauPAOhR42/26VomsRiO1hkA6WJHoeFGz4PXT8iUVHsLD0QJ5hE4+hscGk
Tcz8LV2QMH6s6xImB4Gm3M7dePQpWbeEm4XVbP1D85TA6fBWLh+lF/t9tQwd4FIqdGaN1U5BGotI
xxmiKWkOlVm9Vz5n9cA4LngbY8srsnkezb1lJfJVaHd2U0TrJL5qPy6/lcgf4mO0W+V+Q2/Zt8w3
NaPrrhHmY7drkr1B1Nk1GsABxjBfl/ksoMGA23Cl2S7DO9WzyEB3zd1oKyz3q08DqUSwgS6TTtyl
rMHD8uivpt3Yyg80lpOLcR3lu7zsXOx2LDMS6Gydhk0XWak/c9Ycp0DWrEiqYuWjKQsL0WfgtOo0
bSsyDMfR8RHz9IamO9QrXUeBgpQNuDW4qXT3eby3Aj0NzDqn9i5aa8yndRGTGzasFrE/bcBRRozU
hihcLquD67vzqTejhUSrAxowEHZKkmTxLD1GWLlnFbSkkdmr4txD3S6zVYQaVnuPR+/U7g0z0xWS
hcrhR4UQW2MZd8DcGlqEGjgAErg9kNTiu0jmnFl8B3DRW7vuRDEzvVhh0zfX5NTGMvWkajgyGkeF
sOIUpyyMruA+2YGo511hrKe1pbQ9TeOMZ2cL5ya5A9+xrZlTxPzVGpMkv2tSw5dsiC79MFBEJY6K
bkNmZRCCPW4EsV5n6evl6yCb2TqpUCUX7s3kutduaSfFV5vVvX1QVWOGNNykpIAtg3pMN0nwYc73
pUzYRm3xkEcro/UsKbiGUoCySX8aJI/WcQyXyuLNxdaJ1k/y/DLuLZ0c7aZEnuEA4MyXQDAdGOdl
cbKllHN8aokkFdclykm6nlY26ixZM5Y42MoiOhdczP29IOiwPu8xe7o7F1Rbdeb+rwq+3zosDxha
Nn2lALGBKsXJRx79cPm3GiR4eYydio8ZNN+kHyizjUrdMBkY+XuRUkcV2l17XxQ+0lfk8ZDg1hLX
c+rIdq9PdWDa8qwW5EAHXmDTQyMrRu+wB4Dm0QQEejzANxQqL2gQP2vb7M4pulzvue6txLsueWmE
8e19EH9hFNnDlI0qvefrPqiWaxPt+1USbGyoimFbQQvuSGGOvlm6LsNh3arHCUdulTeyEcFRsSxy
cgtSUn/ybRR+c550FIMgooYxPi7ePJkrs/aR+bKpzV7upe7n9gb46yofk16NFQq3ATOmZvFh3paA
ZVxHrtu+R0/LTrN5m3gyYPxtmmk9LhtH/KaWsb42PNUyM64KYJcllRAvs4IFSIwWuBOu43noNmS/
1jLSpjM5OfBAIY0l0Dtxs3Yr9/m20YOjs3ZgH3WQq1/EGT28qnOSXXR5xqOrnIMrcaekidzxyU4l
s/JDGHbs2RrVW69x1LbDteqnnRRMN+4R2fAWt8cYZY++Hb1p09yo1Wad9FagQNoRCqlT6LV0mTHY
A6ZRaukcSHVRwjLzwruCTObxYbgE85YHXNfwEMNhDdVV1UCKu+KCn3nSgnEMnwaPzcrTzCB64Gxn
L3mKGm9wjsElSCFbnKpzc2dfCm5uj7fy5CWrd2vFDLpzLAVhn6mwqPANud74VIey/mG6IrBSNSmI
pNs8UvqO0470s5+ZOeShktN9HHbRg70WbZtui5zfY+2Mp32dlvjk8o0KD+u4j33e8Yr7Qw8D7ViU
Pc+66fztuXJsEaeCsHYf168c+GT2WL2Edp+sjAAcbaeMH7sNlp9FqUmgXReDa3bi/uDjkSE1zwDS
DgAKXzF6Q1y29XVYZNtUt28x6neRgrzW9xdG43a0aHRfIdYl32DObAp+LU8taOY+encqv/m5OeC7
0wEvMn0W206uiKVa2MI5FbBWl/f5YoHtJdc5iy5ECDO0Px8rtcpd0Hvv8KUu5E6QRhV9ILZqpD8h
0p2RoJfffPmtMU+icdiul2Vytu9jRX9wBahv/TYTCl7x5o8jXWMRr5SizWJmNGI16sb6ji9TN6Lm
QrFn7qVCSilPVT9OFFIIQtlCs/grizAPrbaSa4ppi77tJGZnHQkabGdzz3SrLl5asVJaPIxO2Hv3
qCDRFRT53PqNOjYJS+yjHcKl1ND3i0k9201CyEjAQCk8BKJuzK853l2HraYf9AXk0dFmsxbApKSN
7PAFdy8O8sLhEHto3PMB2G+Vsz8hne7Igslm7zn587DBOCxd5ZMZGgpGnSUhloDOxsoChS8SiRU4
8oTMl6EP1TW94EKmVEMDV6bezFT85Hdk3IynGtKs82PBorE8ycJu47NfisDnww6L6Klr7G39mBZf
UKGOcqarvEEIHPQnBgM438FFFgE3Dw1yyXHRKBPPv8qkXMydrbDHsRuPbMjbEU5ZNoBU7YXrpUAC
XWJm56Hdhp8klGziXbthM780yJkZXla2oEtI5z5kMJYShEMOMHshcGGvFNTl9BIUewzaCMdI+dut
LFMGaPzLNXyOVELxnbD/Ugh0NRhWZpj+Un8peDT6Jy4kgQC/HWulcq5JffB3OVzXXrF9HUtnrU9L
7PW6TuM5urfHy4C3jlyml5a/n2n9BzjErjUHGR9ceyX6PSTOwMJVk+tyRUVjwCx8EBI7fOAEd76h
uGTSU5nB7g7ewPaaZoIwXw5XFu2nQjfkaSUOAehkYFZdl49s/W8jpUfnWqpkJcdIxWLKjOOzzkMO
E68nrJCOD41TUSc7F0UPIkK1PU9WjA/QTHCqr719liObe8jzqTM0MVXR0DltTrpdcwmmcCY3gz0p
J8ZD9vCaOKr8TfBogEJ0a6xnVfYkKNWOat3DxoQJOnLDF/uqWy+STZffiU0qi0zGRIVJzWCAhkI4
rw4MNNfgoXN7F6Cx1vH/Ye/MmttGznD9V07lHlNAowE0bkmQomTJ2mxZ1g1K3rDvO379eSBPTkSa
EUtzblOVpKaSzLQBNnr5vvd9XkClMOBHTAlD+qNQ+fjQoOHWPLQlpVr1BJwA7h6aEtKC40e/DKqg
PIITagk/kDVSBBBjIzy6FwHZAoXqvyMGAcNAtQw/iPJbw9jE01A/FrlJMhqKV3GHO3vs0fdNxneu
aQGm1jS5S/IxRKWs0MfMWFs+K9TT5A7MFoiKthUNdwex9FaMfoiVp5cq2A7EQKNxHRBdcxUyqnE9
l7PzVIyDRYcyEPXP3uns1qv0PrmdHL0NFjUQ06zX53KXMP/vfHTtzWaixH4nuaAUHpe88GfLEfGO
cghvp2/r4Z4UVCBiLGo+CbRaY91oUQCFvZuJCUAly5e85vQQR9uyVh1CrhzcD2EaxfAls3SbOwaG
vCvXiSo0ECOh3axaPifRuY+5NQ4hpT8PkImegChNKXckca2etcgdRpa8MvtVBGn7szeDyPMpEnlT
xUJxCYSE7TuqM587OoVotrJoyrVVlqnkK0ZPf/KqIqDaP2jT8An5lxuCHtTIQvWzCEPGwocdIEE4
w9VI5gGalFjGP7lHRRZvt1CX2AQHbZOTJe3FPdmEaOxLbTwXkUR9mQLj/mXluh2tMdrTrrFKuE0b
acack+PB0GcvLnHn01NJZOxF0q7kBmkQx7aa1S+8qLug4IjcUkAqEjflgqknMIQr1kaQrJVmfAqC
tNdXiL30dutmqkHKyrIkV6UWcNKnF5YnS4WGdpCtaq6cZa1R+ODSa9/7g6k/qNZ35202m+GtSWQI
syie48WWlUc/APwLyiGDakvqOD3XccoYUr+oy7L67o7V+NngS5KrfgFYlF0mqjVZldptOiMcpi5e
TARKNC1dry4V/iea335HwdY0prUJ3RWatUsT5CNHQnVb4tSR3lgsAHS/bdxqFVD3dXYzFGPyRuiY
P7rVCAAk6017N/uYV7YKHA2R36KqKOXYqBHWbR8Dv+XuJ+65uTkXPqxfuWlkTOILybxQleuRvtxK
9DCLoUXnM9q1yqzjr81ctL/iqicaW8dw+8ORc5bcoZ8iSVnoSwGYMgyNIKWK7q4tZ1f7YDuEi2C8
G51VJdv40c5S/Xbg/tWeyVLW0WXDn++yUgQbrkikmR8kbadyzVZHx33s8/KXRDTRrXW4/dqq0dBr
r1Ajh3d91hTPRNrDAZ70qnmoXJINVnqZFt9fhKD/a87/a2mc/3dJrBdH3xBbRa+b8Mvf8bsJL+mZ
00ZnFweBtsjGac//9qBK4y8kmgAVFNQQYTnqP014+vOANEwUr9IWYEUXasDfTXhD/wsvHIwNvJou
AF565u/owTP4qwY8QAeD7jscSot/EhZmscRtvWrAUzcLOg46KPyMIdjZdEE9UpzdE/7oo6MgoyIy
07AlyqL9Uao4Yn9DsbdCzjJdBkETPqRGLVav3vrfUuzXBlbjBXXzHzmBY0qeh4BYsKiOEIBnD2Th
Kc4oUww2+reuRTbahvVkeNQS1I2iI9ucTYkjPTb+GlyXhF4UlG3ce67s25vStSlYtX2Xf1qSKexN
hoiYaDqf9e+iSnTZI/mvR2cLm8mk4ESrcdkjWe5WNWfTxhtR4Z9LrFYRxbqR7icinjD1gpZIEWpz
3Ef5o/T46Ty98627iJ5m9SHAI+WvyUSZqR3R/bz1ucHkO73riRpxIvpBG9sfze/SnRvOnyOhJY5P
XXlFmYW6pNYl8bVfyEVUZg/jh8ExrTvLiVR0rRej/jAJwe6pCOP53PeZq2+46hYfpRjadNsG5ERt
tZi4izPsClm2GTp97lcUrArycqCbDISoISLAZQniZs1/oZdsJKEhK+ynurR3I1Xbh3xoe0Xb0LfU
WcmZqtwguPXjsy6z63SDqC7vP2gWd8lVKxzMW1QQg/NaDHN7OViZlM+ysNwMm0pb5HSdZfmhjmdZ
4S10phucJTSljHoA/QHClxAdR7BZcn7Kq+eYhvRzw3Hwc67q8hdpe4vekabgE7LK9CnSO+s7Fyzz
lwTRlH/VHH8m3QcwnrExcDmpHbrg2lrBs+aCaxCOOGxaWJrxrhRaHd+5FLpGHiyFRkW1sKlwn461
WmXGWCYehOdOPLU1pXOvECPbKAoKGWyIMRiRU7hVOWwmUpNx/gUd939LJ1IAk4LPXQQgre5QxsUU
C5EwwBWikDEYqxC7MhIs6MTX1ozk7H/Lczstjn+HhfO/L88bUg/qn8+vV+flb/h/qzMiJHJEhZKg
MF0bhdLv1dm0/2I5gehMNB1kJVOgg/o3IkD9pRtooHA6kP6HX56/6d+rs/gL/y6EPOA/OnhA4/9n
cabEjFlBLQQD+IKwPfaXzcjS0izUlFy1ShPbITBsvMVae2Jx3mej8Y/FE8+/GAfZPgSTgy0gxFku
2oGCl0pg6beQI3cO57OLMOtQJTvtkHmvXv+RdXrfhvEyoAlADFWnAj/KFrf/WJQIqsyZEy5uVVOu
3NEh3ifiepbkpBm9PdThxsODYeldHg8KqAmSZH+oaWrjNNdwzndVkj81VGUIKSvDT2+PYrC57+2i
DCAN8IsLZgJukGB6vd5FDXsKuCN3FrpMt7zJHZ87usBafi80bIhYlouffpv19EbwqG4hAHZb9K/5
YwOcYivJ13t6+w905A0zd3HwotRj9hzC/hozGmhW8OeJpSVILXSIOKNW0DwHnYh/SzIRUx7nWBwd
y1r4Ko5iLh1iLKj1Yx2OB+AEsCmvy2roPi2edI8LpnYqJ9c4MlchM6E+XOSMCoHi/otGy4QRZ6Av
GzaxeWHUrv/JtgK1qQutuKLFW9wks1VdhHo7roE8c1OtqF/hcRX0jqiWrTO95+5WiLj/ELfptJWl
355I0T4y52xDMNk4eHOse4EqvTpSoTyASJBk9oromnzjm0G1KkXReW//xMdGsXkLeKkgzshDVoee
Rx1Jq+RHO5WNWYPDxqclDexvyMx//XX3sUYv3yoziNUMXxcEKHWwOERuVg9ZEtgre5EB2XMXnMfI
Or8XU1yfm9kEUoIDgbvBASHu337CY18VtRilL0wj5pZxcJoTshxiMp4Ir8LSQqmytZ0dsSOZs+0d
37i24gAWJVs9+AOb3CmueNiNaNWiLu9otv7EN1C8/60z6xzgL7x7h+V/f/4F8HXtIkEMoFDN3SZl
Mnplo7JPbz/5kVmuYLBIx7Iw0bGw7I+ihSbFa9BbWFa0bDdkM3gYbCV0SDMbeT0nV//72yMemU3M
VwPcNQ9H6f9gRFyzelWQWLkKUB5AjKRN2UvL8t4/CpZNtJL4MgSes/3nGkTEoTgglc2lkbYpZ4px
dC/U9h+MAiscE+KysS3+xNeL8ZzRMhox3a2ipuxvqJNHG1XN1QkA85Flj7Ig12ZbskgTsr4/iiZm
I4VuRUEDLu+ZEQ5oFiet8AZNc97/QAtQUfAlID/+Y9Gj21LaMIGsVeZMPo1mZM45mqMTt6fltby+
O/GqUHZzdGHCuTokj/0H0sc6g13dMkpjQxzQB9TPBtUe3/aKWtyHUxStU1Pd9KF7YsE88ipdA8ov
ewhXONhK+yMrCwmLRvrTSg6oaTGgZ9tuxoYj6lw7sVktJ6bDh0RnbkOKJnacBtn+UE6WOO3IVr7q
42KbdjaXP0QRoR4sSYniomqoJL57NrrsBZA4OPGwKxwsoBaecZBHLc6RCSD11GSNR9jB376I/7pM
H3uF+F0VhCuWa/3wnCPsDCPn4JB3mPcI4hYbe9dm9UfICuaJj/jYPLHQyZJaxhYMTHf/FQYyGwDE
aLjedDs4dwMlzul3DGdgyo3LmOi9tdCSFHpFAJW8lKdAyseelLQDLA1gIPESH6xURdFKYp8Fa8hL
SqYm0yvbrdur1AjKfzBZgEIv3EVpc5g/OGzkoKLAe0IJQnF6Pfr53RT5ZCHW8y/bjy9V0CUnBlz+
7PuzEz0e0TG2+eKH5vKwt3J1OSuk6imBokwzt5S4xYcoqqzNe2ekw9GJewXnE8Wdx9wfZUwkKbU+
XqaITobnNK3YFqnvnCCz/vk7MQrdMkH9Suo4I/ZHsXD9ApgqJaaIyr6P0U18J02m/ZGSRHjiAmMt
/6zD98baxbkbLBuRWwdzQiQhGhy1tOyLwdGRCqqyI5LUnE0sar0FHQtDK+GSOBZRwPRms7H4y9Qz
qkFvPU320RNZ1uQ+E4WJBWGgq6etLezTvyK9T+ftOKAowSVOTRoDWJZ9xaiGr0+307bfFm4dXU14
cIihbvvBfAlP/eGGeWquMTT2dEX4ZEmIA0bwyZ9ayZUfCypi30iiIG6jyPrm20b7C32zfo0NOv5S
EIpKzb3kT82fV9jDB8vI5acwtzjStxTTmy3yRvE11OYu28AYsy5dRwt4RLsKLnxCOBOPae2kq8HF
eE6JAUHuujMRN4LFzaQ6EbN0ZN4aBvB5x9Y5KIpD0mI6xk6EbBi9fGOJq6wrn9Rk+OdvT9sjE2op
HnLqIOeM5ftgl0DiVjRgIUyAIMn0ITZFvlOlG66rjH7d+4ei9sp+iF2NT/FgPsVVhJDOwtg7jxlh
ashuq5U/WQHQ6yk9xco8csx1AN8SL8wNnAuDebBDLA7MYpF94rApne9DZxkRYurSvanHcshWnM0Q
GdPKB5hZ68iVYiWmH2bYRGekTMW3IFfbE6/65WR98EHxJoVBiROOuXVYeMDKQjgpR1ykd2QTt6Xd
NGv0h9ZOQ0ftrPQ8VVeVxWxDBRI7i5soGD82yPmoQ5ZzK1YBEnOAYRCFEKs7oX9bjUqfTiyXf27m
/N5yqdwsMAdKNftLTKFE0RBXbPGKMvGtWYgzSalZv7j0i58DYPGPQRh3P98/Nzj8cxuBVQxx9eDX
clC36mEx8WoKi+i2mDYTIixjN+NneRdRe7l74b6joKBTl3IVde3950uMOOZ+lVOhRBy70tVsY5we
b+uo+DlZ8UcMHPOJN3rsGyNXjGqT5AIC4XJ/RJhpFtDapVzSDdWuKS3xkPJfruduxKry/hdJucll
0rOPU/HcHyvPQQrEBTpOtqHu3BjQpFiDWV5q1dz9k6GYyoT7UZzjW9sfSrHb4cviyDJDfNs5mc7s
SLm5tciV/8FDMRelxX/QiDjY9YY5m2JcshxlJ93cFuyrNM8NFW8LLqfvw3//nh8ufhcmP/lsPNj+
Y4UO7aPcZ0EanDK5mkY5b7kw29/efqQjizu9FO5TNKk4nx9edIwgw8fWsDyFlZFdJ/Trd7Pe0Nj8
B8PwHGTO6dBe3OVjf1U1cfUhbtA8UBSkrHGe09W8tOky7N4/CqcSDiUuF139MNKJhYwKmG7ySbVN
fzuiS0Ry6IoTH+6y8Bwsn+CPhSQFhysoNcH9Z7EGHV1vqlkrbvJsijL75RvdjRE5l7Tb7BMv7sg3
yyqEz5dCNbuHc/Adkfc90SFiMDYY89EoHLV19XA4q0Px/soWpVQu7zo3DUmUxsGCBFGZVtKA0NvR
A3XZzKPaAqA4laJ05O2R0IHqmIIT3dLDgqIFdaCIZ+4yKtWdndLq7hzniryvWnibgTmIE8XSl5Xm
4OeigmYD7iYlkpvowT4yuo0DnoArhV7mMC6cPBFfLEO2FxoF6VvAjfMPkrSNe2NKCnvVB12/G/jz
nTh0HHtswiMpJdAqVtz29yfNbNoIWzjigXQpZ3z4gA6cWBMPbQvMYkKSf+JTODYeK4euBJ8DkOyD
eZPxjfjpzFMHtZ6f10rYW3cIw8/ocGZ4QZZ2+/and2Se0hGhl23r1GYQKe4/X92PFMNf6sRa021V
50Ib6+GwUmp7/AcjUT2jpb5E7Zhif6SI+FjfSUEqtHoo1gPo5TXgzfxD2vXDu0sXJCER9SfZnl/W
4f2hAvrnRiD5pitd3jRm7jxoQTVf2Wo81aVZfv6DScrGtQTt0fXXrcPF3sKlGAufkWrRJzfsCveK
GHDcfzVNmtCxM6/XsbWhmT4VHXRkA6DEtWSMUOV3qGnvP2PdjkNCc8XCfDGqz+xFPp6mcD4xPY5M
xyVEawG2c/Dgr/ZHoaThYtpgbVEOwAqlzY9Oxek3MMKfjT+8f4GmfsFiSQFBGYgG9gdDfs3FTLBm
2riD2QtcfW2FCbpetOubkmrKiWly7BXSaVk6ibS8aOftj5cSd71c6axVUlcjYlInPRu68NQXfWwU
h81LZ6Wnmna4uXHYgrGVM++Rjn9OcFBvhvjk3eDoIEKnBcMZkcXy4IST+X7RVD730CINpyu77KyP
tY7e8P2fMFV/qqs8DcKYgzmXF6jKtUpZ5Ns76kxGtrwYKzRtBRDrE/vn0QdiETRpf9LRXYQ7rw8e
oWxhK9Uc6OfSB+IUjC5RxJp1oly8/IEPP19O8dR26MZRYz1YbetaJZxrmQFjVES7oLaQRTZOgVth
ns+HqrA8RyuBgQ9MwsI+WSE5MvrC9BCEHVK2O3zGIAIa2+k9n3CW6A9p2QTPEaKE69xFffLeX05x
7AECuCz1qHAOfjk97lD4Y3MFEaumdaNF/X0IfP2M8JbgxI7555LIULTfjSVqh/X3YEcZKhHOkTVT
sdZIS1kPpoU8tKqs50gbnRZoOMVyfFhLy3D79kMeGZl7y5L1xEbIOz34nutqnm1NNeZKKcs/S7gE
3yeYWz5zB8UKCIw82nDai7x5wtJxYr7+uY8uIBdOXwaLJT3ng6d28zSeMm4XqzYSgJm4mCHBj4Pz
qXDmE0P9+WkAO+QwQsQkmBj+Y//T8H1V4w6kpOVonXOToPQ591vshm+/zCOjcBpHEEBBl2/+cNmi
yFrGBIORVTIF7tqaLG3Nn+WU6ODoKHQxl0MB3/pLFebV/UIVYCLYEczFj9vu7AoRsNlm+rvXLfhG
C8iSvjvX9sMmimUXmWmUygRRPgOYaXt35SJ0XjeNnM/ffm3Lhri/ojCUkFTVpbMUJA5WlCkUAzQR
Ki5IU6NPAfq2uylsu+dgaPRb1uhw04fCePdGxqA0JdnMaNSwOB/MCFAlKSo4ipzA257GCdkaBJ/g
29uPduS34piBJIXIX1yWjtgfxZhg1DhiZkZwjd7iy5UeTaHJ+yejsCRzfeLOdzhKCV9fiyG4od+L
/Q0/GxIGgtFOjHLkc2WBWq5mS2eV3sz+szS8njBpBX6QAZ8JZct5bbpqXlP5GU4svUfKdqyGXAQR
lVK8sw8DmQe6ZtNEoWxVOQUsiqjAXaE5SQf1mIPl+cgO8DUacNs0Bl4hvCbZD66qrruqRlmfpVoI
zbu2hrsYLIM3WJN8d514Wa0RrSIGYOVc9K6vt9raLiY5cl5emUOX7WTh6PxJolOr1p8nSUbhe6Dg
Q7uUl7k/SlCD8HcTvkHYf/YX03HyCwId6mKd6uDO2SCjEz/xkemKgpBK6TIo28LBTzyp1g1KvBck
Ydj61ZCa8xbP6HSioXJsFA5DS0GBWxvJXvuPJbS27ebIho3gZOZn/hiPxEmd+vKOFKOXhRiYI71t
aljGwTF8ZMpMVrt0MYpSXmWxss/tOS/vmxpY0MqJgvxLliQldIi8uEqgyP2Yk7Aj2rePmyvLCbMT
q9yRz4dKw6IUo/ZEifdgyky1sggdcPgxuVzeycyJzuDAtveyncWJTf3IUGw+1O6W5cDlGL3/gmXq
BHot0HbEWRteZ3GTXuIAbiA8+PWJD+HYUJShluShJVVPPxgKI3X+uwVXFYSp4XBEmhz7ldeTmPy+
6NOlSsjB77eWnEMZZY79x+qwovgIYahuGH69q8hq+xhqEKei3ta2zRSdatAemadLCiY3RmTtXAsP
fjFXcgNRRiapyvvWJi6wKdv6VJ9Y6w7fIO/M4sINzpniBXXWg6caWqtqnZpRpo5GUNVCl9RVEH2K
U+29GkKSoPRFnUC5n59KHE5Be6Lt14BWWY107QCl6vFmbPDAv70bIdvf38+XYZaweY5ZBh3nw0Bv
MqRm8vQYRkGgsDLrDGPmyoxSbx6xX9bOZkZFPEKUQbBsbKGxfp71AHFx7WWiePfb5c/CFk9V3uK7
OqygADrpZ/Cgi5wgLRAqo6XP+1YBegY2/fZz//nYFIOYmILfkqKQOvwhbVBJ4GgWRVUZX7h22Hxo
BObs949Cr4FG60uHXR6cKKAOVVnEp7+qGnt8Mqyp+VLJ/PHdgzAlbbkEzvNxH761qerCsmt0CXkQ
iFSYiGYtrei9xxZKdQv83sXeQJWUwfa/Z7sc2nzE+LhKTAVlmnPtBysH/HLiWeTy4l+fL5dxgLKb
3KxYfOnv7o8jGvj+NLVBDyN2/l6gaHzqMxC/s104gGyFU/5qF+19sqjwzcGons2oiOmLDXEXwcGK
cUz4RgYXplqU/Cx4VrXTh9S5ADyhO5+SbMIAZeelU59Ffqadk/xTBjsnKtubzugdQFsN/aBzzsD5
ZZ7DXF3ZYG2+T2mikUATTNpuSQqBBDBPMGBzPhVYHAIix2bMaqAAeAzIfLKGipANO2y/mvBe/U2W
jl2wI/yJPC72ELVL60Z7bjo3xWYIl0SuR2FH1jbX0wRCWKqmKdgpX9PtdcGhNLge3S75CGp3euil
AQWntQrrmqAL2WzTJCfPO83qGcizPs31OUzxyoeQkWVfirYL79UUlXAS7Tm6yurK/EQcsvFcDkI2
mPYqIN5QIrLsbOToAoiPoOMrDgTJE565asTXPkpjW7uj4V5Vsc+6R7xvEZ/HIJBwCnKyC858BUNg
ayrshatEihmyE+DAzAMWk5NAEVsh2EPkVsFnQNwjXCKSeR2Uk336IRtp5Huk9mUkLAH8jnH9aSQw
2XY1PJd6aTyY01D16yT08dPNIMY/SWu0m/OwKebvoWkjuWvcscPrYBv1LUlNyY3sa+zGDaSbR44t
EZa/uC7gZNX4ngBalU61tqIl7yhQaXUlNFM+iCJvitVo2cmDzl8zz9ve3jVaIoBSjqrqtjOmndrr
XZ/lP0bVnHotJBIOBjMybEzRZERjlC4rAsUrYWOjzsUDCUGwcYIu5/9BOAoRY5VjVT9yaOn+Fcoq
crMykGKfAj3Rx43IYv+LU029v3MwAd85faduSj8h5Gjq3PMolPWFPvXAFJDNrQa02E+T5tsPlPDB
0yBBxe0Cnwz7vD+bMS0gLOzV2ox7rVghSyM0taGy8UMf4fB4ZTaMTHalwIaorNa+sbclj4nuu+U6
7irICArJx7h23XC4q61+Lr0KrnS5apyqyi6onkGEtI2lPMbtN9FBIvXOQ98Uv5kU6fe+H9PsbPbV
eJm7qiYCuXXjHaBkcriYetBUcJobLhiLavzRjqnzbWhR9mziUffrrVnG4ZeRYkPuweqB7o3QhvAW
vahN0nFG5YMxyHHbkzlXduGGdsV8WeO5Hq/RUdjPYR0Bdxvc3Kq2EMzadlO0NgoHSaCQfRkLFQ/X
VlOb5icrNQAW22oK+BiqtA3WuYwz0yPSeaihAsFmuEUn0XwNlxbVGdaJSKDHIULga2w2enYVzeHQ
A8Ovk8daAgQD3gQMe53DyP+SNlMFWSFPilg9VbM2bw03GotLEOnJsCtRHuZ065r+ax3OuMMrZwL9
0hJnTfCdVYbNqhn7+rHTx/4uMABwr8jcIhjRjFWEqK9R0UVpdWL2WiNw7FVWphL0jeT4jF4H0MdK
x18yeHDtI7USgLYRUcy9319aoZ4Zuzjq8suiqvE69W3Mjzen8inDqnrP+t88lW1Gt0TBWt6h7ysX
+VJZfi37qXG3YMUqF0+u0BXXqjqpIYoM7XU8YQpej3oD0AfpKP+jhbHjIYyS4Kaf7KglukfMGGpp
UafUvdUElWGorV+pW2wD6aTPONuDm8SvLEABmV5MZ4CkeScBBDMwdVwP0nXph3L0qlkBx8pw8Pqb
NojMawDhQnjgugZSLCeRY7qOQPd6LWLfYJc5TUoQ+9iWnTinLko61Xp284EEKFCUwW9sXVgraN+y
X/irVms8+UAynuqOpeCiM6zRfAaJwlX4nLQjWp2lcn3w4eaSuJXX4qtm9FD9ahFh8UPxmVibZrKS
G+ppzE38uVDME0uzedmGWpLGXPiRkRPGRNCrBBiPaLjdEF8BFmADxX76CN6qnz2r5zi6htdQjZtq
zOVHDQ/vp2h2cHEhhHOsCzvs+p9IuPCZ6ZE53CdAm6LiC8mXVXhetbX8nGX4EWv7otPN7NcUwLMH
fWbNF8R/DHBFXR+7xtJoEhs+jaZbd9zngeIaGvdZIJLE/fSmkVyYIfK0dZULdW61mm54uV7pT3B3
cLXH2qS+aSHKfZ5vTH+W0hcwNK1RkLdJsZt0uEyi7I2KfnrWyKX/nFoFdMzBVKncBHxQ1MLTNAJL
OpcxEzhLsUMiPXbuIM71t5DZzMBDku9fmJqeJMRfwhcksAJ818ay7fJbBFqkO1NocXLPlmTFreas
i84j3HXh1oRDSnFWhj2lWXeGurFw9MbVMPrJWTUk0W0LqmfesIXhc2zVZO16t3LvlZ5kAT+kTSYA
1PLZ8oyAJWMjWfLwe0cwrsKkA6vEoUDj23eduV9L3dA+gOLpgcyAwkl3FjCe29nvR0mmdFV97AA0
fezaJUpQhrO/0dHBAxYoGvuGiT6P2BXZ4L8bIJz8taSK33+cRlR+V82YFP71DPd4BG0EcPcXRDhN
23ZjqfRrkFSALRssJvJpTGFdnUFjdNprvZMRawe0PHElbMIRUMHboX0XyYa1L7LtbtrC0ZX2YyOS
cdpIGBrVmahTNFVRM1ugWlIxGXeuO1jijDTjUJxz5Sm683B20nJLWudgbf24CRa+bDo817Abu+sp
7sw7GFw+xALysqXaFS82SKiMTFVuxNgju8Up+fYh8o9LGkIiKhbYfl1K9Aim9o+QGlQp3xlY/URT
JBt4ITXCItkivNGrE9enw/4Kp1U0gcudEykMFeuDG/UMQWxuZySgoA90SqImAksrgjWkQtv8yMcQ
beOZyMcudsqLwfLV97cf9Y9rjLHoBRmdtrmgiHAwfhVrTs4xAFmyAis8TX65gWl7Sit45IXyfIgv
UEVw/z3sI5pJ0rA/ThhDpqHYhCKzyEENkmsHDvrN2w905IUu3arlFoiTglbOwW9nGghxTHIIHGS7
bPQ29B+I03znrTsCOfO7iyhoBEkN07xpmi7fvD3+0UdFBULFdFGWHooyhkQPkzBruBfiHd9WrWV+
rnxz9FRaV2dvD3Xst0PeQI3E5ujCDWH/UcMkL8Sk0HkTGjh5miGns6psx3fWfJihiPhoF1HYXiRI
ywt/1YAAaAEi0R0AhNZ4pOWokZvmcLCYBv/9dnuK8zQz6EAgpfrjili3skvqXCHtiFyQ5HQFruzG
Uj/f+9qWUfA1sLNRZn3x6r16IJgHnGCoOAErRFctejV6wxi3Jz7sP+sixmIJITGMf2GBXay7r99b
RNivcgKG0Zp0uOb+7WxiK+sJivVLzaubUn0cm5HISuhVH22gtZtiSoAWko86EHnR9xSaobg4mpuf
aIYsn8D+DZlOvk3xiSP2Igc9+ERANDWy4AANRdTWn4MeqC9BznILnKP0FB41yI4EXr97tjIq8qBF
KkSllhDyvfcBg70r2FKXD9OA9JfBIAOuZJ74/P78JhgFzx0tOXr99mEjCwr60PKhS1DEmdo22fBF
18dTDYs/Swx4UzGC4aHGdcTj7D8KG1qkApvlDP2+uwpbo4Pg3izJAolzS0TA+Puh/gco+ddiW3/D
AV91zy3J6M/p/znronzfC7/8rX/n9xmQSjCYLUL0pXSr83v89sJbf+GYEjSU2AmWTsfS8P7bC2/+
9fL/5n9atHN4Ivmf/vbCa/zzuInxt0E/wSi02K3egSp56ee//t4WaQtGbmQ7aFHxjR+soBFpCyUW
7rVW5onaAF7r7TNlzosbOIvyR63T4ifo0wWQhwmXKPXaKh/Pstxo66u0DJzBy9CA4NizhhlkjmOF
zsbvbYKqG6eJUB/rS1SOq3Xf6Zxpz1Zl6ekHqYeY1GdTLxpvhp/ZbUA+KAJcJ+KlUK1C34dUX18T
P+aKFc6lbuUgN+42GvlA4RYn1ngOwVrkl52jmRUUKomg8dWvefP7FbwGnyyf/N6LkRjP2VgWPw8G
ukNxCdjOERSUWjmuP1zoUdE9GnhVCP6cw8s01oyz2KXwQ0+6CL68PfLhMoHF0kB8ygrBVrP0Ofe/
4NDopMlzUXKAB052W8vp2Civ3h7kZR14/Xws/Uy6pS1FOxgr3cHhiqrTVHdEHTdgNsEfIwwDFA9A
4FbX0GSa5xYNy/6Ds9RNbrVe729jLQecuQq1jgCKZpjtmjCErkwKGJJ1ORCUQd38UmpNRPYucgpy
ptPAzFaApfpym02S+7mROx0r09BA75ZW5XyGZlhwIanbigxusFpyLUerJ3W9pRsBTsXsPIeg+ns4
nfIHjPeq8HSuaeZwl3A2v+sGY/xaV074MQlD8YsMB5vaT0CZ8GI5gT0TQlaQ5iwoK62EgXaF3hBc
0mmqym/QX7jHcfWf17QqzOoCCjzlHm0atXhTpwCLr0baJLNHsAqX7oaI6WADVq/6Ck9MVhvgMfVP
ZfdkihGNocSGkDiCGIu4wSPkBKjU19C1bH0nKwoltz6z/cYNEHitU4FKfyNLYTxSEQZx72sdV7Yo
6IufGQWPcdcP1Xg/560uz7LSBdrVRHGoeTQpItcLdKpmH9CiRfjx57QvPEfVBslp7MmUBWhgjJSF
v2FPSqe1cMOmObGPvWhU/jN3QA0JVy3UIQ4pHJ25IezPUG0u4Ls1UPbC4sKqau0WxqVVrkKFW2RI
e7BnZbXqeOCvMOGAIivzY5anujdUSUnEVxjsXibz//agf73gmP77JnTxnD1H359fY1he/o7fe4/m
2H/RDBVsMouqCiMUS83vzUdzFEwVZ2Ec4KJdIqlY+P9DYlkuKGxBi0AJ9ytn93+TWJy/wF+wAdGL
QS5FptV7Nh+EA3uLLE58BV9t2Xw4rkB/OdR8iTZpiWM14u1MAahf2Xg1n1UkTbIU0ZqCbyrypdRN
L/aOElHScYrJAeDNidYT2KNPFcuI3tPLy4i1gL/GPWMkCGr2r/I0dC5b7nuZl7l2PG9GU7WspqlG
N4QsE3Bv/fQ5d93ZX/llRYF9avrkS9k6Qb6hVXSBPSi7m9LYLNd0RcFf2ZTTY5TPS+Uxm6VM16k/
kh8jKjr4JI4qNLy4/c2HrGZ193LAWpepL4pHsMjuqil9mz8g0XHXCpp0T9UUGMCZZndufFZZjXHT
DHrm7kIzGx9spdEiDN12BsCX6F0G3XigGhw1xHSAB1Ufi8AAk7CY8n8GhjsCMSV66LMRK303GkkK
th9cBlQJPeu2Ip+MLyTtiW9OEBVLqJcTPXfCJvKlEpCS1lZgiWjTdnBCN8bc6Q9Tp8kvBE8QujDM
ifsN4GP1QQ6D5WwiJ9fKNWXuigszOPPY62alfTIsv9OA/LLxL9284TyPcSuu5i7kx2lMFT+WzuKa
nEKkEjS69Gahoy2lE6c1qHQiTtOeXNDqpO9EAGHxYvYQSMiWeC40geAw06L2kRJE+N2nkkOQpF36
12IoqHr7k6hNLwRE/2RU6B1gBAsqyCWNvvmyH5L4EYuFu27sXvV4V5OYcMOiBTcY9Vr0VEsNvqeW
WY1cR+wsP/uqGyMy/nSIqH1Ux9umsaLHXhCzsrEDTaw1OZk2a6wY8q2k0SpWteYOPkGkYc3hpOvl
rd2YY3YWtuFwISe54I61bCZ49e09fDnK/2cZXr4elmH+TYMXSwfan/1lGKOXTVDEHG0tEeYb0ijJ
2kRitm1d6xSQZjkG7g3F56lzTyRXDsEImt79odIuQqJmOPG2tKobzZljL3UGbQ1mQNs0oQuKuor6
y/L/UnceS3Yb6bZ+FcWdgwFvBrcHwLa1a5c3LE4QJKuY8CYT/unvhy21DqV7pD49OIOOnqhDIsts
IPM3a62Pf7wjhXb8tVj53zjfhw/Z9fLjFwCF6heC9t/h+9XVfwCr0HT5nf71SU9FxU9SpT8f9Zc/
8utRb5mfDLoI8iYcDns+ZM7s3yK39E/stTH2e76N7ZHj+/eDXjMdEhGZn1D5r+F+/NnfT3rN9D7h
GEJUzRYAN6GDvvnf6DN+9Wf99AQha0TvwXPKN7OKA/8s6LLEYJnNBPZH6IJRUPPEtGaYo2qotHkv
HZaqPOfeNhBsJ/s+q25pS9LTmLG2Kwi1/jKZ/vxdSySEQsxlGTUPJ9oR4PTt0GsuLnUwOSCitIi8
i1d/LQOHFBUQ0VBOZl9RSoE3iv1tyZYz65wnvhbQ3yo7mrPc9UzeNn0VnDKz/9zL9q4XlhvNfpJs
bCb8W3Mon4AZ60Bhpf1Ssh3aJno2r0GEq9yVCddALnvhd8lTVprxu0yNSUWp3RX144RpHUqs4Q4m
IIbCf6zLIgHdvcAJJbJ7Bkumtzei8kr40bK705jD5KE5T6W59+NxUOSQOq1ghWtV/ZOhqbEg11nO
HNhjYgzvdtuiRSQxdug2MhUQiyzY0Fo4TLEB4qcB4Ko2czca5zox2uvOpdgkrNXNh1f6DLYLbubB
SM1hfYfAzlE3mnLiJBFNL+4T2xnPhJklcKp9yLqysSBKmtbsl9tGi8UTYQ5tfwN8ot+bsSdJxEIx
dGaCM72ANwu2deCWqPeMPV/7vnfqhWxuWCli1VqPuqYOHOHimkdnO1LQhjO8r1CrZXDUCHREhqvi
Q8t+Zhxj+HAEk/fJwU5ne5fgzqSc9OxT4CTbJi/CVs9OncyfWq9ljRvLx0Drml06LMu9Z7BQ0bX0
dXGC5GwmYNxlGgSA5UuXDSyIIZ1Lfk6k8epzlJfP7A+Bp7CkSWqx8UTQMcFkEt3+lk3xb51rf8tU
JavkOwSh9XPr/vGXjNb16/3+n6l/XA47csY2X7uvf/g/MCTTbr7vP+T88KH6ovvnC73+l//Tf/nL
x+VveZqbj//7f77XUN/Wv43CofrD0WRyWf31afYkOcrev77/8rV6/+Wp/vZV/IG2aq5/+rca1tU/
rYkkCFuxsK4KKs6o32pY1/hEe45Sm2km9zqX4e9HmwGl1ebgQhfrriOWtbz9Zw2rf2LCipUCe946
iic79p+/h9/GAvwK+Y3+90ltf2zWL7kJtOnrX4S6k/CW9d//NLDlzmQhLkgzT8ax3w+DAm0ING3z
02/nt6/6h2HEnwpllyAOZnm4/JgK40v98zgdHJ+huYQURRp6m6fUoq7aFmpwCCIfZfKWJzavPFQN
IuP1OZuM7TKkqBaMbppugSKAj1tih0Bqt9EH2BdL7ardnPZEA1lulxJ4rJvTNQkF/W05EPa/XYDy
fbPLuLsaNUvLSUUou5cFeJpHOcmQazO0Jrl/KGvU2+I08k7OthAn5S5QMuH1WPdF2pMP1xe9hIzl
ItgPHYK3ykjpInOOcdH5/THz2uEOnUFRhHJoppvBbwN3G7R5oO0nd25l1MYIlcqK6jXMcLcXAMRX
il1AvAiv9BgsP0ZvbAXB+aK+zbUkfUm50LLIVG7/0pooBiJpQzGkaK7m677wMus4K2kfzSxfrsik
9ZbQLU1U5A0ZdyOAgYLT109JPolg1g9kleYIrKOBn4bNr109lYu/aJuaDcENfMgY4cfoJPdoNUYy
SJYi3llV1Qqyae3Yj7gB/IXaPGe2bqO2udGG3PwGk9FCGuNO/vvfPyZ/ehjJ0+HCdtYgNW58epu1
YPzpYcyhj5rYbrXIWlRwUNNihgF4v93ff5U/eXtx9K5fBrMaWlti6Yw/J1nMVYw6u1caLVM1HvPU
e1CDYW5IEVIn32q4+ViKnowMIRevbXY9wc/8F98DL/3P9ejlW7AIAkRczIju//O34DCMJ+AXGmj3
RJ3ZN1uHVIFfIB4Ylnnqmv/iBfxTqX35ehwy/OC8ihwqfyq1O9si4kfPtKgpKePtxek2RadyNtme
8S92EX8KXL78ej32u6hXkJBQd621+E+fYtskcar8DEVXV6XavjVT9ZkKwzXpnhCsh9bKg99o6AJz
dITqrhY64Qs1SrCdRb96PaEe9yNCiYdbKJhTvo9pjQKISeBK1rFaR+yIaCmQeH38aHYzfzuNS31q
UOTeJ1XgnTO3lr+6Q/+tq+4vL7Cf769/3P7HlvAep/Zf33nbLkHAk/5hWLP+iV/vOdv7RN2+TuGZ
knDAr5EQvxXw5icKdKLJcSlceOM8m/+c1NifEIVzehIGhWSTjLXfbznrE4oWHBTM55AcX8LO/3Sr
/d0tR/X7hxeOCDnes8vmc41OZO26XlA/PZRZMU965wI6FjlxCFdgTZ07oE2txjjXFPJKkirZky5Q
1eRF57qV6N5myBftTUmJOk5mtik/t4kE3V0FrjAT8Gi9KU8kmmZv1hgMyRWjgoSdIuoeLrECWcjW
SBrXP3ZtVqRXsq9jwVIiM+w9SQbxm+c08R0qybyMzDyHlqY5MzMkYDfle8c240te5oYXqVxJsc/Q
wT2iXGznTSopN2kV8mbYuH4D2LeYxvQexkB3FzOfZcvpIuzZ644UdcRfwpR/aUfqzaxr5MkMOuFc
ZTPj5xCCjXT2Ldw645kJ7dgc0SygjwBvU2A8yCtBKnfdBcDJbCnEbip1gc5IbwP9FpKSJvelQ7m6
y+MqmZCdo06KXE8CpgoxE5G5yBaSuuc2q7FUISby9dSFQ9bOoMYA2magULpOqm3jLtBsNxXI02zr
1LJxRwA2zMI27ZQxmO3nPhfLo5fB0Xgacoqs5ZjWnJz+NxBg09SfKiKQ9f5+8FRSxFGLvyoLbvpR
B2L7YGrlKr4qFZ5TFiDD5Ci6tbS3ycd7WNzMzHsEVHrLpC5XlUQtCChzZODSM6Ui10gG3o4tgeq3
rlHna95mazWnxsEScgKKlH/BlVxn/RpS0vp345wY7AKmBDKFHshqeBQF78vWzhBNhAiujOqhblsr
P1vIVPM9rPNxjDj4pLZBjrskJJD1aLN8cmzBhSOAdogtY9F2XDofmWQU52PjRfXYBukBQnZ/VJeo
+f4SO59dIuhl5pjj1haSaHpiiBFdE7ynW1fmnOj1ub5E2U9pWj0FVamMkIlbdycGYtE3hsUzFy45
kfgw0z2172AH3TGCn4DVoWk1Q3cNIecTym7TSzJ5cEkpz610+ux52YjsjaSy9bm9pJq7l4RzdKex
iZKpN2AFEZo+YkIfZhOkbofn2c5SWqqp8FGGjQ7N2xd8TYApwJcpBmXW0LenYIKnEdK2ma4IjRgw
7b0RSO8hMJoxPUyDTkhM+6uWaZC6NJ4Ja9fLvXmRPqHGQwaVXyRR7DWQR0F8AhuGUHhVTzmzp4BJ
pReJlU7QSMU+6aLDyjrgfZ9xYHjd7XxRbHUX9Va3sMNgWHURd6VdALku6n7Vfl10YM5FE5a0pYij
+let2EU31ooECVk7gB22VmFZP+RozEyXUEZjFZ5prTHaEdE6/j3hpCjTiotKza6Vdkou2rXxomNL
81XT1l70bWBz9XvzonrTtWR2Nj70QfCMF2Wch8D3sV/lcsFFOddfVHTklSX3YrLyPV915f9eFHf9
RX1nX5R4bm+DRmf4mh69i1YvzzEkbbJx1fC5q5zPuSj70nhVusGNzXK4Y1pw5V90gKT8DffuKg5M
2IO6KFF58Sk/VSIju87REgoPC9e2vGgMvdoXz9kqPFS0DvnWL0skRWOqjGnXXnSKMk8LWrhVvZiv
QsbpommsV3mje1E6Mor1j/ZF/ziuUkiop3TdxAWgkBwuaslunto+ilXCoqu+KCqLi7oSwZ1+xeIP
zSVvSPnD06riJFdV5nARaOpLGSf1ax6046N7EXHO7Pw+WC8g7UwtBXxNZKviM5ntm+YiA3UvklBr
NHpohqtSlEKZy8DsdUT0vu8qf59chKW4reQ9mHfkpn7SIT1lXowMlZsMSWrOmXcHVwKhKqh4Xihh
rgJWuwiMN5JfJ84Ju5/vpdMIbYsfIaZrEI3Z+7ezxpvchkURkzJt6sTyMFFW4IzhWOkTc2P4fHwE
kkxXcIRE/3HT+e4YvDaZYBIfdxxeoWdqU0X/xYoMBKsUEwTNMSjBhDEkRiisue59mgVpZ+1styAm
MdedxQ8LlemvUsNOfeXOWVqHrtmZZMEFfgktorKNd1OXJGDjClTVFdwFOjiWCtx+cNHbYsuSNYDM
STbNe6X0RSJzDHpYtlPD1DScczjFOwv8LqHdWhWfmnypWmBmfp9uKsDs59askhzkG7vEYUs3yQym
TaXVP4+B3T/GQKxc7BRFe8crwM9Kqgoa50Bqw7FMY37swDLq18Xk2UAozvSEhU3JujgzRdCf3H7J
zQoJYevkP1gme/6RZ6NZwhIlEKOqCWgz3+QsibFHmA+oEm978eLl0O3DoU968aQljtbc6Glnt98y
pWf8ds26LusNEMtMt7fdInMY2b1P8vIG43Gm75qkE+ZW+c1E85k1mr5RGcd0RAI0QtxiJBAoZKMq
EdGjlpmjRS/mu5xfHmCwGj5WqMWdEUfOECT5NieG9Sv/3fziDV3wMGcaKxqzmOanEUj0zagKX0fG
3rafHQNmUFhNk2ddLSNUyXCRY/BDU9kiNnneVzcIHdLHgL34nRnEMMoqESyvQRfbX/hWh7dMk8sZ
aXkNLwAs1D3gW/lksa4WIfj2vN+VNtdj2Kckta6PGIARWOx0r0ytAvYTforjNAlUADuZSQiljMVY
LnICUauwmEo72Y7ltFzHavWsGFUpDtyoUIpBLOY7N20FGwyXxKaKH4WwxDyXD5ozjTCq2exeQ3eT
yCV9p35RzCBuBhGbZISjbn7ws0a9j6xNHnIQe/bGwOcitjMtDYirmISJqEu0eF+QqtFFQzVW+6Uc
R+9IQ+tAYRkbwwWG4pTVTreK+tnR0+ZKg44qN6Yam/duSRwcVMkkP1OhsbmrgsT6zgE7cRXbZM5g
vc67Gd15LG8ZFFZJhNQcqBrPSVGGRhCzweJpGg8d0VRlNCKNup6txqTg9Bv9u9smSN2GdJRBKJ1A
EyHyUJgjZetWT6zXreo0lSIDrVz61DxVVXcW4ejSVfsg8WcN5dXgvulGjuVmtmq3uk54QZtwDoCw
oHLoZRKWnWE320XPjWqDj1z4G+VhuAlxPA1vPf6Rz5nFMivsywQ2NCmF6wSTAkahwe5LML5EJLHO
BLb8LnvGFWFmr04g3Jags2RKtNWmrBSucLeb/ef1649bBVqmSMPCajudAMkqRpABoNAPuDHannks
YOSAM85qjUMtxqnc5QipCenFCLHpzMliw59NuSSLo9TOvVdLY69RDaZ7ly0qjGOMdWojkp4dJFna
alOr0t/WhYz9XVlq48MYAy/fz4TFAgH38fu4kPaIJCiiKuudj5ofSX8cJ9VvWC9O1Uu9UhyCMGYT
HOyxkdFHQIpY9IfVpO49SWUH8EzrXF3HdTHAHeu65l7rjKDkxxvla9AWBMbu08AXTLsWTXIip16t
OQGb5iadzu1oQuwKxyqGNTTnvPJdyJ29OLucSdS9XAL/VsiKZyRN+ukhdhWA6tpqjCmskPnqoU4Z
iVnOJKGCk123JctknCGHoLXLYWOXKuh3YmjmF18UaXOqcs1ItmUyVszTS1fNYYY97yuY2ZnHYy4I
5E/9uNibpEO5m7wy+gwnE/SdX/Wf/xvNePNRPUJ6+ehYqP0HbNFQrP9dD379tVY/j6kv//mvDTjj
5U8u2Bl2XcjrUEj/PmdGZ/eJQQx9L/pfsq3WdJjfGnDT/MRey6Itp283yVv/rwbcsECKGegr1gQk
BAPOv6XT++NkT1vzSNb/XZQ4P7Xd0IlT5gJlcLSXW0FPof+LOdrqPv1DZ/9ffzUbw587+jwR1Sh7
rTg2U6WgafSo+xb2zYe4yhdW74n5UAeFc2MoPTgTm2qe2E+a75W5csvLdEnZQ0E+6BARgKUMeSvo
eRdpzTvPq6tdI6t2CamX7Ks5iYsPiy3KnTKKmeqCzdor7Za/ZdY23C68tnd+KcZnCyf9l3J05Rs2
t/qlNRLcna3ffVBEEp7ReA14XiaMaNE6zCvdMj/gURs/d/7CmNumFvJhTb+149Affc0B+joBbF5l
iWn+A/lB+5C6Gm4jZViPXDXtNwoyY1On3ajCutSNKA1SHaWHUlV3MOkzrpYyM+d9ljjyWI5GlYU2
vj8g3Yi2CsOR+QYrVPHa6R7bPJVlLqdIGQCjGZ07SLfet6oJ+m2gxfqu7vu0PSIcTLcKEOItvAk6
B+XM7xMYw00fT+kJAOp8ssnL5neE7+JAOoZ7aDXV3rEgoYE0JPERZpadgqUiObmYLPEhlBy/2mIp
k2gIArml5J1uiAADXUr5E99kHXFUzJ8hDpDGvw26Nj6r1mYinnrWrdvGTDFNd56+j+YoMKzY02fs
cstdVcb5Nik954EKztvw8ZFz0qQmU4Qk6KMWedABeXh8m8Mq3cxBNxBp23ri2Gv6vJ1SjbPURqwT
NfjBjnxDJFzGphFN/G6vpjH2DmlhlT4qkE79MLW5SUKplPHkLaX/rNNnrXWVwqDMJyge4e7Ee+LE
3QMDdB3pj60ddY/OclfygrCcrShwZsCTd0zi+3PaTBpPswWQwK9S9ciMWgtrSqIDP0J2klauX/c9
s47N4lDAR32TjjfM78gKzzQI9HPjr25TbYx/+GLudj7qo71N7VXtGM3mhx40ypYHc7yXvitBtCfO
RlRuz73iKz3KcIE+L/XcYp2b5jMWieoAcs5+SdtZ3FGypF+AWyZnNCc+IpYex4IzqPwwFb25i+eR
nQFDnvjZpfP5RiGFXKlLKrWhbm7OYs6THwNJ2iAkMhaqU7PoJQ6w2rub+0k7MjVONqSYtJs5hb2p
4sJ9x/OR3PfcZLcNst59jbl9L7j1vykvsU8Z0/RoWWsveMft/RDwjZean21rOwcBbwYaA6maEnnn
Bco4GOOMoAXa+vzu21IdkeaMExeX3oHNNlciX6c3XNVVq2Exnb0m3TpLNuCkZTNCRYNmiIyj8cuc
LuKz3jfxdUOPebJbo35OdSRdkJXK28zvWLNopXrtzMp+DtQsbkAe9l8HegXjgN9S7Vx+M1cDw4RH
h+fxrjUH66sF9Rml1JxWDA6HZsuJZl2xcw62TN30R9HgSfGqybi1MTe2JyDpVPDMYNoH9sX1zil6
ahsfhiD9bEnUVFINAYkYmVMneIYb826sau/EowAEu+H9cmdrujf1NvFDlQfWm1F6Jo2GX5l8BTCh
2wJp1JG/kVeKnfObO2vTc6xpPelt/fTUNx4fXpNgAR8goiN9WKYt8eQtAX0z03mAezcD4NFtS3v2
WdfG+bOwc2OfykmV4SClc+yVR5y+Sz49P7o62RMwH6chXHjJkuKK9qbdGgwngbNSLhlEr+76uaXE
HhZtPNE3pByNWT88EFKaXTdTxyyHm0h/XCZdf0LqZCn4KHEb8dk7nJPe5B0R1/kB0GdvukOy1Vwz
mOC7ATsvPpJZy36gtGAHSiZetsXCjW7PniZjL8qsuZ+wHhUYdX35QAy3s2lTU+wHkanbDHHDfR54
w7Hr5+5Q9Uv1zqeR3tINOefBxbLkagOyhWL0w3kRzXxvGQI9CEJZ1UTLZNZ6xGqtMyCQqDjeDZyh
MsLMIaNCNBRXNCvZVyKOMJkbYBix1mj9LQwgn6EkKQMyLC13/tCQse3jRszNfkmJyN9NDBfvl2CS
RzKdnEeYg8MBmoFPtCCtot7a5qvdDnMa5UTbP+OyGq4XJBDY1+EcCAYs0WDM1q0+6Vjkx0Es1wEH
wX1nEa4w4aHf8dHSs4z5A8XHFwx21s3s5TN5tQvc7aUbnB+ulk27OZnynZGVwVNcuTmznSwIG/7p
xDJJwvbuOWaaQWbfmyYZjx1zy13cZeVbMhfBMwhPdQWXFCd+BkbiKcnz8S5pE3Uc1Lx8s1SmbXq/
Ds79VBGmWOlOBZdc4K3iyhtPRh0AcbcstMl5GvCyMmJqxSR3gfTTVxb0wXZoZfuIRjD4lrDg70Me
p+QZTr3JRFaD4sthJq7xKw/XOklxH4OtvCDURbychSQ7p3c9baOP8fBWE728z8qyedP8bt4y9mbI
JtJFO2lZZu8bKxuxuTroIsM8FeUNdnlMTFnFMrYZm+CmVnXJaGLQr6VRWcchKYGXps2wRW1t7fom
M24sorFPWpC4b0bhkFAZLGjtgxY9IhMN9pa2heEbzegy7YO29O8bP025xPL8McWQf6ThNY+WJovH
sZmss2vX9tWaxBc5GJgaVm1ZvTeCBIMp2r1li6aUCUJtxdp1VbrJZzWgqbBGD97QHAtclcw68pNR
jdYqmWyCBwdp5b09GNUTZ3O77+K6I6emReJkpIjtgcnjAQ8Twm28jVPX+imWZXB2iEW6UnGgXXtz
2T3ECBW31EOg3mN8R+fY7qvISzWLgYKDzxa6aHbl4Kf9Lk19OQA43baDIUmfI6VjSySH+5qgyPw+
N651jpVtXy9UuV9Y13fgqQfDWqiB4ulguLM6Zmb5Uc7FiCi2V1stz5ONzx95CPJsEAjk4/pR13xg
5EaZ7bSkd7ZrUMWx1jjq8eh7V7PyW4NP1QKRlAr3iy385rqfOoNcEaz/Ye76wosaJV/BwJH9jlji
xIu77CuRpVRoc3LVZYHxozasmj1BDaU8NLzYi6ZG9tcDWmjBtnTU36rJzt5qu/Z3WVHU21rM4lwU
HqkUhY3OZ1LWmTAQdeySQdHUCQ92F9pXnBJM5NDjyri4KhxH433rG7ISKGOuelsaLzNrvGtLGtMD
QHLrmDfKfnXIwL6darO5l7FDX1gbi9o7ja69BovdUXJo/bJ3xy7YJ5wdd1M+ioeS2JSdno2gDXmm
20eYEGJT2yRWc61aYus0rU2Og5MVm7ixu3YzucNXBF5EspTDjaTE2HOCxcdljnvCTxbL3hEFYxw5
ouPXydDHl75KcduoQDyN8ZheV43ffSm8pd2OboU2I+7Llt7f/Yj9gaLEVq+tP26Jck1wc+rFpkmL
2IkoNL2HVJkOqhejuvLTriOIQ/bBzZjp9MGIiG98VnLNlskrR7xygPKKvn/OlgAOuErK8alid3mf
WnH+3clN8ZUIfGTFOcz3a02Yy71FMbgOqfwb36yCH/lSti3/mm1KOBdlQaST2xH9QFB7HSEDAQtT
J6V71cUxihI2XqIEYT/OO4fx64tJRMmLTmwq55+ZpxEtXSDpeLLmu9Tc+Fy0cwajV7qIs1VszgeT
AKw75qPlte77RRKx+SrDmoz7alsaXcU4VqsOSGvgpcTlbG1TQ7SHpe/lpq8y/8YQ2XgSU+fmECaE
tk/MGEU0ASvNLmb3aaGNSNwnv/aHU1M5/qmR60+0YjwjnCrmJnYm8Y3UeXkHg1xLo2ly37Oitx8T
AlEOEwEnRB/DjUeAK+ryfhR5epPbixflccbj5DvihbE2ryrgO++Juio/6sUyncEALIB/LUddj6xB
ttVgwq9EvDmguSnA2Gd6rev0c+m4RXkNdTMnCeQdMrwftdrQ6qHnVuluHpfyunFKba8ZVXKVBl3l
Rox90O/01vJEEog4Kq8Z71gPEbNAqM69LEf7xgh8YkFGHQKqxdB1bwwtzs6hV+2VRY9+0JIuPZEK
5KxY4lo7xNKon4pFmz8y2rSohlB4HQAIjsxBM394faoIr7Paz2njDCf2pGrTwHh6b4KO99CunJuR
pRHrylniqR6mprz28mnc663oXxM/mbiqpbgaG9O7k71qHiW+pmvb6dqE8AaG/bmd2Xeci+KdWCDr
BURdJjfTTGAAXciU7Fp/8OiTitGIPH+Sm6oFpRWqKg62Sjra2VAzakqCq4aTn5nWuc9UsLeLjrVz
Vs6YTZdA7PrMoQUlzSyL2E1AHDDQPlW2U8rIs2sif4Vn74jyyN9kbdQvgeLJJgxKt0LDJj6/dpmK
RxR1zpZbz2fcWXofIncn8iL0HFl+Ut0sgB1PcvB0PuWp2dYZUadhCZ72afERaW3pW5394g/BD2b/
ThdOiyQbSPj2qznGFSg38pw35BhWT3IIxmMfxMFzXJseXWnWzREqTc/jeFAlQ4ohiRk8Ov0P0x3L
fjW6G3ez0r3vLaNVnA8GuVAOle6N6fLEhCN5SXeF8o650DRUnfzKQocniYJ7lZ1ZZep/ExgR5amb
Bfm8g9nSAuNy/YqKqzgJ0kjv/ISHvOoy4qbjZPY3DPAHOD8TR7pa4v46RSNwJtiIwkKbMj4QdpBk
IyXJkdbRuXZ6j0Kau3yTs5S5WRDIvuX9kH0FdcgWLXfcB3J7xGYsA2luHCGco6X84q5uB32fx1r1
TjyftWtMyozQr4bPvWg2pbX0A/HkndVzw89eVKVm/BzUoj27i+2de63Wb5pJN3bY6bxb00HdE+Uy
sG8J3yKzWmreZql143kBTL6fyszdTn6vHt1M06+DOJleO7vO2kjDxXkeIftdmV5J7g5w2gI1Gql9
xa42eU6zo1M3RshuOPjwXJV/weC3kDeGY28naZqe4kCpoy7K/NEfGdi3TL25io1hB6U8fyH6Y/lB
LNm6zcZqN49Q4Vyv7RAkOOWXkZE7Vw+1Pyrkpjy53PAbP17SiHqguM79Krstx2RMw2AJnBMfyxLl
JIl8nWgCBlrvOZiBcor8ZPKt7O1J73dBGlgvzJjAlKdCO1A4P42ztjyCCrUPcderHbrx9lxx/q2X
er+DsFmW3D5ecxyCZd4KysrtvFhY2g0zvenlehXqchbf/EwiHWkdd2tLs39LdHinaavpn5k20K6y
bebZ96d+M7de9blX8WPde8PWa435XKY1XR93XkbtVdUH5WqYILTKY4bCoD0ZidbXlm+elz8rPa+3
mjUZya5ze+2eCB7tXNeqeR0sQ31gprTfk3z9pttByYjWJd7p3FXbudGqCPbbgBobOuxMFATNSXA1
sf3dLzVHBlXB+nMzYW5OpTtX3AVBcZhnVyMstKJgF0TecE2SYDibtftFLkZ8O+UTiz6k3FRustzX
GqW7mLT6pmvdYp9lfX9W5VDcEAvTTxtrhMcUxnq97Ja2JUgtLUfLjHxEHnfKJn6GWYuvDlQmxhX9
OAWXWyTlY2fl4i3JawY8bTdseKmqh2LwgnccaC6izKRJrl0zGQRC8iTFVpRbUySHguWY29J+efHg
3Vplbe6p8Zqzk3vtlt3RK4bOhKe3qTba0A0nq2bXyehcTUhqGEEZXCezeWXMLN3DvB6mmgK5bh+s
snHQ0A+CKoiiz4lUx6/VmDS/3LXCas2wtM1k3tHlcBaaNtfhpmMfeGAJK1HGGIiAKo+DGRNYwipF
EH1kdEZ3z/LMD9ZzTmH5qm3/js41OAUyqb5jtK2IjJGtvLE6zb3uRnbylF4W5Ho/6zcUTQVyUs2C
Zew3yF/Qi05ueQUVzfjRYKt8tZdOtPtU5FrHJidWH643sYJWRdOeR1Qed1avUmMzJeyL3smame8G
FPz1jgMA6UkLbiq7LK/qEHsfz1KWOuKhxwCYhebCskYNWUO82FLbL3bR4NRqIJOHbF2mrUuU2KuI
M5ZknuadHPIJr5rWSsCkJz7RdW0w3DRtUu2D1NaGsCMpfthV3B8mQCa9fGX7yHjX1JuyjYRTdbuK
uFIjDFTlPls2R8RdTNTavjQyBx4A04ptZ5HgRdDceJ8P5oQ/b1Tv9qLGE54xVkqVkthZvc6pdq47
jM+Tg8uMNtJ+Bm2lvfvpEO/dppFnMiqgJ1GAdU9NkHp7zy7r286Lx7cKdBT7Hl1DCzuXy31j2MO9
ow2CsDl6Rup3vzqWWeBPkV3Zw0Mr6vSjNFsDP6+Xm6HpLiSDsgjbyFwLgmOKQv2rn1D5bGsv9Vr2
bLXYMfAgxgsS72PSqG4npzQh57DStB8tBxwruTaorhyi6XZByZtfIiY9dDMFLdlfdIFmmiynWq+1
m3zKjOOYdPWu95ROiphwli/+lPDeeQz7fG4witAKrobJGBYNzewvx77V4scJz+Bbb5vpByNK77Nr
D+LQoQp4X3DznXUs2V8WsRChhnNu7+kjG+rFdKMhs9rrSjn2l9pU8wMrAWPeen1pXRXoEF4JCu8J
QKxyFlE4mlPWknTdwA7Uc5y1RHeh8qhvEfrI74QqcuVOhtnddiooNnpMTRoiRLfRpdY1R6jpv/gm
iXEB+qjziD1pO+g50pw5PeRK3MYmpNgxLyDxJof/x915bNetZFv2V+oHcAe86QI4lu7QiKTUwaAc
vAsE7NfXhPLWq8sjJlnK1nuVpiVRIIBAmL3XmkujMyGT6FknzPF7Vrvm1hnd4T6yFX2HDB3PXj2o
FLkahyzitLPlakp0n6idx2By1TLR0Iq0uH6moXafSdtdfg64xT/NZdUfbbz99CdFJXfEzTB8LRa1
o66OfYYjyVteehEz5ZglMjDPwbkZ9BmhqNRJrW8pH+bg1z1GmC7KqwNgh4joRMfbZfa0tDtt5oyO
qycvNkUuszqIy7HfcNob1UBRS9MgV3wqmk05S/dCiYHv+ak31tt2MOPPaObKz8JBrKdThrnzGG0U
J6r4Kk28+lhSGtqNUlF2DScf9FcaZwJOThxm2tn2cL5OOHUW2+kfekfNttGk2MeOfSPlMoVqyVD1
7XGOcDNZC7MffIFhy+Gi2qXmMG8KtbNvunaSt7OxqIGuokpxhjYNKlFhKmSW2RSRMd7a7BY2cbIo
+zE2jW0pNM4+0dAfS6A/1yNV0adMlT374V6pDjmhS4iW7OSxiimClZXuiK2sNbG1+3pCiTDX5kuf
pe1eTvO8yU3ZfKaf74bIE8VGXTWUfEhaUvlmn7UhD6zcA8kZ2JhH3n06psW1WkRjOMY9eaBEUl0j
RxX7uBvTDQuCeTmlmP9zdSajAyUB1aQYGVREL3graJ1coIQob4taqnu86jFnYWPa5JpbZ2FsKO7X
YuY0GgBH7NpdHYts18f0o6Csu1cy6Z0s1CuEr6HLHPcyJmgRt2BVtedCG9yHSixFdqzqqZ4PcVLb
amAXDgg4ZN/24+w442WZD8OBnOvhUunMQoGJ0M3mM6r6MQ3bYfKqrabXY3WgrDR8WgZFvcpoQj8M
aqxgcKW0xiauMehzDZFeEk7gqPaA1tbQXtJZ6R+pVML0RA1wSb6neMrsyLoSUOKoRAOS3qgRsAJG
4+LSmzHcTgvmJCPqTGI/BkcwC+khqk2Lvd61bJlZdpQu9OJ5vs96DVKHqckI0WUnx4c08rTrpVyU
L/iklMRv5UKh0W7N0aO/ZtR7ZuUe8p69iCcxldbou5rO3+iGGT2vOlH82ChWkz/U9NA1vBKe901G
86D6crLzhINLV1v73BpolNuNEc0BVIiMmcRDbxwATNWJCKH0dYsWpC62MyBNAsVEH+3qIvfiC/5u
M77MplZGXywCY4d91xG+7UNVAGbgM7K8bgjgX6hM24UtxMYu19naHC0c+ONiCADfVpLsEg91051M
JH2OBShpx1KpIfQYi2z6oQgFZyInuK7ZWHApS9/0FsM71KWVrpRr0neCsUFvc5CpWxog8ZhfHI2g
160bK91d6bJN3fBP1+2uoR9MldPFdguEVc+20A1tK4grRdupKh8JuIyYFbuck33Wd5xSxjQVl20y
GMWeemF5V2cerFQEzZ/SVFdutNzLEfe4Q/1UOW62XIylbO5AyWbfF8TVuyJbxKnNYmDYnAR2iEoh
ORgO529wWs50YSm6KMOKGLmfZaZA68wjR1Ip7hPtc4eRcPGbtGZfhmaYg1IB0fiTFVelsxHT4qio
m9DezMvyyVnmovLbrHFwhjd9tkeq0VKi7NP+otCnAXdTZQWJKuyDWi2Zte3iAdNDweZqVi3234mU
O5S8/dVSRfol81z/tEhcnBnSEPQbnZdddHHSPpUyXYBVtdV148TJvhZucUvDNT4mXktRprBs86Ep
KvMnwsLysyS9GGWVbSX0tihJBX3udS0zSrtSBdtimyC2y/yCfeoPySxZAP/0iot21rr7VANMiAut
BIhojfSQLHkPknMMtKjHtl86dn8v5j69k5k5B5R96zs9mbQLPqth07hJeRXbbRkYBME8FE4z3M9Q
XS87Q58Pk7XQoJsGPchxF22ReRvB0DTWTyu1rGvcsjO9jsWg/5bGtCqyxW0f51XAZeA6Og6YTHxn
mqnvyFy0QUrezCMwYlf6SByhHIO1Delr2y8ZrQe4cEWnbZGCtyekma294UtRniTy9DUyt09aP4lJ
IDfUbtwSqZ1R9xjNx1gCEQ2BSGY3EZ39K1eX9AfVMTZoINrttVpiDKI22Subyik8yhNtEhO1Y1j0
9FV3umnTrL+c+yoiJnDoUSN1dA/cXFM3A/EbAVKEJJwoT3/O89Yr/Q6xz5csmuEV0f5xjxr/nECM
1Rd0+i1ttm/Qcmsj599W+y4qrUaVnSwPIFkGZfNLPfJHQpqHuuR/59qYV5aW3Y/6+qX80Z3/pf+G
xk0H2cu/97BsxY/qW7ICr16q10YWfuxvw6alAbYCCU/6kO0AMDLRsvxt2LTMv7AwMpKIvVtBAitt
6m8ljfWX45BG4eHWXElUWMz+y8qCtR3Q7i/aFUIb3C7anxg29dUw+so7higF26eKmdQEjwbx8bXw
pZWanrcVW8c2pqKGXmHRZTCbbkOhv4PK4cOTULtAL6ypCEYo058NkZg9G6+8prAxREsA65oVGjwH
Hcem/tWeMuJ4ZxHRzWbXYOFIMyk53ljLuKd305oUA2dapmlOySDAWg3EedYohkmRxDfQ0usUwLiJ
4DhupILQWm8SarDasmhhz+btUI+i++m5Xfk4NJQhfDTT0trjgzGngAN93W7KEof6zpw7pdmJDKkt
rf8kmu77SbOPYzd0E9RxT3zGI5yg9wSjfNvSabu1Y7bt+3Kus++Iw9u7XPXyz54WD1QzhqR9jnXp
9Bygh0y5prww7TnRtnxvSTtzTqpVPazc2iGIXk+eSVNx7yyjIFeoJDpLvzQjDcFNulQL/S8OGZ8A
AA95YJIS5KKTVcrvmh7Z5aMaS9t97IpFa0P6VnaycTXqUkNVTqx5jsNZWF0sdBARRQotwImU9n4/
r7xhF69ielLLmMMGS1wJWLM0oEzNCWAYnzO30l7ldBtKnnWOIrqvMH/7XhK3R0LXWgTVbAsDdTay
diucefV9ZwV84DwS+rxpvKW+LvtR1L6WocTAvWNM0u+bYimPqcYRB0dHj3NUlrZi7SLPym+qZkCG
buh2CVWcxnISLEklvyeYMMQlThwlOkAyEc8zHbGXSh/N7zbqDnoVYGYezUyJnwrak9yNW5XtRm9M
hCUTjg4WphI1dxw0aEKaoFFV/cp0WvNHTNGZGGHQiRqkWwXWjj+UU/ZJdkZnhnKqrCJQqEZOvt7z
bIGpp/mVltgcf1NcZMaW4kJv3zlOIxqoBLZ6gJYcA0CeHOj1sHSbEt4H7osHUWduNhAvPSP5aBu+
s2Cw+uZZVJxsSD2Np696nbiRDzgy7cKITeRz2WJ+mVohJzTztntb45NTtgY87vJWkw1zd+/Vo3Iw
cev+FOjC0iMy+CR5wXlOe8fQIsO5KDtVxH45s+UMDYeuJTjlyo62FcpSZCfdQO4BiJXKJnmywEyk
FQmex2FVuQZtB4InIM8tznYLx/tntbKTHy12KQyctkNlVCcdtMY+YIyImBK2qxNbl1vE5ObE2bVt
GE054z1MHaozYVObprtBNucaIcKKIaEs5Zk/lTxG5Us1XLFDj0D57tIekuqF7eHaSzANcZ+PBtuB
xBDrkUjBGhxUvWe2V31SyxWQ30SISWMSlfyh1vvjKCZECyDLY44BjYpPR6nIMcDRJcKkUIfbpW6j
54bVTwmgGbvXpdpFImTmkw+FKJMyJLwwf4hjLyeHQZ+cp7hUvbtGFvpJxX12lRmLgTSCg1jIr5PA
WkN81oY4KkY7aBPMKny0rf2FGTJFmd5NL1i7Xffgen1crK7utvQNqBUzpqqouhldZUg2K8QJBnqV
jae5aDRCurQ+MikG53lFCRZ2SbAgwY0YoqMLgR37GKT+rHL28WKjfENA0k1H2sjTELpjTxXIGFxZ
bEQ6OH9Hi//R+v3/uyvVfVcRy9YEPv6rtXz9gb9NqfZfDoHrusOSRQSLuQIW/rWUm0hiYft62G04
h9i/hK9/r+Sm8ZfFsroSDHVIqu4auvw3esHU/lIJNtEByGkmYn4W+T8wpfKrvFrJySIGE4sHHL0u
Qkj2FWdO6bLN6FoaNK8W9Fv5riBqdtiOTmM/pkjr5DZhReyCFvSMvbVNMX0CcuK+8BtPh4gTPo5+
mkyUjJN1l06hj28OZ25WXHS54T2j20oLn2XcywOX9DMLqUE+wjGg+nAz6Q6ngzjWqaWW7EK/yMKm
zdN56mxtF5QkVxU1ASq4I9kNZAnXSr1i8xuixtRxupRSQ+vhargXaF8N+c04RNk+HVQPQksxX8d6
W7+YVtb+rJtqBD+fqC8LmSxUzmH3fq5JrKSOhN6iIuMkUa/TNJ8+o3dzPmFJHNMd9DIiKAakmiwr
c8xJNxpNDqtjAbrMn+Kye7FztsdJVWpQgJe0fNIlr9pXkVuOq4eprCjlDS1xn8mqwoT3mT9T718u
KvYw9gFdMUVqrbjRTeG2QT964qgnZpnvyq5SrkVhQYT06iz7nmRsK3zbNOejsHFQ+eoAT22TjHNX
BDxVDQCZLqHamNiIaBoYXpf6MiJ7xkdjha6I1diINvQgG6rAldFc4bKOaY8ovf7F7Co8kbVdiFt2
pDi5aFXXzyQQdnGo5tDjUSdL90bkhq0w07nJEmDQmwRGkVLVN4piiiejtryvoNvhZWArjVUfMq/2
gsNCo6SbcCYP82SUxyFB67mP1Hlcm+NE5wQatR/8Kq3Zur5T9suJMgT1Oro4Y7MnM4biSuzklblV
xkrf05YY9dAmrccl72BxP5XViLMAoAcrumfmLPgE18wYsZzV9t9PHnoo01Sc9tgCBOdClpqnflvV
HBWb2iPIYIhQoOxhZ7bbiZkbvhxa9WGToDxCyZBSPKBLLHSaetK5qyaZHCoufDfh1HJ9wkeMObDZ
9vyM13jZwOm64RP+DhD/jpNR/tSwmthH9i4Q0zLVMV+KeGarFDm2c9G6fSQ2M1Qg7NduhFIGiS8F
fatsjDSgOOhecc6FL2qOjktPgKUNtFuhgG7LHfzD+wyBa4wIWSCLqV1h0++sjMrF4Z0na+VOm75U
cvI+N4qutIA0XHrGKIo624fWjN7cLRB2kIHmfRWL5F9q+x6x5kwvYDEq0slTOGR7yW6RuImM3bNv
2NNID8DGO4gie5p/5pOWfnaQf6I0GCQeniwT1nxIbC8l3FxlhsCZ2Yqf5A4URpDVCINDkEpaHLI6
czeFodRF0IOre3JKSvKBYa4VAsmKzsM0TfEIwar4SU1Q+UI8A26eUTTRD9k0du3zBY7X1qCvJLXG
tkgjQ7RGLorIWFNzT+CujVINkhUEXBI4jNamnjolakyASkIlLUdtsvhekRUxDe61uVVoLlXbWato
E+Tr4FklQp1zrJAIgZ6SCVZZI0e+TuFw5Dulx7uc3PUgE7QW2+OQ3KRS9flGMeE5LvbAsEo6Rz3Y
nTtmOwkKLwoosZvOtl4oXG1nBQdBCFvRNvazhxLPr2eM9z4YVcFyvYgKop7ZlEgzm1ER22TJHBSJ
lE68LY4B87m2RGsGkGbSR1fW3nfERcCqJb0l6gJpN+zYlcU6ynkpH7yJgJUgg85i7/sGSfDGmHuK
FZGSOdRcZy1umHlUI/vGrzP1h9Qu02lLLYqsCKyLIzysor9LHPKnNnBDhnEv6n4xdjFHDnlnioQR
oiizZZ/6iUrUgceovFSqZubbccR1Fnp50X5X0xHXVSOjLeioMmyb9Ba6K7YipwWjC1bQoQvllpgH
4tlDw6BagVhSXisZeLw+y4OfYGWII6xyR1IOirq6uspGcOdtGR0sXj2m7Qu3nk/s3GChkaiUUsnQ
yv46j43Q5jMum+HGbNVvHddWLXyWRqYdcwF/rIeeEEWjn9j8AkM+hoZbXdj4rL2sJPXOW266pnVJ
+WouUKY843b5DsDlfsoNPtJmO2j6i0aQjWyvypyWVTrjB0wOncwOText0DLzOWDJjIubKZ03ZZs8
i8FVQmm17d4R4wMFHGiMWTrtDZuApaq6G0qFqa0lPD1y0R3RQS5aa6NiCnD6by58aVABdTh6XK2A
CpdBpCzHyD16RvYEQ4jWObtcPssi1KNyi4aU7pBhgv8sQiqOx3Rp8qPZGcrRLfuHODdLDHDof+qx
3o/5HlcWX+oskJXMkCMqd09Fdlu4w12n9YfB9o6e1jD3ZDHQ4a/LoMqgGp35wM8/ofV46jLKVlFl
3hd5ehyc5MLNjct8mAechQvKVXXeDe2k+grl0m0Tm7dUCL9ByEceNiSdF4wIKBza1t1jRRMTf2XY
YTJVADQmFBnyabnIGvVIb+Ni1BQtgKntN5Z5Q4Y9o4YZh97HIY4wGa+NrGeh1GGZ5T9qGyW7Wuz7
TN+rs/vYdM7EERRnOC35/HFRCWGxm5sOoqeWrjBMt7xiLsIwOZXpBkEnps0FNWNSaY9OLXEWcD7x
40IC6NbvBGLXoOdjDPpFhe9fbNu6fRj07JnpNKCokxxwkdwOo8oxmSblrKQItcyWlMctW597QnIv
2rZ40YvkaYqk+w29Ep4OXQkI58IegZUKf6qGnMidrrpR7cMM+VxP+NPtQMmXbl6Zb2rO0ylfo25e
lL345ppKFtTOoF2NGphjOT2blG0Z1fYPLhdmbn6dpKJyQoTSXlhaEVu0UrsCFIJxPmp3LtuNUG+U
7xw7wgoj5FIs0VFvRHPfmRwpbOKDh0k5KvnJzEZOx8ZdppIEVqz91Vq3MWCqg/m5F8NyueSYd9sR
J0Db+3k136Ia2JYZZvIK/ULl8g6zyjyVFTUYcS3iIT7YpnFdUY1pFHkQBeiCpEq/LmlytZQSjTTL
xhRfK7Z1kLN9cmQWsMFA7deoYVUa97oFnB22WAi4YZOYTr9JGjy27H5izqQu7u9W6iCqI53ot3Iv
e4JalPwKx/lFntsnYCh3FWDazsk3FjNqrHonnXXGQvqYa9hD+ijHrchg89pdPIeJi5Or+IJcbauI
DtdF/5ySduUl3xCJXprFbTpfKzRHSYS772fjSEeJHvTwwiYQ/KuHhq1I9ySajCAUH8k7Chwafcj8
tr33XanlJUXiDdVZ1JYCKZBEClzABHPnyO/1H6PGaRSP+waVWOt3q8GcNabZdcvqpBb9nnLvJqsG
lZ4Wl+rS6kvk1cgjY1XbRQbGaHzOIbo3bwv29cYCJlt49rboImZmffmWt2j0mxx4kqabyNIEmxFM
tTjlk209goPJlp4tcmXuPbu8Hq0OLIqowrxgOunSZ0RMWH0I4PLrMYdxbrUvbK0HRL0vk640bYB0
HLO1DTbwiyN5QaQvqs53o5A32hi1CccCKd1Noqg6uv/OVattnfdi3gvy0r54QC5xrtuFm21F7U30
tKWahLQNwZtI6LrbMs9YC2iZpNfmMHYlULKUFlFrl+Y3AU3lRTNpE26wMBKUY9O1ps3ZlOUUoDxG
WWpWcNAQWhba3kIliNx9slkRpaM7vtlE3UXjllrtrwLoIweY/gfPNh8Ouh05uGwhVWQMSoqGWVyW
PwtLo+ETqYIOEj51dp5uSylsmuLqUS2chIYmjo/0xo5SeXKg+ySbrhjM+0aPNZgkjWcWYYKMRse5
PjXf+bRUnEyiEOq2HFD9Bn3VzzlCLG4sbBxJnprG0nBLvnaHCF7K+aZQmkGixBWeFU6ynEYS3ybV
Decp7pE6YY5YhVNskI5qYyN7gFyxbiy9QrePdZ4qT+OC3oKNydxe5LOdb0royt81abPMNE1PeNek
ZMvXP28Y/D8WHP6HOW/XdKZ/3zi4rwvc9dX/OnQFyMdXHtz1B/+24DrqXxpYfpCNIIioHvyfaoNm
WX9hy6GVYNgEVvBn/9U3UCy8uQ44WX4CJP2vwJi/qw2Kpv/FBw8cSLMptsJmNP6k3PDLa/t/CbaQ
yknMJr3bdXSTbBqCOV73DURVTNFM4OapRGVz7Bpcdzbc/RDbZxxaXTQctQ6ObCa7aIOaHoeDZAua
ZzUlMLvvdw7l9w/ScrTXWK5//U7ENxBbS5a3y72+/p2cEoG56Q3ZKZeN8xyZNaf5kr7Fg0EG4Y9x
LroxHLLyyoK2i4TOcuJb29BoLUzkdQAhpwyxa2JDe4BmS6psY4J98GeoIjXCnmr89o93/gbGUl8p
YeePEJCZptuAdznJnxVsjLwlckKf01OhSk8N62FskBPXnJfSwlFO7pzAwWjnxjtguh/uptmCDW7E
9lc2uvq1Omn6p6FxpwcLZw7SH9gCPwoy83bKZEe3s+7lP6HOpt8sYuc+zV3e3Of6dKcmg/L4/o28
tmP/67GDVlvHqOcg7WGk/tM7rSVSqIBc0pOtj9kBPVoWOJalbd+/yvqvnD0tBq2uczgAz0wo1Our
IBx001ZODDihYO4zNTpHEyR2ARToX0QAupBvY0xf98R+3RCtNcMkecQk3XztAv7zhlZPF3M7N6Sk
PSdWFnUZ6VedolHB8qxPf35fGk5016Ims+KnX19sbC32gomZnhI0AJcqWvgNohn3SqMyc/n+pd54
UcBfqVDCxtY9wzz7PnQIEeWyiOyUwZvZUoRn9ze3Y/gfXIWZAXURoTHwdl7f0EwWaDrZanYqsDhu
+RsCobZifPCOfr8XCy0Il6Fp73qEb7y+CrFZYwS5KTt5FueJtie1l2Tij0iXZ3TPdShQUEUOSvQD
5SJ8Ua8vIycTslmSMxRI4AordEV7hTkNIgvOD7RsG6RjiApmd9osKJvY8dXTR+E0XOL1wLdcXdOJ
5KP2bBOG9vpXyKwKReuQZ6eRUBf8emJn6IPcJUk8huaSUvgaCJ+RtfPRF/fGI6Y1TXuYrjCVa2P9
83/gFlyYT0Ohu9lJVH0c9glVmLzG0Pf+cPn9Y6NArtGGNgkdB198Nlxc6er8J82wjnoGYCHrRZ+r
J6WoQhyV/+Ju/tsPm2L7b4+SBRM2haYT5XGeOTZkONU7s8lOUpDrKQZpbZYK/ErrNkloTF6L/wXD
QFHa9QcfxRtrE7kckJGZTfQ1d+BsvA5J71YjlUGKTF/ybrgiNmEzUiVyM/XQl8pDVmDigfAGLCYE
Y7kpEc/O2YtAYDoh8+rxNub99/cf/e8v2IYWDU5TZ6fAXuPs0dtDm+hQyJOTVyjpo6dk3l3GgXH3
/lW0dSvwegAjfWBFdixzfdXnVOjIANpV90m2rmh5mBp0EMbRlvvR01bYcuLsHTaXn210VxvT1r19
JqJui/FmCt7/TX5//TB6EVo4DDc+6lVw8c8BPWoczKIhy05JouX7pjEkuxJ0d0Wp4lpTqU1bkDzu
0GQmH1z590HOlXGccve0iTz37EmXBrTnZmLgTcRDEB8IryC1gYp5+IxuqjRTP3jm652cPXIajqxe
lJmZwc6vp2vdWALVy07pINOHxRjpH3ST0qAIw8el+NB9qyzI57Y8KEW6TaooXj645bdeO3tRYgRp
SmF5Ns9W0WZODXBeZXaip+xdGKigNzZ7Fr/pO/rk8EAPFM3lfQaPBKeibQcu4szAMpLmg32h8fsA
dGnzspQjtGH+tM72qn2joXGcS3lKU8liAWUNUAsdr7rf9BT6xCZTSmp0I2akCwLpN/YMe9tvxVg3
Qc0xkq5ZqQwn8uCqaFNHZd75Fd5x4jxjW6e50eE5JaPbQEmRywgnvKz0z3WFUItam+f65VTJZ2cw
p7sSGFsfdLqYf6jTkv5sXS9/GHvkYr4LhvJnA5zU/uMJdo00Y+Xgv3zs5zmneBFjs0xy0MgKwjkK
OTDfCJsJCIUmZrtNjfv3v7LfN2os/apLUK1GP1T/LULWgf+XtVN3MkTb4IoxaDvN8GGzWrW271/q
9wmMSzFxubRfHY/3+/qD1vqmnaWqdSeM7yMlKyMKnUy1/5OrUF1n1vDgCJ+vgy1aRTwHCjekGoyV
qXmi+TH8JxdxVla5zZmDvfTrW0naIbEHo5anHpvStgB/CyJtST9Yht54YAaDwABpzHJL5/n1VWal
bXQLMdbJjPViow3R1zwxPlrR37oIOxaNPTr0Zub81xdxZyRVFOT7U6HjfpfT8GOY6aK8/+rX9fL1
DOdSHuVzdtk4ryDy1xeRrO6edOb+hK63OMTWLPaKpxYHjp/xZlkMpCsjToX3L/rWna2H6xWTwvKx
nsn/uYBg88ORjx3xhKQfhKCFPrMkB+uDW3vjA2LPb6EApEFKIu3ZqKb0LcheF+KUp2TCeFCUEZ7b
6ykVpu37N/TGMR51wir947Cz6hrOlkSj7NwBKZQ4ZfVMzZJq1aYnMWHb9E50Raq7d6mTLxkomdUG
dapjio9b4x6XS7axBwcNwSiND2KM33jINhslzsUGCpvfgpxsa4AcgkTsVC2Lt3Ni50cE5mrzwY2/
8ZA5PyCkJAuIQ6V2tjrJxowLeNXylNdZ/KiA2RQ+iMBqpOs47pK6olKoLhXg44HIXd8ax7kMItIa
cIoMY4wQbOgkID23ekp7zDt+69Xln0VUr6cPaizswSm18ILcVYvyz/GWli01garpT9Kzp7BexgRw
K1EtptvN/8FIeHWts5GA3E0ni6fuT5pI3C0Np/jGTGhU1kliHNTJpCo8aBYmd0+5cVR6zCXliaDA
X78nM3NCyE3Y6fsvac1pOv/IPbDtkL2o56yn49f3X+EijWbNGk9NrTSXWUlvxhCN04eAUcZvtpZa
iLCXqssCpSXWbOuZlThRAWrUoKOJLf3ZorUcosOGlUar2yZ7KJ4FJHGvlw7CyaKmf2TjoIWkqo++
VRUazaBBaU42HtT0g+nDWL/cs0mLOomGdoiT3Lpuvb4ft1qmOK69/pS2RrfJE/LUhtnQ6LRRfHcA
GFMby35kDsWnCP3BcU0cyXeyp1Wf4cPYzFURbxe8cKGAUuEbs07ZqCh0JNn68H0kSDkU9eoX6LhT
JPE/CeY2Ty7mt22dZvolaMfqMGajt3NT1w1xwHZoVzx1MyFxCAdPjB+sar9/ZUyX5hpJQ9WGQ/rZ
VNaoIAmqRB1PqkJCBiJE8WTbqEdzetO37w+W36cNT9V4pkg0OWKxIXj9bNupH0x7ccYTNWxjlxBn
2uaDtv8PLuJQG/r1f+f8g1SMVuJrldOJGtsIkCtxAmp7+gcLwDr3vB4mVLoogDI1WUSYmGf7VfwO
9cI+YcLL2v1IpXtcu/oAxRCyIpz4YFC+9YrIt+QyFplB1IdfPzeUUFYOFWo6kf1FcNQyzPRW1uaj
AkH5/af3a1I9vzFWGyqe69WM89gzL51xKlj5fBKx1QTwFNJDS9jWVm8LPST7rD16c969aESWIFTN
B/vCHV0EBVZXd7RK4Q2spktheBQ+YiLBpJOPPzPDVcUHD+WNwaQRBWoQqGLw4+dnlxGlB3/uTScD
9VKg9rRlbfrlH1zljSMSNQHOxoYJu5lxu/4a/6iwtKWuOKXG81iWrCEfusuRzGi5CckY7qNMfeGo
Yk+azwA0DB7gS4xgGpt3FHf3QO1m7YNF4I2BRz3OBe7JARBRztlYgORgCCNtltOITuNlURayKHUn
O1WO6AAsAqz7YECs/+DZgHh1wbORnhIi05YtF5QuCZYzMLSdwLQb4DqLjyQ4IRUGifdcYVi8l0Vh
bIdpKj646Tc+ADZZ1LjActHHcM4qM0ns2F0G+/nUOnq7W4q5RLSmSDJL8c6+f79vXooBRb3SZPic
f2s9mcg58IDlFNn0wEcPB5zR45I0x6774FKa/taj5ROz147IWgd4PbaK1KUNNFqrqsk1doOOPNuM
zbURLly4MoNJ8aFCYJzO+HE9lNKDIdAUwU55wOX2Z5GZ607Go9zGjou6MFAb9WwhUBrhVnOOKhAt
m+532mB9qkv8xfjNuyN5AJ2vR9DN2KN+E2JQPthSvvXcTc20LcKKWITON3vgJiyZJepy0pfiWca2
E04lpG4DeM37L/jX3vx8QP/zSmdPfc7qFg+Dop1gURRXkZp52lbTuyYL0aHLmwXDAba5qFibskan
nYYY7samb0p7t0h38nyDAtxDLAsTqp9q6YPvDUKGFO69eovYBAFIOqg9eK5WUy/5QnViPVQ3u6za
2vAC4pJAXb5/T7/P2i5lQsPgMKJyLjGs81nBSSY0hIpxIoii3UZpo4D27spTYgL4QJXezF7oIT4k
UxLq4K1HM/BpzmvESiisImyjvbXsHLwVP6NcKCor2ajc58qgPb7/i5pnI153MVPR3FQ9G8U1uWuv
R3yauva8AMI4YbOxggwk225c5bN/ehWHUoCLgZHrgTI+m7JG5AkGOTP9ybQxfApjRofrzsPn969y
PhNTNuOEaeJy4nMx4Nm+vpfKawZ8LWI8TaOcL2POsyQC5N4nJa2cA3Du7P796/3qIvxz4Bqaw6aJ
xilbbRod7tkFm0KTBpsm9RS1hvNN5mzs/VZDRAyjdABaVxBPB1GMbfaAQhmNMiopA7hGyub/ewdC
1gxEF4P8HoYkfUIB2GmhmVXe6NcaoGMfvxL68fVcVwYOLLEbrUwLdhmtnX7p+OkapZEiMxBlffdV
CC2+6vrGuUhGRUHSnFgqeilUaSxI8BASkosJt0D4KyyT4JVU0v/U827heGANtKQbMYXJaM4uQlzP
I0/FSqw6hJTfXKWKK3JkdFPz7f1H+Etg//oRuiZudRjxzADryfL1O+t7QrmrqutPgAoSapqpvuw9
eI3XZktWq6F8svJl/ow81T64VdriDe4L7JiWDhahRKFxhDDTfK8AiEEZg1NBWPfqO/ZFXitP84B1
ZvUeq8dEzF1zqTkGuUXR2r5epCm/JokLHBEEtYfi0OXNlKOXnFRhi4ekIIoqiAvXRsgmUHZnvWxW
+BZIrxXRLo9lLzF5GfasUogkGAM9G6j/dtMbg/nY93Et/Bgm5o78J+grjVdULVGpOnGoS2sQzl3P
3WOzgPENakGRJKD8jp2ILKG+gYvUW7c0ABtv8785O68dt5EoDT8RAbKK8VZU6OBuS+3YviHssc2c
M59+P/ZigRYliPDezAzggUskq06d8AfD1IKH0Wh05Iw9NImmvskQHHLGCevyxqqmR6WPEvEgOr35
IlA7SNyurVvb9asyAnJopt6T4k/dKc/tyZodp36ww9ByUINWA3GWeCqgX6tE94Fqr7eBmsZ4zBiI
dqHIj5jJfSa6/HMIdRZQWT/Y0KScIh52qY+vAzB4YLPZzCFvQ2YAmyrzqq+Ao0KMJfJgNHA6l989
U8Olhthc2YfbG2gZv8g2dVM6NP8ol2CRLOJXPaahAMLeHtXWbHaIdVY7WG1y/8+r0DBjLmsBkWAk
M/+KdzlnkaSGyLOMHFyf4W0yVlDmgKd9e5WLwSkPwzLwZGgqkeq8pSfvlpk59y3muiNSZnVxp5rN
hF1IWbiwrPrDaA0/jRzjgHqUKghHKu3aieuVYm2uphfn0eAYzpNLZi60PM+fNABmPyJa3TI41aDv
AeCouhoZSdXMYD8YKZKy1t5yxj8rjz7/vRfr6twRtO4sMsvFunnTWYhllAwM6hZfimBQ6m8prwGJ
MJQc/mZN0f11SEJiN7Im87lAI2wf0+s6mjAw3D5NviJ+Ohs/kxvuRg3lCXxN/RCJoUYkK7ORq791
dk1/a9iDrzh/RzX4wSlq9e44dMhLWJlQES+NZuucAeMKdAOpvaw1q/YrG50gyVCZ+5px4GxH+34L
IqaLcltidse21yAVqxFVHc1b9/Z3mP+WxWegi6gy9XBo8ZEIn68C1b2xSlXpjzDxwju1ww0T5tIE
2jglnXptshTeRzaWwd8mRI3eRQQEROTt33Dl9XLGGDgCRtKJeYsrIQJgWCVoXB87ZMzvtMEJwZWK
8GRk3b2DF8jnFMTh59trXvR0OXqz1S8tfmYVwl6OOVUzwS3N18ZjqDp3iCtuyN+eKRw/Cyb4Y4ki
+1D87BJ9G9vNsSCqJxpYdBltV37Hlc/M72DOrtItmbu55x+ggeRKzPWpdoZmuLcDEMwO3LmHtEoQ
R5SjdAeBNqIotGKmuKDxiDomsyKlcWE61jvUcTQXmM5q73fOZRY7gxqXjTfHJurdxf4DbRvivccP
sztkcqw8+GsrdFuQdUHFThAVS6Opwfj78c8EKYj9lKPw2mSkrrff0JXdwSkA3TF/KCL54gU5uVei
ZUr16/et2Kj4hn8cAH5vVWNAMkzmw7bACuD+9qJvIIfF088ZJakynX+bI3L+WUwjiQqJkN5RgAY6
eGbn7c0irg/9BBUbeBhGXbr/qdSSdqcrOhyYKOFlMCfY6kFjn6ivLGjjmcboPi4/QLYZNxhDNY8A
i5R91U7WPbSU5j/Qv/09kHOB5pQNZ6HT9IdO1b+iQxjsCMjUDHz5Dfex8igar3e7qe93YZaltDlB
6HOcGK408Y5RYgKifJRPethlK5CoOQhcvIx5KmzzRrBUWtQ2QN69CA79dKxHrCPtDksgB+3ZbZA6
gxuJUV+5k5aVKGcTf1KGG6Zm2IzgFkGpxA/Hj1uPrSfa/hjjb7nF76xBhbfKD7c/9JXjRyJKt1nF
/Jh28yL2KL7O/YuGzxFou3nXT4F+6BxlrTq8tgr9bMbKAmCZqS+SFtx6sDY2OvVYGySzIuusu07l
HN1+lotuxvzeTIZuMxiWMetbJ+1dOpHhXhENdaAdPdSpOlAyc74nyadPnZnFr/4wdN8gFAXNg8eT
vuT+oKVumRhWuVdiXS3dJAea/Y+l4PyjaAUzm2FGw3hmcZIKT4TARx31iIYHAJIY6ndIrF1Z5QI6
JJEoUGmaAGHQIRIvG1S5YUcy5Go+AtbHhqKDCbX11TSESYQ49leZR8E3mrdju/V8v8SDQLZUZ7h8
kHtPdfiD4aEe3hltmv0y4a8+Y3kH+dUye81xoVT69kpYu9wS/F6HodVcxEL+X4S1qINiBViV5oaK
d4bnGfZWG7tm5Wq9PLn0+0HkaTrFPgqTi41HiW9PcPXF0TIJHi2yONRZsvkw1QkaUP2EiOXtPXh1
QXrC800OhmR5nrjq/GmEfXE0PRs9d8QoNwCYtF1PVekOYeJsb6/3lgadxyae8N2Ci+1Fd0DLsCIT
R6ipcGdDhGTl9BDq1geaxeFe63P7rlMabxc5vbdP61A/0KrBPadF7pNOSIYLSz8+IFrwc4gxMCmZ
VNxn5qTskRG5/Vsvwxo/1abDB9wDj6dlto84M6Kp5MPHWsE8keu1wYsB5w8cFuOVpa5+hndLLcIa
BH38jRgQHB09bbaMCugtJbq2Mfsx2CspxKzbj3ZtN3O60WQFaaDSGD+/Ln19jKjLUnGUoQ6JJVR5
qjHvV1a5TAXeTjZfwALNYpqL3ewVY47lhWBzGaXpFl5pHfGyiFzsbPNZ1tXagSBzvt1+tMsCyVGN
N3ECzhET1sWiEDo7B5qcPGKobLp9k/xVC8P+zIwbvS21oCZ3uumnFyrWSoS49g0tS0jkjd4mdotb
V5pi5IRF8ojyZHhH1B63jJ6nZz1NEIUfRfv/WM8mIHF25zb0sjPYFobRCn+QR6VJaLwaSvhkOVXh
pgGK2Dm94JWq6spxYLtQcwhqbArQRTONbnc4Dm06HSlySOKiURzsVv6JCnSdb3/CK7sTLCPoZGQn
WG/ZJ/TCDrtuo5qOCJeqhyywnsC+rgHorjwOAGCb6QiLMKhafK5MDrqt2CRJbZuUd+RkwXZCLXzj
oaax8jxXdgZTGHDWlA1MJZdyVI4DhUkp4GIr4II/NkMun2DuQVRtR+1AFzBZOXdX15u1tyxBAmNd
PFrgQdOGv3CMoglRVQq2b2XS/lBQrXqe4iFYGURcaYtg+spgFygoJgIXPZ4Rt7XCCE31aBbqdKgR
ijjJIFXdEpNhOKNGsPftEuorxNy90SBiXvexslIBXPmc/AaIO3LOW6ASnUe0TGvaMeUKP9r08vdh
l7dMGyN5kDRYV17vle1JkqRSbEg8kFRzcYWFhd+YiIqQCiD2/ggZDVvhqlJX4tjFhIIMaR7fUQs6
DJpIx86fKC9zO8U1C119yy7+k0rLhSwVsTPQRHxAODiAXen3CMJPOroETehiMoLoUmEK7BLy9D6R
4R+lkNpdPyKrkcV9sL19TK/d5fQ7Zv7VjE24SJPtKrLR/E/V4+gg8uhbffDB6KPuLqzD1wEK1wEg
GEpPCcojfpZ9sEbEurFtQ2KyiIxvyghavJlZpUEHNrzsjXinZFjANhnGcv1KonNtf/DVdGEy9GFy
uCiPkZWPR1r86tFq7OqgFG360ln6XJ57a9ShKzeQZEZJm26mvlxQoMSke2aCuNYR2gvzb8YOT/Ae
s+fGjGqgwNj8wddSuSFE8/v2F7n2kNwI5jwZnXHS8nzL9KGog6ibNIgduHwE4fSjNnrjLom0bnd7
pYsp/7w7uWbn0QCGb5q6OG82+jExX18cJ7t4zhkCHDQ/bX5xNWSfEplgu1zhfWUwgvmh4Y7zxagT
1AascCX2XEkxiHOUuqrQ5uC6eOIhCMN8qjpx9AXSAoS756y3zW1Lp2Q7RSi9eb726fajv4XPRQrL
VJ0rw56BbKY6/6Z3ZVthdUo8eIY8FlpYzTyLIPmgD1CrNgwu0TAhuqHjbMJzs6HXCgQfKgNFjT7J
IFKbI57lpfGXySKGXoJ5ys4ZVeeb6SjmLzzjQmUfWD5Oz3ZYAIRqUZf5G0X90LvI8aOA5nU1AhT4
RshoZ1sKPoL42IrvWpuOzyPezYcJQU/zSTfq4MEqaVJs2OalG9tp+ujFPRLScopKxEGdWR87zD19
grfed49QkjomVVM9wkFTgyTdorgxFRtDU8rRHQLN/CiR5uueNAtZQwYgs+E1kik20yujRXowGRGj
vmvYKgc8xLNHVcmy/zQG2PiJk26hV2ACUsNfID9M9Axzt2zs/JtU+llf0JuQSmuDovtWoFS0QVoy
+u0ZVV7gFOcbc7evchBK8wumMQ2iQwfL8/w1UPm1TQ1YSONH0TmBTroIuRMzKEdEtTyCzPloTYX2
oQ6t6cuUDe1ffVT7B1x8na3FuO81Uz1lAARf1M/alCd3t/fYlSuGQgiEGdf37Dq7OF096omK8HpJ
izXz7xkhwj60bP/wz6vMRxgHpplBK8TiIsPUQniR4sljUob23hMwpHWk7/9xEdQVwS3rGm5LoL+W
pcZginxQm8Y8hk1f7krddLZTGK7dyReRj1XQFgWVZxkCNsoiOW21AFcRT7OOA/z6jRX54nkucu5K
S18LfRfhnTkWJ3/mJJN2k0GeH398wnTZhLFyzK0I++6kQE9zbDZJnCkP6O41qPMFw9bWkU26/Sav
LDxDTigwCL3QUhcZqxEhFZr3UjkiOhierKrAig3N3V04pb9tNTA2UYx0Ydi3a7vxf9sAZyEP5DtF
MLWiKmYowiLklQBPJ0WG8cmuLYpUujrBvs6n5KmtlXDaMv9CrRzF9w6jPBHdGbVR7IpwAneMre+T
7qs0LsxUcT7qDbLfaR5ZXzH6LD9iDhDrruPVeY7kOXahmyIeM2+v+T3mn6Q/+a7MsAameAzKeldJ
EbsW5mD5Q2kKUW6sAsDNlvBqfYw1C6kuLO1y7HKwGkrdKg66u2oq/GKD1dhwdAzHD7ddnIQnU3G6
U4IwmnBxK8yOWpk6aHlkyc8o1xICd40BE5Q58P6xYsbfMJ/TOhSd+v6PWU3thARELf5gPjfMvgKI
+jS98xggGlk/EUUj7VBr5fitMVBIdtEHT/09stQGQqJRPfweWkP+xvNb/ZtD+6UqjWoxi3LWirNr
4hCuc2AE4n40whjdA1up/8Rpcq8QmQj/vgeLRzZshjss+PoPY+TonxChVXjIMMFLuJ9MH8uc0Zp2
rYPLn5WCT0BqwxiDbdXI9ncXDEblhrhU7vxOyG6PLEVW7+iZh7Mlg/BxJGppptglI3vkmr09JlDZ
HkH6H61M4m9IOqQp3yZ3lLenih7o7ulHGoXRN90u6wDBs8CI3BaJnO+NXpclYlzAve12iva6U/j3
JWqVr0nVSrCfRSufAwPGC35NSelthhhT+5WDc5EkzLuXLgRTI76xlHO99O7C7mtapqQGqCnVAQoW
jqognFPn21Yvmh3Ca8a2MO1hJeG87O4yAcGsfs6SdGLfkhypKniTma0dnxSsD1yjL4uvMAbx0VKU
4k6MCG7ZZZYc4pwZfBBN4k4yzJ2mWHu0ajP81xIUHjQlC40YJrgwwOf4+e4V4Atgdk7spSd+R7AT
uie30dDrm7qDBeuPnrNytVzWhOTSBnNKhhCsCffhfME2SRw9iuv8pEWYw0pLmQ5RDM88ztP649TZ
46MamypvP8XpNk3GF22MxevtgHlxiwr6FUhUz2hUrnRncYuqthLYeFOJk+V7+aM9Jt2jKXAKvb3K
HO/PY6M5K1qQLczEbaYT508qWrsKTbTXjpOMD4o+4KoUCG2b5BBBAxE821M5bOzK6Xb9iDXE7cUv
7z0W57qjpQrnRSzJvwQ0YYFV048GHndPFmLMWGn4yhav8ePtlS5vH5M2JMkCMKq3j3r+mEYwoOBS
xTxmPQsGMw0ZszE6ZGhy7BDWt+jE4nhYeKbzj1TxWdiDtIOO0EwZp+I4XzgbA9ClYa0fK4HbgalY
9U9/KPW9g6rYQ4x2Dp51Ht4z06SsbeJ5gyw/7axjQROKACKsxampxWjYaZkaR9wfv45xY362WjMC
VGoED1ocHJq8HO+JOcEWf1jnedCiewevrUYJfv37y6e5QWFH+LIuJnpmYZpoVRnGEQ2S9qMxUU9v
iq5CHyxRXnn5EFAhlaRkAPH05fbS17Y3bc2Zjkh7B4jN+evnzoyQI5cG0MBpcu02TD+E2FXdz1aw
H3FcQOIsgW0cEVl9qpTbi18JI7RTYcowi2PqDnjwfHWJ558T4bBJryVHHiQLi7vOH+uPyLjZP6w8
1jeBXuvRhp9VngDsJLshN6qPt3/FRT+NHfj+Ryy2geNZbTdlgcmQpFNdxAb9vd9TYBsNYhPQ7MPd
7fXerobzfWep9JX41M48k1liSQaYBH2LKMqxUlMFyFmUxN+lif6TwUXxYmBdX7qNaidIRRaN/E4+
oaHEjf8DmBMxov3Obuh9dGeVLNm3CEllGxO86ncSCuByYTLiX1mCYC3Q8sOUnvQVO4aRigiuRBMq
3+uoEgrMsbi9SzQNT84YdOt/Q0XOc/tJr1ySZNFMjWE7sjRAzfPvizw9qRiqq8dxYDye14py79SV
8xylXrsHLwyraRyANwH+23BhPMJEajdFE1T7GkuBtank5Yfm15DZz31aFTL9YrfVOPF0fV6aR4By
1SnLnD8c8P7OQiL2sRd4w95++sv7ieXY2XTwuZqpX84fPgQjWIbGYB41dPw+GDnC9kHYBfe3V9Eu
IzeMdWDVyG0w1YW0fr4M9iJmQPCyjnqpGL8Aw1PZj8FJC4XzEa8uzq3SKN8lotyfu2QcnuQQPWK0
rPyGLkZKLVLfwODXs+OtKlLviC0oyruJxGA307pxBbswn6Xl1scLYp6+GwSdZdZkJSr22zY6eT0W
WYAhfbGrAStiKFaL/e0Xc+W9EFjmkvQNVLQ8ZbFZ9GZYSOsY9/mES5ijHXprdHD09XBd9WJ4+znm
RlVnqysH/DIhtQzS0Tkngxt90TBH2blBKTXwT9o4DXdjh5Bcm/j1fVsHPXZxUbpj8J2txNLLQE4P
mfSP0TKxHIzM+TbwpwwJQtsITohCJI9pV5YPVHzFNiwFetFTP226Cs1AkP7OPQj/aXv7bV+erXl5
Q9hc4XTrUOo6y0BzvUE1PGd5FKfNO4ZJyN/mZrttFTDPIKXWaKZX1yP5BppCbGEacr5erKaWPyZ2
cIrasj5YfVLdIReFUGuiBF/6Nlsb3V8e5hltA7PK5HpGG2+5nulJDZRGeOoYs9DiANWQeYq3EjIu
cRNUMfQ6IffM4BQYiOeP1YJmZhythSfhDcOn0YAasCkxJ9af/BHTddfLkuIznEngvDG2HlwC3ex+
F4ADhAKEP4K90UXX9xuphwP+B6b8kwa9r26xeE8/RhINtJWffOU24yeTvAAYJBAxNDn/ybY2Mv9C
T/sUjOhdZ2HA9Rmn4vuEcRX2m4q/LRobE3it4tfaXnEfy9ICeC+VT5TR9s6LI3ln2rF9F2qttRtb
dE40r2hPFurLD43EUw7W9lH1azQbsS+sH6wa61ITweAHkeLiFWUGmp/Uvv9cVJHyMzvUmewB4lkG
VtNBGjO34+iU0hxoKhpPs14jZbeORmQhftw+QJeRkdXAHYI4QHyEe+r8NVZGMBmN7UcnI8FOF6gV
znRGrboOPeWVxPfKXmYp0L6Izs318mKTJbTUU2TEw5Mv8vhbjl2F68d1vfL6rq7Ci3NmPheHf47P
72rSLi4Vvxrq6CSn0j9A4EBpWNf/VfdsLvtnwNj/rTKHxXerKFpaTahks/tkZbktBulYuDgvtlpq
e5g0/48wRxkIOnxGjzEdXLw6deg7y+7U6GSNhv6pbAuUZ0eMoa1AcR5a/APvbu+Ky6sESLppYt4n
SVuYxZ0/XlCptp50EI8FYD88ieBV5YUZHHpBGmgMo7cdw9L891hOS81SAcLzkHQUzhe1xtRv4TpE
p5koc5eUSuCim4HifxD+l8torQq4cnNR+sFBAXKPH8SSgxL4hhLoTR+fIk1BiFtmj82gfEpL/a/o
5MkZog96ajwPZfavoh/sHcY7lPQCwjdghEXpGdAdMbCZCU9eC5w99C25KxBgXXmbVxI0buNZ2JLC
mqzgzQTj3RZtMg8fJ5X+FDImcDggUTXfMrgzKmLYhC18cBTjXiUZ2zJ5puvZwuT0N16HqFAopESP
rtfVP+0Ae21CvNbFMrg2dki6T/sGq9N2g+RDvNbfunK/wuvg1EKBnzU7F+FoiD1j8hRawlafzrP9
BrMIMw4P8RSZ7ghJc+UauRL+SApn0j2TTQkS/HzPwRBMRtuLaKdV3WtIH/w+qrs/UGHWNJ6uhCVQ
5lDRZ/wQS84P/u5rlIPnpAXOxSc8E6BJ55HuNsIaVj76lXNrzwPiWXOFto2xSBcwddT0vNXTEyo/
jNewZNr20NVcxL/jXYZo0xYfHXt3O1hcYgpmyAs4CcHZBbi/fInpUJFstn526rXKdgFTprgVG+Wj
DajgUAV5f0oHHXx9jjJblDjGz0JM2ZbK34BBRU+3C5V+35Ze9ly1dvmsT6uNwyufGccZOk10W7h7
lvDTvrWx+cLy/BQlbfxoqxN9dRUnqmKwm5VPcOVD85VpDDKgokG5xHE0DQJOFkz8k4hKTMozJd6o
SZ3ub7/zC/YsQQRaJagDLoS3dOF8P6lWr6G0FOcn+Es6IHFpPHiVkX6fyu7tQDM+Yc76YYr87kDm
k++LWJRPqI/S6jCMco9HPIwepfhTFVjIAZjKdpWHGWg3xeG92SWvIjIgdoti+s+HVecmqDX/+00N
joE7FLkSZnlLoLLSzwqQnZ2TS6saAbg2kb0I1nglbwiy89qPZN2xqVVBLsGvWJw8H8YfwD6nOGWN
HrMdoy48YC6BtBvWxjLZtrIIfwUxzOBtKRr5dRr9wkIHWvd+Mo7QTt0ghi+e8ItP2WSav7xsrOu9
Y1XRKTeE9x8MOpHRQJxR1lXUaAX2a166csSubaq58z23nN9kEc+/NrLasgzzuDhJHesQDem0YDPV
qfN6e1dd8mHYVUwDZ71kSJGUHufr+I5ZDEPjhCfpeYgp9F/znhFK3DMBQze9q3d6q+0iPFwgqaIB
P/T3da8+5ZO1kn9cuZtpPzMMZbJCj1Sd38e7aClRFuCDZtHJzAt4Xnkx3EeG7FwZOfXBmfq/Y2bt
W6+pvsghS1bQH1feAukpRbwNHtFEcniRiGhxqeI9VGanSnYWlFFt+IoRKHITEEUOkcQGclNINXIN
NQ+eelRHd4XZ2Qc4qpFrBpWxw8s4X9HjvHKdE75mmiAcKWBAzuJmhB7nIy9EP9JC9/9nVccjFF6Q
W6+4tmLtrpQiR5V+tDGtH/XwMSoreadLyHOb1tdUbxfyf/1KLFxoiiGMoJQ05fC3H2a+apR52BeT
qKhrU4y3nO388AE4pxPCUJuJAkot5x8y8tIhgUxKTVjr1YssA/MLLQk6hz7TB7SiEJbEG1O0Dh6u
0Kbv+SLFAfXpUMFBs7B7t8RNK96XWav/wuZFe2p4uL1AX59zNigdoByzxQx39JQcrwhi4dzWawVw
/VHEx07RYeRYhVK/amHKn0ELtHu0WTsPx/Ah+miP4WhvC1n2xQ4/bZx6Gican4yW9BAbG3OAz+Pb
0AVqJ8N1xCsUcy9LILm73q5D320rmRRb7H4sumwglO4VfI3VB2UK6kMcWDj7kl9kJ1OrdDDC1VT9
tqEI4+I3IlVG7ec2kYU7JqjUogeYMRmT+V+OKEy58XSl+tw2oo1doQb9T7Wy9NgF8Skxcajj7D/P
6/LXJpnMHs9LO7trbMRX3Lj28FYcGBFjjKV0HvChYVDUh7CPTWzGWLtyNeI74ryeBdYEn0nj1OBJ
MBuK+ePvGM5R6Y5OzdQ0QjXJ3MQJipObtq7tv6NeMIi9HXOci9g2H7UZ00aj1qRttdjYUtGNEF7M
dDLLGNgQ8QBxyDIv1GSjhXYC4XiyyP3ayckOipP06pcIcOu+Exmaf6BDtPiROSCeDzXm3X/EMHif
jQ7jAwYqOLRUmElxOtA+bF2SPfGj6CasHWHO9Y/Q7DGmSfgEL2FLPbdrfV28hnaDkeI44SCw0WVl
bqNRGx7F0OBWUAcVjs78NXIzAtb7GWZi+pqrCQen7MpCbr1ETY4aglpMkpoxTnYQdhMsTPMwK3bx
UKS/dHRVxTYXNvYbPSfe2OjOiFVDm9hUdVZXyFc8l8d7vRz8ehO3pd0dHC3HXK3SdRoVQ9KIygWC
5e+tegS7lcvOMfZ2W2BbocCSaOCpj1BrrCBTd1k+pltoqk7iylLD9ME3gt9egZklIEk/SNw00czg
AT4fviBeJIO/GFv431DyjD5pQTvYj2VlohdYzOwEHNpHdcNQxtn16QQmrU/iEUqbTKfHGI50tuOC
xPAkiDyCZev7P73Sh3PfCwizVW8FkMEVIOWuouBzF8RpnD/7TSz6h8gz1O5gj2DN9lOV559u77E5
iz+LQkz7ZpAJ0WNG9KiLJmUQelEStk196iM7cY2isLBwrU616lebzkCR1Ej6X/UgnZW28xzdFuvS
kkWZDtU8JMyWomxjRA4WTWN1KmJ8efIW6eTcF4guenp5aLpVhtmV55yZ6jSOuMQpZhbPWUeZNti6
x3qJ99gm9KdaT9oAfNPHtsoO7K18Vwv5zwUtWSjPSKZJLw441mJZHGawEBNdfQpmFvQsCL/Dxn0N
b3GRwzPQsGb4KRglOiDLPK6eUo6nmnYnrbROQxv8TFTd+dDr+NTd3i1XFiL1mdVRgEmzb+Y/f5d8
eA0iOL5o21OOAPaWogVeJsOMfVxWa2n8laUAtyOzTAA0aQgsYl+vgVQgfxxOGQLDLjFhwhrdsR/h
rcUrT3U59KRb/X6tRakbyRyMUjsMpz5Gx6gpGQH6s4O1jAUyF1yEB7wrrK+GwY1cBBEGybqR726/
2stYjwsHOpJsUjogCBydv1orTsGM2NZwEujrbc0aL61sxKr69iqXiEselTp2TpXZKjQUzpcxqygu
jUoZToPQ8oOSmt1jpYzMP/R+fAT4YOPt2UcvdgJsKJnFh8GhtVulNOx/bS/wQ940tGkxUX0sf8iA
sSjSvk1PPa7jHdnjYgaoI9/GTrD60Nf20oweVDmL8+Mv3i2CLwB1kmo41YY8xIn/o7ft8LUsy43t
ebPL2zaW/mEcynuQDY9gqD837L5NYUnlyapGFeKwuZLGX/lJfABwjUw+aXssy4mwlaE9tc5wQpMz
OSAT2X+MegCNlaCVtJJHXFuLA0Q57IDLovN7/s2dMulGna7HqTIagGhxZH+KeguZSIlK1O39dTl7
oFVkMvTE9wIOGtiV87VMIE9K4OvaqQewS9mnWpm610m5sk3n4P4FXDIqFIySUjLddNYv/KIqmvIh
rAfEcCNemdhMlpEfS+5LfMfxOX70SaOjWTYVJkPjpXIH4M/8NcEJ/ZiE3LluNfR/hymP/+OyacfH
tFeme6i+3MjWAAztafL67J/bYzwov24uCt/EReeX/i4UAjvqpD+a48mQuYQZUmBJSyPrhUlCuVJ1
Xft+DJL/F1VF33JxZpWu7ZQRx9cTLp3jNou7xA3SFHL/GKwKuM4d1vN7mceCOzVPSumWWYvvh+Ab
tl4maxlNaLl5Uxbw901kzTNUy6USPEGGUbYxJPo7vseHXjj5SmCYV1j8AmuWjkJegPoSENL5i00c
xRjIucdTnYDwR+ALD1nfR9VUmfhPBOFfEzXPGJtO6do9epmUAACBHG6g4DdrdC/uHIZ1kxG0yXQy
KGc2epoiR2X2JUWRzsKD9u/nkvkw5Ga46MB8l4JyJRa7nWWN6smByGOFovwiU9ncDz2s89vH8krY
h6U105pIuqg65SIPadO6nookMU4T2I8vngMIIXJsjk5ZwuLadMj13ucKwAmM7BP0SJ3JGcTWL2IQ
SGVtfb39cy7vuhkAT9OX70s7cMlszJCsrXJtRgQPzivwOR3lXLtcibCXHxNCEDgyOlxzw2a5kzPh
hGUpSuNU6QGOox0Oe5HQo3utsctd3DXaShviykPZtESMOQtDJHCJbqABj9iGX+knFeUeLO9ofWE6
1+xvv7orT8VtCTDN4RafZ+3np6Mt6ooOeW2essrIHmJoL3etL4MD1cMAsEFV/xWKRTiYG9fA3+cP
5SzigVeXyTTqo3lilIKhJtnsrlXxrev8xMEmeVwjZl+efmg+YLGYzqBwyb/Pny/NfNQftMA6aQ4w
JA/+OcyXRrn3S9ps2lTV7pTZ1mFSgt+3X+zb9zmPO9zGb9hDdGV1YuD5ymbQIBhS8Wbxwer/6jqp
tK8k1c5olS+84vqlYN6/DWsbfL2aQL8pInPLSFffIYcwPmuBgfd2JH/VJIcbNKezk41o8d5rLH0T
Wka2sr3fsFHL3wvKGUULIhZD8UWcrGOMvIZWWqcyUbKdCTHItdo6evVytNnUHoVIx+tDDBjH8UNe
ZwU1sY+BKS6K29rCATWAb+/GPaii2y/y8hwA/wCOMfcrGOkscSBex+sw/MF/8QSw99FvhBshSrl2
S1xeVJDNCUjIrbAGji7nnws8WW9ETK9fFPqRJ6csFervoXUQnima/mc+ePrJKmkauBPTFHsf+QgI
uWGoYcgoq6qPN5Qv+ceE2w7OVRDavzCcasWDjSXSXRb5ziGIIrBvtgcNezPgj97T76rLaTsaTnMa
SwPvMLzTaQOpRlTpOMEZ6Ve0xKdH08wqHKenwIH3AOQcfLKqTzsL2/a7yHG69BXU04SoRVuW8Sax
zGRHqyb/5rSw9rsqiF+4ndPflh/qzR3aU9mXstId4C1FKF68ybL2FDPpT7XMgwpxDm9ItyYP8wds
AZaPRKHpVUgsv/d1M6IqIfuqehiKtvJ2vVZq94BXot9hgfssF1sS+66d6lWJTp2Ji3FbRX9LUlJk
zIU/fStzYX6MyjaNEY6P5XMqUBc8WBYONwh/D52/adHWY5jjFUFySPqsc5MgMdlXJe1VcF5DsxNJ
YXxQfEDaoM/1HueSyIy1lf1w0Ranl0B+z24A5EXbTJ5vh2ZEDNVKmvAlatCcd0x84WVqNd9rXUG8
RXbNQ2UpcpeXDLkmRONWUrTLsMXyb9065lpMMheZQzjhP6N72P5ksfyeDgE0lSA2XasPTVqvVntk
XDJt+g4N09unbf6Lz6IAYqrkSADFKWFQW148txniSNOCGnhhmFM9DXj6bqvA1B4immF7w4v8J3J+
ZeWIX6YTBpk5tzdHD0wC1er521YSziXnSbw0bZp/8Ax6qX2qDNuUmft9Sd72aOSxty8wHGNIMGU7
O46zD9Bzy5Xr6S1xWTw/uAiEZcF1IpKwbH00ldB6fov+MgUmiLqhtQ1lFwmj/zjYo/asRQHdXi9X
C9yadb8FtNQZr7LG+wCyaNmhml/l9WNHddTvuyzTnyunR74pSye13xYkSihLFthouJ3jZfs+8muA
wOjzbFDXa/0dYFI9witYd+5jKhvS0gmJ/a2mZQWaZPTEMzeqQNSDly7RJ/Sthhvs9g64yAj4CIRC
/oEnGEI5i+rAbKKqr8hzXhz6tKDPnBRT2XraF1Wf7fD9CLe317vY6nMH7a2PxngVvMb8e94VPj5a
2zhCRvKlNqv4CTMjCe3Ys5MvpZp/jitVvJZ5b7zielivEBMubpZ5ZSyB5jk1N/Ry+FRJpa6FMsqX
vhr0TSKVxAV0s3Z/XdncTLdokcyp6dx5X7zQ1MH4VhSlfAlHP38InQRzTCON7tI4sbjK8ETORhE9
a3zcH8YYf7cbPbxHmXpN2O2i7ONxwSnA5wCDIxnQnr/opNDbKPRb+QJfYvys9ll+5xQM+YJG8b/e
/qbX3uz7pRZZF7ldqutEzpfUpjk5FErqkiH1u9urXMRoQEVAbqCmYuNAp3L+Fe92TmhpKgpLrfkS
jFLbx2qY3oN4l3hxjtldWxTagy8knlpqOz2NsaathMrLNh+AJnrd4A/A+vM+FylDqPdc+6an/w97
Z7IdN5Jl21/JFXNEoW/WqqwBGne6s28laoJFUhT6ztAZ8PW1oYyqJ7nyiS/mb5aRFOnucMDs2r3n
7HPXmtKNcrfaZ2le+ubQnaPGfZ5q9apfp0NjiuvJyT569e0a/rxSodyhdOdQbdmM1U+u8TQ7ijrU
qXW3rnK9HAvNuIWim15OxbCGIkMnis1WvBeGWn0RZflYN9kGrhX5R4XjtiWcvBHq3M0kxtdA0/9k
y+i90VkdUSl3quAg4WvOzCQbKMtwLfjZjV0RB+t3tWyNwAVt921OxrOBRRYb6dwvwTq0mRZ2q5e/
/v72+OXBM7fOJM4uthUd3dnp99MXCeJxpGG3+rgke6laF26yGGeO2RgNeTnVcgTd299YBdqZLq8U
+hFF/dInRvbR43D66GF/wktHE4DuHFXmqUBMc0SW2nSbb+tW79KwX5S2iPSUIt4ruqIOMMkwq7Dg
n6wXXqsgIm+rDnBbYnrDZ5ffjUMJjn1BvTZqRrgabrkNwGYzi8QKkclXzd5m2UTdDE60XuuL2Cln
xxdNoZyJ0rTeOkwEF0wWZoERNOufXfbS0cf/0s4+jPLp1RxX85OnttlF16jMFgwOTl7Q1Nj9gkps
vbM8KeSTaywDGuW8Oicp0AKqlde6T/XW6qHgKKOALmlXGQxrWef0WRj3+pqsso/SqH4RQm0HKkoG
LJqoW3+l/6jJUGtz2xX3iVkI/SBXNDf+kCaQHbPJ7XWf9b54nwq9fIgVvadztxbDvT6Mxhn1d/ma
abmJwppmMW3D3EvSAAAvXQyNtJ1vH9yH2zrw4wPCeyVYBCUBBnf0SqdHi3K1mr7Kea+4cgFZFm45
BNPUafvKUMe9qafNIdWaaq/norhfNmAl4osp1OaiCOh/fkRS0U4fWLJbmLogPdkcJex/J9UWZN1s
EZ2i3yuEhwBJP6M5HWn2l9SlpdHbu43h0tgvlZZfWStXrpnOTFn8zQKbN4GFgmxV6Dh4Rb5DOn5Y
vMGrWKMV6+p92Yx2YJO4GajrYu8nKu9j1aud37bp/GWGCQ2584Oa4xelEgUu/U9v88WxK7OC/rx1
DONgxY5dOferfpOVl7123TCVdY0xhE8ZbjlqJkjePL+zB4/gts8LRjXDbIPEuqyoSIUbmbXme/qn
vM73aiU+2Nl+2Vq+vz/Ekn+9v9MENOnOUim00rlHGruvIvcwRa4vo9S//f29ebqFbq8DnYJBBncn
/byT62DOrSQviOtQ+HoACiWY/DnkEfrgev+yFJ++zkmRlxlxO802n0cNNL8P0hAKZBjlPtqQf91X
//FTnG7/X//Jf781LZSVhNy+n//zvy6zN6rs5tvwn9uv/e8/O/lX1+17fT+I9/fh8qU9/Zc//SJ/
/6/XD1+Gl5/+I6qHbFhux3ex3L33bGrfX4RE7+1f/r/+8B/v3//Kw9K+//OPtwbvyvbXkqyp//jr
R4ev//zje0P3P378+3/98Oql4vfum+qlzF5++Y33l3745x+W9idP/eamYSViUrQZjef37Sem+ufG
e9jk4MhYHYSbf/yjbsSQ/vMPTeNH1FiUxzQiN67lH/8A+7T9SNH+xDDBnsaKtrkn0JX88T9v7eZf
i9+/vpV/H27+c8EIvnKrjrcuHWc/kKWnS6TdeHOPtIbQ6nQRr9nMGQCpYvX3vAR/vczmh8APCp3u
tCLQs7yH8G/qvl3m/YXi9slBzAM8JzVpo9RZnPvfP14sKj+v/RrpnGR/MYpFQUo5curvjinG5liA
pSOJj3xG1E04xuin1RXht2mFOEbxHbUbEwiAVUvQktu3aXfMbAe/HvEDXtOlQV3ZA21nXEFHU0Pf
uzNNyBruvnBTlKvwdOpi5UQ5KLEy0ZLK58EKM9dLhixUzNRQqR6cJa6NoEhKMXv+3CrjJPbDtgmW
6G9GU5sCYYz0YSByWJkzn4upWOY3TWunCaaDanjzEFRokr0pmFRDoqspvQZGRTC7XmUbz4KEgmwO
u0w1Ewc5tKqM+GvJdUVfhXvPEVpAA92tvDNUhInMkTrWRvwZ+MawPjlwnQXg7R7K7tkgqEeAfwxo
Rvaq2dmosIZpdTzsT4XR0BqAqbNINbQQVbkIvOPcTmK/aZwCz5RlyRKtszo7xQHBlm2GqjDsWo9S
+LJz7YOXZhzk8148PXAV00A/Y6ZihDtedLqb+aaL/vYWJICaEkAxKR5gGD547FdZI6rzCj/BJ4iQ
nX1Icq/IorwF6tKGFbPp5EufqFV/INKMA51PTaw335Z8EA9aRfjuQcntLPM7ueoiXDoj1XzyHWYv
qDskmA8mCgXpJ3VSjxHZ6ln+tUlyG8O8qjjqnmuukAXBZiZ2bdx66RtgTtd4r5vVbEjmGFZNBnpe
oz8ZOoKdqRFBm7Fp1ebkvhYcoYpdmxGCuoP+sRTC3xqVqQLf2tCqK44yqKOEU8TxuTTlVN21q6I0
R9upFXJJKnVq2e66pFPKC2Sg43jfJkK1L8t2rKG6IttihqeUhXqFaGw2zhtI2tierUyRxGYVhGb4
uPtbA3Z2D9DPX/R5Mg2/soAy77Lei+1ze0g6+1omaTsC8a7qtjlX8sbTS5/IwGE4gJcgGTOYyqox
IzmPdisiM8mmakQmpaOi8MuudJrd5khan73J0CGqgDsY1Tuike0igFRnFpddxdd2YzSdvvFiaF77
Cg6w6l7JjGy82tym2oNJ175CC+jWykGJ1+psoVME+av1glQbQLLUk5kljW/PZC9fUW5W2SUp0YnN
RV+s9tBJp0q6yymhOVkEpVC9TmytO7Xcu+7aLgeIBIZ9zImfgPlFAoDrj05ra+Hc0/2ke5ysa1qG
a9fNkGgyMmUczHWtLZ69ru/n22RSY+r/1RP1dC8KaZYp9BnST0efaWPxpbHyajhXJhKsHnPOQA6r
z6rFQxxCbOlannhSUooxSLEvdOvdPEmrX1e/H5GoTvcc3RXR3i/eQHT01ZYpK+JAzHpSjrex4oHS
Ou9aZxHu6zp0gGsONbx89JNtYyrLPYZws8VGZxiIThrR2pwbJieB82uvaorGxxNwgJzczme/h2w5
UwikdkqfWmtn8oQallLvmklcNpE1zM3n5T6MWacPyONJAHYR2ULapOhIhHf6wVGvPSdX8uOq1AoH
uH5w41C4MAHP5JCUXUg1TbtdVdSxRWs/19rj1t+39nWZkf48uk5sHouhFed1ojYFg2i+Dt9RtDwO
SgpoFKtLvMKDCNa1rT3zDHcULTE6/r1MECw3iE3y50SZFuGdT4vHGOvWq10xx5ccMOOUonIuHWyd
v99XtnLphxPFv3aVTTvOZk4Re+q8c/LM7RxSdtAiK559WCt53qndoReWuDBTc/qbTmtNo8UBP4rW
LAKqTbj+c7kcN04iV1tPYc9JBOlZTboNp5omrB3ABUmF9LCBr/ZSxDCtfv9RT47O20vzcXnsNp34
Rlr/+aUbdZnsuNj0xFZcRvlclLuBE+pOVcX8QZX6cxGCCpqXIpYFBinlMAPR7dz0w5GE3c2qJouX
0gZB7l+qFxfxCB7v9x9ou1Y/fXf4PykHvrPOmE2eGofGBc01KUmpb8JBJ9BdtnyYuLI+m+ZQB24j
2BaWPD2bjPIjDdyvH3Br+4HCxrEOCtg4uZa2jjITCixf42glIqqqsVn80l6zT7//iP/2dfCJI/tA
h2Cdwor4+CpZcdye+Cg6Mo7KdrrPG+H9/1Kfs8RW6m+tzP97pb9/F9VLvfxY6W+/8K9CX7P+xMsH
rwo/Kf04ZJX/U+hbfxINZyP+Rj1KzAiN4P8t9C1+ieIbqSCwWh50lXPiX4W+6fyJMpom4zYZ3SLg
rb9T53Ng+OHm3yRzIJ00BE6cGuienqbWr05c4UNYsyBeYkTwfm/Xc+IPJpmEYWZKS1zSQJdvmqz7
ww+X6K8Txz9Yd27Qdw/9P//4+bH7/spcFTxczE3RAZ1q9pyZGFMlwfPU91UVc85Q1dfOHmInSoyW
lAIPtOZwGOFIv/cVU6gP2h0nJ/rt9RndAmpkXXFoVp8+e4PZt31rE6rGet6g1M5Lk36o3Tf7ppfe
47Bo5Tv7Ta2HSrFqQTa06Cmpgc0P+sY/bx3f3wdPJfxTNCVIfL+nW/+wyLU0/NZJIZwasp85Pbgx
W5xFXrZyOTAWQMrfWPLm95f+5yX8+0tu2DKOi3x+7siT3WNSmxJZkJIH4KwtOKVF+tk0xvk4EkKV
fXCdf73BWOJYcpCzbI3f0/Danvy0YcRTtHUg5wz7hrQ4COCiBfFHNboXMlPbK2ft1de//yERmPE9
M4vA1HTSSelr21n0lqBuhXw2+8qWKPOPFO3ECSqADf7+x+Q55vlhlMLLWSeXtN3W8aUwqqCQtnU+
5bKABaipYZnkkAk1pofbpf79J/x5Vf/+NXJqpguBUIja47RjJ1d1tEujq6DLWuqrpZEShAFI/+hl
fn1QQffQGqTzwHPyy4l5WrJqlIUoAX2U1nlf9V9zcxzG3YrRwpi0YqdgGCF5HAXhB0vEr/cpPcFN
IYgOk6XzNESzNnrM3a0k/MtiefCVIu39uB7Xr7Cjqo9iWk7ISdvl5IvjZTaaCgaC0wWBGrOoO11v
gik38ydnquwEPRQNYWBCYx/J1t4sUmWakgs5Ygfx52EYXIIEpRJ15KmrW24lYsLff8m/XgPGE6yS
EEpoB1Hy/VwDFa6aNEO8NLB8OwPGH+C0oB68Yr7MsvQjyOC/ezEKO4+FAc02+ZQ/v9i64CGTScma
2M4W51Y12yN6S1O/pzH5/PsP9uvdu21uNJmg9nBXnU5hmfSYOTdSg9lt9PYwDrh7qxa26N8q77av
1aGxDeeN/CIKylPg2RBDy87qpOHIVE+X+aKUeyKkrLBcu5EjIzi2N1WR1UNFr+ajPONf13bGobwk
BToLLfbFn6/nAHlzQJhD9CVl4Gs3Zuvic8zHPGfrnPgux1Zn6/nb15WCGdEI69E2kDwZQ3aamxB+
alegEkG0KmtZPrHyuuHvX+WXZd1mSMDiQ0wValr+58+fbAT/ma98Yr8WmnLjmnl8GXcuR7dsjANp
uu29xsP7gRjkZFDCd8kCBJYZcSQPKq+6Xe8f9krCmSakPnIM3NJLvfPYSNyzEmS0X/Tp6p4pSBmT
/cQ8Z8b9NXJDLSSEf83qqj7rifYDw6Q6hXFWjFsG6e8vyIlcj/fGF00Xk9QGA6TjL/UMFhNcb+i4
g9UCyM0YNJ/2uW2BjtX0yYX76gABk3UK+jDxgiVf60OfTwmP8Vq8Z47XkZiLLrqJGHp8NJv+vv38
nzPO9zfHEYqKh0brJv4+uXCTzFbioSpQ31rufhLDVH1ZcSHbEfnT2S0iTEW9zEoC2jBIOpSB2iqk
Hi2r7qCUaY1PFq26M310Jif0kkk/Ok5MDJspRicJkXHLJWzXliW54AgiI5GPE1ANb4YjyNdoy5DA
hOJrI7iZgkkvpnW3QB+Yd3Nd6S20dJMC0Gwxl/u0FNTL2Zbu+1RptTzrYzvPd7LpynnX6i7/Tl+w
6kS6WpTHhJiEbJdsz5ZQ8wRzaCp5E9443EmhZTeqgaRHr7KCdswsyzdHK5dAncnODFxZpQm5OQZ/
MVMmedMU+GCgohvuuZ6YHW6GdqL6Glaib57pjsirjJbfEP3+rjndW1nVqeOZ+HHS3TrtJwdAWRIe
gtO+DpSrctpVdWAQqsmsb/xgUdh2C56NH24BehP8fVQBOBogZODg+PnZyeUoBk/Q2tLNzE5fFB1M
IKNgskYw2RLv4aO9Tf2p1rJoVfN2CJGL3MQZqupYhZHv94MwLmyZWFd2nbSkRtkEB6/okEimowcJ
3pCZhY0xcobvwZ4W361FtXahwYNHlF9FeO9aV+VenyumCnT9xW4esi+Y5xSFyNy4DXrEdFHTzmWU
cQZ/QYtw1sgu/wwkFbMiGeHzfWZOdeJTakGU5moyuGr1ye8XbQWh2nW325KY7Tog/Gdx7LQ33aq7
00WGJSZo3cYW+3xQQUwPbsran+AQPLIeOCFSWUHGsePUa1BmxaxG8ew6t3MrrEs8wIFeKKq9G1NF
FWFMOl67V4rW3qfpInc0KUSD5VNbPxlJdmjN1lhf+NK1AAmApYcdje5+rxgonvyenUfslLKaHlhP
POTPI320tnD8cVjyWw2XIn0V3gUZ952t2Gfe6ipHtVqbMLfKHtDc0t51plPc63pavZMc21e+lyLg
97XS6rUgaXO5j8fkevQQOO1F6WIWV/ve+yaggTU8aor1OZ5quQToFRkvZ4Z0gsHojZFus0Q+l8Xd
rWZN5QGHdkZefGwdlcHY2cJzd8KQxjkXX72qF5I+WlPJ95k79kagaKgQo6TuNkGrZr3DTv2iwPjm
KDnO3mfBHXWXKhbR4OOIJLbJ5sYvZ814HtSOPBXPXbdY5iernnUQnVrvT6v+VcuTOqKzhmvdXRXU
uA32mJ0nSjg+CV2jy6Wy8/Oqsqy71tNm4a9jAocT6Vrh82Lim1ycxg0a2vz6fnKhnF2VcfvmpPY9
cyd6vEKfl/0kyWv2zbVcS+bN2lMLIijZx4mu79q8RauSm0zhVUuGCuoJmODrmwDPG4wWFut++k5Y
N8Y7pwR9XRZeBwyrWolXS2WzN5vcDWxuxCFk1cL3VYxcwVxR7Agw53BEjj9UUO1o8zMmEs6DluQP
qR4PyZFDS3lAbWekYVVn/V73WiuPVnSwn3BSrVzJwipZMZKEbQSrfyCZ299Uq6LuSzmTc6GZ62Uy
2vLIMdvm4c6eJ+CvfpOL+9gg7nVAAtyNxi5V1yeRW085p1REGjpjB6U+LDKW0cw+7pP/R/5mOreh
rVTFruxGzYpWfNdfsVYjcq6aQSvD3qjlddv0DKfWNEFPXRioIa15jbJSdj4hSSKazMQEKaIp17pI
6SAMbQBbxAgmK32skZwfHC+5b7uhux3BeH5NJ7s61E15kQ/9g5dZSWhXOrcpDB25vhSOKHO/xyz1
hWrnKzFvawAU4VVAMv6cL+R+Aw0w0aEAuJ+Yn0gvuVaWhhSNzlQ+5fF6bUkHnH6SPWvrV1Fnj+Aj
vqYzU5vVXY6LCvyZRAwfUm3kDP2ehn0XMjyrI9mbz0nC3K209Gttgy0OVrvL6/XRcAbJUE6eJ7a8
rJMYXIndPCaKZuzREX4bNy66qz8TFPKqptmjR5SMb9uNHVRY3YM+kS9I7sfcL9rljfruThrrg6sW
6k7p6X/oGjwdq21rREBVhzAkuUAssC8Jx52EdtfFicsEYeoumsrwhdYOvj5JG49KnoQohq9Lc+Eb
WicZpHlyQfmJbr1saPO0Nnb8ZlGuqgFV0VjN0AdwG/EKqnWUNlGzujszHGLQg6lAwUAK4qPWGAQ4
XTyjWdqYMYNxptSF4tdG/pDM9p5SZ6VAsLpI8pxsuAEfy+k9DmzDd+vmulgA7Q1zRSWcvaPJNw9U
b2RACuCZzJo162tB4QFPF9nx16G0hs/WoNVHZFTthYlGPTDrYqchmA9RZni49KfroteYnym6vGdg
MgRaVT/SrD5HCyci4W2HjCQbA93qUPuvB6qJy7WfCt/rmMuvWhuWs2dGpV6dT1r/uS7iYy/KeJ/J
uvYVE9uwSbOIVp8XMNM0wgQJWdQibboqnfIRLT/xFEg7+GIq56FjuhbW/fgIFWenWMltSf3l06WQ
fmnNtzg032AyTQFrbHLB+GOIEJm99foWp6CzIta1szCvRA5UK71FBm6RXOZt+6an4tilhXtkGNT4
sqzJJB5Tn9fOvnE8TAOTcPvIXZr06xCv9bkorWoH66a8N62hfFzjji9FTzGEkZ4WqS2At4Goj7BI
ih0hsHuq5n0764vPPfGuV97KXcfJf+yX7DKravcg2uUu1cwzbZ7umQleDGN7V/cy/yxlh9M3swKF
sX2gt+6btpRJ1EAGOayT0GkuLXlkZ3Hha52I4C0JAgqyq5XV+U50051qNanvzXJv20tgNlBzuy7l
fjcfUZpfxkzPCeZJbvICZINiXaxyutXTjoVunK50s7gqnPYhXknc2RBkZ8U8fWvWofGRrFykica6
QWDWpI+WPydp45uK+s3uvXbhS9GN88yoG0rV+bxoUEw2FUN8vZwv0CPsuwozIlWGc4h7eWvU3P07
jQvpl9sXXg3PTjL1oSPNvcKC0/lKnRZXakI+B6g/5tp1/egN1RsnGyYMop8VMKINERt04bgXV3Mk
tHO56vrlOAhvjYwRx5ycrYC0jy8x+EtcUQmbOLRq6hQluYAyrF6asmx9vbSCBpPx7VxxU9K6AN1R
lAvI47jxiZmYfMGkLEybJQ7qON9NXhZ1arFPiaE1zIV/g52i2BjwrTWrgWirF6LnnaBY669qpgyI
GFMPugbB8madYubFjdJPxjUzJloyc/xg193FJtzwY93Gbey1L8msobX35HURg7pGtg8r1Oi7UFmU
T1NrZ5dlBbpxbOOrpqniSKPBUFbFQUUU6CRn8byEy4QhtdPOGfdfYqiJVFewG9c1DtUYB1BXdA0e
YSOayu4raOc328kOyXZtU3t9sFRRI58wncNsCebdleA38E/shF5qYZGSINWt9r5Ns70yl/nOEvqN
y1jEUu87y4x3ErCtbShPMae2OR8DTTdvqDSw46yTbxZtSEfjq15Oxz5rzldV2aOGZ+Y3Fp7fWwoQ
1mU3Oe4NXeVHtYq/5rW5swYLRJIZgVyOkETcz1Z1jQO89NeqeHbEGnbG/Ni4JBuM7LB9o0UI3czd
oItih6r0hv5puZPj1ER6ZcAE2pLA4jqLqTj5OhgrhU2d91ckWlGwIzmtU9Z3I57PPMldkNUGeYgT
wbCzuO+2wBeyMnYu/TTfmraCR2me1MG18VGrF6Wi3umJQ74m7SZbKudaM+RRqRbD0V6MkluKURx4
63PFzOo92Bou0KDUIGZs70tGtwew7IJhaTBIWfGWm2XJz1e3vihsOV1NdfMGwVNh7p7nFxvkNaCa
/kQawI3jzvX1iPrhzNIznhqXrbtafYjp2ZkB3eiRQG/tIXG9V5vIvjkjOlzt7lxbeWCsHAw9DUJc
Gt8yMKEcQw2Obo7zRfXAOJAZVvkzahZ/NNbLzMWyqbMJUGJPz/S6X8bBdfxYOG1k1+4DUcdwfTV9
19QwTeUq86NbGQ+olu/TVEFEY3a3CLUIv5DNFeG/Ilib9Ys5Y+ofWj1IbTgDpeHcyRLblIOwCX5P
e6MUyLz7WJb0Zp0DRdp+yS0oalJYDD2sMqRpfp3FkxP0jd3tGLfcNl3+WojRZt6eXjdtSb01yJLM
i777ZmrlbdXjcWP+m/mq3T71QMSDbmm/Asq51VrPPLTuYjwq2lD5OsqjoIyTJRi1Xh6neb0eHOB2
ip6QHJnkFSn2S+X4btq95NV4gZXrMmMDO3bEvIcGp56Q/SpTfXqBxSX33Xous+l5qLGAITBinaMc
WVlCLxwCyOKw0uz6LE6bN2Uo5HEYvAFOa3bdDfF13WfHeRqBzSPv3bfNwK4DvjhSzLkINIHsWXNT
PWgKDfW0voooN1BZo8BF1plXT93an8EWZDljZfGBTkVLpWA5IrfHp+8RrmP92FTK+2p17kYuTi9V
tyPW2On0XZXxNctGU2CzzMmlMXVE9MSHdNb3DIbIe6h5YbtU9l5F5HXtzjFyBOUmd+ud2y9PyTQ8
NV7WB/OSHFBO7VnNkKR6mQ8356IZ+ttmRBaDpeTCWOPIs1BkE7pksXlR5BRVejd6zkOTSzOwVnHT
qdbnpfauPaTPY6VqWEu4TIrryrAc5wgH0qO5Ko9a1qnnHYjA2U3uOq25q8YFXdGaPatTtzdqnrvV
Mi8mQIJB0+tHYXlHnAeR27WXUhUEP3GCYavepQNGW6VxduYo9rOUEX0MpFiDxsbS11eu1ehaYLv1
cqELa4q6yTtkVXyrmXUSgIEu6JjEBw+wpVHNT1VZuWFSapHUONQSGM1JWfs2tHJ7dlvNT4HzRFAg
W2RaSBwbXyAp5swKTMHljKoXTdjl82zvFEyLY1BYs/fIgXG499QYJFOnKkUVKrIFQ6XkeYw2BoDz
emWVFNB3dibYppfBK/szq5jSy65XiltEMt23vplY/BTRUzJ2RmZc6aXA6aJlg6kcY0nPJ0hgFn6l
k2M9KVMlzxTIYleDYSfDXpOOfGrjvL1uM1eNA1XLlHKXkQZ8g8MLnJbQptg+NEZZRkDXCzfkkXK7
UO3nMWpH7aGZ0lG7GK3BebDJUrjBzJeEY7Jcr3r8gPjsFt23+iqlNMPOfWG9a4N8eTXEej07pDQA
jM+PNnB19npMqSVaCnV4xpQGtUz2Bj7fxubEm063ll6NO4d+ltJzWMjTy1hJHqSpAaTlfUtZ3sUc
nst1vNET75ZGcB0sAkdm5VnXMi1pfSxNfqmjZY6DBEjuK/kXxXWatxEJYkWQN2qAJRuNTWe+dsJ1
Iqxg86FkSMza3swmv4QHTVW4dwNLsMuIOTmuSHCi2pbNdVOL82mcPhWEQfl9p44PwtGfa7d9QslI
E66saYW3qfOaS0IT5mYL14HJcJ55A5W+k35KobHRfRTqdFaxlvhlbz1BkSvvqzb5rFc8sNwbjYXx
dAxMpTFCLKHgfKe8W4Hf14NL44CUIALuUyNMJxQpVVKfOf10UIwO0plxPaxNFqaSnFnG669NkTf7
hBjm+xRP1HQxyrF+4VyWvHa1cG/Ktuh2EhLbXdLqdHYzSar3oFjMEuY7GpQhgLxjOtvrjZz6JlBE
suxRz7Oe5RonqTzNL9Q6se55wF96IW8yqvnr2hN547teU0R5LZVHDsJ0XGMGO/fLINYD2yJcFTbW
h7bijFeua37jOONydFbv0wre/Yi17SYxCAfjezhvzLpBKuutT4oNN3ilaOsjiHXqY9lwoh/TIo3m
dKgePajdFOCVda+B2wB8oQElY9x3kEPnhdKy55t2RceIOt9+syZregKjZfjlYD51OHPPSQ0qr/Nk
k+VbMr8sgblRSjBFBxEPRamTcgvlPnfFNOIwsxB9zn2kItA7YCB+y53+kq+FCdosXhgzl6Gw2tsZ
K+FLm9J94onZVdKDBIW2iFSpHChr11aHqR7Gg9uU1VkGs+Osaa0J8OUS54Hw7M+6NugRVpoxoJTS
dibB0EgJ9DEqvKqIkAJHGa0h3+yWLQ3MdoNJLvYUjMzY1WW9J6EtDRq81MdV7acdD2CButGbfMei
kBFu/3le5m+5Ue8W14ijkloxKEddj7LUMAikWvp8v0yd3dwnW7BMWOm2uIQUQ8fKMCb10UQi5et6
m5El5+XPNEkWGiq2KoMNMHGuZ1Ldg2+lf6YsyP+G8WYxqKRLyy4PUxHX4QDWiggZIafdpLb9GYG/
TiirGeBqq5fKoUE5eCUquz1inFFmv0mXZtfYRhJAw0zuHbWwLut8vFAqHQ+5YZXPWKjT57rPLRyu
/bwwcnPUFz0txA5RuvEOskFjSICgGHZmJl48L0/NC1TaJlHCMbrGXPTaW7t1mjkvdXnYxCOFCs9O
YgZST3NuyAW9rb9QC1IuyqW1DYi7I8LC0HWGpmRJMxXntlEz4mB8rC+VdbYIQadCoWvN8z1bY5AQ
l/KyqtOC3rbFZ0/F7SZtfNTSTDSHKR5SgHsqvd2jNmiZ+T4M88TTO+CBJxZxrcWXnL85fzY8wV4A
NNZIXj29zuSFug52dpirsU8ilbHCU18N36cSNqvd2PN4QRFxWzVgk2AWuVD1D9TaqrbvutiwDuwV
dsMRyE6ye7Uy7VfEdvZNx4E/OSO+knGC6Io+P1CeLiYFRd2fjSSwuLflRJF3ND3gITAj+mI+a4Zq
+NTYJTdVXdj8H3KSRj74i0RfQCPEQUaZ6nIRQbqMm5Gs19ECH2exlNWV0ZnyplzGXOyMUTXO0mmy
vYBMg5jzFX1H+tmiWtRX0rbUoKpUt3kfdKU3r5HvmVWUW5VpMSqz1CQECKbInZDN2J3Rlq8mwmkR
OUcML0HHsHMpdHqm1iuORhYPGCvpqoZC0UOO23ttVW4XokKhmnavlePsDX3ee3N7J+di/tzktJ89
7U2BKFI1/bUo2t2Empe+cMty42ndGeklUGtot4Zun2rnfNvPKVVtOo3v7qCuUeHM63NfZiEiwdZf
erehCKJ3x4mLfkNE7N8cDnK2wyWn4bId4pFUN63DUfOLSOf/pu7MluPGsiz7RQjDPLxi8pl050y+
wEiKwjzP+PpaCGVlSwyZ2NnWD1WWysyIUFDuDr+4OPecvdcmAkPUBcZGYSv5nOKD3B6UBf5b8y22
zO0gjC9S2OlXpT6AS7AmPxzC+pofUW9pmad3CilhD6JUJdtem96wAvPojoD+1lTbHkeoCLlzLRv7
kvdKWpiBI8CiTem1jbLyr9PBsrKNimhXv4xZZkIBtwZ2g6khY6JFCk6OBuQhbhG9zpVjb4jFGzLl
kIDhJB7Ufd2OOZa9bB23+tIoJ+M2aWMO9KqWNiaY1o5zQQnHzFgNUn1PdyezNmVpzuoxrpM17rMy
NXTSTRUXnjLWunEoYqHN7BKATe6zYMzWV4ZhEg9G3graddAPhr4lR1kwIEMhMQiKRUtP0hCK+mGs
RKXc8fXGy1YaZHkhF6/jfRtGjWwMtQpTWNQc4eiXdSenFyrmKbzrsjlTjukkshVA7OV/Z3YhkL0i
/BxXqTAWUMAEx0a1gs6fCquNAAaplcjuYoamXTZpqRwJ0JiV2xTahXSwOqwMWzHOlnFr5hqqRvvH
NjGYSZ+/DLpex2e1VZL8lNaMdVxx7NsqsdEqt4tt6bkonAA+y/GWPzmggdFE2QFwEGAXoHXXiIg5
YclGOu8JkeKRqKbtNWt46fxmUDp0zQgVxgdgJJanNLBDbEuI2m0ucAzMMtob51SsiMeZLETVy/hQ
d61k2kHVEn40Mr0MqTuvlrCId8zivlvG8sgjlUMWBfihbpT5ms27O8SqfiignW7zyNI3yBVW5cdI
L0fRus0K6vCiJSqdVmhURyKzeiMU6riLWswtzTp8J+er4Mih98q33sTEyMw8eAoKuZXWtlr0lLdx
NPrtiHKHU36DEZkWNLXl0HTzsWiqiKIuZi1orVIfMkOhEQT6w7rKp3nayrHZcuiyEo1jCOgwqDRz
Qg79TOWet0V7t45V/B7v09OEaJxlrpjFO+TF2esb7RgGafo2hdJ8EcCHXoY2HuPNaKbo8oUl3C2i
eNvLBZofHAk+8gydRk6GG0bO2sCZa6v1oQ3Le4C10NgmDmQbuc8+slBIAAwG9a3cyJxqaMipfJJ5
GTn+NS9EpY63EeOTlzQuRiK3rNbtChUOrqFlki2WAtd0jiuq2Zn21tKI6nZplXhfSMF0Njipng3W
nYNS+VEtFjkmXKCX3zK6CAzODKi2TDjm+5RB60OENeZChO6TMtLYgfhlevk0BJcg6KvJI+kdV3wg
sjMANTfkojqZDWkqTdmZ16nVjwGtPL4ncc5SppNtOuwaq8OuoKfWG3nE3Qb7XnmUxqK9UgKxxyUk
D5y+NZxU0brb1dED5GvlYFT9W4Pp1kNWuDPiYDpCQYQcLSrdldUZyh55EWYZvu1XIyYq15VqefbS
plh7pIkylD7TRMXLNOgWGHwU9a0H/9c7+A5qyWvTnBWWjvr8WhtpgrUAby/H/iQ+WwzuniJ17p7G
DIwvRqILOQnKSZEW/bpXmAxRYBTLXmRybLkzI7OrkVLEb4Vi+KZqdXspAEmfhabfJ+QoCoxSRmNL
Q4GuldYoNIqkBGm4Q1yF8hzVi2l3M9wvpZyLq5Z85G1joAOwTZSOiyP1SbrJExEOD0KdkI1niV6i
QDd9IQLNaHfMtRnBVhX7qtkj5KqwJI2R3KE5kw9LRM9QWsGFZpTLozNWmkh3fwwlbhXTdEmjMG4V
seA4gHpzw0DSYqgXBfIGvilndkPIRCcci8VfVLE+YU5o3ow5Ua6SdPjoxcKqOSstO840oWOUASYx
JRfEXZGX067WKUQ1cl4PUkwvK1hEbaPWYyzYHSTdy0RY6XPVVrLlBkM9n8jd1G6KcKTyaKoMo2xh
XtHAMQEBBVvgNFvOb2CDxB6MuzjdoAkR7ma9wMzGVIzyFfcP6x95hCUmfp3FymMraevJLdCUHfzk
orUnGDQ3QYwCwCyTbGc1g7Wtkj7Y9olBhy623MQUyz237C4tIqgL+Lo9JaT3KOKeughq0LoRZT8n
2jZJb3tllJ5GWERXWhoPPJvliD6OLl/Lk/WQAsZCP5PnyYbcmNj9OzsEOV7kWBT4nO1aeZvGi7IJ
orQ/L9VKoc+zgPUfWR/KGLTf8rT4yJJidJq671+HRDau6lKtW7vqUaAabc/rMNNj2D2RTIIqyCTn
h8Imyfaz0fpmJg02w22fpL/tFBTDTtPDhW6ptpflsXYUg0QTfHfPrZwkHkKS+zxP37UOmUkJmV6a
K7hRhXgsNatWKRfQC4JXpCaqV0iAJOedL+RrfSMIGamrReXQV5mOKafx1l6m6IZWeHGYxOyG0DF7
NTbpbtlynBB6xpFgs6w9YfAsVm3myBzmwhwd2qaOfWsYwgM6j44vgj2RaFcewDk9rGxYbkHfwGFl
E/UGFrGTjS1SKtHywl69M8TkLUcv5mP5CV0Ggh61l3TfERFGqz3Z59b8UrVS65lcmw+h5HkUK2Os
Oroy3y9mNRJdE49IBvN2mXM7nsxoLyy59RjkQU7D0phjfkJK2CuHnOBbM+Bg0I88yexaK4RDJnCs
LodRuJvaqtvLPdjakMez3UR9Cp0hj2jCT+11W5s0lIC+OoyJo4OZGgVmMCxjkG3podN2nuGEbOgp
cgjh2OUUpoLyzyJvNKnz6i4WBeRKbKpekeWaX/IU9NVFTrxZyA23ovdyCiWdXjAGQruIpdaRWsM6
wJDjKaiF2o0YGPNxmfv6Xgs4xOZ0Kp8EXdjNs7Av516U3SEpyyNdbEfsmpe41/Jz32vWgdjReE8u
r7StG6G9D0xVOjS1aB7LsK6/0TwWD7FQhwcYQ4Md4IJDr5yI15iOhMBjP2PqwJiMoU9YOFqX5Ntq
RkRomWvNWC4xN6iSenNWWL4sC1rH3ELrzr1eCFdmzNgi5OB/VwmVeQ5QnHqZRC8MEti0xmpl5Y0o
V6+m0hbHNuNx6LfzUG6NqtS9GG6/001z92Z1TPkzRNU2hzu251w+6BNHr9NMm/smHCMmw7A7a8kZ
aPXuhYFW41oyMgEqBy+opdQNRGPa0DOR9uQICoBV+QRFgwArGels+mnWtnt9miwcg/Ns7su0w2VK
TfYys9NMkHoK6xaWBnmtSZVPbmS07cwkUyBDmcxgJ4+zjlg7gy6SMXce2gTutlhrmsegocSk92Fa
jTuIQ9radO7Ew9QI6j6kpyI7CpyxezWUxe+ROYNAbKjJhjlSxftK08Goq6pwX8S9fGoKo9kDv3ok
FCQ/TRyxLkqiNfs80MsbIZ8xS1dhrux0o+4b2ujykjtkxFuuUgyc7MVpPtHazzyNgyG57bTxy12m
F+zy+hBK9K/DZlBdgqmwnOorw7/UquJ9Voqo9yx5Ce6juku/K2lgMVMReBbAPM6crhNZNq01JCz5
GHKITchNcicTyk4oZUMj0o3LWqMGltpD17bphg2Nmi3TFjRgnBtHJL+GBFpuIdeBQfstGoaJfnZf
noWI08JdPrL76TPKOCcQFPO6pqGHZ3eRGulBRVNB8YQBeG8ClHU4kevKVi5oNIiEHnf2FJWMPHC0
wnuNhkqaHUntww+xSwbmolCAgUyke1kppDelHet9R+JJ5WoKOMZAWY6VxQwwzIbiVI5C8Cgvy1s0
FSYTeWbfqcY+NsbxMU2N6UqZxNQ3KgFDY6Svp2S1/Kaa464TIXfVVnIqjf45ZpHTTZxi2YnLaECY
pJlePakpB5uqynMH1VVxraGYCj1EaOx6VNtkJQq1HZPVsM6VEji9clBupDCvSSmc85LPRKg2EiRT
tQfdeKeNF/tNXWxaTRu9qC/aU5YMjdPgz2V8hUUBSTaUQQl1S9Jolo/lPt/JHBocZTLfLSNE5ICY
cpPX5JglghTurDIIW5eIsGZLO6rmBkIIwWFXsGeyE85cb3RE6PEO6ZRMaE/HcvAXjDh+GsEqExa+
JCHqSO9giiEcoNzkd4Rei4Wr56Mp8ZvFaVGl5WxaFXi1eg6FZc++yozWYHpMBUXTi/moyjDIhsZM
rtYUd8muDQtqdH6PHHo2aQbIeS3SMUOiwoEk3A66ojSuJo6DFyIs8Wn/Cb1TjOrNyJjRx2fAfMhQ
EWFN2ssAPUHg4b+uPrJ+t5ywuqeliMetpFQZhYNZjHbRCtUT7jkGqvhdjadGIwIR5cScn7pASw6j
OPE+KPoCZl6cl8NeHFxhgNev0NJss5keaI9nexfTgP1SdImk8lfJJSodfQXhgjo10IDz+z/LlSE3
qAORDj/k9IvZzJMz5rqe2DTmEfWolAjsWeupszOC3QwI9ZVhvcEguGshTHYWp+DtGAQZK3YqELiy
G05ni4kk1VgyFam9EMIpu4TFRcJH3hEd5KZ9mY8/PEr/EcPjrsz59RnL8QvO4/8O87H5KFdARvv5
j/ofSPhAJ/uTnncliPxC+DiVxet7+bPt7+8f+OH7M/4iYmiFTSDCx+UA7/a/fX/8Dmh+TELIfjHu
AN39t+9PVf4yNMnkpzj1YvcwUe//t++P35KhK6GAx+rDNF36T3x/RC7+ujjXQBDsSjJZeRwKVMJB
fl2cGGq0ORjmwa7lS8se5vaHi+Yy5PAjJ3GH7Wk2OCaSVnRrOuKeDcMFp7YxrpfZX5J1FmofmIzK
tPWcjbLpvKGxZ4769r73I3JX/PFp3mr7wev2Y7jV9L3Yu5Npt1cPTCfsfJtvDc/EN36EfGSvIAJ6
TvmDOG8hINFxje0SubCdnwbEnWwpvDFC/fzBZXeafFRn4Yvm9s6l511cCOn1LDfbRDsSMzexi8D0
EF1QS+jzsT9wfOntB7TdR/FKvmQ7kY+j2YMv76ujvpE3PF6eD4ILRdJjrPuobpt95slvsR94/fZh
dIRbxVYA43DEQh95jVhXOQa+EnuxYYs3w7N86p3evgRO60nXCKA1+2F/eXiw7NNh/ZvZaY7ZrvVe
VKe0USUemyMzzD3qO947vRL7yb+7C+23yUVN5fZefoOUxk4fatpV1LRIew/ihvEyX0dMRBAt84fI
L2KX/jt/3Ets33Gt7GTXuR3/bHKNd8sWbNCkpv3WPCtuekOAqV0cczu8mq3Eie8lubgBWxojhoYL
F46ugbpHudTvy0bcVdvuAPESvFKJzokX4eeO2iU+h061oZdtS4zQBs5uSLo9+RpBXd/u+aWbzDLP
zRN6cJcS40gAtx89TN5sa67+ku1R1CuVvypFXcNgyz/XbpadwW8IrZNeqjcVea9q9x/VNc9D9UPz
UYFu+k3mdu965cK8oG3J10YH/gXf2doPqN2Z73qY7OVjOGmc1DerZHGDoO+xoB842OK9wqfhwp0G
Tl1e8xLupgwV0I6OabQ7F9HuuZl20fd+spPe1sFL+aHXHcSd4irH5nl+GTntyja9UgTeVr2NsDMM
nIlCSGAblGfGsRW9YXhcQsqEK+sCGMGtNuZjdYqO8km5bY7jpr/XjbPwZr2Vi+iKyHxgFYiOwl+I
+/QqcoXrkr/H7ImdAglWeizJTNR8dBkiyuUUEYydT7ZebcajsSsml+mrFHkqHZPCk6WT0u6YvsRk
VH0vaI4h6Acmo/nVXf8KgEM7dtdMtJiYjPO+790y2kKp20fnZJcctZ4fCi78ke4bSeX2+Xzc8/5r
By2UK7AFlOjkkVU9CaVNAPbARMuJa6f9rr/op/wQbaxdYCIHduiG7jEBssDA+ceCp723/LTpShs3
gonsUCZCAbmUC9QYWx9dqvzpiVVHERo/Sue0dbRnBGJ2cCu+J77d2Qh4Nv1WPQ1Ig11mdto7H8yy
Cz/ye/88b2XLJj35IPK9gJUjxsgNr5Tr4F7wU3e9g0XlfmaS7AKZa994X4GDSKV6Il+J2cjwFFyS
c3iYvulUeh/CG62QACUePRjFr5ExbIrwsQ4diJyy4krb+VT4quPPHpnYCId2i3td+drhTbDbE7cN
aXPf0it9j9dIfy1cyU4/Atwcnjg65nP2lgt2s5Wfz+HJekUQTRh8cpZvlHNs3SvJbpCfl3mHUvWi
nORn81hxtgRjMvb2u7iTlpN57RGLtTGfAls45cfBIaXgTT7vlJuN4UhX0XflyjyTDOjNt8r+qt4l
29KXajw0N8B2KmLUHtSGD9RcMaONtqnLtuy9vkbbpHGsnWjfRtvyvE88xXn0KJLtq9n1NESV3rvs
kg3gtN/kI39li676VLw+K2zmpcy3M/ud17ujH732bmGb/BPJmbzJy7aas3jj8Ur2JeeqsJuHNnLV
62XPRwAC6OS78oijxjOvy53Iv1Lxs6BJHN1l/m3x71gbxG3ZlbYHRVbZ/Ho80p1AaLmNa3SaOzq1
6Ul/TndqsO++M2HmL7Pvz8bm73dx1T3MkGoO2aaysweGeeyLVKccho71kZBVmUUe0UT5nsj71oXa
zRB1cWZft+ue/+u8fMdfHq3NgOiEOJy223M2CK6z3M3sTtr0s9+7/Ixua5tMw8XhLuRLsTyRY76H
IhNZzVe88KxtnoWTxGewVDeysUBEG1ala2wkD0iZ8nqf2Mn+1tl+F3ZF73J2Ppj+/VUBKgkXPlib
V2wCu4bnpnGSrtLRmc8xl6j3a5eOz2b9b+cJF6NyhBeesbx9g2GAHd4Vr2nutNamPfKmzKeCKzke
OVYj/ieg72TVL4yNhG+cKY3OZQIXq9eBd7FcjQA2O9vM8fUQbtWK55z2nPGWaVNBempNvxK2yrC1
XKkTEebudUv4USj//y4v/zcVjmuy9R+AEX1cfPxChpPWH/hROArGX5gIKREpGzV9tV3DPfmBhqPT
+BcCKlgocEtlg1i3f1eOkvwX/nMs/SLYQBVPJuXmvypH4y+JgtJCNMSoVeN3lP+kcvzkk6ZgXf8k
AEsKmVjQLMRPp5qkm2AW59FJaFYlB2fx0MGjM3xATq50F+ivetYwf9JhbMSAQWhuDOUhLpLkTTP7
fN6lXTsWX9hRf/XR/XhP4DIoYw1+EZjwazFL1lAtylN2Iguhus1J936uxjmzXF0N0hfLCsd7qN/W
k6b10lchL796fP/10mucDI5xIB6fiY3ZKAuIN5NTUTFiC61CO445TDRBjsUzEIno7aeFgukF5HTx
Mzbjdy8ni5hNIUXg7uUU8MuZUsknpg1ZciKkPqHHEDX5OxHnxUtglrVLyLbx7c+vt36b/+cM++Pj
/fx6rLifz7AK5qGGtvpJknHxmYw1d3rdihsz4W///EqrAfEfr8RBHio2xxJkfb++EsqOqpyX9CRk
RXdK0AHuMJANX1iIf7dQsCGiZQGbBALu04vA2bB6vY1PpdmXSHcS6Tvdcg4hSZvt8F3Vb0Q0jG6T
6fIXn44z3T8/HcopcQ1FI1/303VsU5RbRRidIGCbCgWJqvhKOoY3JqaXGxhew2HK8BTlqS7cBElZ
G/b/w9W1pHWJqhr3yac7hNDmOdXQ1IdpKXpVE4+bcISC9ucX+c3ihCXDFgPAVYXNtl79nxoeqWZ2
SUcwcGzG2nsvMpVFvJlcpjSNTjLVzfnPL/eJYvr34pQ4EuML5+U4LH96PXkyMRxrWGOmpjwwhxee
Stpy5xLj78WUhenZmvN2M6/EQkZeYuuTwgXjXYRX6P/5rfzmNuF2XP/DbUnI36evdygGds0gPHV9
hn6qylQ36NvC7q1y+OIa/+aVFBBxTOAYyRCz9MnH2zcwsfPAwMvShU8KecZMhhedVlryJUh8vRk+
3ZE47TXYEyuoAVbPr19nXrOToWk6xmIs3dFcal+MKjXfKitd+v1ohPqDEaAdBU2Rp6+BQNodvvZq
fPnzpf3NnaPyvOGTrrFzaMl/fReTFmsFML6jXPUzs98We1EFKe9ULWnl5eICS57eK9nlWb7LM7X9
grLymzUNhQQiCM8V4jc/s7PyJUqMQUHnHabmVobCx3QiQsaD1cEPpCLc/fnTfvJp/72mgcgo8CrW
GHAes79+3N5SsSBY8lGV9Nq08ybVcqc3LA7HKFn6p3FQpiM27v4xFkxpK0ARfSR7/SvD+O8u+s/v
4tMqY6MPDOgUx2bqqmt5nsMrKwnQKSayfhG1VrwUyTxs5tKqNp1iRds/X4TfPArUldWxpmCxi3zu
TekF4TbjIh07RCTQAGUNsVHIyP/Pr/KbO0nl0YbR2lgxHX93yH7arRCiBmJVSUchEDsv0AZ5Q/qx
6LRS0X2RHiP97qXAzYJ3okIDmLhe7p9eyghBPGmDdLSKJQGtGM0GTeooYvqrDCYWlChkeoacfBeD
N3ALtU2PWiLUVO+5Vt8ZY1leaWqtXJHbk0S2rDXm/MXFWO/lT/e6CuYX+othkjYrflp2ZtFGpFFP
R6lq5uPYtKonFVZ2lmO8nHMYTTcLdsQPwIPVVwt+/ZN/fWXIO6qiE3FL+UT84a/XxiLuYqgF/SDM
cXodZHHikovUezqC/o1IOjHwlBnjaWLQlCji+cJ7wBesy6Vv6E0R2JVojl9UCb+5CVE0w0SFyKoo
lJSfdj5l6seS5u2B7n3mB3PKMDiPrds4B6sPvjO8aVBkby1pHtxFGiWf6e7w8OfV+ZuHGwBEhZYv
9SweRKr2X9ZMgqjFKgvjIChxe0KaYBzlMAiutLYR0E4bxY2gVupmSjjOTowZnLxQirNeokr44o38
c/H+fSUIM+Vi4J78VDMleNYHqVcPAfP6b4GuVW6oTTtoSZxKmRkjks2nbhN2Tb1VQAZ9r5RAeVJx
3NKqUpZdJOr66h1rrsxxVr+6s36zemQeUOtJidxX7fOdhRsS0amuHLCfhMSO9hFt4XlWdzKzJOCy
r4G4ZB5FVrEOHQNvZsd1AD+UhwAHUk2Tc5g5qP37KHf+sXJ/rtB/c0AiwwKANqnGKmJH49P1CtUO
f8UsHuC4wFxWjLw6L3HbuFVH7RFWVXZDxnzj9H37irwXK4BZ0ksbyvkSkUuufFGZ/G4t83Y0ToZ8
jdSfn1A91dgmcWQoB3KVw01jBLpkN3CL7X5qOm8pu+pOxQx6Mw1C46pVcSUoPGv+fEn+ublwRWCd
SxoqKbQ0n24n4P6q0Y7yQRw6w48Zztsmkmq8ALWSPveIvHej1D6nyPW2f37hvzePT5sLUHSgJ0Qu
E/Px+WkaF2ovZoZ0QBtcb1WhizdDiBUKvZ94yRpLepEmMlmsPGJDJrAm2E1WtjMSJrcyl8fNc6v7
Ym/557UA9Mh1sDSQUFTin65FVghT0CzJIS7L5VVsJJYq1CJIVGmoMvDtdAa0BiXeVg+a3v3z5fjn
c1WTKJbZTbgUEk++X7cUckzUVLGSg4me+aYboxmfm5y+/flFPpGQ1gqGV8E4IrGHct0/V0xajBuy
XiKM93N5NeuYb5qcxO2hGWI+n6H6Gcthk2QoCgNgyVCnSaKZjQhCcYZP87nsyCrChleH3p/f2W8u
PY8aJm8Uzjz0rU87KvAPsrt4Y1wdeYsfML/KVYs5zySTkVcYqzmK5i037Rdb+XpZf12EOtM8TrW8
OPyldRL489Mf94EZFTm+HR00lTuVJnSCaiSNDDFAWcWAB4KQBTeG01envr+PdZ9fGjsQp114vbSG
Pn3kDjKZio7s0BC5fFRq1BP5GHeOlkgPbZkOTqdLtZcvEwzrGnn32Gi+JsyoazlO2BW453NT5yDD
taC7NdT62pKK5bJIWnPK62Fw6iF8b7B59WOi7GcIix6jF2wITSt4On/7Ra3wz1ocZKii8jykWqBg
+1SVGk2csacae7le74+sQQG/RAGcGw2av6fIS3j584r55w2zvqDJkuEAQhTap2+O5ZLLBPXsJ9Ak
yOPM2odKX3zxgP3Np+KuFGWyq8h3Y2j86/IQY5D1QqLtc0EKzgNRXUz7GfY7swSvivzHSLj986f6
5wPdoNCzFJ0bdN2P19//qRot0rGh6mj2HZgV12qnwcsiCUumVshffDRKlU9rnx4VJS/tQr43PqDy
aQGSjtlPSaZ78pKqnV+HGoBFqPzFo1joM3jleNAqWw/y5VGu2LnshUUne8aoDMVOh/51kkcy/hj4
tcpWHNNF3raz3ID/nmp0UL0+J9fS2MaMNgpT32QGtvdd3s7lt75c8g9hEtv6dlZlco5VdPlApupM
eRiR3hwR8lvvLeCFyDWkqHolyMEAiyPrHWQzM0KqM5J6995UvUFUfBD1o63qRPBABcL53pOCgsKu
lwHTN1OueZa6CCFO3Cx770J5wa5Qj4wZTFye8DlaVMb9BMyTrIcsPRviYqaM9ZT+nZu/+U4I7wR7
whgG/t2RNIA+67PvbVVMnRsps/5RGmTfcEIVv7fFJF+UeCQbKaoaEDYhMLC3opOycCXVLhXql0x/
TUpdRk4riMGLmkszI88iWzOqRjE5FKmaXvosg4FkGKpwt+L2ok2QZRUuzBicx2FJ1BLNLNoFTM4y
hjM7DCzmdkKQcPFKAhQ7sIa7BAcEIQe18NFw+LnvShWlTzTpFiu4miXIOUXG5AQGR6L7WdQ8yn1f
DK4ldWPtJxF6R69WAyQ48hqwhLM3MWIHDx0j+7wPtO9KJDZ7ccj0p6ZIu9FVeFAi9M7RFdtlu1iq
I8bzrMEHDyuwrqYyHkpBJbq0p9u7BjmidkXxGtSuIehVz8GpiJiFFLMF0pLwCsttFXPctm0O6b6r
cfm7pRKjaNBqLbjO8XpEtm7qcU2YQiyf1SAXok0DJH9PKOOwoO+dGRVCsNFRWFcN76cWW6gngU6e
uROlaTWtGZ24fmJFbxO7b6NiEwmp+a4lMprZouhYWzgMsNtZWTE8cDMwbp2QZkCL0ZoW7WKjzjv4
XPkzZZUM6TCtg7deQ+rKJwiZpebxnO562Wge2BqnidD4SbnLCyl6itoa6lKKSf0bUVr0pLWoVm+a
TJENN+jKuHfzZZ5mrqS4rP2qQktZo7N2O4qq8IzMi5fv06hGlKdn4yEz6wzLWMypGXvqUKfbcGis
eA+GlMCLKE1QAQptT3ABkcjo30Atzu8wP1qY6nlGKpkUlqQnAIwX7MpAIGpnTYhcPERkSAqREOGY
b1lCPfqDuIw3IYZgxn5yiXKOnFl4N3Ojjcg0mpxyKR+hAjgVsMjMyQCn9249dwFhXlWJY7II0+FN
J+iAZBfViF6MRSN4UIJiIQIQG8KjOorLxpp0Ea2I1gXPQLtScw37yK4rSsIIOeDqPw5N3I9KZo21
OxZaWO+kUlO2UzPj0gywppjegl44t8UJ53NJmnrtlHzJg7f6yN9UPcRZraSimYILakvNHetc6DBX
Vd1zYJpJd2104XijTbKMyi6IB2LeuJAhbQEzeCgqIkedOi1r1e5GscJ2jlsydYIRhhr+QIUCCq4Q
qhr8hWLudvHQMznMxVJBTqobuccD03oHQiDBNVoCDI5WZeTmMZ0rQUEpWCLiSTKJkn9J2HnUoDLf
whoErD3TGn9fjFTe52Jt3imJCuKETGh4KmWaCvlGChYZqlKtD8g30lBmHt1X7a2OYQita0ObwO4k
7AU0y1a9KtQwhuUGSlGgHLHc38d9qqF7HIGX0PNOqEt6qZivllwAo2W2bD7hIOfbMCkZsuKHEb6T
v6vNzqjqsQS1dRIuSTBxvNJnCm3c9Gy/CEjb4dTPglyw/ZTlRVdaJAkGLqxHURrGZw1X0Ikrpa0u
GTO55wsYbsLAEG9l4JfQv/NimB101WLpldCuEs/UE9wZAVpGy54sKQInGcbGrcWZdg2bYJbgYDKT
j1hryTjpKcAQ7WVBDxjZklDxaNIi2mZT4bKEeVfr9jCYS+7OKk+WFaGjfNPMMT4ppJZpzswnrLaa
sES3BBdVj228yG9ggqZ38kt6WJ2RkN8bfcBGlDQWdm91vAqVAFJXmBcg5YpWBBwJrg4ReJwPHYkZ
pFhXfheP4kWMNGAKXWbxzVj4FwCDVSoEyDhsCS6mLBfOpSkjCOoAw21jC3u5rA7SBw3Z4JwxTJtt
fMv6TUkYcOJgdzWYrlFpH7OEb85VmyU2NhT3IHagjPCsxGkThC5Grvr7KFIjbtl7URiPMmYcrzIz
vXdjbLDYMVmUpVv1mPz2q0L2yRoBJ6K2GAzEWvSDnmqCfQaX+6rvdrMm6c1hNiOMK4KheUJN5Ogm
Qw3fwT2wEgyrRZHdp9JgoTCuA/2aJJYMhBUEgdxOJrEDdpEbJkwEM0d0rPazdKR0oW2fwBZoELYJ
7N2aFjXIMoUA5ZE6jeXHxOAGvT0+AbzViwq7wkCqO+yqKS32S0I5IbHhXccjo5UPTR/6rcQTp7cL
USz6/QTLPXWimJwbIGGled0QEpQBLgnZ0pW0Ul7Qgqa1S0m0lE5dKDPRJ4k+PKfN6laWW/Q3tYI0
3pkGSbjBsgAmYZbl9JvJtAxlXDRZPW4VFdVXo0oExBA81N9w5gaMyYtnglNhQHhv9WHC52A0Q3sa
Z21WdiGJUNuizjCbMV9VFTa0THuPliC86ha9eh/jJkVMVfTpRc0N4a1U/ou9M1mSW9ey7L/UnGkk
2GJQg/I2OvfopZAmNLXse5AA+fW5qHyZKYVkiro5K7O6b3Lt2ZXo7iSBg3P23osAWBoqtVft0N4S
VaBGSQ/I8UpPbee061hwZP7oBsqcK1Z5ZlpU7WwKo1pdHOiWrc3SlfaVzZlkuSKmU1vvq8Y3xZEI
EDleYgipu01d9/gyNQk/3slh/aEyxNE93Hmeg4UDNHBT4OOScap3hidqAjpel+4et7YtNqLh0dyY
Mm9IJBnpnu9TuYzvAmBV2Bu7rKWVxlCKOBi/fxk64DK7JASKc+jDIH2f2X3wNUBJDgd0ovjBUZGJ
r94Y6nufYWG0SUmTSjae3wf3UxxiDSmqpFitCngAADzxCyLkoJre+ItmO4+WuUXgHyZkE3SR67+k
VpbegCeKHnGNk/pA4/XJdVLPv7TqduXr8MCHm8qO22wfKbTy2wSt/LWy8x7dn0vH35uL+ZvfayTc
Cp00XpnUEDQCKZW4AWKONgSPhMQYoHW/TZne6IOsRhU/dH6faJYlH6oyhLm422p3GTLkfFE7QT3N
pXNYy+uTRa2AGSkn0XOjmn66D/WcfqysDpmhXLwT4tJh3zrojo9U9KwpWg8k3HmuLc6W1CT8xp1E
3l7w/3wUTdNj0jB2ZPY5y+/JH6fpafHtCs2S7Q3tRafn6r70m/DIIkO4VI5xatknMfBtwsVSmKBe
48Xf4tSGhAW/Z996dQcuNYkKfJx6YZ90WT71dsisKiDXdyYQJLfCVh6WClrQwSNt1NmTGlwsFLqj
/O4MGKO3Jh4g31fNxO2bZaWckyw8kRxIUUpIOMLujaJhXBBaz0vsP9blVD4TMhwP0I0N1sfJGtSH
Kc3xEnlD2FXXEVlLy7ZXGVIkmqP+VyzY+SeVmSqjccw92RFSPnym3JXkHw46qQ9qhkWxnVqXe0LW
CdlwUqFkJ82fpoAVIM234VNRpk1U7LhFaEfv7SBO3uOzck6Mj5ePJjLFO2g17lWE2J7IBKHnB1n1
0bRtpmE8BgYX/cZpl47yhxDVY0DbNEbVMyD7J43JtfoKxEVBsXV0e2Hta0ov92T4ce6J+s7yixZj
xA37LSE0m8wOKbFR44/UQjlZOjgK/KkBUdZPTzXeywB3ib0Mu0gX6nPlNdMH7EjzQ8VDhctNKjDq
lhmbeie7WgUXLK8xpd/s2MUW4113zRgmtjaSdjN3f257h3XbM197okjg1HmDOS0JX2bfDsP0wcWw
T2aDk4ivZk4KnmiD0LTt5pgf2FXxozX7eGyTYSaWj/T37+GSg37HdO29NMKf0r212tG2iUOG/1WW
G4NEEUs+2TZhERGpKzpykZuuJycvAnCLH5BEU5qJ0qgA87rBfW2NflAhxrDnG7LuR56oKfaLQ1zH
wMQX4nN2fpcn32hphYQrgENReDcs8xL0+egdQ23H3zEaikufuDM6X6xHH9ahxDlV85xdchf0nvUd
D0oqhHkne17toRwqbOIlntEeRJa+cSOrfIwTTsAXYReZdOfKKTgR6iijLbXfoLdTN3scSsbkc9pj
ud96bSOCnUwRdGywzPrDVjol2eqaxJBNICrrbhTeolbMnD3sOOTo70uBSevQg5cDzb6k2tCpkOEH
LNbOadbd8DBMpXNHzpCi5S+Kytt0QSxfhpFF4tAOKsQya5oKs0aQVtZ2SUbrBb3SjIOlY+B90K5d
fcfKZz11eZTz240hSTGzJyV/k19maxHqwGGUZJeZresS2rsNc2q1faX1OGGm9Osrov/K9ND7IxVz
1WQzcnOq0rXmIxxhO4Donk49abp6j7NpkVs1pvKjJ/p62NN7aZHeSqu5TfpEAg3oogxbs923+PWL
1tqYMeNM2WA5/0AgduduS2Wi5qBJ+n3qVdr3BycVyfOPhs0/Esj935kr/l9jqDKR+Kl39ZvD4vhD
KGdtsmH4NP5itFj/3L/0co6LYI7/yRDZG1MOST/rP/Vywb8x2hU07wKmiyBVaT/9J0sVwVzESIKB
D2gIx10b8f8SzDkQWJGRATegIbOyiP8BSPV17xe+Djk06xiPSTaj7FctS9PF8+TE+W1iW+SaBoNy
kQSTbHCkbhf71lj9s13CUHhj4vLb1Ge97gpKYPRBlJD9YyL9U4+Pk0zTTW12myZ7Ck5sFEiAgV5u
en1DBtQ3rxT7IaYElW7x8tMd+tP867VshEuv3hUw4DRpZRC8ai9iYCKtv+tvgQ7211XedtM+Z/B9
IBLAUVuvY356ihas5rz+tkWGYaA1JuKeffeNT7I2F3/ufvNJkELSwEWT49LWeNV8ZKiUBN6c3sL/
SKkK8fPiPyg90kI1O8hIoCKuxR2mS+ezbnqsFnnVURM5sixAS9O1vxa5xZkoCAYcBX//cH94MGif
eTyv+NgYCrySBNSysAJWn3PK+YnOYhnVjN+mvnqeDS7bvYNArrlG5FO3u79feP2LX/8oiEdoAUcO
Y+XXoil/jrwqbZJbm2fgc+OPzWfTyGAXC5Nd4QZ23k+wU+8s2RENGpDd/Perrzf/t6uHgDz4xm4Y
+q+Go5BbOdwNcCyTPn2X4Rv+zLAqPSRKJMe/X+l17369+WQCMYHiUZRAIfgkP70BYGvMmmJ5jrH6
PUfUexdONTpvXORPX8dHqkM0VQij0H/1egPnSpokds9J7BEg7SXm2SS2vVedUs///OtAiVjFdQhi
sI39+nXKSVC0u8Xt6ATjUzcE3W0o8+6NAcufvk4kPZYrMjUYd7z6zdamjMDvf0u6N3ty56fVpe3R
NMwbNb+hq/rT7ZGrGJnUEJbg1+9mQ/fDiVF80DkY95NCAUPnZRzNG8/bHy/DEH5VJPK4vQa3K6nn
UBUZP1axPOU0AW4GgsfeeJd/02rwrNF3EIzYkMqx3qxTkJ+eNd02SUtP4rbJbGHturCb6kMdD5Jj
cdi/cBZXjxzFfXtHQ5/4uCGPqogGjHA48AAoct/4PH/40v4qXAmZvKCmff2llzJo/KqMzgNxBZdF
stgXk1WY/d8fyPU7vXqTWVpRqUWCwTyu3F+/c1uVbo+Z/ywEgVbY8vETNfX7tCTXR/ZvyDz+8IUC
zq2rnAIBA8yoX68VKr9CqGjOOi6IYB3jmRCIxH9ru3g9H+YuIg3mMUEJFRDA8Orpz+sU32YpzhyR
aHyCQkR+16ac2yJ6Mh60kS4W3l40M94qEef+ix8s1r4nJ+dmGa34ki5i/NR1Kn8UQGlpdtg9RSo5
pg8+g5I3Vp71w7z6+VnDeaDZbJkqi1c/vzeKthNCnAPRW7dLM7WfGTqsTQhPbqqZABxbkwXz91v+
h63jl2u+WoNUapsxV945F3ymbaapwVNjqus2YhiSum0Qg/EgXHnr+OV8EwyB9Q/nsesdCsG1hijg
8R68VjHTYoYT7otzGCuzR7AynEyaZm88bL+JRtarUD3BCyNfhpHm+jT+9DYTwk3qirLP1BWuux9N
I/DpEKVLJBgBIi9+NaQfLA6fj6OcqWiInI7IWidCd+/ltpXsKrcMLJzdqB7eeLF/01asH42XLmJx
XmeqrzfvxRF5S5TMeZW47+K+SR8clZWfmzQXew5n2bvOxVzhDAPjEvZx82JAmu/TbMr4NynvSIBy
vpeVeosK/JvC8ccHo5Cx2Qh5gX4TQC8+bVtpn8csJ9QjbUQOZ3wit3EagDT7JnscmYB8CGqDUrvX
2XumS9i+MuavhMBSw++DpBeXBlDUFVqJ9unvT+6fFhDUP+QoUBDTxnz15NKKJV8jsM9W75PDQAQr
WX3RePr7Rf6wInIsZ6AUAQDj4PBq/UjQIWdFMp2r1pmKXae89Lki9GiTLbHyDnVuqje26z/tO6FP
J4CuJ48DjoZfn9R2mbTjOcPZ2KMiv64QULlz72MfaHGn+9rQBHXSgqAWm1aRlznmwvPt6TEGMv8/
2HN4JQWvTYRY2n2teiOyqHHTqD+TwRbsl2z8bmPIeaNm+OP3RUlANYcSkbPjq++rauHGUCDPVS/8
rY7ykmDDoT+OTeo+ZCQds/Uy9aSQiBlJjoi16THMiiC7vrff+O3/sFmEa9kSoMGnNfF6++tVz3TN
6s865axQCecDqoBvmpjnuJHbYFmOQKXf2qD+8BSHLG8uGyBKdOb6v97uoo2CwW/as7uS1Wi+M5rK
PZ+JglTwvh0Mki2xw7O4MeXy3lrXSXe8J458r4jOSdaa4+8P/B8/z7oQ8cj7VBuvtuXFjbpJqvos
l6S/5PGmozf74Rvf+veLSEwl7Ds/KgBwWr9+aatOMJo1HbGDIn3GijA8OSnMnH/6TfBSOIJHKuLM
ABb314s0wEqqztfnavT6L64OSAQmVfKNb7J+0l+3bC6CiJY3loYVC8SvF6ktSdpMoM/K1uKxVYu6
jEloI8No8pkh//0LOb8vRhxKoNHQ38CKg8L914vNgZ1riB3nsMzqeYO3IrlP8VK8cwdjcOnSMt6K
NnefIYqOl4aTy6fZEekV/otTMpSIfK1wkowQlWGAr9XMuGRwh/YtxvtvjQp+bjRCgI3oj7BC/7Zu
+H48u7E4k48fu8y5AantbDll174fMIGJiHklEkJKoEaBHphbBzRFLxKm6eU/fAbWT8I5gTdM0rMh
Ke/XX6xwTQkHYT4HRbhsKUMLppfZW3jO18/AeiJFGOnj32Qd43v/epE5ihIincazrgGU9ITXnph4
bLy5zs9vPADrlvbz0/bjSuu5d/VDcg54daWxhxdCQ5L3RvX3i0Xw/ZZuSXiVkQV3yIYMT9QchMde
p/d9PaV3ta+tb0p28qoNu+XpjU+zvkB/+TTy1bk/C5MEyb46Z94wnNhE6rtO6PHOtvWps7xg3yVz
+lwGjEDGeblqEwKL5sg4F4TJ0rRtBIrqN273+v3/9olevSBmXrK8j/szMzq7oznkfI3LobzXOiAP
tkDMopB377GurZOT7p+uauvdEb5DMJAQWIvkq4JkrAHnZf5wDivAdhFhudtsgNX091/99Rnhx0VY
anDREAUo7XWN+KmQjSerQ+nGI9Aq8dCoIMYmRkhkbzBWoNOYdW1u/n7F33bo9ZKuQ+uA/ilNhOjV
fS6tOl+k6s4DCfTEfWkhbpDjLY/k3TcJv7IaUYzZTUJ5EGUPGPcyZ8eh2SPaw2lIr3jj4/zpJfCR
nfswjWHhvpbeIqxQvlPCx4GHcL1MFc08YpUDyHO59cL6hpaEo8alrD17a8gF3o0odw4cDOq7pmq7
T298nNeL8vrrULe4KKSxN/HPrzcE7ioUSqJX1TRb1k406fDByYaQCQ1VZb4da6lPTTcPUNNoBWUg
KdvgW5vMqruy2ox5xOJFE1knhK4f82wGJ0a2qEOseNUV3974rOvz//r9YGFmSWQxpMx5tX6wayA9
aarzFNYJCZ6FF6TbCN0i90sjON6UhbJoYoBa6Zhk2mQMEhz3zV00J1/uZBXs/v6BXtcB62+3HsuI
q/aJ1Hq9e/YISZNgas+O1S0ZcgZbHwPmVdP/5JFBHI5ZIQgpO157ycvIrRHnrd97hYLhOiVQsJBu
SVFVEDUXF1VzWRP/TWhKMCL4WtLCqQhOcctzFifg2ON6TXL9+5f/w7YBapmTn2CAuJ5Jf31wItWj
KY3kaSCT8CapvfJ+ctL0Y7a0+vHvV/rDzyw9ju8YalA9sw3+eqUwjb0iLq1TM4fm0quqYG+Kznpj
mfjDe0CXESo3TmRmL966W/y0MIUU5fEIgK/tx5XUaggSoV18j2ASjYic6vLi71/qD1UGlm/JoIcC
TFCsvrpgvcRT1evpNGRieGGapzzipTT4Ox2NqAvARxuyhxcJfEjmDNpZjfT8FYgaQ/m/fxTWndcv
FjUZ8yZJKwMyODOSX788p6eUnLv25KbeQmqhnjA64LNXpGctZBS4Sj/jHmEakRZUX188b4LOZtFX
Gu4MrSvkXrBg/FNexShkKhmilll+KGcqmSzFUTjNYr23rSFcruZVaGONLpob0pD5bUfGogtCqVWX
g9LZnJ2lLR673O++MA9AwePbToVKmrA6HIo/VD6esRA0+qv4Z1xlQChAUQSl7IlfFGPkc6PN/IVo
zMTbw1NAR6SzMrxAR7qqi6rCDCf1Q3XUrQKk+YcWSf3QJTU/JEo/1Eryh3LJGUU8HuwwIel8WcVN
YS3QOelV8tQRT1lvpx9KKJvi5RJyC9HHP5RSmbBQTSFMLBH64tX96PzQVWG5ZMCVLEt0m/1QXnFx
VFjNfyiyCAIYN9K444WqmVYhFMpT5HtzF6BY4NjMknaUrXTavYanCDRG9djav6jCrg0KdnaRXdp7
7CdoLeYaM38E+7uRfVQdITojl0RSCc6GUCTyGhLsLHYA/Mxyx+iix4jpgzQMkDHP0mQEE42WJNiP
tPcjcfT859Lr1XgxuLHzvc4z9ArK1WRUT0tBUIyK8e5v7HV53pC4i5I2jvrlDCigYHNVAYRd1axJ
n31QmmrnFWVDkI3D6v+scl2Ou9zziicx+RiMJNHrEA+B55SIwzl4roQ8qJ2uStAgk9Dax7tFJgQ3
Vy7bpghKcR/oUjhndBgha2BM/u62Aj5M3PQwjqRjcnM/FOBJo60SKapnK62IAs0RF6L7QJ8ybICF
Od9gNyUcgCzzccVnLVeoLgkMSLy4/9IExbCcu2yuqy3GR1XCaVXNoyqTZkANEOWIktycKA/EoP7d
DGngIVk6tG/kpSNmGJH21JtY4trYNr1sQFxMLU+1JIEf7dgQaXSIvpubA2nhKLmq3p0gv7W0UldA
DOr2UTszecgyrvo9QgXPhYw25uOuBab6yVOpsg+JW4ePTTCbJ3cWQXXwsjydMJbZyGEI3SyebDNE
7I92QVw1p9bpbor1dO80DOY2I1t/BeZaiq9BYVoHrIAU+HCy6Tr03fbolsRllXoaLprETd1LtMZF
tu1kHGy0bvPnIJyRl8Zjnz5lXe3cEMxuXXdBAuA3RM+JfD5qR4hVVq2e0Odlt0bFxBFkadZB/aVZ
9E7ZUe1uhUlluR8XDbhyIaM72bXeZP5lJv//8oX/5a+L+3+ZQ3+TL/yfWn3qv6jsC3XiN2iaar78
+r//4w/9h3aBKvC/tQrrv/9LnGAF9r/5NoU7xU6ApIUAhP9SJ1gRIUC+QyXgU2T7BEIG/0SgQKjz
jx3nv0s9Rh3ETXoY4+ioe0FEb+nXHQmFeEEvIJI1akkgSL2ororCkVnkVFcJUx6BJH4gfExXFbri
7204ZMq+iz3fse4D1IpF2G2aqmeH3cYdqh+xR53JpsMWl7SwxstIjnl3Rej94sVnO0PNpTZ+Eqc+
RNG5USupfFo88ziQXZJb+wVVr5muajeoq/ScRPaMatFDZbSqW8cu5eBsKe+2UcYxJ8BtjrdZYIA6
F3naz/1Xe6DQhg/oyfmL8lBcs2MSX7HPp6Vv92NFo/nY0iKrmivivNHob3k7LMi0COAj+4Kk5MpB
A+/FcuXGB7lepZCpq+zdNFdOAdXCX25KHHPFuVUjXMMhK9cVx8Ip0nzBbwHXZ2lM/MDNkzskw2OY
7iCCCXhtQ4MavRh8JvxAPnYot7ArTMksOyBeVtvey8lvn7kCHDLZtWc23wgUVe6mKyqZaOkLn+Dx
K15yUnhrCjiMO72avpbS7dQ1odPB3YBUsYEFOzRxfoMrKTsWdO+nF5Tp3SVVpsNCHXifCmrKrc7m
AGnE7BIIaeEckEeTWPZ2pJJ6N01TP5Ny6dkwW3vCauYLfizYhgiKCZe2S031MpE5zLrmDVf0Gpr3
ukrnnUKDT8b3UoXXyNYMTOAlXIaDHqp41xZNfYibAUyxk9D6uQCGqaBtWi4j78c+5fl5Nyz44b4P
Y0TuAGgsyy03Btn9rVWmhrXctsJu26+2/csgy1GTz5XL6a6PRFd8tkevOkbKEWsSVXWBmDm5noRH
wCm2pMcJNzA7c4rMEhtQFu7I4bduR+1nOwKKiU+bQ2CYsyU3qdTF3TLrXm/sIq0+0ulMD0yCclgr
SWpvFo+RLyQ8MnWAnYtw2LmUb8SiW/GhCCl9TDn278XQUbUsQBzUJu5s5gEI8e4kgTS4cdolgzFi
wKXRylXme+20MOR9t2GbqGk/UQM1erjtZpfbubcEho1479Y6pp+dDjNGuIQ9Xrmm2paOq5wbB58t
TJiqz05TVbItBzmdIexe/BXXGf3qHx6CxDIETgyyxLNklZEiRCVjcrvts6lBIo1y6FPllO7BTu1l
RfL66RXMD9AItdCx+MYbXO2T2sRXFbfOuiG73RsuvHmZ8DPZAwl2RuT9uyqsgvTOpIXZdT28Xrrh
w2Eo1dLuO/aYb9pv3PdyyaoLdA0cxccRJKGIlwaaOayDkxJL+ShRAZMeOYLWwH6WHgjRZAMfR9En
O1hDw22RCo87D+dGbwXqVOJqx1ZxKu5CP99pjRF7j3tkpC6MOcUiOMzJBKyzgbHeCKtoYTfdTyYj
tjUeKeFOXuskmCXsUWNx88sw+RIQWf2+dPOyvSZiKzIX8DuG4oD5wCr2I5L+dAe8YLnQom7IQQSA
Et8YLytPE3nsD442zXtcss2zmoV+j2xb7opqQgnAIpFsET0V6IyTJuWQOTdeBDik8fu9Q/7KFah2
77jgC7+bSvy9x2QcAprFUQIKwmq1tR1zC2pAC4wPb1igtlMu+9Mwyek9FQ7/4DVUBamwKdOo0K3c
hQdiDs+hl6xs6Dig/gH2dBrSAZilV4FlP07CRVc9zmG8ncaFAUM09hH06DI5Q6KviE9tPHFQrVWL
j723THLvz53V7p2GtWM74Qi4ncBceMgsw2VvVVBqN0WCDniDORSxaTbl4Ul3k/+OwDJulKgX6Nn5
PAtnYzpBpiY8oAnFfWz8DwJ2PVSPRI4YxQOy4v3GODSKSgAEpLaYaq2/hhu6eOaxQeBxKAfLuHB9
fOch7VLvtrYSbFRx1VnfkYHjwjJ1E5AI28Fsw3wdziCUxFzGOz8uYqKMlxlKOjtZZsZkh4JuicHD
uaSeerO0u7sO4RuqGBB4CD61UPqeMOec4OJaT8chy/yPSxOmLVQg7Fpbm8OPPARV3l0AZW53ZAVx
+0i2T3eRP1lrmKVnuZIg+anHhccbnz1wIrOuF5ch6IeY9enKogAlPpzIE7Nt7RhLE0zZaovXVu0m
e7bvSSkhIbUcfe9ehhYredTOyYfQr/UzuDpBGjvejuXbAMblJWVdIuZUAB2cRFke7fVlSgoZVYeB
1xMcJQBeAigVD8kmV0N+2/pla+9jA2gUNgitFiuYtNxPIsR4oP2ldi9kVzb2xdCESm+irE+L9U+q
5nMX4IQ92qpi9xVY2i5E0bfOxTCh7yd1g4ofgXe0tA7AdKgCpFA7Odv74HsDKKY8MVkln2Q3eiBR
UXhv+j70StoxCiJgPawkZz5aH1dH7doNEaOhr2+jrInqHc2Luj0YVGZ8opE1HqaCSsfNXNv4WFGD
penOSRX5a2CADmRTyL0gjekQVl5XYeuxcY0cPAxEV9EwGMFvZQXJJVJFkEhKqMpGK4hUvdvVFRv0
FihiPB/Y4507GBAWQc1DEupbaqaZ5S8vj3pR/FpJmVHz5L7rf5qq1ouOaTMCg1ycCrExhJLcAVDZ
M/CYJLimTcFGSBQBfNDyWZaVNHu8+yOWVo37yssFxgZ0VcXZ0uh8hm3LsZUvVVdQBRBV1ZdwZBN7
Q/k46CNbrr60OhdevWN53p49idskyySJsWr6iFsKzmn91SrVVpetj8gA6ZfxvtTO0icXSQhLqMFi
h1luLCpdnlB9Fne1XJktLugqc1FDhfM3TcTZUKRt62/Ru7ByO7WHi4z3nFhWj532GSak/WS3Cx9t
zD35DKaYpzcsy/oBGUf0UU+l9SF3M9me4onj6W3KUrWlLaH1io3O8f4uS5Ht0b1Md51eKjbjQrvh
NgqLMHtfJGnyucpiL9jG9Jn77VwQrHAzWmKsr6MFIvZm6nuffapbnXIysdyv/E0Sghmmk4eo8Tuo
JGFCVbKO3F8a3ds2XApbAbpsSY0D1iHsxewi5ZLba9l+vc/A3ODsQn/KnB/KybKx5JKTGM4u9xHr
OM6CHqyaddA2GLMHTOdJCaIyMvoRB6X+umTZ/DI72JvJyDGg6gunwzQQggrEZttKLEZWp/3jQMPF
PM+5itv94IPcPrjtkstD7CZBech1L2+4xWrcaKsILnpeKmY+rfhkgraN99kkHMw4Y0PyhBcVHZ8P
an2583UdoUcevS7jwQ9ZwjPaTcE+SpG+UOfmYXvVBwx290VFB/+6tzvXgj69LEuASV1qwBclbhNC
vfNAP82jV3wdgLHQ6TCltRswaFhbHKARYCVPtJTgWkWPqFot56oGs0FWO92Y5jDVeYsdFHGFe8Zp
Q2lS0lYGqzdE/QnkPIaHWk4xrSRUOJ+wCgbUIHz9dMvQMvk8FX2i7jAYpgQD+619nEvMTj1Pj39E
CRe2nzpVZQvKnBGRDrh6u3swa/P2vlyChUVyMYUFrkZEnQwY/rj+c7fogRRovweoRF8bcmxQztXR
lcbY4AKrjBYYIOfPcW35zhUHedyBbVeD+xqbST6rVErrMDm1uPFTK8G9lifIDtGLNfneoUU+7Ky8
C3CrKJ1EuFi7qjiA5fVA9xg7u5inUpqrMhv1EepoG3obyJV0dzozLQ+MZA02EWuJLjn8Mz6kqKdp
4QeMKw8dzqiS2zH5N3GZOz6PhdDFoZuy9ntWFhiz9Rz4T826o24kSLxzPo5u9iGwFjQhwquF2Ud+
m4q7ol0Ia0ki3aVXdOKiz5Uqm25j/Di+CsuKJkzXK2B57MrM7TwrTz/iUNTWNduui1M96cPhLsps
91vPEbHeUDyPp85wTrgMOxWO1zaJCZ9M0xIVM+Glq3LLyg41IQITmUjYYjl2dtuWvx11A4hzXou5
4SAAvDyT3o3QUe1cz2g63d04NNbXVqQjDqgxsYvPXslM86udMNze5G3vkuCOAZeKUwfV5znX8zHt
pvJ66qH7BWWKjEonyecQ/HS3UUPlv4e8ojzcalb6zgqXYOJvaap7gMHhO74zac9By3qA81p2M2vT
MHUbryrwt3QESz1PthLxqfQVsEdWJVLyEyxW7smRlj8fwsyU3TtNJED2VIzuhMSQMUPxYOy56nFc
Bxl+2CbhzLetyYkoL02ibfukDc/DvjVDgus/7qjvAjazFzdvhuToIXR/AkqI+Lh1LI1mvY/y6SxM
EH8cSZmizJ1SoXKCFYgbOi6Z8M0OKnxuvmlbtf6zCZD+HomCcXa58qdjRrTBw7iE9juHSeZzxbDj
srIZOLyDhbbQWhTqA2AlK7rP+3oZN1PkY5zKmeDsoO0tFNRORHRARNBAf2y0k0SXSUgCDZ3Q1gOh
6FW3JkiKi7Cvo2PmW5ChvJRxtCrik2NiAvLjwnln2RWDfzHESBtpdA8sOuM00FulhNv5YUUoRcDx
7S5YAgdiNCw4sqXQxi7HLssK6LEB8LQNRF47IZAmlCdq3fEDZWgK8C8gWdzu5vlGKaogLKcVFGr2
LhEeqJ4zZ9tFfRBuca6uIy4WY+tQS8xk71OehfrU+g5HCkxy6XwhsbpSbgR+/gTnbJgPZesJDsIa
2rRLnBEU1cFcVlZUfGmo+XdxnFSPxq5j+5ybYNiHmQxujXa6k+eomgOEqUIO5LON3iG0q/hT5JSc
XESdDLdNoJ1tOkYZVqfGQxTrNGb80BCOceXnUXclSsKUrqNomK7Hcli+Lm4ZhnuyiCvEWd50NDJp
UeflExiPiNhiQnTCYnmomViQApBmEp8K5rZH2EEtduq8zYlOx5cstipNh68L1ujn2A2n4GpAgOht
28LuCAvJQvkcxCJ5HFMXxUbB6WWzLB5s1xiKY3JkzjJ/IlzIebQ0iJ9sJi4l6Rdr2ZdNqo64zwnY
NzrVlLadoCgT+XIeTM0dXSI8zoMohpjqMkCCG5QJVTAyNzI9OpNPoE9TfTujTTvKidCDXZgp68AF
h+hSpcbdS0i95mYUow99rvdqvB++KNIthwiMj3kPa2B0wGfZyDrBBqSxVbyQwMiNs6OWmKGCiA9x
73RUsXccqqP4Wz3lCRgDnzOn4Sm9koHXPOQMMNZefQcekTpQ1beNkxABnxPuK/ZC2fbVUrl2D+a6
ar84GK7DF+IPg2CXj1Hg3VhJ2a5HVXEqOLWaB3Y0/2Pn5vZlNE+Yez2VVS+1BO971Ts9Hl5o5STd
en29HYu+eIwW0QX7YjaNj0TG0iHMej1eQ3pJ+bF1E3iXcVg3LwsyK7ArfRbfJctI7FRW0vtFIOqx
uaXs+BcIXaNnJuIjAEDtzeV1kYZquqxnoj12ubCmT77x3ZMbWPHRaYim9DI9fVk8ry2PUMlTGLcy
OYbZlLwH3G0DOmJOAl3NScxNMjk+YDUC0LblmjdSadHvUIhAapJj1g5nSuIQhGEsyY5ZeYssrEl1
yEAIJlSmnunvbcyv3W4hDTd7hO/Ik+MoS/uas12q2Zu7wB9B4dbqloit8jQGhZs+Zo7EqM4j5n5K
UtVfo4qNxMbPkbZdkT4RPbo2tQ9vS34kVRjMQBLG974VRXe2G0KsMM0IpsbCRAyY3ZFX0s+ZIDLI
bA5mbopnkhsA21Rjm9JM59B7GDXeRvblsPtYkfjgvFNBSAxeO9AGZrEgA2CTINK5HFmqqu1KM9bt
ts2R9hrmFvGRvVI+pvmCvdjOywbn9lgu99DP849WTFTCbm03nPq45PAvvaYkT1TJnP84sKYLqyhx
UHY6sj5QUtXQDQJZfyV5JdiV9dgyTBI9p3XL6q8wRmJoJPVD0ijJgYuBa7FDQbBj6pzSPJ78fYfu
UJcbz/l3js5kuW4cC6JfhAjOw/aRb9QsWbbsDcMl2wTnAQBJ8Ov7qDcdUV2usIZHAjdv5sm2n9/Z
yIzmqWF3s/8b2P89J5xK9rHeLWpY1CPP0VrdP+4Fm8Mfde2MX8jeNchtDIzhOBPkbOp876KV7Qp0
cVwwta/bfEJHfRjx+vfvvqxYSUSAOOk14SUVWa7EyibZWBGbehiBBP0d+875Jdm4ydM4O912Ihrs
qgVjQuOlL7sidodTAr//8zCyqMs7S7s0FF+mZBav4XdbRfGjTxOjf5jDxQFDVQkIC4ml/TDqRiAw
7mqKzEel/FOjsjQU2DP/nlazOzVVeWl6zyV/vEReCU8a34h94lG27+xl11d2dCgBwCBkwExO7rty
pG1PLOGCs+3ByoDzaCp2OGIpj3XvBx9bHDX3TWW+3oKRIgjjWj4gxzWVgIfHEU8BRAOWVsQMeNRy
upvbj6mEP3VYRKKffc/qd9muhKhp4Q6aa+LbMSW3UFTfOrnMdNlYs1BAvUODyue5i5b7Svb6MC6O
86tVTRUcdU/092IpfVzfrZuYX8uYdB/r4OisAwcE86BlQRjNvr0JZwvRk6bVvEvLHvhgnMmxR39K
kksVBU1Pd7dK7ZnXaT+8FI1I1QGLVwxGAjSTfxRlyst7S6fkd806vDwMpa5K3gItvOFmXM9dNPa/
dkBo9yLqbF5LQe2hhhTYRBLQklqiFcyNY8NLJd0NKAdaOF03Y9z8MVNHcScMr3MLm+qc+Frc90Zv
FzAW4TWa3fBpGVLnV4Mj4J7va3ySvicui9zDu5pedApFpCuIzYMCIbQ9tHRpLNpeIFWOZ8yK5d9K
JcF7M+29fMDQvhHHXm3xowZz9FL2or4U7DoZrtNZ3VyWuNTNe4Klo5PuQXcY1AoGpwcCMaBleVod
5k0mn4SZg/+mRqirjzx7pamdy3Zlq5rdsq2/V1Oww2eDraDrkxvtwy8PMZ7HKB7cl7kIiUEgaQ7B
rfKTsD40vYm3Y0pzKSFoXauLThYqk9LEQmWgHpdybu2NXntug2XA8KY95eetkAGH/zBY7vZuINM7
vJnRjz6CwpFtwb4i/ZGIvDe1P8V/ERo7xQmapFUmPKdYqC0ySM8zb7ODHNb0vG7ceX2wKo8l7Kjg
gBxLNfxkI42eIPyd1UEQTaxaxMQjZ6LyZakNSUDeIctKezH0KMYI7SG3J177TK2q+SisV7L0lFHF
a4vMSQYGI4ny0LWeeQ6koXpo4dK3ZfsYdKhrrayq58Vd45dQcl48BtQ6spUH+0bDZ+AVH3toIlpN
gH4+LPXkPaOw8yuggvkyl1QF5x7FEziaisC7hRXwt5+xbJPfJozbh6Id4mMIkusjHUeKjPY04Ya6
iyW5uH631vRWKac7LeuXbAneee0vvGjEvW1UR2tOW2gL8ko2T9GetC/tJm1/E7SJBlQ6jclvn8fb
pXvbLzhlRmfLq7FoTiFM0ZxF084BrkRApVHVu7QF6ynawIM1CWdLHwzUR9mV9ifFH9/eyFrQgI1N
8MsSon7vO5QKnlLfHEovEgkUAOFfwlSkNKxForprt2LocnYY6pfUST5M63GBAn5alDe7tIPp+pqk
uyVUv872NCa++Gt8i5yy9LxI92pGlGHMNoBcOt1Rn+UF9r+ESw4weSXQesW4PblLS3OOZ4bLPgnz
yntly9eg7YoTzsXiPvRE3R6xGU7yrOopaA97j1BwDEeDI6u1MEx3WAXxcfFX5Z2m2UEm2NutzrbE
ad9nQ9N0p/z0n1Nr57UcwuFHS9fpqa5BDv2otIuTbujg7hwdAH4vKhHewAvEdf5h0LAPSOf+cMMZ
wL076q3eeBu2wXCZ0pKiHQadHUeBRXl7QRqh+C4EaPcM4qqhggjA73Yn1SLllbuMfvJT4SXfSC/4
03Pojrrg3E9F9IznLYVHkvgJ/Tu4bl/1EK53Oghh95VJEZfnpFz6rA5IGoAeCPswn1m7AGnQkHTO
OuFh4SVcsO6KoLqcnMUk1KGn2xQfW68DElfvxPPywRU+APnWrd0cxVMbP0OqiO7myun2DIVPtfKA
kEnNbmDHMHiAENl/FnsyVY/tTNX8NRhj38mZh5OBvjg+iLzyGvkjDSbFAkYs5s0f68Ul/yVApuiR
qasKxMDn27IYipamfpNYad18Eo3LnbdOQKH4M4hA9pY4BkM0uT1PAAGhSQu/htGlTFsEVb7BeEwB
QKYrHVK2Rd3NIjmtZ9ztPlXWXzZTyd8PPnAh5pHFWtA3iIj6X+oD9jjMcopBSlXmVTb+eN3w/5/Z
LZnfu6e9H06q7Lek/lpTBcXk6UPjl9rgjPf3gBvStvW3Opr29ntLA6u4T6jKm17CoGTr6VUGGH4f
RsM30YzRSzQPS38jfkMMYt9VfG+XKWDwj4thfOnTRMSXsfCUOBfdSIHyWo2x+Vmowht+BaUCVrmr
bbe8iGLG/8Ct6v40NWPTvvjpmqzYDFMa0CsJB/HP3KfgevbCULy6EsmLsi+cCtvMkFVHZou0+ESn
Qi7jwrL+HjVG9MvAj/NAHHV9AE2i5aNd8SOtHDWoUgayVtbR+uweE9eG7c9ITdFvT1uGs3Sj+nsA
hPXfYNmhHIKaFB50t6HZqZ5AJi+vzOH+zdSeqTJchSw5em8GO9Xo+IFs/UYFnDXQRaZkAavRpI57
9kdUkW8cNPGMyhPFbcYXWXFFQdUw7zgPiv3mLEN3Du2yRY+lHlPWlDWG6u7g73pcHjx4JOmVoJui
pb1RX9o6usd71Xh8SvdyMf+20dtp+lr6Qd74pQZ3LBtoc586ECa5ajTMw7QNO/fbFi3DdluHafo6
le0Amg+/AILWl+D+9ZXumAA8o08bjJH1rR8674hnw36MXcNgZCtfyRtuWH+5bhNMnitObElNjrAR
2zp0Cj/p1uY/xHVxNOnobXk6jF5wjszQwO/xq43hiGBFY3T89Vtglp8Rbe9Em7qvNoLdlTSSp5qI
83LxWorkjeNs14pb53BQOHjeCvzp6lsYFzY5mravxMMs3LW9upHYshBk2HFtablmIzv+sLqJeXq3
xaY2d5vJfXDX2X3F3usu+cD4wD0YpmaUC7mp3JmDtclgHWEd2xzh7FDvihB6jaobDpuw/NiGZrrj
Ks7ibAvm2rZcd6P23UsseGsjd54fHAvfOfcKrJ1sKLrqfhsCZ3cvXG4IqR6iAC36o2w7WZ0IFU/R
0850xWQfq8Ge6mE21RuTauwdxpir36Uo0XRoyU67Zf+l1O6HNmddNFI6abbuCwpb1mkE3kIyxd13
xkvW+hjMI7Cm0+72c5SeoaOmMHbihbBkKBqlg/+okBH+gQsLGgw5s2QBmcc5seelUR3Nkc0ARR21
Uo/7LZhdqFVZWgahuZNLqxOAgSWRj/4qeTLXjyasSu95GJa4+oiqAvxRtitG0C7jyYj6bNg9R5Cc
ZrLOVTQtmiqNsLSAaurGOe+uMyF4s6dJf3qKDhmN0Y0pqsqs54zrkaYVhYMF43jKGhdh+rQGBkAF
EZpZvU0sYKAU8WjK+pvrN5QGMEArNPvbIEdy4NkQhoG2+TKuQ+lky95WQubezH1vOqeI0hKdNXTX
S2gFN7zHvvbj4b+eTw23fLvtw7HiioCZj600WhIflyBc74H+AA9yBcsyRgQ07Om520K5PS+NBKuR
TVMLD1AC+grifMPlvEBJxOoI42kbkdkugtl1OLjWaU1zLisyoRx5iPNulnQWM6REst4yEyxNddd4
wySfeHNo7tOsdlkHdrqp3REUG/BIgJC0/YSHUrgTlYXeurZqPKW9XofmVrTbOIisqvQS/6Uzeo7f
3aTyy3sG2ak7rn0kS+B7hFyzCgl7v5sKWLny4BSJC7sT4pLzfRB1R5Gh8tv+yLKfl1sfYh25jlPp
No8Iaf52SvW8rtddJro4D22Rpn9nTDudynEwhcNwwX09+HmATzYNiVGHX3agoZSM9UeWV2t8i7am
C13cNQJNkDVxCYvelxs+U0a5tq79i4wrqe4wkGnvS5AmQVce8I9Uf+aa3djXZb1XauDyXHQepYUb
EMj1VTVj6e5vqTP74RkrDbt4bko6cM4SNYZIgcViMh/KdPJB2MU7bpdsiHsQezoJtLnbxCTroyyw
b8VXthd6uEDH3uxZRxQvHYEvLU02zWWDHDVoiGZnZ66iuQDqxnSqLrPDQwQ7cGId3DZWrH9ZwYCC
PfmJEeWJ7y+cr3LHS0IWp9qcf3VSCLRtnorxv6kULFb+hdWk2QAHPU74POSyDMap9L1qqDsoo07J
SeSEnKAi29A3wBNvkxrgkfl9c27xl8wnIcnEIgkjBbOUQ9c7ELNozaPfAkg5Sxh4221JbCQea8hh
Q7btbpM+k+zoOUbl2IgQl/S41sPbBIAq/SdUVNmLnEdnuG+rjhsqyPSdClWvkt7vOuowcOYRapZ7
VzZKeKxSwzn+RzueBS5XOT1tuojLCu4j1mdzmNqtMQ/LEPTfHI9hOZvJVLT/1Zujh5PVNgkbdUB3
p5+e9bFswJdd9w0nwjfj667Qx0aKsH5sEOu90zKxKDiauKucsxiGMT3iDTPlx9ByCboGUmzi19eO
ILoqDuz4J6/HUQMCa8fmeyFiOz+qaYxpK++Ui3E8acdyv0u7jSI/JGlvGE+m4l3HaWHqDb6zFIl3
SvayGodj4SUS9g/M7yBv59YKjspdbr8THOPeT40YGt4jRHF5PqQOR8BbG0SiPfcMD2I7u+6o6LyN
dlXvLW+smEUyW0Eq/aBn4vdpDZqYM1KAG3VdCwO6dxLdn+LdLdvpaLj2pje0nIHiVu7H+8cYMNfe
JgI0wsFLNU9pPi523K74dLzpYTFkKf/xv5ZBywlWAmtJzBaquyKNMJxRGgA2rPMsn0hGnyKpr2sN
fPVUoYUVJ8yJTfvqDMDVOtMzJfBOFKCCGam2hanCb9eEIabgR/PYs75Kf0T9MNk0M9Fi1Y1KLb+7
KawLxdkDSS6et4h/uMQO+WNaQx1FT90hmIaEO1YqcRA8a3DmRFCCuYSwOFtvLq7RWg7dCd5h272N
PQ55imJcTBVn9ux791o3HRQ+u1Sa17kCnWzvS5EsDnfvpeps5nZxb74H8OmGv0snnfJvNE4Gg3XV
DmyixkAV+cy7xrufhZ6CE0Jlo78zgiXlBaDTkv6OZ1DD4anx0Kae+JCv0/u+jWl7Ku0azNurofgo
uG/dVRNMZvRHeIz2yoWH7sa2+7DVwBbVDrUt99tuIA+eAhze7r8g3salPzg6eQnZBEQjO5anuCQT
gMWEBINpnmrbFcAUubNOW3/t4sVsp0hrZ+6PyIHT8nsZXY3FjDuMKfg8GRfG8iG0ED3ukEHkMuHg
Igr1ZHcQp8Vhx2lSyc8mqfZleVrMsLWfkDUZCpGhqkFH0MW59/v3QOnoF+5aVCtakiczZ15DAPfg
mjgSx2YpDbsoz21ccWzrLtCvgWz30TuvX+v5N68ZkvEiodkHeHG2tvXkAUZBX/+Mlr0YxyMQOtya
AI7lsm+nxmHPQ3wXYqz/UIauCQh6w9ie8Mpg3Hge8PW52D6wbjUX7CeAfzvO8PKj8Dy7NsdRAwhh
pb+oiMvqssTJdlIARbifYah7qRcjaZWtPIcdS4SzDtxh9x4GLqSGeVf+H7nK+edSqeAFHnq0wqwW
+h7TfRTkYRApsKmzU6cUyUgfw25HVYjBFaH3DugZuMrjnHQ+o3aHAqiPkTM7w8T6YpGvhefP7ikt
dNP91Quy3xNeLm/96ZnVoxxRT2UAM0LFzHmHdC8iONTjSKdotjeuWzHSOoG9dyEyPm6A/07gaSzw
Pi0wdVYNhjnHLTD6K1EJlGE3mJ97VaSXIpnYoc96kpe93+fHDV9YB4VR6wz5cMj12pTAyut1fw3q
MniSirUVq5ip/jkD6T1Xix/dQj+qAvTM2b+6oRA/o4gwTV0IFJ4ImO730aRQ4CPp/Oa6GZxVE7p3
Lr+NzFlGuNYbJ9HJDCz9oj4MbjPFVzlU7p29jqr8537plifw9MIju2McGt6bImKxaMPHcpv73PN3
/yGF+sLiGA36OiRL9+Zsm5dFWx+/ep4UZEdSOJhItd7E0E0X8MIb4nvPZHyM6918xNiIs6GCvkpj
EUEAyIfZWqzqJmiV1djZ5vGNoQlKO8OFZCmb9sVXy4FI4Y2OdLqbuP2oa0rKRdxv/4jxRPaJ1Q7Y
5X1ug4tsCvlHqbUlZMRn/OttKb3PNthnm5HGK89TZPV84s9j7ixlzFMRVo+J8etfgKFwtrizCt8x
zOLLCGzE7WAx/nWOyOR1hSzuPSDcAFNLjCneWnX8hiEhZ7xfR8yWg8FCU2ggUwb7Xi7HujuasPUu
9f+9ucjqKcL/1nrwe2fn0d8YOw9rU8TPkgq0mHDROn9zdIhvly9YPvgN0dZDWvFBLOe2e2gadBk6
uyOMLj6dfCxFY6oYvEF4xHvnec9TYYmWazpw2L11Z6905BHKDFYcDhWPj8a0+QdZwEPH6JMEF0JJ
0bmxScm2LcbODSyWmbqLkbpreMpxJv2mYlKnByML5RLgu0U0Oc9QLn8iZTUnX9Xb2U/25MSWDLHQ
wBDJtrWurhuejCcb9/2NIgRu6/US7eiTuFj1vbfzmDLcdW+tYGmPYpDsYR4D37zTtmLanXoAyJKR
MVtZ7iJUyg6PV9QYw1TTsJyV875hJEgEyL/CQzfKwtJTRzaFYf+IIunfrV7AlqKxU5ILb0wIwkJO
ynET+lcIZ+qyOA0NHxPi7LXg3XMluTZe4r3RVzmhSrZ9Z+4q/s8PzLP9W2UYTpM98HMoYgjG257I
S0X4/Wlam+q+SGT64OxkmzL2m80jIHg0aCeK4lfZpVjK/FBAqFkGcSviLfjPQeGhgCON4jG4Wm+o
nZOPweF9KET7zWn08O7RH3GjHso7knZjMeravbxwa2WrUSwylPfaJN/jduWSuYNELrW7349IJ/e0
5KiB9Y3r3q+VHB8q7CwfyTQBv5m7xj/2XQRw9ivgkFwCnYIel23Y3IgP8BS6puueQOBiKEo4ZCQI
mvDQgXe5n7GzVCfduirflsSYW4DjJePiV9GLPm/6sWGjB4QMM/8Wh8OFwbg/zXanMHhPvcnLFt3/
5PPc3FWFKm1Wc9s4ziJtHsa2iMWB9UH0qDmc8Hay5+SUYCd1AaTB4xb1uviGFL3fGyb0D02I8MZW
ez7CQ+VG5w+og6WHm1gW7fKcjsmet7UfZgqZ9kQEK34MuKLep+2u82Bv9zoj0VXoZ7XqaSZCMNVv
Q5yszzG/h4xTG0YkiMLpr8XLOlIqw2w1YZX7zf0rtZcesGZOREu8gg/XF9iADLeHjuqNbJ+26kfN
Ofuzai2JLNOIkXuTw7aNMPDKUN1GW5Uvq15Y5Ufh5zgXxZsc5wCthIsLSouaqI3y2Xq0mR3VslGe
xg00j9ltPTM4AZ8ew+5d4RW+80c//Wbg6YdXhZZ1NvG+Dk87NhfikWmwvZdF7zyWxFxYUIzpi4uG
dHW2eb0OLBJgUUPThsRdOMG5RG/+iwEzDJ+3TdHChPefoulqMmluuLuuPKMl8uVuIf/nhAcXqiG6
/i/VA8tVRqG4cf7X87e57ug7WSpnordFYdQ9jvGYfIvxYXqHod1cxohKSv7WJfS8r3Ve9Nh6gfLx
bbnqvyVI3fcvR0RCMGaX16H4CrCVFJWdnSmV9lx6VO19dHqMazTJjf/+wg+eyhn0s8D8KTfpsVYD
4cuSn9DgsXA2GD6ijp3qqi1e6aMI0lat7DtA2fDRTyG6P+miXugSwInYvBQOu4evCd8taF8IjWWM
LJwy9e847taAt3HcYTQorFm5HAn8Kgpzd1vlTjB62JCJ15XGI6OJ/Z0b46bRzHwbVvcJXxxWBPaE
Kwtj/vQPjOQdt5XGTOaOGxh9NsTp/OdwK8zwIkirOicRJ3NyHZC4AgZI3oU3TsENurPBAQIVvnTy
qUxSbk9iJbmJAwZlW5Th3H6XFD2BvEywz580Lx2aK7QxNFUw/+FFTFP1M6gorSuTwQ9Poq5G/Wdh
KMzatJ/0jXeX+O1w1ZhyGxq+ezFw+VEYP3m4aMbCcT8tjcHEWdr4FNQUoFyKbd1viP3VS9l9BUZg
YOvg56inafqRyApHAxiMtAOnJDzEUZGwkOWc4gocI9JWdwZ/JjDumtAneo1XTNNdVa4q/iYDfgzn
0NvT6V+3LI3AOsDPn7vqxGv/kmo1xb/QatcTYgamV9oaU8lRQgvSd0VaczvTzF5PuS778FTi8Z0+
ydSMmtPaRu7rOCMS3rN8MT0qw6ZiN++2IR6uUJ0INR2JMhJrzUKqYcIrKuT8jaHUk4Q+qGWA9tNI
vOmOq57l1uvUpcdppR0lmjj/v+u6i/18tCQVPkN3Rq5s4o5fyM4G3aKgUeQIT8+r0gt3EAH7eVG8
oXJnHSqU4tgD+XkQMXpkT76iIO82HpvNX4sntqPiFOq5+Zz9ssWu7jjd73JfmFn3Cg2FYHdYzOSo
+td4IU1M71EbZWvTq/RCsc9wMsZptnuB+Fqwv2ja6kjYTK2fVJ1sdAvUBci9LajjlwL7zV8MyGt9
jXQ3bWzsOKC/4nGEL4ay/OxUoPjm9gYZb3OiSxBG9d9aqPXGci2KLjr9YpZP1V9HxQkvqjqu/P7n
vs1k6JC/wm49RfhUoeEGe8zXHLP14sU3Cek8YrEaZCb5AZaf0x6E6mxErHyT01EbEHj7aoy++FYW
VPRMQyjwnzPSpc7FgMlTGaVfs3PquqAQ2GA8grdpRoQKa1aTpG313K/sm89duuvuQ+jRsoUDwr43
p2WLK/urckBmHBqu7eC3Om8hreVNpMWbeNB/9zglB+x1fUDjwLJiyEE73zHsSEsSfqGZM4+2UCmm
vXnuP0eHSP4dvuiYfEda6lC8k/VIvY7LzLqkf0aWj/vD2ADjPcxrhYfFYgFrHmQvqz53lrKpkSx3
rYazE6DCHMHxENUVgJRS9tA477dLNYOwpCFDhf1/064R827rhiezyNfI69QtFF1a7NRYOEPsYAyg
L60L39rSUmd6F8ViRkXh2mV2L58KlG/MKWvbb49SkdYaMhaEwRRj4aE8kQAPOnhvstDFDYzS6bR5
VO32R6QUJT2+Kdv6GIWJy8eY20tUjew9lrm9No0OPnd+Ui1/leOU2zGcEjHDd8d2QJsFK/oZy7+P
qWmOE4txiWLRcT4pKjv0US6iW3kkusD2T+4QrPy1xqNq8EEbQNcvDpTCKHhHrKqjo5PMMj1T9Ks6
JqRAz7ijAfXPU5ZIAmX3JS5lXeQtCdLun26k6326qWSPeewnDL/OErJXwc/+MrVd6d8YfN0w82KE
nRdPjfhRB8931rut4sfzNiOGb8cA56s5FEUTXENqiczBGb70qWkF/eAClDvjjqftg7fSOFwFmas7
3kk0Qy7spm749HERjuXy2bBVzBu8SD5MfFbMKRzMG9iM1TnNcGRO/hS791+QgeU3nAneQXCz6mI+
hTTIuelpCwLFIUoqjU4HG1m5XsdRhiLz+Poo4KpF9GeHpdcc93Cuf8Xwp8806tjq7PldHCIVIWTw
IbXs1ttZRl9JVUEUvrQJ1Qz1ak5jqyH8xC2/gGMYGP0wt8QeeSkM/QsW2OLmjeHwZrHGFkyT8/YI
cXL60OTxt3zwKH9dTEmSl0XtuD5RDYFL1s6Ri/0JB6y54rfY7xrfJ1SCF7eVBMU4JpGIUQhonOvS
oT5PzkxDDitCfZ1bWT810BRyX29e9Yy6Hw13wVAsfPKdtXoBKinHQxg79sGDgzQyRLM29VmJLhni
n3KeesMi9Wv1iWO9YQp+ha+YEHZtZz/b8eR5h7JNKJWAZdA4Vx/4ZEIfAHrIqY/Yz2e01I/5GHvV
D98FGbimJgH3IBs2aS1mc/EY7a06twYX2zGoisHJ0w0HPBaYtM2qBK3loBJVjqc+cKV52FXAFEfU
Te3YFRpWUQSJNr5d7m7pz00Cr4xll5SZIZ3De3Aq1H7t/HBxzxwm6287kDUgg4NLZ2wX+e6lkHYy
R4NO4tBlP3m34OAiCLqnOX0T1ZKP7RZcEXt9eSqU7WHKStZtNWvw79FaOQnhYmP/ypDE7t0Up8tr
J9dQXeNwX765axQjsghTn0NaDIeTkzJPnrpYBxc4Gt7G+Ox2wZNCSXnum2q6TcE6hY9TrOcbJa08
95Jbte7m7UqXcnpdtYquYURLEBSgFX1CIo8DlBifmY75dWVVYcAmRCQ7PmNT1hdaY+ILj4o8Mq2s
XMAUotutssx2V5dYCEHNZt5TYDCYBC8TlSry5PiW+1snBXtSgbMVu0yxsljvUhme40nOR4fmSI9D
c5n+6nJjtGWGj1D+9nXPXSp+7mp0eZ7mUYufqWRt8+Z2eJ3yYlEIHgGRNvIbkrUx57TH0NDr86jj
as2hLrDqpVGQW9PSePXRowsnRi2gm2gwbtjklGOJtzmtUXX8qUD/6mKgKt3YTdzcPSd9GlZVcL0m
aHkAgh+9WLcmxrdttj+2fenQ5WKEeS4gA5/2RnQ3uxTzcQ0WfEdG25eO8GMm5hKXYb/M+tG2DbkW
HruJibON19xd6jkPJy4e7Ivj6WRDr3ua+MxlPgJnDj+8am5z6xU57KtS4PMXeDcjRHN6Dzftvxte
TAolNQ7OMhHYm6pqAXu2TV/oFdeHxpIh9AzOdU50LfJIUOpqC1OM5531101gzeHubQgAn3DDYHDe
45rHt2qGgV6tJCK6VHuYAqWj2Sd7JgrtpcIgTt56NQm3DC9IcxhR20VDJj01foNOJt1C/CEoLs9p
G8lf4YwnF7KN4189ozDE9Coe4gNYe+wvvk+vJbmi70HTGZHNuKZuJMyGkwzNdHSCPq1/aig8b6EX
VjsOAbYU3yfhblc1Ba5/6tkWMRlWHuRMPh1gAcJKtn+EMdHzBJSkvXREgB1qtARm4LFZPzvqIfOA
0ONLb0caXnAz95lUG76GUQAXmdjQXr+47M91Y+dnrf22eAUIvT2Nhv0LdoaIWarBcISQ31Ms6S2q
DI89499wqFzss8oZGADXvvM/o7W3xe++H4p7tgk8ZX3vxz5DSBkRxkbiuuga1xqlldhOn0w36JrQ
O1YIYTdWhrwN6m9ycvr6YgonOrrshLj8GC9nmbwhl2GOrp24eAtClwFYE83CCNZt1b91VtqB2ILW
f2j9kpcq4RWRJ4aQIZVA1jl5+AbebPFVVIOg5pzhryZ0TNCXyJBD0OIzEVT/xM6SZJM7qSendqvo
WA68NrKpFj0qCFeOBxLG45yjYBaPG3eX7+vk8A1GOgS3wqOuvwrycGX23Ddm3QJ7jZrllaFXJg+x
1uW1G2b/PvHmrb6lZCnS0zSwuz9Ey0g6yQk6b/rBmqTmgsqWbr5u/rz1J4JDHTZe1qtJnWNbxaxA
IsABxdP0X+X1kfmNj6C9U7ENv/IgiyHbnYZx7lHPvpyiqYrRCergEa/HV/9qMKGmldugLiulRr8H
n6aeA7K5vfKv/Ud/6PHM8lsU3i1GgHYfKEX1HleKBG/CV91F6Hj8YHbt9b2d0s1e13EJUbhHTlHS
JHGwktaKpxKVHL7DTX8Nqx2QJRK0ylnqq9pWjfLsNP8qykBp1dnC+d+OQzU44JShIJeAF0ktqDuL
dytcrhXf1lg7XBSCtByiYzcWFbmAhs1Wt0x4IbBO1pc2mZtnQeFWee66r7Tl6q7EqFySddO7knAT
Hapauwh3WWfdcPxDaGq6g/ChbEYME8ukookQFgKW1faIh/uLN+gtejqTYBvjA8iBhstgZ9SF/V1K
pgZYSM6pvT5xeZ3nDzIjJM8xqPnD/0g6s+ZGdTWK/iKqBAgEr57t2EmcOXmhkvQJIOZJDL/+Ltd9
PdWnO7FB+oa91z4G1E7BYZEmPhG1OX35HePiuRYFKqEw+shnHD/X2xB5/GiUP+NGY8tbrUlJzD71
zPxiRfu6vNooanii2fGiXozox+6dpLDFJsPOgEjOd9NDWygn2MmqN3f8itAX6BDaP6B00auz2DeO
UYPiT+epI1n02DAJEGHecoUzp1eEOCXo8EEL1DE+DaQzMTZE9EWGRHGfeenyyeGYssOhK3djVhO4
Z1m4s/E8xBOO6X3oRSOhTaVBfBcsAtpEl0u3k5tmwAixX5y0/XH8ob4CHiZjdSZs4kAia8rmP0dk
eiWryicYsIvWGAWHTV/O9taqTb3lfNGb2QnQ6pKGEEwvnkGO4S2636OlC5unoBRxcpeoJAE8xAWg
mbpm83IkfG/BZjnj+d2wXnLOHVShg4U35gjqWWB4UxXIq2VkexMy/iWlNt5BlxgeIqR2p5jB+K8F
QuajTQARcGmZCKNygMqmwGu0E0bcjs0ElgMNh6zY+KTWDsBx5x8mLc0WtxSnzmg5LYmZMxCqPQgY
/DGdSAd0vwOfXYVdYubv5b33+KUr1gubIR4CEqaiYCJbd+KiCQg/xMfX79FrzN8q6oj2agxQAcpZ
+Dby5oMCBDX+x4tYJrj34/6etvKGaQpk/hSii/w32pPH88SgddWSArcHuN9fULSw3O3GaNniCKgf
FmYwR292zL6Zlhxh7lAx4IsdlpdbPhfrue89PNPJglpVB2z8Ge301db0Pp9rTiewFbgTPkTMu/k3
i7oTX9aMZNIBFaw39pxSleNLLjZGmeYB01Fw7GzBECkzfUgXFQuPRVdM8nF2y5MedDmue7Tczy09
zaFrEkM3k5R6T9IbME4JoQ2oT9ta1iFXNnVF4+HXv4Vohf1maZiJY6/2+Wa9LvAon7KFp4z/jLul
G/n48rC4b03ZXSK+8DO6IQxmeWQTygmaOl0nc4E5rYmxmqigL060m3KLJST4Rx4YjtS2k+4aFU4b
bcdOsCUFuBHiAiQV7+DhNHjxCs+t33SdSFZKgRpXGZOV/OCpGiMuGPCccyHAKM+yuCRKbaXclOg+
WwIQoK0Zs5ViAZC/2G3vBSxU+fZYxbNlOBhXdcHWVqVNMGjvJuGBmHe+iRw8C9IXxVYdL6zxw8ZG
zj0m+IMcSCosm7083tdWI+xHfKaDuQz4SR6KJKPvDUaG/I9CdSj4EUlKVA3s1fa2FacM+/jmrVWA
fZUs6aKf1lrr5SGexo6/wsfIg6H6fWJZ9kKdiZhRysQv7pA1p+NZDHOGQG8cHL0v6j4IdlVAHvo5
tcHTndtF+JJtJRHnqPir5uAxvHlHrKq/pjAzNdrCAHEsd1H92lr0UYK7O0XHhy6v248l4YgwaL09
HlmGjx4bUryvNRF7nqPvsiHKPskaV//cQPrXPIZOflnsYkzv6AcQMnK7Q5hLmCUweGX2fF/CmvkN
XDJkOr7OKxL2HpO3ynXATsyZZrP2B2lHR9AvjntVaJHdrev0LXwGZuI9lBlMDGv49RZHZZuzFhJ0
ZCSQUno7asW6waAwjClNpzayKNZD6Hn8hf/lBfwatuZWGG9VnA70Ai0pNmud9GGwm4mAcnG9IDF5
UxNy9X0QIXjZAmgOj/Og4e7JpH6ohiYd+GiAi2z4aXosRYjzjl05zrdk2GV4J4K+/vODZqo2+exj
ZS59KrSVyob5Ia4QFawnsYBLIDAwPpNL45n7KV5GPh23QnGqqpaNcpAoBtkR2Yb6shDid7UUqZYX
a3FRsng8tGpvjUl3chZr3laz7Z9yAqF/xYTYgVPY79SdVyFZu8C8KpbNLESjNsh38+qU5L14APnd
blhZRteqmrqXDElxt/IiJF93FfVFADFpkazoMqR+/tLil1qHhTUQG5oVzM1iZtrj10DwRZ3fjJwR
EnevEcWBLfz4EOuIrBdk+tWWvEUCi4dSX6rJEQeoS7PzwbI+QFedUTkkGl0yRR1xSE8WHb1c0/UH
wXHW3nJgqzXjgmuMfJ7lEIUPiCPo6OoKm+8lxH+xMOq3XLIU8SN0U8gu3CGNxj3Ba5Y7bTmIqtZW
RBDZZ25Prn5py66c2IuWAIiwYxFmideG35dtuS1djFxNYr/g5uFgQOLgOHf2EAb3WWSmTZd2Q8GM
3mcLgi3Pf0biHw5X1PlwoGs74RgImOKxqYB/1lxD6S3NHX7RzEh6HMwBfCtt9ico7eSrW9QWARMs
kUbioI0I7sYxhu9TJRWKCiz5fcdJG0S0iCkAhn+2NN1OBbnwLuSrolLBC9URSr4aioU11ooZkQi8
FSQpgl1B9Yp01ahhvvCiNFvP62AU5VO4yZ0Q+XsqhmG/WEwUV0UjoQgBVs2iHWoN76Rn6nGisvxz
gbEDU8Xsxld8uzX6ApsiwafvvOSR438TrdAQb9qH+FQeYW/jQAMYhWMA9AFG4IokewgFmCmLKjeX
TIWls1X4oNqNYc4O8sGex/Q80EEk+8LtGXlrw/iL8HA3NXu3svAD675R56ytxPiFTcZzXxv8V9+N
xw+atEWpd/XAIYgJuoOw1oz27cJR/ha1+6B2zHHFcpTMi1az3ef9iXwM3I4jTLrz4MbIKwHtSPYc
5TR7X8M0+vYh7hUNN1onNhxJ53NvCF0O8785yOrnlgXXDD5q7BATrss8Y3A/l1mm/vK+rPQ7CwgR
H1A2kDp/W3yjFWn8SSLU93S7C2qXbjfzaikJmBuKgPW6ao6SioKNtFN3xbJrEXTx6kucLYEYi/CO
Jngx/K7B8u3Typ6rIW3fI7ZS6aMaPXXPcGgh5920QQuPh+1XDSg8tf4rxra10eeo9sQSk5OM3aB1
ztUybZF45hhGFQpnW/eHtsv8DTChCvYHAnaNirSSzqs1FGi/DHnO3wAKbo3bqHWsP7vQnlhKzmjb
BmJQP0h3nzZEabDHgS/DEeIQ6RG+oalF+QWmi6N5B/cJlWjD+JZ0eTEuw2HySJE1OYPldzcrGasw
WMwYEHljhMSpWIifjyawXg0qqg2/fIUPNwqZywya5Xfb8vJhuXjKiAvcdyYuagBsI2OJ2iZM+WjA
2k4rr4lNCAcHS+rDUM5Of7VsFSGS9P0U1WjHHwENehO+9N2VV3m6wmKyT9oU+aM3jnBLKxF5v0z4
gwtaceJYJ1KacaFQWYJuQ959Q3l1/ofTDLeJCNR6xBkLlrUTc+H0061DRTz4bLv3tce+nNHJVGTe
Dwt+RFIRu7WVrmT24BYVaUi0IdMXFJLwEmfoJ7cQoyfCaRcx7ydJ1bCfCiuSQFrqxtvmsxZvHXp6
BopSQuyL0QH3B140BRyuTlKiIkpEEwUJFWN3bnRuXtoA+TCOknjM9zBwxmzj6aJoV5CbyqeFfnnt
jUl+37L4nlYh6ULrCGEIuAi0aQrR4L5HrLO1aPX/4/XHFWV1DtWXjRsUYNUQRMd6GqbgMGQNW3aM
X8trvZhx2sPKteRT1mp2dzHi1XzthzBcVqi5fMbxARiFT+zlCy8sUYzhtdNMsdY05vU74S1mAnYh
OOEKSoqT74Oe3s+E3Ld3cupsszbkM34iqu+/aRKIZW36GTpcRBw36xxGiDFytd1CA/hMyA1JsLfF
gtj1GMw0LNUwvJGNkJNHO9cWiOO0jaiUxUqCZpyL09v1HFD1tY5VivKMrMNdGZTNhTjxRF6xMBnn
QiCuPMlCFoJunF3ZEal7695Ztg9vKQQ1/aWhVIBEnyivsCRYXlHvEtUEyX2OTlp/hG7lHxsP4ScE
q6FTEBhI434yvV28BhU1Xx7Gw5a9TlbfZWVFWrvy4djMwKWkeB+TavqJiso6TF3lJOsF1PBTbnmq
Z9ncVX/eTXa7HvO2dR4xFrj5jqLUQhNIRDa59UmazIRoW/WZkPj+AjmBnUHoShJyXINE8hgUQ7RV
EQOrfEcPSsnVB2NR79ueZhJB/iKZ1lqhuOb2cnPnzm5eo6MaJ3mwsXqeClT2G/hldUrzMS1HE/m+
u4tQJCKTKnjW0eiGQ3WMSSI6uFWYPnoe2iOwXHb5UiHJ/g3dKAAq3EzntO7a/yYvc220tgbGRizE
hYvUsL5swneB1XJaJQ1yJJ4uOV4MwvVTxcRyDXKkw8AJNFg8sqvBIWiP7OROYcJ88mWWZYq6yYF7
UnzNiyV20YQjkhI9EvzTAqTSNnFq1hv0Qwg6Kdqr+kyKI9zSdMTf0zDjcLaBHy7veTYU/7J5tE6i
FCw4mob0Hbz8lKShFc8um5gxfE5ZTpzrqs5eUzMgIObDh3Lm8UIYPxLtpoDFpF50Z7EErUffxa/o
IWW8+S8QDvS9OpZso5trg1oenaxq83+wEbBLJHJiGOoKdTsoIahvoNXVP0vYVtclnZefxCj5aoWW
pc6wGkvrwtgk5WVhG+gy9ijdcesJNDavYyoDLidmKzcsmpnuWNwrgo8zLsUjYcnmGDMB9HezbhZr
k+PI2HOxEiVLvT88cBU3bLLjsNgFeWHPq6y29V4NEJJ3utHi7JmM+8GiDgLpyBNlgVgMyx9GxBBH
Q4wXCCG62wws6bvDsoSMEoWBHoHfMj/yYvboxtzm2KL2lKs8nCNnG5UIkkBXtVyF8M2wysR5X/mb
DtJGwl7G1b9CjMkWyb26c9EBUEfLEG0vqbLo4VqiuquiwRzHw6BYlkUhpu4AUOqpJsAanA2woxLD
LaYaCjd2aayJyNNSO9wi07qUAdPLcUrNsy6bBBdbjTvnmic9pXk0z3onBlzu/iAG5wEMw+Ls7bbo
kuNCxhy6ztBPXmqm0aBx7LZJLtQa8cUkmFrAkVJEcNwvYiXrMCwfWRkv7QN8RZRXEPE6YtdbxX6v
nIvGPVVs1Xl2QS8i4bLiZt7KnqTfu2WeixQ9jlXibXNDDPMRu655HfsuTuq+AXyLnwpl4QbtcO+u
QWagkAxF7JR/zRKU9z7X15eru+BpsqQ5SGvkXMoShMy2cKaS5S+B9CuJsP9eV3lT7xDLBA+9Z5dv
i6cJKK9NMz4zT1TJE8FEnKnrokyF+YwXm9wKJYKQ3YNvN0w2+gHLupHMHf6CNC7kl6TV+BvzGVtq
qyf1qSonXccISAIs6a1ivZQP7tUtvdbjtx6n5YU62b3dWExs8k3sd4s65DRY9atvoqr9l5sgTn/o
MFLsDR3J3adgaTGdsxji5lXs+xaEsnkgd3kQw89vVBH81aMXvnlxAkCDTTfXPmoLngu2rJ15YRjI
m7ntcUHcexaRzg9IDhEirgoxszSe08B794NcXifLzqqDafL56MoSAYQzV88yNQirhAyxL3Yj9KgG
Fnm/Emk7n3TtBV91A4Dqt8SJ8VO2HKMsM/2y/R3JvazvI3QW7vGWF1OiLCMgA0ANNxNmWzTm9Rdt
XTP/w0JVZRtsyc5/je14xaO6UT4EuwByjA9l1Jf7FrUQFvGAhnLlqig4aU7eizfOnQ8HRDnfxjH+
wQ0JQlqrugy2buTzlHdDXa6FUqONcsNttwAGaMCqKcQ0AwRjOWpUUdNHM0i/+YS34WjqnDk2X53T
jCO3cuq/ozUYuyeeFLt9AyLYwI6Ywr4P1hNTQAzcVfbIGQEAhjgipB8dI/vGb+Ntp8LwrqEO7wGg
2QCxsLsRGUGsQJEcE+3Ef0jaVbnhpHYeKVyHU1gt6jb3DvufrCnqj1pPmC50HDcHHB79UwcoYF8H
bf1tgD7dN+gmuudAxCnqFcsJL37vTAReJalg2YweElgVVY/+YRY/2tFu0DdC/Ipgn5K/Jp29LdtR
LwLbiuSPb80tvPFftKRk068qZIIQ9jV47U9Obv7JhYIJFL6O5H2T0DnNVE7OqZUsVRA/LYKtyyjs
VGw8eNNvkOMxX3qdBl2B2USpNR+j/UmxpyCxJHmjYYlhKeaJnqwh2SiQwuNOx+hUPjAxaESAlpHm
KoqWp3/l4Kypz2Tl1fWm7GaYNF6fdPtQK8PArEIztMF+mKbQujqMWDIwpf3opSanIO+ZCFatR9uw
pHlg4bHtWg9wa1c71VG4S+mhfa2nf31JOX7WScAA2LQ6Pk/4IL7TkF17vI1Z3aFREw47VBec6QR8
IgKc1uVLcqVPRwnVtRnbMCLKrpELPHtc42sSBwaobFBKrADfVdDGy3NaygLuK7qOvduwemKHx8ED
yS0Sm9Fp5uaQcOkiXOaJLvqvMiv9i8aKUrI0rFLvP9PoQnChRhltG6JSnpkbFLKJrpiwqvy1SKE4
bluqNL2bnSze5g584l0c1bPeli1x5iAosqj4FZj37HfXX2wkDBJC4euAbyF7D9AgsBZFMxslJ5iV
zjNLP820JYXfmAkV1quKo2srZcRewq6Tal+6HLY1PX1xVuOExTpF6Xot7E51azVa3iPT7yjdZjYM
21+SFQYeEEiifr+ntMFvAnGRptc4x4jCxtmwdkKxF0xtYm3ccMCmgNoI46WXqpXA5bkv87I+UlVa
y2FxAst6KXsw3vtgSOL0trO34/PiWiD23GKSzV03Mt+/9Dw9zT7rupA6UDKe3cRx2p95fpc3QFtd
zh1UI0ZuehQnFdlKrETstPlJpnbIVg3ROhk2DjLPIZFI1+yFB7xqOw/2CANNz5grXDp1yEXlfKwm
QcBsrp18GyL8ZniGqeNInDrEdBUM7FIKBwsl6aFRtW3dKj6zFNHPhVejCNGuLN7CHIgJHU6VfLPN
in+gegooJKNBmo2Gk+8WFskaVaQLZMry4qJAw7Z4efeV1bNvDnqi2898Zp9bBW5nF7OzwAObK+gG
oQfe7+2GOdPUzrzN25ZaJ1y5LrtQnqnKabfIQs0GzxcUMnwWcJcYMN2W8RAjgXxVRHnYhtjYBwbx
GPzTvGQcHaD8QhfkCaLQbAd3VsmswMP4CVtz5WZLg8ehM0xUIn8W3XZxmFvyXLWzHW0CvYwBoSjC
A9taM8t4hihopU8E6Yn4mUUiFUFog2c/UHWQt7ZwDsZbJ04wRtE0HQv2idBnIrP3kopdeibnE1J8
wG9QRg8znt961UjNUiO3jcI4c3uThYBWv+cyTD2xitEfED+iWpgsCEem8SfgM5zPDGEXkG22jaMN
tX3ZsWXteRqeFx7b7NijR8AF1+OWRS/rB69Bno7f8FHc+t3CUIGZoeTHIHMDbqiv1Fkzofmjs4xQ
KbZdzj6+L903HTmRe2C6rc8JrTL9aea28SPiFAelxDyynI7H+MK8iH2ZjlnsevjAVoyvJQM+I+W1
Ly1QkZ494TaSzMW3nFjeB4oZ66nKHJShspOQdsGOXKYB8kkCzpUdOQHg3xWIrruubLsdbRduJSkK
52DQN7wkCWj8S4C/eQM6whLQyWQq12hc8oekaZ0FDzb+4XVmj6z+2X25W7a8c7XlFzTPM83tC0J4
X+x9LI98TGNWMxafMtD/nspOndcoa1fVkXrwTa9Yas4xGkTkBU7/loRF9TvaTKDxGLcV8jzhR3ep
msGpsH5wXl0W6eVxKpaxvVF8uvQA8SAiA5LLDzfcbX626kNcRLe3rbM/KgXZ8JsqVIYPPZLR9nmK
h0zdBfAql5cgbNPuswUZuivrEChtaFeZ3DgLddXDwsR3E9jt/OE4eDtvy68/GIcIk0QDmLb0kVhF
Q1t/yWKmzqjLofPWaa2zM5Rkf7i6k8vEpKK4AXnlCTSVwmsPGGtj59i2lBpDQAoxg1L+4Cq35var
tpbpw7IwnoO0anAj9WYPVMTzeRqa8mgsh4QZUPSZZAs3B829Cgx6m6XJ9cUOoNA8QcJwIpRgvnPg
ziA3CcErGpYtAwf/U4C0uOLXzICdVCGjpKVz6BeRWG8K6gW4OVY67MEV0NeDe87+S0JrYqVssvh+
7Mti+m40AT6AMP1ZQboZur20h9zsTA4SeD0gynfX1LvFZ+M7MFbrCsf4mHuBu2JWJx+4IdRzTveK
8MRN8HyUAenrk2guAL0nAl+Q4z5CMdabIuWcJne+X56lCrPN3Cqr3Lu4+beljDCVRvac4TGBxMLB
JPaCYvs1GbGrr2LfyM9+xv9NI8zXNNHXb2yLfo/e0UrfBMkEzzgb6kfcMN9oUscfaPbJYYI2w/A+
y085UpmDC0yQEbysNcPj0TsqpQD9pDcL8yoQvSB6h1Xynd2lobvtrUwx6ilicZUy8L+7hsMa5U/S
HvKiVMAvBufdYZjAkGhoHI6HPvIPpCqx2JY3jA8yBX5KRsXJ35LK7AWX6vwDZtKCbuFFLjs+zCuO
QE6NZjINH6ZRlM8dP/Yn7Nr2kQqVUkyCC8KVJtJrbkbvW2uHeF1LmfASCuPPd7GbEKCJ0RbbymRN
/p7kqx5ngQsnS+HKuZd2SfNFpbCVCVr6tWjA78JcRTlq5uXiILmn0oT4zCodiZkJk4K1lYiXjRSu
8TdoitL3KmmSt5yun0O+C++TOu+e6zoFm0U9k70Pqv9I29zj48oQNJD8XV7sKJKfFSCX18SdcECq
XqcHn8TL4yLnf3USjHsdL941r1udHQJevK3LrdevWs9RD03ZIrvxMd2dB0Ejvh17n8BSpE3HuXH5
VFXdf1B/zNsWZ8zOqeJw+vHaQvg7C+bKroIZoFdxk7IeRfaNStZCJNfxbRFkEproYE1l6GysXpAK
Kcd7cWuy0I3w/CYjGEoExuGdU+joSTBJWHFJ5RvJ1ovdBgkmp6520yNT+u0ss3FXJIo6C4t5q1n1
1cHJmGYAaSKvhmh4Csy5OllDGr/Nxn/GamXtHPh8F6JP00NZ2sGjwky+X/JqNke7AhLAWVTTLyCV
JkfddZ1TyvcDwYjtgb2S7ijZxAw2ZYbMy7eZY/gE7o7vlk1Two6HuK/3ij3mcpDINK6Sy+qgk0i8
I38gugLRM0tVBfbDb5ch24yuDCTdY/+NNLN7CXWFFCj39TtCTOdYejCI88ExLip80JBIvJNfNkXJ
Ni37dpWCyVz5HT9XOcGy0oONbpqmalO5LhSsTI0+AN6RcbDjiewBY8OwMUkQPiUsm2jpTRojC7N8
NvZa5gk5PdC7EFQU4oAma/xnpnr6drVdUM72X+gNp62TjxNa1SIK36wgQq0WW9fl9psigqxmojB4
R24EGGwXBdGtqxEEN6BeOtgBPUDfmkNGxM4aXJ1zh5yCRjRQ03DbeWqxyqcqPSmMNvyoC7TcIkXG
IRxKHbCn644EP2Yk0BttEjQeWVABi2buoycKptbJXI7DuCURoauPoA86cl6GvnskE+/AZx1u62ZB
Dqgs1n9Yar8dpAGb1jbWaUrHE5ZqppW13+u/wCahzOodLr+OT3WBrpw9L3MYBJvBH8k9gXjQYWVq
iDSLcy40gFwfMf3urWAb2va2EqI8RCX1SI5G8Gl13iXxGnMHLiB2TmFsc6jaIKzvxYCMv4f6tMYd
D8EUVQ2pfnN+8aab+dxHavET1Taft5fjQAqzwN+RFNLa0Dd4oi3b+k834MGcdAa0iM9gx9zFsHJE
CpY3rirXAES5iANVPGeVyuBcZrlzDJg2fwaqqe4mNWBBpxz+oXIvf4uieshvDkte3UjxPxN2tBK2
ZX+Ndf5QdU38EcAxX/VsRB+igNAzyOh2shpjsK5r7YVGYLCpuNRT+VNadn7lwppOHpUWQYtgeYgf
JNvn0LjUzxS3kORcBS6E2J3bFZpzY7258S3sjlkun2DYH5hSCAaQ/JhLw+yimdP5hLIHtXWicS8g
Cmk2Sa6YHlDbrijpw/dmirESDJU6IAMCwKFzLLY6b166vKPZJBCoQ3zk3ZCpy5huK99LOWT+/0YU
Jv/Hciost3KO7fvGLLGDoYGZUR/30OYbFzbXmJY/EFd6d8XjdxO8Nn3ymkVkWJPjop8ka/NN3k0B
5HHq/2ndoA5RW7dbEr3JiyGhZY1r1rMwG1Zs+NtbZZH8TpHTP9Prf9aRG+07DfYYRz0VAitSIgiK
5otF/JhS+NXNnel0INcJW2zYAAzovmYoO8na9+rS3ImOlr8Z2n9Mh6NNF7gjMKtpqJ9SktyhToVE
P9es75Hl6BtadAD5jjvcefHckZAdr63zr0bbyX5Bfb/WrWSwDdus2s+QzB7j1tRPdCmcJb6pzT8S
PcyqHhakBKYsGLXUnpesORcUcTsAfrbd4if97iZXWNNVjmtjAQuq5ibaWIWFvmOKsSI6Gb0PWtaS
bYYvTk7EbLfFrLVBTNxtK5M2GBoKrKpCm3btTwOJELoiN3mbLjWlbIW6ikSuejMArOQ4md+AzaF/
dEerX3djiLV1fK+T2GOPfwN1oHaCfRN/mBFfKRS9EJMvSuVkmgw8c/bsPscZngrbenFm1jaua7Kz
UK7zwYwm+TRK1MewD32zt/NsDyHyJj/K+H6whzvJY1QyDNspB/5i2+DcWZM2hjQmasnhGTFg67Q5
gnWzjimLx2pv9YwHpVH+c44r+1m5XrIJ8b+RyxXCQFOd8543nfiwwLVZ+zwV+mcwEskNt1bxm3nd
eElRY4XA3YnpItUPJSx+cYp9EjgKTo4hvS97P7+TY9CuGxMw6of7gKED+E7U+7TLFXahFG28vOnY
IZWmQ31IdYBRIGXVVahYovSb/osnhFG4JU9aYCyvqI5RVOkPBi/8Y0N4LXo2p2FWnDAJhKs6GLt3
DY0ej8o0M1pfsrh7Ndn8Eke3GoGo6HI/ouVGCCy9zQxTaOv3QX7EeBY/NqwcPnXk3lI3CsVY+7Zr
cKaE4xOPEyUX0PU9SwamGoEoyNcR9X0bQP7Uc9a8jPAp1llm3HaNMMG+6RSTl5vW7w3Lw1ycIoYe
VFNxUhEIBOL1vIBR3xKE0v1gwA4Ny6y45IALU5RgnnJnejfHcrd1P02/VaPZXQ78Fr/emPJkpUW0
tmob0L+NV+erNtl4VzCdcfeUQAF4bjbheNF4wBHcpoXFRBddCVzuX+gT0zvzE7EP8tBrCLrq3OsQ
VG1yzGzW2btukRIjD0Y4s7Kxaf05tuQqmhCTboZE9P94fO1yX7Cxf3V0OpZfwpjyYWmX+lHBfHgc
kZ3Q2zWhjbM/GLMbph+EzRE1myRVKhTAejUsznHTQWPHyuM7rV880TjKlmlHzQ2OyFU7B+WWN4pe
VIx3Zhqn8Gugz1MIpQjOvaBasp4XZLfzvyblFViUgjTLtAmZyLAkgA0Xo8u7dA64efkCtS6uahwM
EI6lzk6poxKYeVX6MzuJza2KttrbAaTx8kc8AM64HcGJvZNGR61lMMDtEr8sD3SHaKT1UKoHewS9
F/RS09jmS/CcxJkHUM4g9nsWjH5Tjg14NlQTg2uGLbKHchv1thWeUcA4/rrPC2+bak9sx4a+G70g
/MIsJfJvR+OaMKpDIuOGNZRNzydCTXIdosKvwvOSlKXY92aS/7E3rU6Z26d0gAR72CionfHMW3hD
HhNCsINa0v2myDUfmOKQ5VOEUqIXjly0mRAdWEAGGIvMxrSGCZCAVcBYB5v/epAM1XdeoJZPNDee
WSm5+K+my+dyE4vSbx7GHvMoIXUtatx+lfceuECvTfWNDOfQ6SUbrK4NaYUzHtSLCxivfGGRZc2o
c27u3y9BE1t9JBJ1ARKDmmUKvgr6fv547WA79SaroOQiwalbOx1TqQYlb9zNR3oFfkzMUfoZmgnz
qDW7Dpufjn0oLq9EZj4cKVCra/w+ZXR14yyJ9QZxVTI1lLYMoNMDR4MVk8fOReE+hWgqsAyjj0xe
4Sjq6C0qBhN+jpjk+5MZkfPjX6ksg1DbQKOrRm4jcgqdPeqAfjwkvKuaVG4rMRZwjioS6cWJIlcA
p4brBM0tIAMiO2ZxqiYSrZZF9GQsNe1UEJnVpzklHP9Jozr3bezslBtxhA2MNsSkf2wjhf/fmMNB
GQEtpFrW6Dlyf2yekjxqIvQV9MeZBw4P9ku7Y7QMBpyLZ3lCFhLe/CskYT6FWljdoYlABxGiwnWy
ogmzsdzVItwUfkMqUozOYYVRlrlYMsUMkBFJd59ZPN32UrljLnS4EUh1yBdUYDhMSMZtvSY7DMW4
9DsTyuKTMA1RHK2MpAIbP9CwcbTI9IFumuxEfx4XfQ/nTqv93Cg3OE5w1iIknSU1J0AZ52TcgR4F
Sg+LJ4/u9Rk0D+THlSXrvr8r+ogJDtr8qoSxFaTTE74mlMOl8WmhHW724T7rJ+UdipZ4+11gpUuD
wa4yn44zwOddUTBN8kz3Mh463JHI8fNWtc/tjdZR2beoRjSvNo3zTQlM8GKUYpJH1dCt8XnE/c6G
5fVVpQPiEAnemrum8JxHlXgEGGNzR97U+SSnHBGHBfOxrV0/2dnOmBdn/km/IVK0QZDLceATaWr1
b601qysCKDO+kFHUPfjKSH4pYmgAlbhusy+7wgVqFzKRsZ2Ght9DXkZBm4uRsz2pXikWyuF3gPnz
S0AdbiiH5XiAnQwD/wWJQvte50kN2pZh+7W0hv4vlPhDDnhekbTmSErvmSO6+kE2DoWPG0xbHrvk
G3eF6o4W09WVX8f6QXMc5Hsz5km2K4m++/F9cnI2KR5EYi4YXcaHDK5bgg005eeEP1zcAQzziaqy
nFRulqx25j/m8cNTGzfVsP8fR+e1HLmOLdEvYgRBA5Kv5Z1cyeuFIam76R0Igubrz6rzNnEjZq5a
qgI2cmeujGYV/kCMs8lU06CIzOhqZmgJXMPepIlsjo2XN3964CLoSrZFN12/jPbZZsv2RZ50us5T
a73xtaX9CbcQDWchvcnBsfdjcT/yavF2tTDFOdWwf5nOWo56/vK5t/O6gg2xQjAgskHsnwVGl0d3
JSQ2a5MQy+CpyAkkzmO5NG8kdCSiPw8lXNXCyUi0TIHg3eZIl0cSDW3qniaEPKDCqcU4Ukqn+44p
4bj4voxPg0+UnAt7LODeiIY4oezZW26C2pIvS0Ksg/8NUiBUhSYNeKVBBBf6FMhKSQty4C2hkxok
vFJWG9xtfvFWwUUfD9UwVD9WOWFOG9Bm+cxmkyA+BKDox8vJqJKjF3HwAsO8eOYvWrMTUGV/ovYj
+BA+b7gDIqCDB6k3mI+zOhx2qm59axfyBm72i4vIviGZwuvTtT1v2ikscIacq03Aryfz/ZktY9ye
Sx868AkTbJr8USqt8q2lR51srbHrymMMnDGDFEsJG1GLSTwDOoe9Ldn13fo8GdQGQoBPgRo6BBER
i2JdloyEtGa3VNmShysKbrlRP+X4t842xM1sL7gVv6lQ5M3M/lZemUoAmpry9hPrwUavqK2aOhw/
L0nFj0PE9iK0mRzcMp/wFleCc9ssrRPsyblAbuakJF3cc/I+kSSoPkTj03nLp5dAQWJgJG1oCoPE
xpVIPUTHQXQ0SZYlL2pGet4O4LOGNfKB+5gBDms2Hf+Gl8RA59pMrpesQceKO0tnNtmUZCkuja4Z
vXpE1+pT+ZZSr8ip9cXSy5iQ3xrb7MSzz9t2JDX0HmWNzx7rsHoCAQon0sOOf0GRs08i4dQQaWy+
RRWWBGnKBe1TkKFjGzTDv7x95pL62LEvxD1DvZnAQkm6N9/Uo6NeAYbJ+Y8TVxSCrCqBhPeduwab
AqOnKw8MhEauemULPNOwmNOrLmp+G8UsRtqPPDlF0HgilKRpaqJ+O48k+lcC6um4Lq3KzHt7tOJ8
b7IwdPfaQg5zOj47q3bs9E8o2G/vZNmOF4Epp/1u0ZMLDA2J0kfUcSu5tBSKyr1rcimZoEogMiPi
wrWc3BB3k2LkJlqaQ+WTpIYoNmHrBusETVbwq5YmGe0DawGdfbHhHbo7T5I3PziO1/jXHLHZXtlq
aJdD2fR0jLnNWPuH2VZ5eOS2GBHEsxvUVCe8h2HROOxLXRuk+tpu2+ClJhZJ3xRQqORbm6FuTwm3
/z+KWtjT8MdWz5bCvbnpoYQs915S2/9wJk8PQzIClW4zyC4EH4T9OHfQDDbTCDXmpBon+IePgS2d
9OwsWAfYHsMTbSNL8NVBD90MIRYoDcWQ6aEqs/tAecbeGm5ii3cRYTiBrXc9l2lwWsKILmRGKxS4
XKVA/WC+byrqJTkMqEgWu9xm3/nsAlw7liBxGB/G+ncKMEWvjNJ4SIwPz3krkhppQHsDgMS67PSD
ghvCRFkZRuKsy/wX/k3x8+TbYOG4syMbzFxMmVMehs3wlGEVPOYLW/4bRM2+J/6eXppOfNgdq96N
ht/4sIwT3BW68LqVD8Rl2zX2Qhzfck8hkMGEg1ridK/DWLyTR9X50zzYPoAqdPC1w7nLGsRyHgLo
QjbJ50oihDXWo8CDfsnRU4t1hdC3a62cQsJb74OqMW1tS2TyI3aJFNLIVEV7bGPs9d0orz6WypBv
rVwqo/ajmaziomYXo5IREMN0F/G7MHG8iC20tK5lzxUvZYEzdiGO1OTO36IjE5VWEzdS09S3aSr8
vLFi7vkZunsQbexSXTatLVansnBW2djAMqur+Uu6lQK8u5BUsQmnnDzHfUmQurdxFd6oVUaccE5B
bWiq6AN+zB9YRx4YVjM+4jfk+58PC18CdFv/YeIRdQUbPHHgoajuMD0mb9rS3r4I+RgW45zSc1Fl
AoZ+yjPAb93yDooBXqc50n9bXxenurUla9cCq+Y2yorqEjlxcejLXL41YckdyCKb3JGCFLwaOxLj
uAXDNF9xJwTbzMeWDHgojladjhygaQSI9ulAIzVOcHJzelHUgBdjE9xlgowzSA3Ma4awDJsUKCWu
t2z92OMmBWZwnxWpfEgxvl1CQdUQ6jT0ogDJFK9l2/0MTBvDhrltfjGLCwaJSTzyvhvkVZeRl3/Y
enIdpKmGywKhrN2XfATsHc71uOG313F3zH0Hgadui0lttTNk05F1rh1vTFlpwLNMFuRg+G4887Wm
bhFpuWh3JkgHexN4XVt8F7Nhj+BbE0duDngLoEBFReFLhjMKv01rYJPhjZYp8A4K30AQ4B47Aun1
Eaknu/G6nRB8/TY8Pqr5o7fbtF6LpQ/Vw2QlerygtRDskCT2PD77Ec6GVRITSd0n1o1zyUkAtapF
SHHXpTPiCED0ibBR2l6091pT3hi2tPxwvST+PXSK2xpNp3+jhEQZ7IB2vhUAcYLQgohpHuyHE9NG
smN9TtEtfokKUFlEDxpv7oEj2a1tQ1seohltdn2FR8bMMuAfL3h93nRk7ErrLK26mduoEgPyFcQz
HOYYpje1kwTP0LTYpPH/Pn/v6objbA6j9suNWfOt4R5F3CBkeNtrT86WP+9ENed2wrtL3os4MrFU
8rKgQ8KgH3bYLb1naGQRqzmcGwk+v7zN9mnByLPlzGZFmes0CiHmxjjrA+4jvub0MUP1TM0IizEF
HbTxasebD2SDRrNW9aTdPRlVJ9q7II6OTQTgBWNHagzSSdflF9IRXbfXBTuWrehb2igi2bdgUkKr
f/CGWz9GSPv8W2W1OPk0sZFr5xWwZUEKYgvOTZjNnCStbe+pkUFJ5JNE52xGI7F7VnQrOkS5apX+
guoAw1yHc/xlgzHDbqK7rNvkUVmyfXJj9WJTSvi7zD0AbXqduO8x7DY88ANP3H42EwZvS6LJ/jB1
liTqFBTcUzf3GS2CFPC5u2Ze6AviKeLxYnKY3Pi60ke3AzSplw2OWJ6I2JMZA2n3NcsGbrcDn8/N
x+nQArb45/CH/aqRfcO7es6t6cyhSTyaVjiPwB0PrCe+3uRZg0mF7Kwi6l6YCKLMoqhG3vgAOBee
IrzO0Odi9jp8nuziOHbgsNamn6NPK3YsZx3kt8wQTtbah206K4dVQ99+Yi8F1MaEYO8GnhQU4Ti4
Eai2VpHeeXicMHy64dzgwBj6EL2J98xWNx68JqcEFbUawhKGhumctDj3iCM+wnfjZwc2bpZ99B2J
g8/EbQXU0Jgw3E6t5iMEj0QOa1Zcjcvepuqvfo5F/pYeHW1geRx+nCkupuI6r3neCmb8cMM6ixOn
FIISnYSco4Q/TR/ult9DU0CmiVvviHnFTZ69EGvdA6v2noINv/GnT1+4TbcD9ukM+6IMnWiNeUT6
7GWxY1G+FfbfKRdJvwEVENwkV4r21im+4+cpKymGJMOn/X0irdHfMoQr9zUDz2+/CJ5cFoToIIsI
L/D53GBEKYvLgA0QHBKD8KmQlvqdXH1DmVdTvWcQTJ6HgMDItm0EuXLINFN4saXIwgomtSnhNPim
nrdyauDNBvgBWc7rm0uViVT+gznMMo/JwQ9Pc+XE/yZ/yOmkKt3sd05Fe6kor0ZKgfLC333xypj+
UOyUWIIivECKrSpLFjhjn9jwmh4Z14F5RNQVu1qaWBakjCD7RjMwBqW2xacUd/JUJVizCFS08zP/
t+ApwnjbbhcXJ90uRYh21oTq+x8WsZO1YVTp/M1gpf3wgGxbpGzSdQ2EVYw+r8keV9Kdk4SV/2HF
hHiOc5Ej8HjKUPAODXIo1lOcDxczkvDfzNhO6i0SU9utE5J+VzwRvH5zBaHPSn3vrZz9+azw6Pdg
ZNvgEVIz1TR0b3T6ODObctAqli2gtLAVQp0c0gNtBf0/e2jyH6vPmIXHHhvl0SFgLA4+t/XLDLry
H5iiuHusHYKyq9aplvuBIeZB9bl/Xyct64iYwxSYzdhYT8ncNtal6rvyO6UZ/q+nEwrAuhZzLMJA
Sy0D/Z/eBn6/xJJnegolI2VBVTO2+3MzD/J1tbL8XrJQ/APXSPziUa8fw2TGnJYT9tvjdoJaaycu
DWIsrCDBKbpGyP5lN7BWFMiBNZpbMK95QjDMkgJ13ylu0fma0dl7KjsA59uiljjWWstjtalaEF/P
sDOddqMwG/60Nu9yiijs9k1QOhasKcfI+p0Ke5Y5uUIFunnOois5bNq6fJEnRMXJq0IhyfDWERY2
drAJ5jRlrUoaQbdV9B13mUJDgau0uDMjXcdP2LGq2WWtlPfS6r1XGJnXoplfADE+llk+PVrTTHmD
msQFbxmsH5UmD+Rl53vFRyoDbT0VxxIj7lE6BssFbuX02Jte7rhligNm7O6Zhp/5yjZ/2fLCo6Zy
CqwvDIz2mZJezmdnkNu2p7MrBzy1E2E/vydSv4y1N+JbyPO1m7rBeSI6dCfrHt9zEVqnOpzsjd37
nwsflG3s6+cOYM2mBryHN4FmO5w8NctZlEf2sR0hmihIzQdBhXcW9uFvSdTpydKQCpjvs0OKk5Le
5zL6aiWopEQYFmct4u0qbsqSU3Xod3PkyS8fqNK7ldY3etXgVI+1COw7d0zjNXaurziknAZcZNBi
WW0hQCCFdBfiTi8LN/5Kkw6ArmWpDWGNnFbDKfttbOhy8zxYp4K6lKcqh9Bgl2p+xDxIO4ayaBQK
Q3XGh12di2LIf9o2Af6RV/lB0Qn4YJlheZd8KTc8YwMSQv7yxZN9PnJ/Em1IwY6+TxnJRXR9/2/Q
2voMU+kGu1Txb84kv0nCRZ2jLuwuDmkkAvN9fcDENbwNWMRY7PbdQ9QFvK4VtEjLDvSLoioOjAaJ
E9A6M/+u+idPg2itVeW82pgm16EvnSMMbvfgGe2+xXki/w5k3PbKoR0IC4J4dERfvPp+3n24fsj7
3mlIHzsssVtllc/0hHX7pbMJNJCS3logUWTb5XtRtX8pX6m3YCQQ8UokibMxcMHjBme0b1wPtRcL
1z6Gm0D8xeup56HeaD+XmGMZVfCGudjQNqYoxF3ZmewNJlCJWZrBEU/JsBuE1Adf1uMdSFeYvoNE
AKCLCCExQl0k3cfuAtnkCP1gxviSjyErnilcMS5Hj9wssoJrPQf3oxc+DyRL7op06SSncj8eHdsq
v/HjXsmPtJ/uQA4nSgdsss10pJ8pfmuKaGchon36PIfOc185+wZDBAFT1Fryc/2BD9AjaeGPrOdy
FqU1/CMGSGaVN2PpTf0jZ9xnUC/Ze+F74wY4LVKUAwOqpmIRSnOPuo7G9TZlkOvTmvQP07+/d7yO
cwHCIGlVtw/cdUx70rUEI2UAaVRb0UTlAXRw90j3GEnQagyOC9mgXSn0kbCdjWukjfINrd882nTv
v854Qj75U4w0LljPLdG8T6vgyYB5or5QDEdLjYenBojfQJiopur50Dqpd/BBsVHvDamQJXONbJOM
y28l0hnrvza7RXTEqMbhXVg2rnHaZCXb2AQyQjwO6JQ8BLjexmx+llSDU4FrJe9SdfF6prLvpTAp
haCL3wU/UFDGh8JlC7mq1UJEgUwcijw+Uecn6Xt/I+E5iZXf6hzaf+K2X0tbPaWtD1agl5cO2ChW
m4qGDP43CjJjnb2moFW/52ltnvmbyBX3dbAXpN4RmH3zx/bs6CMYMUKmE7T7rvMrb7skmPkTKGJw
fzHNbOolES/u3BHi8B1Cnk5N7SlF2FeRN7iwcxhyC0bOIH/lDdLuQ6eaNuVSwsbDaN4eZQKwvGxx
K3gNCqzExdABx3wofZt1aN8sn/ZED8gUY8hnWeicWc/qrTfSSigcDBcBtPVjF0cfow/UX/N6umZJ
mP1D9MQ/0Wa8/+2iyXdBJoMNCQOyHsyEMZprq3+cANGaiZd+G5R5Gny6ANRf42I16hlUCQcIgqL0
C2GCaBf4vV13ClN8N4WMePuhfK9VHHWHZKz+f5CSyeBN9J4Ntvkg5sfszsKqOXEap19lIp2zUuav
bXAnwEf7yjzhnjuHauyRYoBdDHRuLbRjIHzUyT0rLKKgLjvzDW4tcv2lPe9sret7sirgJwrFIqVP
yYs2uaw7otKs5sDrdd86z727PDTxg/CnHIugla7twX8DBZu8IcCwgsbx9mBZZfY5Ii08TUKRJKxg
xHewKO+oHXigtcB9LE0g9mqeskfXEubdKTHj6kLoG5b0hnq12vDchbnaRxHQXgZBl7wXSIl7giUk
f+Vg1mg8zUvj2bhhi7HbNlHsrOE6mR16m3zM+E4wLafUIGLZJj23BP2/IgYChs1ndK9sZ2KC5EYc
OoTBjVPq+LqUIaiGhHY8fIrxnQmoF+Y5TTsSRi/3mwwYsZpp6hkTvYHTinTmGcoK1BtcGtMbKLUm
2ciIF+fKt1m16cT1LvOctXekF9nli8TZLIju91bSiguUyf48TWF3IkvRvQeKB6QUQbdFCZ6/VJI+
AYnESZuEj+Bxv2zPb/GhItatKoeIjkxr5xqDvdhpf+7PrtNy+3AN7qQc3KOYy+stHLylyApCfeFY
7E70uJ8jfiFjUA7duh0TXmah30crgwPsISNOeTL4G54DX4tXrZWEGm+DONzGpD31qpY8gM8y9+Uh
7Gv7yOguDtOsOnoyeN4feTPZjB2N8ykXNz4WJP1P3cLTJ2LNsFGxNNsBQ4fApqzU09xU+lBn0/RO
Yr8+hLoG6sYvNoAwyEL0eera5S5SrNTtyUrPKmrcl9wJ+WnDPo+QlfgD34Aaw4OlCmtdWOnLlME6
pDYAMKiEl+StR5uCCGNgzE4EtrC9hglLfQ8pEjSrl353fdxsxBjHH8bW9+DD/Ccnu3HMqiCOz24v
04eyGapXUmvYYEtgptFA/ywr26H5qnNEGraN9m/hUK5S62bYqKArIUI39FxYQ3yl0oONItTjH2q3
vW+ILvuRhyspHngbFyGqeV/DKeGhiEW6Rnsc3E0/U+N2ynv2VDfk/iaLMzfdsD+iuhGrJgZGq5mx
YceOl7GFrpatXepkH08IoXxy8nWdC3fGd8mtEnfMBe4im980NXrvTzp405PJfrEH468A6bXxCZL/
m2uBDYAzQ600dcH7LHDf9Ui4dRXN/jhuSJuXV2SSAl64b1vPDkmUz6E2BoeEb8U72fjxfTbKFJ83
z4Qt5cZvqe40lRnSe8TfBHmME7xg4ptqWgI8shg5FRvEctjQfMQUKbzwJMUL5+pkgzsx3KnKt/ZJ
JcS/KB/BfNyA6zQBpMzmsf/iUe9OCMjpnrEvK+iC8QzQgkburJo0bcB09LA2LAcm11FdCcssT8DU
LF73c4CyV5bmmEEeYqKbA7oc2nBDs2CMgzMZvn23sneN29bXJpNRxg1ip5tECBa/SUjdQRM3jAcq
S6EyR/JIzXV03+VafWuuostYBsErEaxhMyeapQAPb5+GJ5cPQqeWIlohJjfrGPX6u2hpj2cVNV0E
YvIhI19yzVM6Ejeua9efOWvVX1KV6Y4CTNZsha0f+xYMg1Ok2W/ruLigrOFWnhV7Z+x6+f0STZRW
zpb3VuN93TS6GnZJJIKb/a8N3zF0qFdWk/HRdav4be6G+6ZZ9EnnQPxrSm9+Eh7OW5IeHBtz76xS
oBk3UIoAtRPSAi0KS5+wRvZ/g94MO/578YsV2jyHO5/auQG2/gnGsr9zeOuT7grmi4zFdKwT7u2x
Ym2DBOno+4y5qKU89kbjMtWfca6H+xqC353vkx7D7AlV3Z6IGJZV/svGn9M9S60bR9d038NEiSyC
3mkClrUC+Zz8RckqHngGtJ/zZGim6YyoXxfjvBGmQ73o6R5ct5phO2qD4SGCdlzckuE14pDnvxsL
nx2h/GCkasGXJ7WgbZqYe7YequTqtKa7zzttANRPXbWif218AqFodnxFbYoXrPCEsh7pfYDShJnh
/zxb5yz9dQoTc9IgR/oTLYnDgX6Z6k7BAV3JkWfWCjCuhkJW1hbnbpZ8Fv5AITJBNLkqk6ncZWPC
CxNJ+M3vVU2ANmdPC6X1WoDu3FM5FkKGsukfJRQyYT6Fe2SIW5AZWTmg5/7vniDJ4Rp6cLG2kidj
cuBRjn+oSuP4gMswmq70nQzygoWo2NAqET9D2RBM+hCTGjD8t14ytS6BSu+UdBW1EOGtkCXM6YMW
Tv8HCGf2QE+Wn32ZOeTjNvFO4Pv/2jsZP5Jy9QfrkGJT8ssq194Sym3ucy0myMzvIWBTCkKnpFmN
lmTU1di6kZVGr0VTEO5hknW7nyLR/6Rc6v/vTsIvPIIeBerAIzlChu1CyKU6LlanMtTaiKUV+xnq
H5lv2mKr2Dc+xSSNfmMFC7XoYgkTr/L+Jf6gEGSQxC+cOpG18vnmkFjpu2NAxl7u1BR8gS2FNN/M
LmVDIGUOLvV6fKJSxjZ2DYTj2tm2FtCqkCYlMOS/wFNacZe3hCfWAIDUeaEr53nUYCHIm6XnKJu6
v6lS/TWO6oJIbqc+M06lE2las0koan2m/iM/RoR6L6xQ9d6SzENZ5WPEnD2r3oaOzg6lrVS1jbxW
XYUllzerSuR5Liw/xJiHcxBzQ4U7DylF8ifp7R2c+HSjJz87uU6Fv2ya9BVXqH2MUKI/ii53toTp
CpTtuvfvy9zSGDuZzORj61rdR8aikkMLCaWNvZk4ydJmhwnr5WefJPOPdMrlsQt18TC3i8+ZQK9F
2NniQfSSnmhT1e8edaobHXt/4Fv19FKANO2r3vq2RspvJtdkhwCW2M20X3/2k4N+f+uoiKtUIl35
6U+B8YNNQO2cJYWOq9G4GVl8EmfwOpIApBn4isc4xTG1Ahspj4mRLjifOn+6AbhWJqVWSo58snPR
gtcgZtUzazpl+Eh+Wr8QV1Z3NW88+jyLXTti4x3cA1gYd7/gdUA08uY7GijN99LnFuyIBbU/jwyR
C/ymdd0zSiEyJgTNp7A+2lxm5P2jOHXvhhZLlI34j42zlG+GV1O0Aqf2TiiCNLVF2uQzjltzT155
fFrSRB9rrraaNCylIZ4kVe7C0sDhC9aBpcsYbulnWHZDJct9FsXjKxAVfab0urqKW/8IKA4PyyvL
XTaJgKTQ1HoRXS0fdwfcZqyJOSmBq1+RVqZihpc3cWuT6x2Vp/4Xg9Q47epB0xWIH1mcJX5vsXMs
1u3wDRilFYu8/dBCSebO9j6QanMC0JkZQYKGM6UTnhNe5nEKAGlMmY/63mfDLwAN4WANkym/d7x4
W9VkuHiiSVKAccuQ7DxcUu/1jXb/hOAs5BY8nHPCb8YOCBm68qn983072maMSC/sGlGedBWw/cty
ytp+CC2OTyjgidilzdi16xH3yXR20x5PL5V1Sf6I88ahQYn3za8rhe2uq5JFyh2e/74BPJzmnyiR
eJ4oI02XFXEfDM2imPxqXbX8MhDcZPloMkXkYs4rl9BaMcJDRBjHgs/3GF8yFUP4lCMeh3qZrDtT
3vAyuGQxmCluNnqYguK5iDyNmiWyit1MYfKUTp4UH0MVqeRpxI10haGEQSItLKLQ8Fm2kAMZ+gPX
rQ8t1g4mlLIOe/x5QrHei8AkHStL3PiZQbT8JbhAbihc9HhSZhHLCZZl+wKIGSCcYlkNPKG5TWJ5
IOLwEcgrm19SVNyWXgprCEhZYfHX9kfykxGvK7Svmizj2SHoypch0xUVRmGiy4MBCgb+fgIKRgK0
BfsGod3ej7InoJLXxceISZWxkNCcvHmS6YQzTRudl0zxV8lsZwHSB/d3DYnPQTpje4+DlidwUEXs
PI2XQvroLNgW22kO7b9Fb1GFQlbKPmcgAXhrNi1wSv6RJG36bBbw8SrfP43jEAT3JHVavvetoEjZ
tgLrPAtTxVtHirraKNAo7bkSUXCgks3ujmNRQsELpkx83+imTL9GNf9cfwx2laQKY5WzX3hh9dov
VNFATdh1VKiN50zY3j/bDDxdyjRs74BAeA90tATvCYc5T1h00Jc+5pG0FViPqfUFVrb3qwaYTcTt
CrnT+gR2ah/h0xqEVqdqwh2mSxFug4qF6gbZC0cGPUf7sSvHZwe99dfSxSs1weBbkggtlSw7iQYP
coqZv0ELnzDd4smOC2fGVttNz5BWwjNPGgaPhKf5O+Z5ChyoR0VVAzMfF2YbAeNclY77zssRgcFU
1p5JO3rL1PRvdvNsR3cKjz05oK17VXTosNkzShBzQP3W6RO+C6pXcSCkf90BXwdfBsDV8mfmuH4H
6nTyiZGuJqq2G3d8pNFhXfskxIHDPRKSvIa3uGLEEEnu9l32Pt7FaVR0msPF3Vb4rDZikMT2YB5S
t5g4OxxUhFxlmx+cvi+xhITD3qEUESyl7O7JtASPrUaCX8e0coEumMcdOZMPDI7jHbq1fc6TNjja
fig+PK3jE5w8Gq5CK2o+l7aL7gpz80rF3ks5YGwf7Cj7M/Ow39tkrMnVghppMNiUEQtpz6ycIryE
kzPdCYiD67KxJeRQEmx4GtKXjoWZv/I0/lAYiFfkZfGGIBjeodc1v0kszGPY3IaU+A7sEABLHBzh
OShF+8AEEKrbKLUc9M2pXzCVTo4In1Lor2Ci4CZUIsC6otqKWP3iQasogV0BiX6vQvUvYq++A2wT
f81glP7GdHHzMjbeow/UcFfE7bRyQ+vANgzZuwq5sG3COZdBCiJnsufiyermNbH8p4ER8yhgq+wU
PZH3QB0K1qkcUey5DklBqqSPYmtXO2m7yhGs1WYCKn9XG78685hFgwuv7AgzvBWdPEMJjgnDpnbK
XDg+i6WcvVWo4BeXI0WmNSfOFkWZnQNOvT0GE56L7K7QOwYcibP/qUhFrPTgvoXslrasdaoV8fWH
oI3ie2ty7nJCc6uBzPUOUBK/qr7Um3kJzG6eonaDElxvFwuO6OD37Q8IP73Dzqp3vee9pzNxSErZ
18zxgCXBFzPBsliI7CC84C2VJ99gP1aCCi0V47czitSzY6KXMoEZR40wRBj5sxB/BOpoavccYKQ+
1mkq31mJn/0Fo7hQWUZDso+mOojPeTZ/nK6462Eg9J1xXCRUuzu7cZXv3UAecat6Gxn6DZpOnB6w
JpfbRKWoiI0/7xqtnEck//DsZ/MZqB5aczy+ANTxmIWWrUm9+YzP8isVQ0DsRgHHxq28w/P0DQSS
BVtCnyQ2TnARlHzd7IUJwdDFScbHwUZLKal855SwT7Rx4OqZ2mCjJk+QsXNnr1sFad19CjzHu7Fr
oAN3I67hMzWdgVybgLuBbwZQViFWU4iFlwWPv4eJ5Dx1N28D4yvj7Fx6294AnhhvnDyOJ1zUqpH3
Hd5P/Ogi3dj04SKr0VPOtLoRpKBxwzv6QFgMa9oozCo15d/K5eOjw8W6KqbAU2ir/gDMZVyrMGsu
satfI3aPz4lykZpyLI6G3tE+dvdt4E4/wvZ5TnjhJUAB4w0GMgjEhdrBXAOqRVjvAPWouO+hxuxb
bf0Y4MUrarU0JmGyFqGUPU0ZHEWHIFPBD/WCuESKcmyooif2ahv2T2UkzD0GsjsCy/SM+zZbnHCu
m63rzfGxDCxeu0zO2SmtB+QNAAH7MbAFKwxCDBUlAJAj847+WpoKPHK2VGfngrpDS36S6tYaY1rp
w9MIxMBjHDvmCraXJkAqsvsO4tAOsFS36aI2e02F9QOsfRhPYWaBziQd/Q+7sQ1OBm71Hs9/g286
o+Tbqid/tyjKaxFOx+nIXM092LjDGZqNdciDoX2kiyX/5EGPPyrrPH6X6G1ZOzePVEEEF8c1u2j+
9ZrMQyNS5GNvgDFAFAvZw4aYopSOPJoI3SK3h+IxLF1/FYWOdeW6wbgyfncYb/L9hED46bla/jFD
iHdGJPO8NnnSO0fWvzzrs8+h9+IHya10RlfcYSYI70g5XHw3oGs1r71k2LAzeK8NRnxuWPBUmmdC
RudPNZXYsJuBCCmffZZkf7I+wFEedcWG/xCd7HRp57NY6uQ9s+itDmMnWCPQhfQCye/Znf92ozFP
XUqNuQeMBMmg/LHDGN9HulxCGgweuhavl51Ul67qFFtRp8C8XNjbirqe9YLzo1z5ftju5nEIX1kL
k+YoB56UAw0m+9xR3EpdEF3C25J9yFAfaVcCypEktji3k+ICbP3qhf0KnbN8rSfPbuB2pMUrzysO
JDZuRNk4/r0GOSD32TGBHZVV8MAO/yG5jY3g4cq7Yhm6k1trZ4cpv3mmmjum6Jpapo1jU94uEwKW
FePaF34q2soH/aosTHFVHUq6/Rp4SW3ALGWzZe6iG22E7fN1EuZkD9N72CW7SGOxqgnXLJM7wV2v
W7bQTvUncee2pdvDgrgSMBKiYt/pLA/eioXilmnOH2xfcmV1yj/VY7wrVfHTWyWIGyj/EShBOfPH
JGVGsCn501vLcCbRA3dp5LyG62LuvShykekztZ9TffsZ+uRBOunt8pOuf7HCpN8nIutfuErnrT02
gEC8SpcfgZTy155E/ou/DKJKmjVbOuqaf3EQP2YZYZjtMOiP3l0ejMwRFya2WGtNMUC6yP4qnXY/
aLglgfpJ8CKvWVXlBKYm+zD6tbmwHLsVSN+ALgXrmjE1Wx8r45or5IcJ7gSSdDo2CweNRyz76KiZ
zMikk2zVK0rYBtP+R9GZLLmJLFD0i4hgShK2ktCsUpVq7NoQdtlmhmRKhq/vw+b1ol+73WUJMu9w
bhkiwVYHMZg+PbJh9TvUOy7Qq9fmEY2QuLvkZpW/dws+zCA1A56opBrnsM7fa4fnqjRiqq6Qf4+D
HxzAsf9F615AWXdhAXPskubkK1Pg3ie+Ju6tNpLDNNP+Gp0qynYdIviurWyI1ukwGtjA+BpCvbdk
cTb45mBVLA69k1kC6RTs9uTuuqVeLOKJht1ocm2GCh11/wVKH8FwlLgrZQ1qJnjOM+pYMiKBQZmH
XS45pyeW87ILx6/4MBGauOrqiygPMezhzWCqzIMuomgdEVFARV9gmxxiWfscvKtOs9QGYdSAuHcY
RuKG1Zgfza6x9o10yxdNXzCs01UrzEoWoLqCw3Dp3WM3O1oU+KiWTt0v8vvNwXGNec/aH4dvW8Lq
GwZ100vy8KHTcCSB6FzCc1arDG5bov5NRzn96fLulS+QxWpnMb1VLoF3XFbxwzWdhQaHWvUjV0V7
s+kisjKKdGz7w3crBGWXjbbSRzLapKi9IF7VTQ5ROcBN6NoINV6qrkGv72QIX5RF6HlmtXADs+R3
oKv6AoamDvs54bSo19XxHOP40hqqOfVeGuymmAairDi3pfHvuWx5ObqTuyeo8ZZY1V2pllcp0ugE
hCOWx5Hj0GPAzaQnNJFCxocqxtQ/dFoar9QdV/EWn9omoLt+960PZ8XTZQHHHCKaxdEQycuCvUMS
J693MdnpFyPqn4scyi6HCjNEqzFD5TfZH5McAY8Zvri9CPLDhIAV8gRpITYRUQqZuRQs0BvDSzoM
mpkfWhsbQr9ZTJJoHe1LvfRLCTorTHito97NJZ6xMsEA7DW/T6VcuadQwk0vBsPLBRj49q5N3erY
ZgkEpwjGjOf/i7rk6pKlhnyKP5P7v7gOeKcF+sjBHh1xkzzaD0ZGA3jic1FFvBwhmFghmV2utIil
/bhXkT+++SKud6nwsze2D84Nbs7NkY3zl14NVt2QRV8OVd0VtQcDTg1+iKf2EfvmQMuWS5FP92ae
SOvUC4p6MM4j9hdp4J25Hjp2RsSplWI+U9pxEJ9BED8FhjuissOCyR2mEs4LvehbAT//LBfQiXxy
lfwOStk9WsN5UtAMsLiQ5k8k/sknJkGfXhIfIr/NgWNDpj27Lzm+yTCwKpDx7XiP2jLdTsrqvhYs
OuQPBrih0qTndIhj71QKUqo1eghneTQx8NGA+mD3cN20i8Q50KwqdnzX6gOgg5ZGC1w/l6k58MyS
sDLnThaTgJDyQ5km4w7Djp+MKIwvTqHA8KmObYlJPq3USJxYuzwrMpG0S2ZejRdbTuWrO8X9u25E
81TnsbnvkmV8s1gDQL9DLjp3HjqFKOdLoRnUqe2SsyH7wP+AWAccJ8e1UyUZdtoRCwSAVcbpUOzZ
WVJPjeqc/dBZv/KgOgu/H380d7gLBUCLZy/llwm3y+n+Jfygi0Neuh65wqaBC5BmS9QfWHcYcVej
6Jn49nCJdexljwKxxt2PAjXo5Fkdj33FlZmCJyrEJlFdZ2HN1PKjoT0RusxFP8sUQdpYepLeBB4r
l3dA3r1I6f9YQ5qgVbXOoYCnFU7eTCY5twMBl9mbQper137hIHGofb435SAhKE2UiGK2f8ivN6tf
Z07AcGjdElh38+WP7tPm11zKP3PVeYdCt3mI/53k5AhLvsuobccFdMxLJkrj21d1xITU2l8nPkzF
1LfZ44V23HAxLYYNcNk/sHvpV9q8bVa62jZngfPAxanfNj1jMvzmoWEk672eu3x97upY0a2nWO7G
bLQRoe7t7RJkJ1GlhOWaVhOJnZsrj0xYBKTFiWKbw/zZDXYNYIgWFQ9LZi6Lt8HBqjzLccyIbbQV
H1PoVoQV+wRPEIGBfZiUn8iewI4nD5ADulNRERHaegTIDiTXWmzNtGw/WIWh2gtTxhXnEvJBPT5J
4ll4vsagk/U8RnBCU3mtU4J45nBdiC8DXvGkCJcy+o/T9vJw6VGbG0rq9hGJSp8G8ApvlJYlcBFC
gR+N1HD6iSKWD1OP4yFPAiKXPf+4aXbxP/iTQxgwhXmmEv9Nc6M6LgTY1zAdi7DlustuzNBE9xBU
mip0ZO0+OL33l3yCPEb4CgEv0FZ8j7zWC9OAzyVRdwIaakSrtbMvdmK6c6Ix8LngtmBLJXYYJfvh
bMIbxUxHh8T4x17AKU+IITLHx1oGFvZvOmR0ZZ3EtzegppjLYrvRp8WCuIZiskFzyA8YD04WFhbB
DcL8ifVu5/ojmytkyHmGcUPt3yG0J5p/XVKC+QRSiupuh6Oc7zk7u5shIWbE92c3VYP/RNbGu7Uk
dYEYA2lsXIzfWbCpxPvgT+oM1j4q5wQHbPyIbQeUK5w5SDLc4U7NsgxEQFQeocppOZ7Zpl826aKL
lfZjWZfBTOSt4yB8pBrisM0DmRRcPVM6DQAwwmvjebJSelqYQWHBMPvi1AsqwtFscAGqIEmOvd/Q
tk4hfLtFF+xadBhipjx5vzldEWaPevc9SuxPfqqrAk42dxMb2XWJ5PJZufAL624k0tbazGkuafVs
5aYOfT2Tp86aBzukmPYRWOd18cL6F6N/wAJc7Rz0PYtiPCQK/iWrwYBozpsKqCdMFsnTl0/P3O78
lgiPMmtOShl7ZSy+BazzNdWFFZKBUcrIx1jq8jBbT6IRtEKmMSYfpYWY/Y5m7KZ2Mk6RwchqFKTw
u8rkv3nx//YU+SnUQCbpDTavSCgVpC17lxDowjx72Atpc3cSZD/hE8LiTLN6b/vVmpxZKn7BRbzT
QWPG3ZNe+h8vkhdKnuwrWJTYgZVz4GfUa8HHYH06eswwQWgszP30xPu3eZloZs4nKucOVSr+MpMx
mHlqoAH2TMa4z5ltnXuSr0dE1fKYZT0TITYjfTh4wQ5/oMbmtIjq2nF2mYhnPPxg2iVwhQ/SdLC/
C/P3EhsH3bSsWBZQFpuxQN9K7OBlHtlVkBOjI8WsTr5ii4oQmPEVM+YL8rE1I75N3gI5sLG+q25I
1J51UbAhI6TQyhP9gUNoey4Xol5MY6q73872sU3HleLAWFxga2oEToDHk2UX3KngOQuMx+jY9c6F
gks+1kDDLUZ7YgCoIebejh34mJ5FTX/Frc7fit01kPsM2F/6EtrKWonwv2tHizmcsnkpLybM81eJ
VFufCQugV+i2O+myHoGZtn70pHu+tncM3boIpzqH9JDM5TDuhbdQi93h+1UdtZvSvkzt+vBudPM6
5dMjs02xsxv9m1LRpLazJm2JPsTJTy3sQAI9pxTbxjB3yEjFBNkE6IHdxM3wWKYBf4CTKf5MfaDO
ETodsUakv9Yv3g2D5mE8o6ObxMES0OmblsJ7TCV3wtGephhtsiDck5s5cQuzgE0UUQdGrWmt4uIv
7LuKuRivuVtAfbNk3GwL5Ze8bbPRtLeEFRjjnkf7g8d6/ZdTwPKpuFxOYbvI6RWtVb+6C/TxjBr2
0UKRPBeG+bESskPmJbowNu3gjfhzT9UnGQmHO32HRWmqs2c2/onDBMiLfJIhcXMEO5uRlmeICnNB
J7nJ6EPH0VXwVsrvhqOt8YIHPJ8hq3hEt3zVH4lZjAFWBwGmjHvqUeoxulnWAlW6l/nXXBbeL8WY
0MNdCueDZVdcgabU/sYGDc23SDMdtMWsiumIROxgl0gCAYADYJPKbd8zfuHPpqjVftBuiFrBWuJC
UXfPb9HmWKYFJWie4tFy9mSUPlJgbLfRB2KGJgZJC0RkNu3TeaKwUo4i385Sd3/8Gle+kw3yE0+q
ve9xya757BplOichuAnA7w19tCMIu4bPIFc8dmtJNDMrm6U74FFEoVN/3pnURI5pGcinesn/gy4e
hwt1YqpxsjknXvtUdstbDarK1lhGQJmYpzGW9m8fox4GsiaL7Y3Qvj1X4i+WhbHxvLIBCZGIYf13
vUVVWvyUREHCoBkaclhpsFBiNfL90Ebu0YTvTGazqD8XLzu4afnsJem/3OMhQAGfNnafUU7AhuD9
pcZmncUQkonw1Mi2cQIzKRvA7sbwQMOqQ0Cj4NeVH7r3crwy8NvosDxgW7JMe4Nr/8nUTn5bNG37
DvUZ5QajSEXBsSNCdsy5JUgabvPrwNr7M7PJNR+aGRV4aPQ+DXpxQb7h6izL4VDTZr7GAIb+pjAF
gAkDfUJODrh+FHZ9l/McHHGlbRJYlNCXqZH7Tvp/JYPfF0aAOHJAWD/wyIHQKjJ+CHyN93LijECi
daEF5tVfCifBZ4Z0YX6m12Ir2sE61r79bgVTUdNpKZr/JuI59HchSSX7IpX2C8nyF0YcnHO34hIi
23/ylSGeyAjiZmIss1Nr5UDrk+glwaXcMWxpyx1J+p4lkMEJQliQ83sz9Nbv2CMEbPv0o4astu5q
sDjfNFCdzWMVtN5OtHV5L4Ns2jk0mx4ADUWwn/nb1aZzHA0nm5DTBZNTfThCNu1e62R8zXVhPy1Z
xMfVSbMjzcjizFkQh8SzKYgDr1x9dQ63WEfsO48GmQSvKXr9GKVQv/o2dv/jHNOf83g2Dkpb2SVI
+t5D7zDcA5At6wcRP/lrzhaBd0TyYu6qm5yK2+jqe42RRJU+oDI+FmnxWKoh37PnsW6tUHraBqPn
wOI1GK9mrOpUcuPlf9wK7DRL0rgKDHPUzd80BQdktzzWEWJ54VGXxyWskHM2S1UBiR2tR9tM/CJ8
Z1lvL76srGv2I7eVbGuabN0LV0b7caqYEWPBAzZHwLIhzucpaWCBol7VywzLCEP6WE1WHFHp6B3j
ZPA0pwNWN+OjsxtjQoOxomvTVPZwzHr+LF4XwEVgOXOPm7ELcJrBHkYzNayNHdujJFQiiePuQpM5
COCRB6uLiO0ugudCM8IvE4ySoYprmqGsBnvWT4JreQeQwNi34kfxL5FLcRqKURp4OzzuKpN9kHCk
CXf3SZFdoFUFez6BxfNcij+a1l8YWbCQEwHGkFZBuxn5tmUj5enZ0yyqg58o/gaCMhmdEWz4Hg3p
X6ZiBPHeKsZDJ4yjLcqC+l714nC3IAlPpQFBh8GGWCVkXkCFYQlYmCCWZ9gHRzX8UGhOvYJap7PL
ZhDqqJpAUWFs7onsAdKYKhLenvam20JfFy2oERECLpIfoUQUU8cPIGVVXn2Ma+wDctNOsLyJvku8
sG1l962VWRZsNZRzuosmQrBbGnF86QhHDPoDmBJhG7cezKtkRfscZLkRvLLG5oXSasCxVuBTQvai
7X8WZeAXz40jvZmILu00wYKvpIO5t8kT17k10dyzvEboe58F6RIdSLhXLRpQqdfNQVz6fOrRTya7
69NXLoCTE4LFRM6uGr/cdcaUfYnEzvcOtwjvm/v4OJwMrcZs75odU6TwtEioeTy1L/acNi91C54K
+nEkv+Hfy/I5QcB0Xzvh4isBeaiTF83LoA6DKFDVHdi24NrHjvSgzpry57TXIjPEKqIl1y5lylGN
aea84mtSbXHM2O82kFDYINxyD4n3aURhGZmGIWmEMZuBaLUUV3qiDmPWleFzxp/ErEfEDAZ+caoQ
ME6lK3MUD1KRxHtrDUUrZZPZV66mkl1wB9tItUztZfZsq3idQLcYhz6VoxltLN3U6CGktNjJWn61
Jet0Fxd40S8qqva+qES83MldZm3YRl08v3NUo8CPzp5WP77biRcOfaU8FK4fUW0cEJC6UnRPRmHm
Fkvv+eh90Wuu1d1RllgO2AGkWzaLhTa4nRNYK2qD2DRAPsxBf0ZGRBkstV3eeDUrYGprTG4x8fXr
kaq5bpmcvQjsBqyb186JqqL45boZs+bE2MSOVwS7r1FmDU8pRmJxjcHVkqQhGHZasrZ0n6waHO+N
rYTqweUvF0cuQCOP3XyiNxxZYEY3ScLvfZP7cKsgxwywH0deFzNyAm/LICgLvq2uzczAIGtl7Xjq
pF8cDx0mFU1Vvs9tPjSfAO5kxp8g8XiwBPrQRhnGe8P4bHRmQ8y0TmXSx9MVo30W7P1y3doC108+
67Kt5W6MBiosmh/8tUyFO57JnFUdJDnHPxIB6+wP6r1smrpMhx48zsY/GQsdH5ghjfhJJze9jqLn
hCrwUEPgLfkZhk1/L0arOpprmaQ2WaPaGAqJHUHDW6P9QHI+UNRyhigrGUffNSfW8cUjfcwzjHVp
pzRcplzqrlqvu+VAh8nronT8N1F4rneVSGSzJ4Az9b8LQwfx74yV8/Fs2qOdX4teDiftoZiyJNQW
axd9bMkkG3F0ViSOzAfR7OlBIREYYNtp9rG9cgFqzxBOwu3nifCSTfwt5XExOSnxr0W4Q3qt6MBl
T2Zps98Yz3Z2doiMK+g0iYtLxl1ZFwiIbDgcKzMj6Gs1cU5KxokfsQ5YJhBFS99+KAtWIvtsvhqE
uHsMZ5F+GkuF0u5WrCPfGycyCMA6QLQ81r7lLZsW/3MYyA5vjInR+AgJ/qNRSuyqKTIffq2qk0i9
/ldsB56Eb2ILi3AlvbBLsECZTVP4tlDvZl0NLLqieKAXZ3V6QBRjnm/UsZkcbIeCAw926gY8cVh2
6duIzDZ55vrb8eLB4aSQaUp/E179ScXm+MNA1PC15CiaCZW3YphCyOHooW0M92aNXViROkVdYxPp
KrqFRLjZmPU5A8sBYDWPB8Q2hl7KCdsFpjTIIKryzmIvv61B9OMH6xNxt8+mOltjHknKhkczpX52
aEfTvbVcxZeHYxGDyyEcyWpD70bQ+2eXh2kjrZrnZGaLgRwZo30bazBY/qkqRKBQ49WiwaLt95fO
6AcXQTOW/pMJlT8CLJHa/9VcZiAtwrOzDgnLWucGTXsiY2ob70DVYBEw1jH48F5XnnKybS3saq5x
nQ1E9uznhPQbJKSMQe0ii4kVmFG9jltbFRw8B2YwMQVe3VPfNm95A19BrAHfDzW0TvBPUw4e7vRN
a3jyQlN2MTA3icI8WXNnImfWpizE2WfLdV9HpCa37QC96pqOg63ZVHCq5KR8TgjHAZ8/JLHYvztt
ChhNxTWX1zVoc5IuxAYSuwB+GLKSPxz/u5DtN0JFMXDN58DGurwoi+jeo/fWhGE/1zZc0hZrk2wf
S0BPg1X4dK5TGuCsZTE1xYbAVNpOTftOB6SXi6o5aWsNBpprkmafqSD5x0KG5T8hV3rlE3FLlxRo
YPkNZWAL5R0pMhOSMlc28uqRidlbewfPU96dIE5wVrArds4Ca3XHITWfr1PPC/bZrFtUL4JGzUWW
Y/1Bv2PiqFQZ3Wdh2k2Yp6Wyvji3laeU0wnOs4g9oC+Etbt3RbU8wXhxvJ3Z4kge7DiCwuUl/ikr
2+iPBNWPhj6oC5js6Mxo83iVqVVCyuF34LJo3Dkt8c6e2keGvwcpVBAn6LiIYXbxF6B4TlLAC5Ca
eDxXx2RPmL6bdm4iAAOSoXKJjzkuBixtxSSMLYrCl6oMknXxoh8W/+K5NgyucaC70vNZoPxWi6E4
dNAHMIkqab771QpuBoKFtGgvaRnmuJTlNmhmcPk0LrnHFTxVtpluZMFaXetsE87OH+kggzv/mfh6
JHeHNWY6J3eJuWVv7MHpkwMH744QMaMb4t6S0z0ZPsYsRfOJzCHIU7JucSNMLAtn/nAs1/uwE229
5EOObT6uiwQ3v3Xa/maydVLdeiSY6KfE4ePJYUuep/DoGLY6csVEcURrYqUplmlhpLuAGmVc8Jrg
83s0xtThlUMo5S2eSnmVsh+NbMN4jVHcZpM7D3SqBDD8xHNfbbrSkF+cTC3jxTSxSb9MiKIHok7F
x0ChbvwhlAv5jPe5k3zJnuPJgRy7Gh9VNifMv0ySLI83q3nXKsZAWL2VLh0dWb84gGpnmtXcXXce
Czr8sdXUKy5LmWnyXyuz9XMw2izkUqwefCYifaWpZ7+xPcICucml4ZTirko8bRF/UZvq5x0JuYCv
Fn/k0SWCI0mTUzUhGJCBYaTRkFunmyoXl8kWifckNBekMxjGUiwbcCozeagmTleAhEP3/x1hIyau
7aDHz1FAAdZMyj+e5fPL2oQgQ/ys0SHzxRH6GM12cAJ932Px8zUJzXlo4oszcZ/e5uTsy3vWeLAf
kLI4+xZj44E77G1sPNvM4XzU0usMEl5CSDp1vk0HV3ZkcqFfBl7IjoM3fQfgSZ8Miz89e4dyPH4M
VW841Y7lq+4LVjab4Y3iIOLQqegucd/IMwJBkm1JQqxigefygXMzt6WRaMGc9DeW79rpSbieFZyq
LJX51jZ4Y2zQYIkjJtIbQ+pdyxUJePmKO8tsD8PceEgv7cwY0LAwZUU3bdwS3nOvFcA8OH8iqbJd
zm7oQoE36owP0p7RyZet5GEItsp51HbVTC8pfc862xbQieiJ5U3si73VW6p9KZN5xLqAhEqJQBBB
5UPQaDAkjj6hx+orgSybyeQZtoghxFXCfwl2RJUFhIqs7qzvBrS8txtaTs3bDDbJTFzFSoMCBJWs
xrMVrB5VndhCNbsaukjANVqOYh522chnEveL3emCFW6+Dty/9pQC4108DeJ3Ruv+5vMpPTLMLXuG
/ZZ6eriGiR7cjBEg9J4GCkDhInOp17cI8p4TTO1OzHDlirYhU0uqevyNSZQkP75ib/hGS7qgeGqz
Dri3ETIjUphZl/cviTtgpju9XxUH2D+WeKCRQ68fpVMdkiYy0ASaqKQax4Sd0pTlj55JuzTM6qy+
ECAoQt2Y8hhPxE53ZY3+NEwC5pSsErkyJ2N+zEt7Y4iYs3Qsxq4LCdY5e6T0kcwVTmADFycbyrd+
8vP8mpv+WBNwX8w/QdJYfxBqIPrWhhNY/OPAB78bvjBit7SAbOKpBxe+Sb0Sa7kv3HeanO6OysQA
TqwyLiaFZw51aIO1sVOFb1Uw4YoCEkgEcoEcj11Fv5apG0MNpWNwwZHFC+TOvjLscxO75tpTxN8e
qKO9e4WhvF9ml7Q3AuEL0CVVH4gnsH6CjZQ55H7mYQ9lbMLsrwd0G2iBbsLPI7OHEMRgy61Gdf1e
NETUUS398cEJLqvfYbeROuAtqyXdwZ5TjRIzb4FG+56/rVyym3M9kSuH+B9va9YzyTArY85fGI5e
/IMeOKqdut6NxNGvY0u9FWuzCOkdhMyvSc8TTMAK0lS2JqeVOi8gyqiDS9MeuBMscfpCKrx1XwBo
jfTBXO1zGQ8SA1YNg9ZqHM9wFZOWdb6KY88b7DjuUTvbW0GYdWCIUHjpgNe68HbsuNaoLHn2e0YI
N4MmS5gTsc5renMmFhRTIUxSdqGSY//XLVYfPEOeObfSh3PDlZTZK7tv3us0Dg6psJxmH9tW4hPk
Eu5bOXXBaz/k/ZvVBsnfCaiC+S2AM6yod9/6Q+xwJGWeC/3MoT0BSZJMBBJy0Yy8yBPwPi2/ShfU
CKdGHydvxjAb/yESzY8gztyIoQkfvi3YPshf1wie3EvEZf1vYwaIRTwLvDdw2KwhFfk4zPcCMPpN
BT3/8UATHBZXXV3Goasa12YLtWH/afCSug1Li2Lo1rWK+WJk2IuskFr6bUra5FdAAsvak3FPymdf
mRRKooBWVoh2zFPNnDhHxKSP38BTGuI8u/4wce4pAHPDtRJ1Beo7ZyAF5wOvzhyC4EbXRSmGXRtG
g0oPqexSEsEtmFZlZpPWSeJa4cBux8VWGNAA3NjYxsvjvRcSB4ymZ0pBwRdNkOIdS3rUYYt7fZKl
B+MfINBjsbFezlxJvfIc43z+TsxWf/im9m80GowZCcOf2cK2gYQGsTX236xaNqO6LA2aUE2IinfV
U6px/lgLNpT+j5EbAiqEeBYsMzCDEZXLwCQ8BuZ2QSDjsQ7h3CcQ49ZGc5lYz623GPNYQcnQjfiC
DFUx5yt8r4U2TD5vetJWoO+66eWTndblqwfLMLobU84+rR3pidVkJfvA2lWW6jj3RSqoQxvqZQJq
v0mP6aDER+KyVXfCpJfdW8fphdJ5YSfWLmBDRnKVVtBzN/QgRxAzBqh+i2nBY9S66W+RWM27cFsA
N5k2f4qsCM7EYJp/fWr21yz13Ysq4rg42IFmICmgHIFcN5bpn3LuVmyrs8SawR3De5IR5tZTl0RJ
wN2QI/FlFmZrX8k8d83R0fwXk9iCbBQkFSWtevLTBhqy7Tnfru6NEyX7bvygkxaYyO5cSIG4t7SO
/9Y+L/976ZZovbgSSx38EW7nZrdiHDIUJhu8F0MCvFII2kXOxPvF4t2/q5gPtjYB4LGj1kuqb1w7
SFPTj+eKMGUZCEOGTNXCcPDCSfPkeRmZ2HFWATvns44fLUWzIRxmKwclviSOcyfsYgxEUjnynycm
M/h3zBllmcjxxyfN6+HFlst8Zz7YU8/sDRX/VVWMpDoGsQfxIVUpBbT1zw5ALUmliibzrqP+Yjxc
G+BFdbRihkNAu89toF4MNwCDbGQCcN5G88yx63UWOAM/L5IApIeMRE0qVY7cEjYYp6MBvUOJCbYX
v99zBOmU+QahhlJ/GjiCibMVvaIehhyVTvERrRlctO0sq/PrMnJ6NRuePkQYEeSQkebkIwYqp2iX
10u7w1enA46UMsl3l0k0iOBER7KrG3SyT+EFAp1RG15ZQXsVWE6fXjSB8uhhRBQoJXXMJb+cmUnN
YDqAjZjcmo4zAHhulkLkrIX01DGtz7Jse7Ats05i88Y1sie6V9DWxER3ajenI0FxhKic7y4GajzN
WHwrtKET592JH15Xe8fSqmhqxO1kMIjni5PjybwDH8KpBBos4BPvda0dq7+gcstDPAp1cBqu3H+l
WD8kAwMdJxnYOJNapeXPlDl2xuXeWnaaqXO5Y8ebT+M4NAitycD82u9lpMF6LGquH0+pIVV9t21j
aPYt0bB4a+nKLU5GN5ke9Wu3Erc8zglMssZH8YTNnuPE5x8spjN65l+XSH5xoMnGYzPjan/xxhiK
bpoXzR1sNa/yKFfTrcYxMINN28eN91ZQuHRfaS+URbwh/GSERNuIESpIVgT+gvETJxAWQxqYxORR
jGKyHMqwbwVH73eLM0j5smRV+uqh2HJ3Qzf+YaiDo53vxu2L1bVZvWNbwb9UfK//o+64wEymvxty
IUMswsu0pnwjuHpMkNTr0rukdczfgHIPW5DVBR9QZ2e06gl7LYV9mixO4314lpyPoAlc2rIVI4WI
ec5mkBmE3ypvTp2jcuPecQciwmE5YrrXPE9xRLEUymU3dTL2SL0EzlsKCpBEVBpUxTnFO98GBJMH
tRvLzG5vpGnT8r8qIT377XqeHhgxJPS+9aKuH7d5ahrRc2JQEMJZdzkh0Ietbe+rBukhjU0Mf8z+
pASESUaoK8hPhI/UzZ5coDZ4DeJXwEJcRCWJ5WNGfngaeQdjQbwoueUg3t8MK8qjv0GNbgWrjIcy
WN1vxZ+od+Rr1fYsF5Sm1dycjiXkDy0QwPfZYCuLEqYpZYgdRXMu7sclpIXA9rDEhwL30ruLvPoz
5APwFIu8VWysSGygGekjCAv0HPwbwJZv6F0J+TV8UA4hPpV8mlAOl6iaEoTMh3PmExk68UBbvAdz
3k0MHMWIOs7MCh+xYLbPuReLU21VZBFp5MCYVP57h0rFTV2VcvqDfE6MlZvnTGoBuVHlyJBMYk36
rxPwX7i13BSNIpiG7i0vksrdlqhBXzPPYuxQw0tKTmDz9NZxuH4uFm3wzUqaTzg67rFR1rBcG6G5
lqbgXvce2IX43bXMCTFjsXLvD3cMl/Ia9pb9WiSN/7kwERHHe9tegHhMPP3Bfkgrh4vlRtlbVddx
dB/o6O+ZzACY3uXL62BB31s3mnU8vLtTYSVhoGfYqUyWNVX/wmsnI/BcllX9aTcxX09aMMl/PGL8
r24eJYJLsTBFyw65+2wZIjApIzRao6gVC4GJ0nVfZu4H5qlnGuO79gc//SRgBMFsEm3OgrQfOQ9d
RzY9oSbnSpSM7pfNUP2ZHjKdWs6rIn7r4XX5L4yTctvimxP8mvWkD4FjUVKeVHlprTVyj0hafHKA
nY/Iv7QofcfrQ8aaQSUC9u8hgREbmG+lmNtPihLp9Jr7xTi3m1rb/D9XhRTRkaPtT4+XvSb3PVav
YNRAThoUxbqqbGW4cGOm8BJzF9wufeCkfyOAk9dpZqnxbGVBjVeX95462MPCARQqnzok6ZBhyrQN
fBebQys1Wlwvdnwnz91WY+c/MQ/NkZsGCM5uXpf+f1jO6mVwbQ1hQ5S60yE/fsO8VoEc2/8s+D7G
+0hJ3NguNL62ioe0e7Kk1cL/qqWh2WNwdPJHcj4tTq2GF2GzhyGviNm6PToUlPUOyFxJNirocnX3
A3+kDcdNyxD/0J8ExW4D0oJ6FGSm69CSkj4iWEwI2dSLR+xVYRTxs2NAdzPTia2H0Fi6xn/EWUul
lDNMtMXiBPwBugtsVUpnzgj5/Ul1U6NZkz/2eTKzpwCdsI641u+iRfg/C5YSU818C95jsBvkLHK4
y/QpDIYzORXaxbZbyjHYcSeynd9BRYF3CzsZlxjujzlzGCabj9cEwQC4EE1A5AIsslenN5ipaHBB
4T562JSjXYYCTNeApyS5BwDjInNiJyujVpo9VRSU3Xg/OpS0NQBTZ+vgxr2RkTfzfcbpZHXIzdn/
VQGcBWuV2E21x5SOKLAyBXuexrp6L//n7Mya3EbONf1XHL4exCSQABKYmDMXJIsLSqWlSvsNQpbU
2Pcdv34e6NyIIIOMOnaH2+F2dzITuXzLu7R1TcMj7qYAZOUi20l2C6JvHxKgwvDtEFVBUi9Iv3fc
YOM7J3GN5FGPu6ht9mIqlfalRHZLfSs7F13GNuDd8VDdAp1X6fx3iniUTz+icJASGBM8vzPGTiTz
xpTAuH4LYcesGxeLiyAxumzzETh/6yDEwif+WiKAPX+BLWAHKOnEWdi9FLgGvtC7HQMsFJzgHwS2
u+RDVTkm8t4gFQ6pxhoSFSvwTph5Wu53/J50PAhkNP2YWvyNwzSgywotVG6cKQCDrURACkGDYtFN
CoL4qeyC4nfqOy4FAN3iP6Eb2Hvb6ak1Le3vyQPebdVf6mj0f9PCc4ofAw8FppHgugmPNL+uP+ZI
M6AcTw3w2bcqSgMJAkG8H4Yz/0i0sIQUR2AHsQ9PcjxrSi4dqwOW+mSPYjimsygf63Dw24+AfUb5
vIgE1IfWaJEs2JVdNeEm0vncI2YIY/4Fu6IsfKHFZDCmSOCcSg23mgNmFfZvnIlIRGOnDWktxd2+
ch31rjL75GSopHqo9Fj8R0Hrg0sPMh84Gr421Rt7NvCpoiwGQGvmSO7hKQgBiCqaD3qRkwR1nA1n
lBrlHdOnpELBCUENYc0fag2Y1c7MrOFrHmSje0gwrpzQbvJdPBNkTDViiyR7jhUhlwfyDKj4+8Y4
f81pggEU1fM5nqBB8LZv6UnZi/glEcamNyyn/EiDzplPAQTQhKRncpBc416sjqHV17SOpvKJdmRe
Q8mxcvmzC+3yk6N1uolwzzRYM8Abjb+xzaf+vZ3X3RtAPOqIY44GdycxAFzkA1IEk6vcpeSfI/Hq
5v38RbZlhIiVGIcvAj60RYUJeqjoM7ZwxLqaR4KlAFPC3H2hwcQaZ5oTa1xkrgW9E18uC05uFuvF
S+CWGYZ7XHFAJbuC+NpHG8UDgUp1MUAhO30g3JrBYbhmKbcJKNz8UHR0QQMwyCb66OALj5k9Wgnn
vq+tb6Ari7il2hBX1AXmGeCkPJrQDRghnkTofAABGz3NTZYWCBs4vfa+n50BQ7PKtcW7sdJb4XGX
QSIkC6u/13jfvE+EVvqfVdlp1iI5YdSn0DeMfQURw8Nid3prmhM9WS2ynyZSq+Zrb9OD3VKJM35R
ZSmiT7gxzJ8qTRG1kQuqbeGwrB9wR4w+NXRxtuBgS+sXvYe59PDOdB+zDl+dLZqnLn2oGCMiqMQ4
GzwiuZ+8512AmkRKILWHSFUu3es4g9e4bzI1Q2EZIo7o6FVI5iECbFL5xfkOT1ScpHUbcwekUN0h
3uop0YMB0KWHQXlMWmGreBdwPgl1M6tTL/FAZrlrunkgu5eT9r50Jg2ecbYUtN/MwMmDwxDD1MFG
ybX67zqyi8nHqRmTAAk60VCWsAYXmgxEK6rJAVpT417r8doUW4mdQaZtOrOkD1M5eIEgZl8a/tQ/
QwYI5uofJequh7bYlxM0SmhR7UjdsgC3lk+7vgrzVryglxvj/+1rtPabj5FEKu9z6xT9+ARQRyuD
Xy7Bduzv6Z9xwMB8j8DlD04H3hiHtQxK71tyvRkbDlMJN0gRskAI4oifCNQHayL7fEtN35l3XWEU
36NaL/pDbGoVDSS9kmZ3iHnIOuh6IwShfKsyIJzySLsoDL+FvcmNdZzwDp3KvZ6Dj7Paf/79r//9
//7vz/H/BL+L90U6YWX0L+Sv3gMCaZv/+reu//tfXOvL/3z69V//Jg1BpdJSKLoQtbkWFS7++s8f
zxEeb/y//5dMgqyFfVX+8O22qnZkPsMhFan+xTbIJ2D7wdOGOI8pdyPcieyldujcjwl9rQh40u1f
o85/jKEocuMV4cLptN2lg3r+Y+jeTfbAu/8t0YF77HSzdL/qcFraB6PPpuyAkQp04CoJCSleOTKk
fMsyhJK2RLVfmucjGyY9IC3Uhi/EismhziZsWWzAcUrZwRvIkT91H4Gr22Pq7vl0JYJz0tFNauZo
wCnM3c8HBTZFKUmB98YAZGieHNnZCEe2ppVt6MfSetoMHBuu5rKx9PeWAe8UIXzLTXmdpaIsVNJN
3eH6WoijTZk2pohVdwQFGGwu+EQNu+tkjMv+ZdA73/GCjMTmze1JrD6ZFK5EUtixXNMwQVq5zvkc
DBZotoJePE9K74EnleN31PP6h8YQSHVJgpqvk2EEp9ujLv/Uv3at1A2hY7BCFZONYunmsqv/2rXF
3CSh5dvFC1KPmFiUuZO96ROYhdCI53ZLOVjRX8Zx9hQ6uHPc2abWldGlqUx2q8GfhHE+egdWtm4a
Ubz4xdA+J5m0XoJmgemij3hnqGXHrycqHcuQAPNs1zSXLfTXRBtDajQEzOKlacksc4AfW8hE9b5L
3HFfK+F8ur2w68+pGyYbEryhY7EvDbH6nBaCPdUI/eEZ10l4C6G7tFmoYyAsF+VHCv70jWzC49uj
Xi4oo1oU8E3dIAi3xPksqXEwUZpvz0VCiL6ZNfs/YUMFm66ZNv989VhsUypjjqWje7q+Y9iblaDE
5j/TOpefCBTRLYGOFi3VKNh0twe7spymNHXlGLpJo1WtdooJCdymdL0YAy10ftTrfkwLGwcpIAP+
Gsk6tpJppE8Pt8fVL/eNycCOzVfkHnXl8sP+2jeWBnjUcFP/GfSVV2qyTve1RIs3oNaCxXaDRH00
zPWPzNa/mItHzzZpWnwGfBQram5bG+LDQD7nov/yHsmSj67bm3cO8ZXfaJNwUoW2KToKsfqNVVgG
Q4N4xfNk4kyyCTObshx8afMxb/B9jNKi+nJ7WdYXLrtbGdxT7DOWhCvkfFVCsuXZCTXz2eBsAwyE
P9BSFAAfbaPgLFGROpq2Rvce+km7jzDI3d7+AVc2Ovelzu+guqXbcrXRk16HJtIF6tnuRuOUmg2V
pDL1AeP23Z2h1i87d6S5QIK4ZwG0IZchzycbxKPfOVlpPyNo5+5KeLV74PfkhLTzD3lcPpZEfhv4
r3Kn6z4qG0UBOKCes+PtOV/e1ZaruxY/RjBzYa1euRYzF3D8o/WsDa6B3u3o6KcyTb/CpifSL5Bi
7VMx7eDIRndGvvzcPEsOgzoOTzrLcL4C7jzUrlWa5jOQDzqgmjWq3Uj9ae/MifWGptS7FKzR3u/s
BRzilI+3J375sS2eJ55GXSekAG1xPjwvlANnoNGfjZhIVo+HYkT0KZx3Mmr6/9we6/Is2UoJjOpM
g2NPq+18LAyn8d1oHP9ZAGfci8ZdErrQOgCRbre5GOPD7fH0i6+qwFZKxSUDI1kgJXU+YAbiondE
Rpcv0PTyEXPDWB57Op6UhiPfqvd2O4hThs0NIlJTgM2dmm15mjC1m983SE7+pwBsLze52cg31pwM
XyOLVxxJoxrieVmG8Vs3tNx3t3/2aplsG1A7B0LZgv+Uurvai30zdajG6vmjMefzEdGw+lhomb6j
I5c+B6G4dwgvx5PCsPkuaPe6lG1X4wlwR3iiJxUtSheb2nyAvY6SqI/YP10LJMad/e0J/rnC/goY
mCGgJeEoJL0crgB3dan2gCYKUEzVI83k9pNratnBNI18a4diPEVyll+1wUwwgxvBhJRZmxxm2tc7
QRLzYBnGeOdlX99C//17FGEDuxJxQ3d1BvUUUZXOQFMJ0EyehRh71vLXEJd++I9f0oc71eG4CP2I
ND7koGZQGkYe9cXEpcjxJJann+4s0Crh+fODwCE5UnIn0lpZnUr6dTqYyZZPEmRpv0UVGqSCiVkT
O9SKxTs8JEESU51F0Qi7xknurU4T/6SlEYW7PjNpN97+RVf2iK5c17UcYTjLdjk/Sa7QBiL/sQUR
YKd7N9anFwSmpgPFB/lb6FSNbo+3OrnLAvAo6K5tA3c2hLHak0mHB05HreOxQjYa7WCknIYnI7Hp
cFcSYP7RqWp7fFtT3v6IxWZf39mixnI1rLYowSxPP+uvE4itgvemS7GNacLmMRzT6dTiU4c6qBg/
u1H9lojfREsrfLeY1/7KloYNObDkcaqomdu4px7xS0JhnObOuFEAoVAG1p1/gh6VpcAe4o0f2tHL
JJU6RjIFDpJRZgQ3++P2Iq4/mkPezAdDEdLkjaG+ev7RGhNBQ1L39FTy07G8sS0UbFT0jjdQbXU8
C55vj7d6S2zHsU3Xgh8tDDrirr461qFRhwpBcO3kOG4vYHpSgR5pNlYBhLdNmk284Hf25fKP/Psz
OQ4pKe+2ZJ660O3VybUhKFDwd1rPbEV5VJS98f2YEC1qzWZrW9X4gOBicWdzrJ5s5ukoi2RAtw1r
kXNcbU4s86YMzCemBI5yaB9mUNSsd3ZKz+RYibKe9qh+adppbPSypWsPuGEbd7R/7kxeXv4QV6A7
YvCgWg6hw+oD5wJ8Tw3xy8PeRwxvaLaF7XMGpjzj+ba75qvZ6Tbc3o6q304GKPVkiK214/RR9ZHV
vGnpuorPlHctqiRICYvo2yAXyxwQvchuvo1B+iXPFbIc/k7QXHN/Nibqmw86uH0unrCrxXOJcmtI
GluBl0PVAiV7sNFtSJhWThFu0dFQ6uLUoA+Eu09mjjROp7jQlkQ0EpE3dFnXY+IYAbHfQpbSgo9y
QJ35UwzAPn1PfI0m4TiMY2dsMJFAm/v2nr04IyToriUlejXkdIa9LPFfOYgBZg9PBHBKdpPTIU38
wd7QYkQSx5jLXxRWnDsfbdkc5zuWATkhOn84fLnl4vlrwKSBv40fWeaJYWw/IJhbvmCMGtwZ5eJJ
44gxDLm1waHgpV3Nq0TCJQZ0nnkANvBypnJ4qk2JW4vZSyyfS+OkZQgtYgIewn3CsyQts2arwim5
E2Cub3J+CHmlBUZGpwTjmqtLYUwkopdYBHiBaw6fzCqN9jne1F6OG1+PyvyiAxkVpUfKW91ZhCvH
w6A0ZVMuUCQX66XWUecrykjHNwR64dbO8+hdhpbRw7DswhFixwnMj8IsEhPilJLM+9tb68qXJqmR
7CvCelP+eWL++tJh1hjzlIGmDHId2CuY0OyXFmXR63ewAbBN8EyC4xX2Klboh6JTuJHzpWfoicib
jvaTdPzJ2gfxEHwBzo8DwO2ZXTk0fFGFViIxE+Ixq80VN+FYhlkYeo2JLY7ZN48wCIHVd6DLLANP
jNvDXdvMaDDrAhQ4f7Cdz89MLZKppSUWeoOd8oyOSc395nN5jGOyR+oBq5S0RGdjiss3gU+LYHJa
/Z2oq5+3f8hFVMBmpkRO3UnZSxl4HZb05giCoA4yDxlVA3/1UY2OB1lnTL6aGJbOmwrfKvl9bEDu
bcmgjGhnF1SMN7NjacGvRI2ifOd3BpKryLXUs61taG9YclfrbmDITUEsGXtxNA/l2xlYUv+u0hV0
f1cgdNRsM79z5bHIzRoUDrBaBDpvT/DiBecxlZTaCT0JhaW5Sv1RisRE2qAa44BY/70oxh7avkfi
FfAQBoC3B1vXf3hHWU3+sMARU1lZJx4gG3In4pFAOS+V+T5EW+gnPE+kshNnso9caoqUFBPOeW+A
HagWd67+Y4klT/qGvzV/MQDE+FvlNNETrtl6ucfI1/gZE8Pqd7bglR1PTkbdXXHCbMqAqx04FQJi
bxN56GHOErA2frVmoJpP1mw4xVNLZ+Of26tz5d60WRWWhRRQGus9P9qxQb1dS7xhcvsd3kIWsFgV
eTHX2L6URvOmkQFeh2UQf7o98sUmwBRcoqXKtc0DReflfK5NquPMVEXsQxurWag8RpCB/uyixwyo
99Ptwa5ckgT4FskXND9JefV8MGnBCNDLCis96YynFpLlVp+S/8EjxD1F+0iZhk1itYrmB1we+gjW
s9fMCSVNUM4ASIWuYeSJsBJqCh2uQxNgOD/NHm5P8Np3JDQTtuC+XCrW5xOcAee4rVnEHo5CKTU8
ozi06A7vQofhswbmKhwpcxsY83C4PfJlbEzfYbmn2bC8D/rqMANkl0PnJonXOmah3oUaNaAHnFHC
FyMw6OyO2DXib1GM/uu37hJLLe89WT7knfMp16Upp1rzY6/E4+UhGUptMwFpfzOOsf17xIcOO4yg
gNhCwbW88+ZfbN6lWk6FXtAtpKoml8/x16MLfjyInG42PBsm3bbg//VhNnz0AGOR3UmvLtaXDIeW
pE4vkElyRM+HsgB25BSJDA9PZwMaHsZOCtz5JrCb8WFCf4++r8heexGxqMuovEKA/IlbzwetUzD7
k5DKSxHweCTNQsoKY6BNPrfRoaUBcmc9L99engQSHduhiCZsnobzAQ2VYaCTZBZPHvwB6JE4iMfx
P5WNFwEWJtMmjzJmX+YouIfQPaA7GvtiRLjmlbt5eZp0Re2BTgHbarWpTDtOTD/wTa9pK/fQtMA7
0abId2at5Aa4rviYQ1K7M/uLw7sMyju1nB+GdFerHfnoYo7Cl17axHYIgrebQcwMxOsbl9DdQ+UQ
SWplZepYg199bWTH6PQriTQMwh/u4vOlN4Vec7vHFrJLdOO/1AoHASRAiuItwKwEoYyggXDw+mWm
CWRzR9LJoz53Puas4eOYBT3BHNZhsFKq+MHXCvedg+PJIVj03kDFZvGdXX3l1LpLJEm7yzR0vu5q
VJ0uxxC0pjeJTAokqZoGdafApyKrh4Bpb89x2SpnKdiyrmhCcoR4zHl+zkfLUtXFmpabnllyM7Sh
yrd07vV9FE4/JIqG3u3hrk2OPIBwkcCDB321czvobBEKUBLViCnbtkaEWZ4A1JIjUXAn5bi2X5fa
qjQIl4mUV4F5pVfDbNJl8dIOqwghO/eoIdm9z1UuTy24909tpOs7ypeoI96epX51mg63EzkXCee6
kVGjf4CIbOh6EvX1zAHiPJfFFnmcsd5UcEv8BzcCi/aA34bAYBcDXxOriMCdXOpfrbQR6veh7W/4
e2OEMtHam8R+zhGe+ATEwjfuYAKubQKFmAK3GzVWrvHzTeC3vh/UEYzg2QGJ2IMARS5DZcc8JqWZ
wkS7sz4XgQ6bboFPsOFIm1y1ymFmkPhlNQUojGdt+wtTx/oAKzV7e/srXPsIji10xwaryE5YbW2z
dcZKiNr02qJqX3BZyh7bFomnqJnNO3fj5VBUL3RJkZIQngBnNSHsCSwNaQpFgNqLrR+2xkNXmQg+
R728cxEu2/b8wC6FEgH12NHtS+BLElhNDSVQgd93wFwFaCErI2o/gxLv9z4R+ANwen83yRKSjECZ
5faiXj70DK9okIM9Apr8Z+f/FVNIFJcQnshdbwqd+U1amk9JidotJTYfO3qwh0aIjMDtMS9PMmMC
L1LsUSJjZxU2osiIKeC0iFZQqnsW84iWmRokJo0qf2sVeC03Qw8Lu9B+3h74cp8usRM7Z+lILmCj
83PROENZVUCCPDvObPOpNBtU0tFMrpLPtwe6tn+WbH5JqigjrPEUvWb11SS5L0JEIjz8u8s3kR1+
qgVLe3uka9uHZTSXqi0fcJ1nJmEroskIHK8Maw0Ym91iSRnV8aM+DOjGJXnVf0hSlX0bOhH/tngb
P9z+AdfWdAkiKNDYBknA6gUgdy01LZtsD/mo+Z2PRiBuRuT7r79jyNcIDx1OCt2aNeKoj5WpKYQT
PCuM4x5507ZyDgnlxVffMozD+wkmj6IzTZLzPUL5dnbmUuFuCdb0uzLn/BE+UU0OJ37dXrkrx4Bg
17EN0H/Lv5ZN9NfRU2ZoAqJ2LW8sJ+3BF3q2p8Y9bvu+wmEbABoxNtbLFq3SO9/s2siEflw5tpJ8
vOWv/zUyfZ4FI86dA288+4ZuUrxz8xaqB+8purWxyg5o+3U7gGX3mk9XTga1SdpfNCRBYKxPRhH1
kErDTnmhm8PF0uhuTW2a7LrBiQ631/fyFSTccmF6ctkICiqr9yKMtf4P+dKDQEwby5+i4ZiZFFWo
EyO4omEXeHvAK3cp03JoEPHu8u/1smooU5VlzPWiBwgq99aps1wETiKJjeJQ1DuF9sftIa/NUXHJ
6GxVdpElz78kecNQIc4mPbdHaDsARftoGhAYhCpMhGYS9851c+3zgXOgTGmTg4KhOR8PWexZTLKS
njQNIAb8IpTIZlxJBuf1dzVdWZJdSUXqsqwRtdNYlaKX3lxY7he9D/udY43FndN+7SSg92FRFOJK
Uesem9HoKAEiweKVFRLKlZtpnzEEyHdBX4Bwtxqj2SLH+D1S/itxm1ws1CGkchzAfiZwv1WMhoZ9
gksfgboO+DffwIW1PzeF+8XQAVqbI+SIeknLXr1dDMJBNDOXJEHay2X+98EvWhWWfUINlILVoQ2S
YGe6hf+xQ5lkV0HQjO5Ehlf2p4EkIpV7lw8J+Oh8QCQKYHEPJJl925iYXEf9ycgN/4Q7Ea12q/l0
e34X6ItlVVF7JaFEDRjI3+o8iLierMjtpIeyT7u1ghidG/CGu2gY4CaMxAabPpKobvSmIlXo66di
YfoM9H7Rdwib4c6CX3meDQoMNIl4vDieq6884rY4FfYgPXxtG7rmDgbvGzAp8FRtzCGP9eCW+wYy
w7ECjvXs2HG6v70kV04sOeeCREE8B1Td8oX++uSmPzt+1NUGfjiDf4jopntjVTcPYVUEdyZ75f6T
OuhVWo4OwBdj9XSiIShRKe0ML84c8QjTBFnUrrM/F/Ec/Z5UPD21shd3bvkrKwxyHAAAGcFy664u
3da1VK9Gy/RygZovsuJuN2MOgZDLJq2wld306Aq+DVq0b7YItKtHZQ5hd2fmy7lZBfG8p+B4LPph
nOXVZ0Z/Mka5jwRownLxW9QM/oe5D4359acJ3IxFuXVp06M0c/4ti3RAhq/Qpaf7ir5Lh6hpUTYG
9HxoeTKn0/v6veNy+4JU4WtyVZ2Ph03xgIMs3a9a07Nfo2baHiby2tsC/sGdt/PKNl0a/caS3RNK
rpGhSPgFWm2mpieo3G5RfB1xr2wRUQ6MEAHz2/O6cisRfADBWVIQEPTL5/zrTLhJPPey5NXMQKt/
dHuyug0kQKyWJEYOeL26jn9nyCvzY3OSY3EIedPW2xRaTMxz5hgeBC7xpi6skmJfg4Sfjcbp7dld
ORGUMi2q0//deljtkibC2c2Pfbye9AWjYyG/MWwCrMF30Ofgect+/KbJwd4PCBuQYk7W8+0fcOUe
gCjn0GzjNADBXF3CU5SqPPJL+JXhMGtw5OUCfUP5Bu0NY9QRKQK5k2xhZznVnRNypaTLbQvPCeQ1
SREZ7fmnhchcNVURpoRBlprgCvqozQkbC6YZA20cvDQHkb4oTN4Ohh5vewc/b2cOnd9mq+yH2+tw
5VaglUqKC9SZjf2HfvLXNktGTZBVi+Rx1hL9Nzsj25ZpbL0+mP97lHUltUeOqEMiP3m0ROzvDHc0
8f5AGrp1suKzstznOSprr4vye2Dua5+Zh0VxkuhwwQU5X2ozB8jpwlx/HOCFmY9TjZbDRzew9Bea
lun3dhRoASo9VeOdoO3KWVqaP5RLSOQR3Fq9M3GrGTbqlPEjOhD10ckb4xDHOsYVQXTv/f7TSFrd
7I7zJ9J1FByhdQDTDvw1id3Fo6pTE0cVUK1Y90RZhslFV3ZtecLCr/P3AV6RmPuOOVjvY1XBOp7x
j4ZWdOc5v7y6wE3S/Vlq9gbX5Oo5J+hJZn/KsseYuL/CJ7Seoq0g5vswldbwrmvze1Sfy9VeoNtc
lrA1Fjz76jqBGhVYQovxpQ3H7JCnInqorKzZKcO8F6tc7ihpuZRnFjIWOGp39WHxaW2xGoLbFttV
8yPUoxw5T44osj55C/E8NLKdmFykE28f1CtTXICEvODgeaDPrC6N3i67GDNZ3xtRpat5SevsqYvC
vNiWSULL/vZolzkHlRrawexdHXbtejQJcRXvEdC1qNs6b1P00B78ssMwBqdvJHSnrmu3RrmA1Sl3
+z9vD365f2jnLYwE5quoLqzu5gJ6hxowofSsKKPCl3bTprbKHqK97W7SIKruhBCXd+CS3dDpp8TI
a3BBb5QZGnY483itX1FEtVLjMIBiebg9q8sPyNNqUxhe4kAYTKtTMSgDHV+MzL2JoPp90TjzWw0i
uZe2uXsvpbk2Fs+aoGxDqZvI/vzaU5FKS/BOk4fQ0ALsyNCiRgIcsnJyrzh7ZSgSpwUyz2EC67WK
v2Ls7NsBUXFv6lT0A8Ot9H0ea+lOm+f4zqa8PhSSenQCwZ2u7zlsOUqB4lUPD6MY3yMrkh+Nwswf
0Ba/h3++sgXhSSyQE4LYpel5voBO02PY52aD1yP5dXBqJLSzaADzUaASOA9td2dqf6gQ53e4Rdt8
AeQomvZIP54PCJ1YhIPt9x6mghmOm44VnaZw9F8Ks7K+idrXD0E49fGmziid2AHv2K7MjOFopDjO
cJWX+NHivHt7z15edhYXDpkLYCRqcOtKWFZjEGfE2F4heIC0hjEFD6rzEy9EUAY1jvGAQOgrGV8U
HSAQgl6mULxc5+uAvsvMIU9R5/QkKr5fNRDNn8cqRD4TSYi93uBYd3uOV3bVEhoAIIDrZXPtrFbe
HdHXyaLOaxCL9nJEkU/U+OejUo1++B8MBSEG4AK5Nl2686EivRv7MNVbD7GulHQ78E9SC8x9SGJ2
p712bVZcM+ZSRllqi6v9hA13h/pV3HpjHzXvHU13DwS8+kcKHc6dBbyySRSFaAon5ETKWjc9I5Q2
SlGp1hPViOy8VrvHQWGrqsJ4eKqrCcGquXh9Sk3Bja9FDA3KhYzzfCkDt6kdlYnaK4YZuMkOzRMf
KFqKd2OGR3WI4jIuaGN4oHWPIFbhytT/hTpL2dxp+V65KYi9eJd1QIlUJlbxQNeleB3XBRhwVH6n
Dy2eB+EprysU6UhyNIRQO9NPt6/eSI7kYlpATYy7fp5VM1FomM3GUzIbDxPeW/sIJZijqaGedHuo
a/Nblpg01CW6dFfPFtZcY4J5FNH5orrjC/dXPkf+A7i7CR0Drd/fHu4y8LDoevE60pSig75G0xpd
T9oYWrXncvKR5IfmPmGacSzz4gMmQ9GxWfy60Php7pzNq/MkDCABpohwAbxAsTCfNBx6vbGxoo/I
e6RfB9sKdkgwLNqKZf1we6JXskAq1MupIfIFErB+YmLCjLJqy96zYGEBQIsT3MpTLMW209CiNdPU
2JQEU+SgL5nNIwlTFvwnqbXk+6gnzen2r7m8LjhLUIuWeitItfV1EU6omqNJM1N3q4ZghxPb/Nbt
k2o6iEYv7u2py4+8nFxUHBZ67bK3zg9vH9bxZKaV8PSqwM8sThCD32FXJz9NCIl/dG10t7GeipNd
3SXlHcTj5XVFW+BPN5t7kfd2dWCBGukT+krCo0dSbVUTl9/1oY5+F7mGtIy7+AVbbez8ePUCA0Un
oKa0Ap9qjbOMEWw1rQFr3kBHWc6MW+ddnhnNzgma7M5OvvItKXACXKJURQS4hhA5jVWFpkVxaigS
+T1X43RCOQUFQoEC3+1ZLWt1HrXAV184Wib1c8HHPP+QAW/kIqw/eQGI6T1tVQv95tw6pqD/jhjf
AgxoNDAwcTkiNVHmd87QlZkq4O98Tt4CsoXVI+CgyZstzFKPkKk4NKQimwFzkg3ScvcCtCtDgR6i
GwJAChreuqnUCE0SeyaVVwKGf9DdKX3J8EjCBrWO7lyBVzYoRSH6ghSnSBnW/bKa8g/20COzQh4V
eP+oNR6Y9wwLe6Siv2QlB/mx5rgUr37K6LciraCTX0Jud5Y1+KsWBD42msIQB0iJRwjwpUBNiuBa
zfOuRTDvZ+nWQ/pKsi1YZ/AytjQJ6Rci1WrMFmNCgS127mXuUGaHuRJutq/CBGnHzO5wQimo+t65
7K4tMPispem66DusMZzUBcseUnfmzQmeqX5l/YjQjN44HXxAwy5/5Zp7DwJx+bowTdQkgD8sL+m6
k6aPiwWR62deXcnmyZ6bct+ORgYJq8oOg9bc0xBYjwfceKnqLawqinrOOirROzR17dExT5OeFgES
9RIrS0xuw6B7G7ci7fLN0qISd3bQ+j5YhqW1sLTNF8GgdY4riiIP4UvLE2ZXTX8sJ9Rqt5msbRSx
O7Rj80CHCJdZzi6kgf8wOOPwcPtGunhW2fyIPVKAAmvClbBGBdcVVrxzFhgnDIRairnVmA8fawv8
0t6do0q8H7HttPe+5vr+vkQ7BP+stEyCp6Gkxv4QolAf3YnFLwp0/CYKNnKBz8KFgi55frDCwA4A
sZbTKS0ra1MEQf040lndWtBmgFKEuN3AcN06+EpRw0uCQ4nP2mtT2uVH8NQuIRxMJTAq5z9C54XX
ItgkpwGYzoNyGBBH8dFTqv0pcDS+E6Ku3/hlOArrpB4Ln54w9Xy40JwwOcqM/hTaw1i/TzI3hZ0U
TtiB7xu2Saw2KNgmuDdj/RZNtDyxRrizHZcp/f088RuAjVGa4JALkH+r5wnZ+ggnDbM/4ZNn/GPP
U/o5rcP0bd2E/Z3prmtIDEUBkp0HyoEC55qTOmP3J5rB6lDKyxWOE1XzYJOA3XkaLo81pRb6h0sc
wQW2jhndzMrpxA/9qe/L6alOofWiV4E1TTqKjYPE3eb2abryERftFR7ZJRWn7nn+Ed0Yfmauz91J
8vWGj31SEI93mZzGDMvDzE49KG6Gj00i7sWbIG1NcadzsL6rackTLRHKQGwGDCdW28guE4X0eNCc
2GQxRgWxmU/pHnodZJKkUshf5VrU4UOZSYy87ykrXRDOluGZOk8U5RkCnWWB/noSu9ztFc7s8wk3
rsBwj31NYp9sHEyg0j2a2rXz6ND7E59yE708yulOW7rDtp5F73zrsFvR3w6z48hDahuR9k1DZa/c
yx4N9AdNIF9waCCYBfU2GCkX/Az9Ok7f612sMOgoFiLUd8fFjvm5wb8cMc0oRIrztV8YVAnPhE5/
hmOyDqHMyI3A+wb0vqLqYx52+EG3ONs0Wgqbou/zx04Z7V7qkXYnSr08MBI87gLH44ZYsvjzlU0k
ztWjPfknIUCSxuRe29Cess+vnh6j0Bk2SerYPavvV2MdXBhm558wrjPiTdB0i2CU2Q9UDTurdA6O
DTj8QY2JYYIlzYKX144PoAT+BmEGuFk8UM5nGaoiH6FYuadZ+XBDuanqTdfTc5rDxP+BR2CwS4K0
cxHsstt7/PTL2wJZG9IZSndQCQknzwdHlq9E3mZ2T2OvYxIkrOxNXDnZ+15H9bFyGPX2ZK+MRyEG
Ub6F9wN7Yfnrfx0WF6XbPoxHdWqSCmPjQsoex9MacllTaiQATVDdiR6vvKyI5hBwkIYsmIb1o2bb
PgF4latTMLcLFQTL87kg/RATPXJV+RIJyyosaGQApokigucpgq066GH2lDRumt85TteWAGw5BWpO
56KtdL4EdYoeAE16lgAfCk8Lxo9IhlcPfi+Sp6zUojvRzpXh6JDYEMcAti6Ug/PhhjxWLRZQ1ikY
Y2RxWoghRTDZD3qgj5tJ0F24/YUv4zuAbhQtSN+Npbq4eg9Gk7XEmibwugI/g81cGniSQoPXf9iF
n7+pesvG6Gsy+0/IwGNN5OJZkh9v/4bLF4HXgPEhLKJycXFxZDaNZF824LNGvTh2DZbtSRSmODVQ
JMkDZA5TrrtXtnOpodLORf2RPy/p5nKb/bW1M5pcFAmGwENSz91l9EwPbqHyPcT+e+oWl0ELQy3p
yZKf0ANbfVMpqDtjHBN4OIprxh4lyqB4sAQ8zYc+bdzXgl2ZGXXLJYFHcWTp45zPTC+TEkMjA4Nm
pTUnDC+1TZ7ZyTe8je8VJq6dVkBBlJeod7FjrdXpKH2Jiaje4dtmWfNeJrh45jZ+ZaWOhng9DOY2
HpFHRVMOU3OYSNjwuuH+9va5sry8OKTVJAgLDHY1Xz/VAlH2rntqu67YD4P1wZnm+I0PAuX1dwER
A8ELFz+ruy75RKlrzRYyNqee9Tg4WS7KTS0xSNjmfVpv0yCLXik6ya2Dbg+PKtVfkniyzfOPGc0m
Av2DhnbaqBtPIB4smPl6dYRR1t7RlbjyMZcCHmUmeuDLYVztUyMYMj3ATOE0lw11gqpqxG+/rPSv
dp/gj1LBm/bMqR0xep468f85O6/euI1w738iAuzldrl9JVmWi+LcEEkcs7dh56d/f6McvMfLFZbQ
yUViIIBnORw+85R/eZxNJXnFDtBcCUm3IfCNQsYhBppFeSND1m9fZlXOrQFtuT6NleLSqG3RzRJp
+uiWQpw0KvzD/fPzpvJ6XVRAWSNloZBiVEyVfb1g2eJ0iI9JdfKwr0GyxM5ypTwjTO7YX2c8KXhg
I8hRKZfaNIfWM2vlZcQVpX6wBjWtfwW1MllnO54U+2XAIRUDG9Hkxl9O0tkh9jyDEcW+GXRxfhr1
qer2njYUqDTHAjOjTaLrmHniPoi772ZknKvGmykMPeM18hwcfA6aqJtob5lpD14fLoX+Q8U27h80
tvBZdNEKd3bZkITps1uUebeJA1Eou/tbdBuhkTHmVHBVQLggvbzeocIodTaC3x83VXDwxvmFiel4
ZDCS75sJPK86BuNK7nH7WZOqSw0/ep5yCrVYU1FM3K7tFC1X3By3scDDWS0sG48rmpAffTzgUqRV
EC+o9Bh+Lx4vmfIiUvLsNNaT/t3EwiLctqnbjH7g6N14qPoRjPIsiKcrK9+WY8z0IewwqeTbBr96
vXLuhbkQOGecbBSARjjroQr6RAlxcaEZku5dM8Y8su4xcJ2JcSuR8/a1UgFCVaCxQ+OMLuj16rC+
asG1NZ6sPjeQ54ZLSCdh3PV0dh6LzJ0/F5KIfX+z33mvHiMJJms0X2GMLq6MDqg0M3fMqB19jOpj
X0AbPKp6GaGQ3Xz8LkRizTFQ35RTb+Zd108Yh1hATFrTn9RatXZ2g2k4CY63mRNjrU91s5lvoDAd
bQCHsoBh1/VSDsrN01hG7akCa4mdZlbvMPsbnsZQ1c5FkqVYqqZrmNKbzZTYE3o/TLdAiTHWXyxK
XWkOZdyc2iBE+552mPXk1JNXoZ9Whd/uvzl5HK7iJApLZOSglQCU8voWTxhPCb6buLOcumbwdiPz
rad8qLxNiETZboK5uJ1Sske3K6RTd22u3L6395MsvCSSQrbscQ9Y3E9pDCwKz6P6VBoQ1pHF9w5m
MWSoTs8i+oSqceZPzJ1MfgGu4lsMiWsdb5EPg9tJzsH/0c1nfsBJXmrWpF6JjbKriVM+G6hQtJ2F
/QFu4JsMSduv9/f85jKUa0n1EIPJMD23RRTsLB2NTZR4T9ZkgGQtcM5MNkWLkumeiGLtzagOtJUv
9L01wZST6TBUQ3x6GRZMFDaEHdSnurGq6FjlWjR+s4WCq3VJW+jFgTb/0cGP3FOTUSWRSI6Kl6qp
gZONStpZNY29rvzXhkPl23Nof5s6ND7ub+ltQ5m1SC44yORWZN6LPa2SOLCtvBMnhTecdExnqyIL
/Uy0DS1bJZi0IwmBl+/cqvK+kahX1i5KY715UXAxDZJNY9RluxKL39l0EksgV6DeZZd18aNQFWlb
rK3zU4K52yuQxP5P6vtI2QDb6w/0pcLm46+ZJjaFptQlkt/1deyoitlylNLIT12W1w3T6VGLtxEO
bfOfgZma340W68iVHFOX3+h1DIHtQvsR0oTBkV4WJ2o6GLFFm+w0A+zInc3MhxNXvoVr4YSIiWyT
6VFWTdHZMPAr+mzbRTLsa1zarKep1hGzaa1pKP/RcNox/MrS2vDNbTHB4aez6YJ4cah63W6IPA/N
OXzABmsTVdiWfVWdcRTHerar9nD/RL3z7qQgLjmEawM6Wk4ootJonGKsM1C5ZXwsFEs/pooYd3pl
favcKFmZPsjSdLGHtIspWaXWNwXlIg5WeV5qVZw0J5X53jkd2+ZSONNaH/FNEnWxDPQ+wBNcadzU
y167iDwUtuZ6OGG90jsnKtwCKRYVi5F97ToMuQMFLL+9HRWcEr7W6KVq55BcDTlpIyvSH+mM3cgz
TtFD8J32jBd9Skw84Kat5RWGvsNQMMTvLyVTlr6tY4UxG+aZ9skaRmI6fFAXZfipzoydFadBewBl
HytHKKN03ApR1DABgRzox7gyew0z6MqxNumcTc5nZG1VFHKCzJv/bEucanHCxNrr70LR1GiXB7pZ
PUWeFse7DMGOwY8bnIG2mVvP4/fMNJF8iXW9/4UHRT49zYXWdpdsihQDmVojmjXy86golLPwauSG
NpqOrEa6AddheU9IHgYu/cgJK6L7h+z2qmfwQa4otZchTC8BHWBZ+A0UAacWMd3x2FT6iFN3GMWZ
D2Wm+ff+ajeJKSBhIAfkwqjDcQwWiQUM8nDyGFqfRjtz6miLprhZP+NX7ziHYhrj9N+2DpNO27oY
lzm7eMRg5eX+T3jngYFlQ/iEqUxnYRmflEFkwJGnmt7CWLwaUCpeBcYzWJ9ir/J/WEp+SUx8YHIs
bzyvyJ3JjgtxapGF1l5nCBPDDyUlQ/01otNlfr6/3G2qyNbCTaSl+KYvuOhhD12dVAAB7BOWcM1j
LnCEg+F6yjTRPWK8mm1AD1orkfedNWXjmLKeuAuZaxE0zASMKs5UWMOKqei2etfqwrcVM//Wh43i
I07TfYk8rG/uP+rNS5TUMbAPkpKDdcyymCetsRkcOzZAtsJ8dDC9PsdMqzG1bNfu9Zso/LYUOoIQ
ayU3b3FkRRIFDQIa9rGJlPovs/FmscNrM33WEUM55cbcr3yR7y5I0JdC7zTjlzBJo4wa+vSKfbTN
+e8AtevHAcuurebOP3Ndjb/d38nb9BcJQQI+jBDeIVAAeS381hfBnWbGY9Ixj6WqpJ+1zlJ/mB3J
xC5JCztCPrkoMUtOhjY46YrTahs1QDRqi/+svrv/U24KAYPxDq024KGQcLjKr3+J6gZN6DaOfhx6
3Hb/VaZoapxd7rpD0j5Uo5WEUo8sU5/mBJCLb9eA/vZJauTD6/0fcnu6PIpmVDXkrMuB93P9Q7yu
YYAZ47k6zE24CY1IPehWUxx6sDSnDy9F+SidezjOKujY66Xwv8XLvsIOFNdbt6RtE2WG/UUXoT2+
kqa53tf7690EYFSUpPQPCE3mL5yx6/USZsbTqCrdwU7sYdfkdvT31OIoRetHHCKzgq7ttuHFNKt4
e3/l2xEpnxB+AkAtUBLRbkYeWTG7Aomb9hA5DeZtiIq8xFj+XhQjqHZsUbWF44rCj+a0AJ01B8nE
cn5oGjU+2V2Jm5yJfijAhHyLPh1iXnlVnjKUnSnMvBrL076zPlvVEJ7UAafDLBD6k6klzkrAu/k6
5VNgbwUBHLY7o9DrDYyBq4QmpocH9sm+RHVdn7JSTfwEG4g9tmZrqrE3gH8SIDAhiKpSiwNNWIY6
kgG7GKoEUJdpRtUeNfeIEboRdBlyk/Nc6+GXEaXR7iycIA0/dSDtMzIF4DwPLjYd6ldvjFzlgLkm
rbaNgpiSuVbZvWWiVzkdv5HwgZQCZRZQ40WMVNAIttqxE4cGj4az1kz6RohIbJo6Lv1oUOK/7Vw3
duo8GI9jGVBkovOwbesEf9sqSQ5ap7pbzQxxpIqi5DM23Oa+sax628xlekLNP33AgxArULSSv3lt
pe89EVt+RnA8VVFjbyzMVfdARpQjpsHTysm9iUvy6bi+XTBLCK4tZcgQ+kNAqFTEIQ+dYgu9Knt4
cw0vK6Fvg7RrH0c0o7Zq27UPDMOij4YIuTztJsR35AB+eQGlQkOWeIyaQ15OQE7r2D1Eop793jbW
6qjb6AC4lKmAQcpCKbAknGpw/MbKNpJTnaue6LdamjjBfrDEmOyNuQzKJ1e3E+PPIIyK+a9Z0P5T
Vzb7JqGAhcTXZTD7IZEBo7X4vqx0UDNR8BPSbLxEYdn4uIc2j9aQ1+fG5kNX2nk+3o9N7y7KA0Pq
kgF/KS4+IOAqXDtMT57Q2z72RYvSOMridukcVTxG5n9SXc+T1C9SUzRrSuM31w1CQJwuOR4B9Uuu
eP3I0yAqvdTU4KgMaIF1lgO+u3fSHX2mdGV3b5eik8gMjyaOTUBZSoREFDN2nE/esWzs7EgLUf+M
gobjz9jxrtzmN4GSS4bGN4We7O/Ti75+qnDCBVl1Au84pnG4V3NE4txety/wAb6LVE8/Ot5hOXrN
zNBIjuQ89Hq5dCwxW8KH95hBlN+pqKn7GWJqRyXCKkupECi+f2SMxVYyQwdRQMb7Nr6gPllk2/Qx
1cA0BuXBBCaSgw4t6+Ehx3Am3Udd79a0D3MHQV7aaaHYCEetij/w/B3UQ4pLpH1xB1NFXRZ/EoRm
YSyqe/Lobv5RUZT+oqTEqjWZLTDLM+VrsjPt1J4OFtCAudliPJU+jEOq2nttrNJo46H8X/tBO44T
rldzMCpPHuzlZ1RJzO6YTPAVfYS4mXiYAciGo5NU1ridqzoID3EbODkleK7NxhrSYxFQYNiC75CW
BxK5I8v967fSW1jP0/kJH9TMCA5CiO99a9lfjWB0fMfs7G3SO+B5pn6t77X4olmYApP8DVoqmYZp
LhbWqGLf+spIlYUIaajaX3BslF2dtvpJi8zhKMU89vePxDtrIshJjDbkwUe85fphMUyOK2t264cx
dO1jGKNXUHSVexGJOSEyHqZb4HdrNOO3rPi3uxcJcIRWWVICNhGvXBbwYc/1bglrvtDAMdVd37uz
ji1Pm5XM0LQp+lmKYPijThUDU+WyyUzfRY/8JcTiGAGHBJ69X9d202wm9EKfzLouxD7II8d5DKvQ
/W7NQg9fyyRXspZIDJgPee8sMrApz6Opxs6Nrag2Xoi98hM6WW2y7afWcb+qteYW21ot2+qz4Vaz
9l0MZZ8/ONiGpbRUgikt/SIDQ50jiut1nEQpGB8iDyhwrcDYYQB1+kJnD70OX63tCoiOU3ljvdXC
phDbDr+hS9PAXdtzj6SvfYVM3Ya5+XBChn5WdzHX5qcRKt3PFHO7fz0Iiu6mwRL7Y5GON8Bs5k3G
jZEboW5xZZVeNHgzktaX3NMEOmPaX9MUxE8m7JzjFCfGSgZ6c8xYjqSQZAAlIkrSxXICHFwwAmlE
MNJKLk3Qmwxn8QUPaFvt5876WXjhB7mW8hGBY/ApgXkHNLBU5vOYBzUjXNtL1Ynpxarm8o9W78TF
NpjXelKs7/6ndBNc0QCURgngxPFvoRq7/pQshEfjkNTwqY6s6YCwWvIwz1F5APQ8Hz64FPc9gQJz
Q0xxJBvmeqk5DeoCcnDwUFNvf1HFOG2wL2p/ZOO4Rth40yf6/VsFzsJbQ03kTeAHsN31Wmnu1hql
ZXMhVpbUYIbZ5mdLH5Q/DSUxqw0QT3DwQ2J4L+Crhs5XEOPxDgJP1hcX41/J3sMH5di6dLJhQCH6
UU+d9tpOrbaGy17c3zKuSJUlgrfEQ5KcXP/WOSxpbNe9calLc/pRQM35h8TCeJn04i8lEdVKr0w+
+u9bQ/8IKgmJrgXJjd7wIngWaWPnQ2HOF+A4/WXAp/hxaO16JUTfPpQsU/hqpJclTCD5bf3W7Ci7
Cp/KtBouQCtSrBkmNX7SKqt9HuMJM3CulJWD/O6CJCYMiWkecR9dL5hMPeiQWe8v5jBPKIhUmuf3
qWsdEMwN94Uo7TV939vwwE5CmqMQI0QAdblecZyKuVQKcmcnqlXVrwyUzuPAiHN/zNvpkxpiOtRP
XrqyszdfLDbHMoEmKMkx9TIqKRpS9VDUtEtjzf1WSW17Q0n1q529NVXod1ZiHCI/VUbwkOQWH1EL
7TItsq69WAHSR5uph4RjmdSIG82OxEp0eINKLM6ljH6MK3mJjMQX26lCsLLbLGwvQaIE207nfvcV
ATrtj85wWrHR8bhsN+4wRT/61uzLTet1pocoqx4YG5kpaF9DBmH9se7avt6anZVi2qErr9yDXrnL
W6s7z16LbZmtxSGCakJo5oODdTojKwYCyc7J++5vs7DV1EeCp/yMAKqe7lVzmiqUkDvBxMRpxrXv
8XaXYfFTk+DLCKAfhs/1MYLDN1paLdSLhXfbIUdIdNM7Qf/E7GJYSaVvvxGCGR1y9HvQbEAQ5nop
0fSaNdH9v5RO/6uoKfaDgRtMkuuTjVWp5T8fjPgU8yBE0DCSujOEtuv1AmB9gx0NaEpmuvlrxHto
17d6Pe4nJ5zWpF4XzQN5drjApG0oAEyC3CLiOJMRxKL0zIuF0vO2KkxUA/jsL1YZOmjw91Oyx9tT
gDXWs/lgVNGaaMnt7tKyYOL8prrBJSdf9G8hL2cqXU6Y9l7M0B3PouvMyvdSff7p2sL6ZBYiDlbe
5+3R4d5gsAJYFOVC+BDXK3ppnmTYu9uXoO7mXYQZzinsBncXjvG8EnVugx1+Vcjb6uTdjopy7/VS
odW7ZqhRTRlBqu1UNEOPnTlyK1bIXqiY4fzpKljS3j8/b/54v8cEeY3TR4UUyMdB+iC3/LctTUQZ
hK4XVBcy5iwBwegMud+j8zzvhKHM1QOKb84fMMQCFfRvUM+HSg1100fqOy+38WRW6UbMpWs8JdHg
7CsVNv6Gdp6j75O6iNVDFuii393/1ctzIH801DLsSsFCSPjn9Y/WcxQI7AlGWUx+mHwuutTVtg30
sb+rKKqq5yEcrA/OTqSlKw1B+H0U5RJ/vggisztafW9P9SVO++xvch433yqirR69JOmavRf0058f
fUruIAnAoJcOm2MJJnLgwGbTGDQX0dflo97M6pEmuHhNQrVDwNFYk89YFrg8IbAPYhZSuSD5l4rR
vM9eL3P8NkNw7iEVuBa329A18uBUCpywNjYKod/suVL8Qe/m1w8/LQBDVAhQaaTlsRSDca2C7tSg
1ZdsGG1z15uV5fpeV3nR4ziU6i7JLH7Ih9eUDCdgb4xq6KUsApo0vc4Dx8JKbMrK7/Go12hyt666
sbQm/xy7SvNyf8FlOOGOlDMY2YIlIb4pqxvT5lrUlekiKbHHjOn7XnhAKbusWasFbr8RCgHgUEQS
egY3uL4q8PQGrZDxMlSasatNs/TLyVMPYRH+M9OVXKnk3nsyUhhWA2Qnab/Xn6TEdwwG3PRLgehl
5Aso8d12iMz2T6uKPyq4iSu6TDckEFtO2HDivF6t96bYdAFeH7JxHnaOnr8OMMu2PZJ6D2nfmStj
zDf1tt+jJOvBaSLBYW4qaTeLzMklXRiAnNaHUhsiaMRUNflT27leuwF9lUGj0uPqMFY4Sm7CojDe
YGhhDLC5tX91kYr2OioU4LSGZiyfXS11X2tFNPomQPT0i9p4SuEXuTIyb4bV6PrYRWe7MEHeE5y0
0u3CAr44DSZRRP4UoqnnR06Vf7t/OJfX+9tDyk65BE/A/ltEOFI6PFv7WhyGThFPYZNEwJfVes8A
rGAmhO3OaNPZ1QozOzheMK1ctdfLoyYjdSFRzKa1xgCGwH79Tgsta3WX+dN+Gu30GOi5fp6UIdkZ
9Fra7aAoFRpscQG2wqp+hKm6phK+AL399wMAjUDWINRDf1wcYceqvTAF77c3GuxUCx2ycqLN6ksE
4neLDfL8OOqu9anV8/4ktCbc1aA8t4mtVCuX8nUg/u+HYL5DH0xS6Pg11zuR11GneLOrYhUegAGg
YYV0ZIhwblc33TmAKP1cd064h9VhHu6fAflX/+9BJ1TI5ibph+TZSg21xR7MuG8DtIj0Q+rY4dc0
mIOHhvx95VVfB4u3VRgEcrnRt6f5s+wuZnE5q505GwfXpCjHqFJ70SZdbL0kWOtTXIfB/1mKATxJ
OXNiSq3rvQwAUpVOZBqH2On0T7HScnkJbfwRhKO7n+dgLaG6eTQ69hQaqF0xXENja7GBrtK3nqAB
dYiLHgKMCt0F/1FlP9Ay8O+/q0VU4tlQ+eSyJD3gbcGwX3wxVsgtjkGgfhBW2z7PXRdsNcV1NzBM
tYPaJj/TPKpO1MfjN3wP501oRe6j6sbpV7vAaInsrjlwDgFGGKW7nUi3zpON3bnuJPFTHOXKy2yn
IJcGVJwF7MJDH7o57GfpLYmMwa6wu/rz/WdajIj/55mkMgaBSBbFi2fSrGaix9zphxqd1C/czgkS
Ac58NFJD0H0GPK2aRX/Ue6H4UTY7x6ywBTNYRexcY0LLwEVU9f5vujlCbLMELzLRkjXAcpvVKtKM
nvHSwTVS6xPCy5/bqZmOokDRtSznX/dXW3788qWSH3Cp0RFlExYff2nPI5NTwzjAxvG+ph76ZZwB
GtVqox6q2dQ2NaSxH0lFaPzwysydSAARoqMHvCyT04j8DD6Jcaj4NM+RBlYmMaJg4zjV9EU1YuUS
NbN+CpRmbQB1+8xwHWiEQHEk3jHtuP5IDSsQ9Ein8JjRJt5qbdfvjQQHv9LMKCxdUe6yLMeutzPW
NJlv3y25NY8rVbQtiorFbveVVQiAbelx9qA1VaVT7krLiB5Tl/wMTa41mtBiPSZp0jZB5i2UEUS/
xXrZaCI2E1YQg4wK2vx+SBVyspzCzvXQOx5nVE7prPbH+6/2dlkaWhDXuNc5VJAArzdYODGiyrbQ
jnlgKJg/YtSFZ/pPsx7GfTyHa7CvxVXOU8pOt8tLteCr0i28Xg6OQxeaKEofcSET28Zzul1a9sar
UcTRn5bitcd0dO0tO61uct72Slq/OE5vyyMV5/7nU84frpe38YbqJjQajhn3+bkDpLhpY2U41FXy
Kc5bdZfF6Q/Yi8b+/i5fV/B0e2gSgG0hM+UGIDov1g0LNfaa0NSOWR3Ery6ukL6ZDuEzkmf6YTbI
7pj65iu56buL0hoFcyVdfpbRSY8RwnO9XD+OwjL2Sm67KDEQMM0mgnxPIbetW23NYPSdF4ziDJ8L
9SkkiBsNLKC+9pyb+jECVXbAlTDYJJpWH4wEOQqbssr3gq45BmVpbSHm6L/ub/TtcaaxrhmUxlDC
UKhaXBIDUq96PDvWEe3ncZd1Vu7rzpAc3MhKNrMafcwqUL5YfiS0QRJ/uoc36PUp1o10qFP7mDC5
8O3SdZ8iMBywPGv0Jleu9fceDvEibnW8AmUhfn16kb0olLnv7GPKGT5i5yye9EGCJgdz+J7z4ayk
fAvCwX9PB7MPbgWRl4b34muty3lECiV2jjOkgk2dGPNDNQz5F70MZE9YMw4isouDnpkYu4GVPEzc
gZuEmvXQ5+38kAR6/9IkmKpTI5TPRlXkz60DRaTStMgHCpSDQlFJiYYgHPKPpZLy1VCZUZLxX7AZ
S3wjzdXeKIME52ZtyJ+tLrd8Q0OPtxbdmtzNbVghbEvzEhWtA7J0/frFzH2gFY3T28e6dJOjp0OI
0UChPA+NDfIARqxfZrG7j2vEGu+f90VS+faQcNi4ogA6Sofa65XthhsycgHwYJxi/TF7/IBNbdRo
7hSa9vX+Wu8cP/P3tRbfVoVYK27jrXN0Qg2ncAeW+uR09tmGQuALs3eO99dbWMNw/CQzHSgYyDC+
L1oV1w8Xz1VnB0zej1xN3YtS9c+F1qVbvYnar4Pwop+1l1z0rrJOPaIhG5TZxj2JiuSfKvX2/o+5
2Wjw5mDAydu5LVEkWHx7To8htAqn+jg6iu0j7GydoWk+Rl5jfPnoSiS5UjkWGDZ+dEsFXpBnpqOQ
3ZKeI2+gJLOyGypHP8Wpbn8woDA4YwmoFWwuo5/lQ3VuO5d14Wkn3a7zS9FGfylu9TPOxvxFy9Vp
97EHk2M6UlhJQqRbeqOtgL9P7YSZYcI5sk1fNF7y4BWYNWZ9vmYktrz6WIoigStPgsCYEi7u215M
AosZDkasNtOmmlpbnonZz9tA20WT8bfITWelQFl+Hm9rUglJ80AIYerihFhTwkTSbKxThP7+Xm9K
bYunaOHHtoh37UyX7f52LoOOXE8ymeiJAAAiWF5/HU2GxH9BVXICTl5vO60yfHUEO7idaJP+0yuo
0atj7s1w83o+1fuLy7/8t24AWgdycdYG68wVsBwxq0HhdP1oWWAoa/WHUVXqtgsErlj3l3nvPdJ1
oOiA3Mc/i5BT5pXVee5gnTBqU/b2NH0zFJg7iYMsNZoq4WMdOvXKrffee2TuQbMHFahb6oyN8m3V
prF9Sgw3vCAe339ObC8lhE+lr+eD+vf9Z1xGFrmVv6237EOYRaXbKZ2kUzmW31Qx9A+oFE7/9rHj
rqEd3luKMoOHkxGMY3N9ZOgpQbQTAzyWmk5V1pb5k8NFtZVkjJUo9t4uQlUHJwZaUSq4XC+VqEMR
uEAATm7Qp8kmsEPXr+MsJW9A3GrT20Wxku6+93Dc9ZDtaFRJcbTrFfOwMY1MjewTZhDiQKBRHjs9
sE4puNQPL4Wek5y7uARpjar4eqlpMjorEZFz0uL8Z5YZ05OaYJ1VBdW4so23D8VMQOYVDOIol954
Lb8N4bp+cJvS6ZwT04PoEzR5A6uSQQoz1h+DVFDjQpxltgOmUHY6qbivHyrtknIKQsM5GXp3tjPp
luwOLQA1F7CaAy3fiOz52/2zf3tKmOtAkYQGI3EcS7+dqZsxJXTn4NSGQt/Y0FnPqtAk+b8xD4A3
Pyaz9vaMUoSGBhzkBgzPFvdCHvTj2JAhnLlL7e1UiPDZMVNjpS30pppzHR09OTsidWZ6SstmsYyh
hZk1mWOIU6CXH5wsa/xmzvqXWJmmzZDk/VNVMzJwkiB6qc048UlRh8hHvTzeJfxr0zS9foSI0zG7
1HtnJaq+YfVufh+5I/NK1HhuDGLMfkSZK9OUU2L34aYBIPAT+6f+QXTD96xE+EjJbGMPqdrYGm3l
+FZeeAfLKprtFET6uR/G9liMqXnUk8aQsjLP9TiDCK2zEHF91/CZTYo/LNwKfUz0CNwZInqKYoc7
20rsn2ky2I+IZaW7yjSHR8UcnFMx5uOxrxpvawlA1EPihCv35TufEsN6gMiyo8Rnu/hoSztvSNQ7
5QRSdDxnEWKJU1JY55YqcWWD319KotwZCjD6WlzNZSoa0yon5WRxQT/BP0duGizPOewLsbLUzQ1p
S9QDQ0omAgDDvcVRyxB6S9FAic9O30TbOFH0kxc16saJGuVkuND4TBP9qPuf7c3zsSigJIZtLCit
hq5DBbxAwogxJmeUx5pD3FnNwXDj/lCYydpt/N5StDylVjBDPVra10s5CnyXyA6Ss9KWGNGM9vg4
6GPrj01erFDDb4IRT/X7Uovbsct6a7JGN0HVzO02ItKK3RQZ0Zb9/zsMGWDe38QFTpJgJNdzJeKK
a4R8cXEgvQm6rFOjB9h3peUXSlluwzSqdvo4Y/HjFOHDYIHysArH2U+K0QH6V2Zww8gn6IlWfPLQ
2vk6hX2FDgyFSVll4UdTWn6hg/UdsBNOFy/hevMDp6i0xEB9hfCff0o663XUtfBHxpp7z8zKj+kX
/rcjTCuARzJU5YAZ1+th8BIOSOGnGKz0xT4pZvGUFB0aJYWjbNAvqJXNoEe1P5O6FZvRbJKLjRPc
SgK4IIu+/QzIOYC0oKqA91ui/HS3VouiUdOzZ8wINyoq+rhjNc7m06ynMaZLmfD+sps+bun45PM/
jR4wYPHg3tcfjVkSZvgmBE73G4rJ4kgCp0fntXLTc6eCN5xD5K0g7+d7i697Zall447TyKCZNAJK
B9XnEmUh2rJPSmz4zlWa6U9hnjkbC9j5LtKc4XEMatt3cUN4juxIvQQhPl/3v4Z3Pr43MpYFDO/N
4vr61Y8ICpYtEmLnQuvHvduo0blM1GZXTeX0xWKoubLeuy+ZBhFXAkhzqWK/WHCYg7nK++zc26PB
AU8HsCtzW28Gz44Yx3uR5c9wAEJ/zjrdL0dkc/go1+wP39t2cNByxkEKZC1T8qASXo8WYXZ2Rmf8
MgIC24e4pp3NrPvO/xleDcXLfHtqYt9uMeZZuT7eCa8yqwS7QMFMvSNfy2/5ZTvX4RRUc3Y2uyyg
adS4T41dxWfAE2vGfLdvmCNM5U+nFBQtfZTrpaoe4n4/evlZqaNpUw7OQHvYU/5Cq/Or3sXpmlrz
TftI4s8BWYNLJBmDs7mIXpDNQM1qXnMeS8f11QSRxQYRYShLUblRigIBlRwWoNp52a43jO6ANI37
mfGj9er05tpM9ubAkXrQj+TISZk8gMuLra6L1s4mZRyPqZO13qYGInLMGKr7HLUKbZA5f4rZh9NU
9eYPxvz1IY6Vfz72ldEKlX1KNCHYDvhK+vU7cEVilUMJYawzvBFMeJ9tLKeMLkhxjJfRqdfa48vs
hNY4lwcdAi4PyrJlooCRMclWYWlnzyysrQn6fWvootvgS6SjxaFnfhoW9kr8linPb9ktEBUp+QgI
lOyLi2Qph2TWQVsCfFce3Kk0zsXoRM9Kq/ZI/HeMZdveOo4lJh15Uaw16N9dWepgSJ4wSn+LcD2O
Ie2hCbacllrquQw994BDYHPqS6SjBTKJm1bVIgobnPvuv9hFP4ZnRpCJBh5dPBlBl83uBD2RqGea
89iAi9qmvRbsk0F8cEYpV+GjAgdIOUqZuJR1txqnab1izh/HUeuOkdoam7Ado0fRqLOfarNyuv9U
i+j0th79CoPyUAJgl8ltDt5nCK0pf8xcJ9nalgiPYmyxAZ/1tXHvO0uhRkZPBC4fQLwlxgj+edzn
mZs/UuXynqoycJxNPqBX6tWJu1Ygyqz1+oh6V6stvkMA0rPS5HhWMggxHD8WcGC7wc4Y45dfSOSN
Z27o+mtlCu8RQTFjg5OztpJ/LuKx3FzZV+ByITCBa1qExwHDljSLnPyxFGYebnMEq3x4msYXYZgX
U8mRw7z/NpcB+b8VJZCD3qxsZyxqlanlkZ2JPbbCebqk1vSIz5T3q+iU+tzhn/fZ1chyq8R7bT0n
UP3QotOBEG7Bj6vWuJMLfDORST4/JTr1IHonXBHXsbCLmqbB8rh4TGdLYfIrMtvv68aEf50CaGsT
3kauhwd9cHJfCbI23GhQTB+BFDc7KzIRlzboEoaVa3/vSkQmHcQBjG2QT9puZePeOy4afSa+Oj4G
Xtr1T20HjbG5ohaPfY+BZQqRFuX/0PadwFQfYoVMpQUf92ftNua3pkyMXej2br/y+hax/G2/ZImJ
KrtseamLhCmT2bKb2MUjflkziIjB6hme29XBqvt0EyStsnH09IPz5P9WhcXtSCktSqXFKQ2U3Ond
nLcUpobzBHD1j2LUS0Au07zrQZL6pRn9W9aq+20W/bzynb4XFLgq///iiyt7COoRdYmmeKwY5D21
CPhtoebZ51ivftx/xe99jKRfOh8HBDEkS67fsFspQVRWU/E41UHxJ4DkdOek3UAPiIt6k1MJ7e8v
eHtVIQIA0o6ZFhIfN9MKYSdVR+OneBRxXX0SETZnQWx3h2Fqn9EpjxEzdcevPW96Jaa/d4zAujDT
UymumNBcP6lqDFOjJl7xqGAtc4jVOt5aAyRZLXeii+qglD+HoELuP+27iwJAdhBmZJa9JK+igMwM
ZArLxyju5i+J7VQPRogPoSNyax+YofgcV/aaNvISNvp2dqkvpEwi4DDuzetHLTM1CNOx4vhEmfnX
hA7/kZtr2jV10rw0mvULV1X7yW2U1xoK+yPGHYImsm2ssaffe3p0PSAokBjJGdz17/h/nJ1Xc9xI
mq7/ykTfYxbenNiZCwBVRU+KIuVuEBJFwfvMhPn154G6d6er2KE6faIjFM2gyUIizWdek8xGgYxL
39zWVWDs7cWV3/UsoDM9VfmXOXCSm0XK6cx7/vkiT+64rSQFlJMiEUrEJy8aUIJfLgtlfnNAvh0/
de19Lx14/X4xP1uLroso7fX1a21Xzh7gUXbw8mDhlbTtZZK03Z5mb3bDiztX5/mL6UCrmvIvFz2Z
yGkg3rk0VqVbZ7f0chBYkv4Se85g7bwBVcTF8JPDslTT4W+uwO2SIRxlu4EUedP8TLQurUsceG5H
laUYXQGpDnXZYtJAMFDfqUkiH+MM7pm38OZZGZawm39AHhHzn7yELrU1B0J4dlsJw/hR4SB9CVyl
vKqa6VO+HWrWvJyLRU/GBIYA+ZfqCYuN1gpSFcfLrZvH0pqqvrnvsHbJD0PiT34VgqptnTaineeJ
Bz0RstoHpljcv1eyYvCttovCCLgnmLqnbuvFmtUUrDx53/Zre00e94EKF+yleTRCtE3mM5fiybkN
FJLkkiYQuI+NC2adlCdlp1yntR0Bk1kcBgk/cnJK5N4xuLkAu2g9/HoVBUzdn/YUwwHFB4i58XAI
9IOT23BoPbsJrMl+1LFLi2aTDKYuEAFwUWgjUFzm3aQPOK5nVXNTtpP2/tfDn1wafwzPkiKT366p
k9UEhgAut5Xbj6O1FrtAzepSqwcdOOQSxMVsPjmT70ZQuIf41wNvf/jtc/9n4JPntsbUElna2Y9+
UbbxiPTVu8I0/adfj3K6cH+fXTgxbBTEG0/LjykmD3bfjfZjEZTap0FBZdTINPeL76UXbV8F1/Vg
qTOP9nYF8UrRPaJCgfgRKNvj3TIEY5nq6Wo/rqKd9tjFubErQDRjgeaEdZCcw3yc3ko/X+JPXW90
NNippxoyVe7ljbu69mOvOhk1httHuJ8hQ2+1SwxdKN27xVDsK0Q9nloUbSMz04d3PbotZ0pwJ9HV
9kF+OjNYRJSbbcL20v9UeypHfzHKvHAeMzdtdo7s8ytzhMe9tu05hZa/mGSMs+CvwHoCOn4qbuWm
VQ8abHIeZyUfek8ZV1bqOF8qVYKU8ub+HNn3L1YSjR/KqGStIF5PcQuNOQbJOkjncYFVfdHUMvjB
BaDFE8Icu8ReAmwA7XPcib/YnRYSNNAfN483zr7j+cS0zipKU7qP2OcBKA0KcRnMEsJRK+zbNYFP
Ubbto63Pyzk/x9O7fnuVVOsJI7ei0oa2Ox46mbD+ko3hPHYLFNjK7Wnh2miqJyAm90uiY1xZpvnO
8bAbolUu9y0YoDBDmvY+EYW7y5pOvxjT4Rxw/fg9gBvhoif02iDrZHgkJsefyyjKLKNW437fiBLB
NcXOyrxOcn3ogzixLAC/qhGF+lDLNnX+nlj/z8EZFlY0uCdoJqfwtWyyqK7iXvZ97rx8X+LCcMUk
ZnHpeufoz8f3wu9D0aeAfIqnogdm7vg57YKIxbdm//sCTO1Qecawn8xquQhcifSC5sHsD0pdf/Zx
AAsLfEv/1q1LSZTBgattxTawJTCkjsd3KmOWlLeL13aGMHIRoK6oP4x9ptyPZZ8ZUxJqqAasZ47O
k4LCNizFRZTpqNpy6yMifTysmffNIuzefF3HWoMhF2RuuUOIyu0vvWro1BgDINLlewu6of8ADFQv
7paxzsbQNhMg7whIJDuRkEGfCbuOzxs+0eZrjEo35W46fOhDHX8wIi4ge26uv4KShF5jl6WxL5JG
qNgZ6/6T33TqHAX/+DSljg33HfIo1fwNd/0GLOlrqPcpz8l+UO4Yccqep2fcCOfQqOvs+9+5J/8Y
agtENssbgtmTgzsTkg2Hk/0PyHq5dVMEEqwb9Ca/ejLMwntYVIYFIXvNc8688dN5ZaUDoockQYEO
EY5TnQFq23hNBXORhqXy5HXuN9ZhQdXfCnPP1S6QHGjOKb2/mVdgvWgBUffA+pGT9eRVqgQ3qDrI
sI3VPNrsWiqcqEs51aXepodfT+zxCc7EIkazHd3UOuj6samOl43GGeZpoh/SsHDc5KJtavr6VTuF
S2fk99Pq2fdIppVh5q31xa+HfvOYQGy3shyLdlPCOB16WBV1QnQhcRq3/eUuDZZkV5Oz3Js9TcC/
OdYGzw8gcsGeAolz2vgec00CamkSHlMmxRfkDjs3BC0mb+p1DMYzIfqbJ0P3iGopxCjKffx7cjaW
RkHRfC2njIYxMENQRmUdjkUVBOHEJXVmtDevkOyH3g6uUxxNKEyejKavdrqmZuVmoZ7a+sRoqIWG
g5MlNv2Pyik3MC+shMBZ2ltrsf1Pv57bkzYTa4iZ/V25gWohPd2TzTlRua0sZSVZSBfE1BETtool
7qbar67aOcDXa2jTAtNuffC/Zz4i/2EpAv2TEKP4e55ffJbN53fT9qfFuDkhn3yWjGh59YLJy0Lp
WflBmpW4Fm2neOVegyPRek6K4c3s012kmoVxG8QtzoeTDWQqmc4UJiErNJMYH+mkyj3iUlpoV1Vy
mZWtfJe61hQ7BCFnNtBpqIG+8WbMw+7lsamPblf0n6JZbE28wa8VQ89WUX9e6u4R82XruW10usee
uVyWyM2fOTB+ygD9JzGi00TMRbSHjCjlUXB7JzegSnIuodbSs9Amhh/f6z088niY66WJ+Np+stxs
bi/majY/u6LO31m1KZuvbmWomxE9xil02nJ5dvQmN8LZq5fuJi8a+xOgPefW8Mb5YZAZpPU8dSbt
MEK4nL9wGk43QodyHAmCt+HBM9NS/p4c/NfL/H/S1/bh92cY//3ffP1CYXPI00ycfPnv2/xlaMf2
h/jv7df+98eOf+nf9+p1EHJ4/cft1278x14237+KvG1Of+foTzDSH58k/iq+Hn2xa0QulnfyFYm3
11FW4udwfObtJ/9fv/mP159/5WnpXv/120srG7H9tZSP9dsf37r8/q/ftgbIf/35z//xvbuvNb92
GF5fX15Pf/716yj+9ZsZ/JMwmw4KwC99i/XZWdPr9h0j+Cf9dW6sbVWQf2wlgqYdRPav32zjn2SZ
CBVyCm5nvM5iGVu5fcuy/7k1yPnWpk1O5mL+9j+f6+hV/efV/aOR9UObN2JkzO2Q+8+q3OiwRN2A
SIlHKTq+OeCxFcobzXW0MGmX9iqZ3fU+0PvsQpsDsTNJjO5sb1LvutTSDkLK/CJXrXNmPx4f+79/
hk2WAVQJtwya3Mf7cXbzyaqBiEeLhHcHrbwH66wN1x1n7pmoZDvGTh+XeeVpubqJ97aj4U9bf661
0VF6oIWpbOvYLZsJk41+BPb8p/f/xzz/eV5/gt2OBgp0n9oLqFJo+G8ra6XYSmk6z9TOibOTaztf
UAjr80MllHtHn6qwQyeBpxUisOMLlLSQi7jsPbm8OPATbodlcp4wu+qX2HKHjsR/dWESLzjgIkdP
nz7qJ2FBB28NYmSRqBF9M4+cAanZPnDDBQOaPITu1n2ec9PZtZ3X5Lu5Miwizl5M373G9XbjPKVN
qIpyRBbb93IdyPfsLLvVlwmOH6nbXeNFYSNwotXocsop87LdoK+dfeXl2pj9fpIcHSRHs3b6dmhV
4UpBTMO/oAhPF4JlVomn6WmUpfOL28/pPlHaOWHeE8gvVy0yjqwBwieO4S0ROl4DfS8nM9fKNPLS
0bjQUnu6XhJo4Aub5TlQ1rAzNGdBQ01rYYilhnE/QQOl81ubYQmvOa5BFNDG64xwUiymM0vnOHDe
Ph5WWHS3qQogOQk0+fjj0V8WVdXx8dbR9GPaWaUedpqu9n0/6LusKrSnX6/Vnynnn9cqI0JjgoLD
hFARODVBAc5LbpCgNGa2Kn826tIvogyQywVe4f0L9NtuDRs0hT96Zta1oeWj/7axavKdUeSOirzJ
ya5MEST1XpW1iw76gGdmVOBv9NVPVhMYhVkSC+vjmAWh3nX9OW7dX8zZH2klUEQi8pNtLXG9EeXa
sHD0mu5iJQ65neaxpJrSmcH3X8/X6XHFdNEq2hj+XOLQsk7WjwZZt1otYI7A0ZPbxF7tA+npct9o
iXUG5/qT+HvyaghRyJyJUM1NkPt4MWRNUmqu1JKwUbmOOl/VBflescF3Dl2a5aL33USGSWCMRbhg
uPu6OkPwMKfUQaMaSKgT6lWK/MvsaoWP0HBWPo+EPw9u4dGKdsreMkNdqNKJdbui4IFMWgWiUPdl
JJw8UJHt1fkcTblSD63TDXaorDkDhGWaiHAsyagv0YTeDDT/tDEfhO0mwT3fdN9N6+J8mx2a3aEt
tO6qbQatD6F+cFAJt12LiJBPvxs3E6wLjB+zc22cE0rsz420idTDMkEUjVjz5D2VuDCYK35uoY33
cx8ZZlcPoY8bYxb6s3Kem7YaPqU13IBwHYV7IK/qsl0Plvp+CJbi+1yNThPm0hq+IZiXfALG7D64
feE+eJi9NKFTTKW5HzIRfBjavBRh3/vl11+vtRPow+8PwQogJN9oCu4pC19UA0plDizVtkFCZo8u
obq2tAT8cQDOUG8yD1wYJnAH4fQiHm3ssysHHQ0KK0m0KgwZwz5V7hXVPflsuZ2FCA/XToxWsZGd
Obm2CT1drMTW1PE2Gijw/ePFmvgD58x2sOKBAtW5oGsLDulcSnqcOGwzQu2AciHaLJu4unvSf+/y
Gf2tHtMzo0u8qNG9+cbo88wK8d8YaMXDTu6sFKhOg6Dgw5nXcRou/Ryc9jBUAXYlNZXjR0RTSMGt
7dJIIDb9rXctWuJZt9zZTpY+t6msmkhyPXD9ViCMNShweYzblTzzOd6ed5vqDgBFALEwt5zt+38K
Y/CHdzRUPbVQy6jQZmOBR29Lm9JemrIJdToFZ27mvxpwq9xt2kJkbW9CtLVRytLHNEICVMTN0roX
tKmHsN2adeC86qdfT/TbpQQybyO6gnPeai0n555g2WRyEWlEd1LFnaGaaCSc+9sLllEIA3FSwnyS
gON4GqsZ2m418VTo9NsX46SjXkTJ4Ex4+5fPAlobA9pN6ucUajj5jefj5ZVGQdAvkaOV9Kp0hvr7
M0aFBjQ4NV32xcmz1AlHtIJmEJU91AO7X5MdrJ5q9/8xCkBdTvDNDepnmfdPC89JkXT3J44jr4OE
ETrCqi4mIefHXw/zdo/TbiIfMbcuydZ0On4xujnnDiQgXn85TfvWmq19x48eyqJ0L9nWy4egsGVk
lI115gFPCtXb8bKVusBO4qbDP6fcow4b637AuCZaev64Du36SfSa3FfZ0uzaFdhDW4o1WoVs9tJ+
GavgiSAoiZIEa5lfz8LbQAN5TMAgSIrSD3vD/XJmc8wzW+bbZHdf0771MOazu4vARpv210P9XOrH
ZzfJCpkoc41WKoHg8Yy7eTrMul0nYZuvwQd2O8W9ppDKi8gcQFi7TY4yaD7p+hUCvLkX+lWR3NTI
NljkCTL70InJS+5r/srjbEv8G2iNO9q+lllZxXKQK4fiiuFDFFhjgfqeWtQQakaZYMkpZ2ytjEFX
IpJ2yzxWReAeRn2wLmxfTemZbf92XjfIgb35W21J2ikdex66DD1vE0dfRVjdpJYRUSuWF6sF6PnX
8/r23Nwo0TAGXHxtt5Lm8bSSLaAWZAiaKnWnv07tIm40uHaxMIMf8PnPOXS+fTKYoRS2cAujvAbA
+Hi4wME5bcUZLVwW9JELrcPTncKPEWojZb8z03jSnt62Cg9Fvs4dDAcVPf7j0fCEwUB1LBKEE4c1
7HSvuRL+iEFIVyX7BEHx/VRZ3gewuuajHIPhUrdKPS4NpzzTw3l7XLgAHUkdKfsz1ad5o6VgtNk9
i9dTS/fRTCeYbvPgt2E/9JYMpZWsl1WFMzYkYOdMiP52yrdz3ebIIGl9m7OWi03bRjLloivtqFjJ
68d86KNMm89N+OlFAqAUshVpB3BAasdvshxcMMpRw8m3LuQLCo5anFDPO/x6xf68yv98EmydE7LA
DY1EUZz/jt9qUTqtWbd6F3VrrXA3QiXygPo9JSK1zDNlcgTUrAtVIVV/qWEFRsRjNdoSz2o2nDgt
/ADFJJG5YzTzumXUQYO66UUZdGE2zcp7x2HgyLhxKkePRKPlH1UVNDQzhnVqH1LZl92+Qk4gP7Nc
T18Uz0WKi6QTfQWw8W+2oud2Ri9VD4pgLe/StVCIVGbajaIqe2YO376oTTsDgiKbf9PiPbm+Ctzq
0nrVugjkuLiYNS2IW2Wcq6C/SXBY7PTLf7atMcJAROf4TS0ZNRyJnTO8Q9V/nqusgL3vT1pBuudM
96pwasg0gZLvxdi0nOcKkcYwq7LxUz0KOYWthS1JaLq5iYSXwlEMd+FcVFFv4/AYYwvbTNiLgY0K
J8tqsLhrUpFFci3OQ11OA2uehcIDRQNa03SoT8FgwZRDcCqKIRJV8WQE9fB1nKRLQJt7V/Zoc/XO
jvk4d3X+lGSqv3HNzjrDaXz71thgXLNIh5K9kDgeTyeGpJ6qEquLpkRVeyxMOs6L9Zzf8F+MQhjI
E4I22AY6idNSvJOKqW1EZPTkLB296UuVKH336138s4h1vIthqMFWBdZACA2O9vhhMtHmOaq2Iqq9
GQWo1J9QVxFeOby3lT1/9qZR3Q/+PD4CeJjvGuB2z91Mv+UwdAFq4ARmfk4FjEAo5OyfLkaFS/hB
VZ3+o1frcIuoaOXuy2rFNWIoVP0lGeCao+Zo5ksYaI5TRghxe8/Ur5WIF/QW7vRUb4JQDX1ym2eG
+NhWTZqHU7LAuU/Heb5dy8H2o3xe3DQa8dz8XIz4p146M+IoUdL06lvdWetL1c55GxrSpnM3qKB5
RiGuwYOn9s7y0raNejKLEGo3G5bN7A4s/fEslqsi8THQfCMUmz72Xh38kOiWXeBu5T/J3CrjAfWY
eRfkQfYtqSmg0ELy+jCQq+zOnF9vSvXcMVwyHM2sTpK/U9WMbvFUnWoV9bagdeTNajtrjZy3Q710
ROECn5ZMpU00ADxcdh3oIng4svbMBxgJ5tOv19fvocTx1NBFYwFv8wNFxDspU8pa4kkO9zRaURag
VZCsDlWqoFqN/VxNTr4jVPXfWU1SDKHNqfS5EI0ow7L0tM91vujPQrbmR2wkivd1uQy7OWiqZ+ib
axUHOG1/NPRxfqIgkjwljl2XsTUsxq2J0VMbErq5OS1iS3uyk1FLH9qxXOCB1prbcnZZkIAg+Dq3
sDSsLyWuSz9qa6j6SJmOrHaBnyQfxNLOrPKu8S5HQwQvhGl+xxlozxbqo/TVsR9rLQtoVubZYcbF
THk9qItv3J3+VUIVfgkXTPIIOSi3vOZmP71fC2EnOxuEoBlOvdN2ocXy/TQFE16QjZc1X3qHZU0B
1MiQAdYryqqmO3hqb/SL89J7QcVOwclRYrTmDu6+cRadknMbVHYsWkStotGpxXQzK73KL/16cb44
2TRtBaCs+WBTKmdDpK6uroK0KvtQmdOUh4USSXcwVYbeWdEHOmxsVQ7A2kwS0ziBofY8NthuH/Ki
6B6l1Q7PiUz7MlxpBA0heQ83V5vI8q6cc/EBPyuFSLc/lq+dOYkvfrYUN22yCRWmuvSz2K3X5kWf
3WZn1ku9XALZz4FRy9Yd46Hoh+vAaoI56ttWe+2F1s/RgCzzB63QKjO0VIoswuiYlNkxVVFJCM7Q
z/cCSJIWci9531pnnd8tUxK8czw5TTugiaaiFCnlV2GwfsLWKNY0ssRQfa2dplvColjX26ZEVOKg
pC7uNoD9p2xyi499hx90lC6DMUSdpDm0R8vVJLF0tZbGtEX98hq+UBEJz0o2+lUdzLi9mi7YOIDh
abjIur4L6n70d2tjcU3pVSuHOymteomrskq5UpekaGLHE3MfFn6PiviQQOcIdXcNjJ3Z9pkOPSng
CKtH6b22UJwou7YmFg5tUw4zgjzSdaPEpsp771mLRy/Iwsn7oPwGU5t50TAOcnpcUaKFMnTcl4VB
R0g5uRF6urDtsKxKS+3NyjAv6zkYtslr1l0rDKHHhaOvXqgv+VTGdjOO1xreID0SlKU37+c6EU9d
roGAwm0y+9QOnfCiaV3VlzqpBlQUAWRme+l6ye0ESM+8SdYie1amyIYPUumLFjnWpnEblLYco74u
0zS0Mr+Ru8rriilsHBK9KCsN0mo1u8FwTVG1e85zoBuRoUyLPbmaHRYzmF5vwcDyOitcv8puNNEv
byb1VNbNMEZaR0zJx6mbz0IZwPbF7I03qe933EOq1pD/cTzUEDL5ae6A34XbZa9TMi/E5gsknBpN
uqB8kigk29fl4goz7ITf3KgJ84JDVRL0RHlhb0oktr1QHR91c4zB0s2fWzDVS+h1annIZ1uHLOAN
0r7qusrUr0y9qsW1nqbob3mFtPbt7FsFmKiyecxNP2kvp06bARJnoMWvgybw2ohcSxHJDSR6cQ+N
8yC0Uq1hPVfdtB/duZJR1ltqiKlXt7dLNVOKn6ciWEjzZG0gLbL5fBip4e0zJIaXyMee6/uc9kgk
NJha7zVAHVduE2g3pkVlKlq0pPtGEO8xKg3sh001IohpLRCPlX5tvqQZKLbI6jTNj5uBKzA0aAPc
TpXr75ZSzXhbcgwEO+ximpmWWlMke+l7CFfrGTpuofBV3V3oep0/C2HaWew0Nb0EL0EROuIIn8rQ
CkRfhSqY8RlaapQYQxQ9dDO2Rdn0exs97u3g7y2amNChvueBnqLxZU4Wrr61K/SLuS/1ftdbTvPo
rf3yWjVeXu09lHE+2WJBikKmFpfHNOZBEY0zIq670i3HGKVEBBvqeml1TkavkaFYcwXJcyzt9aHx
h+yb9Cp/unECLj2szvRRRY6YaCbkATlSWJCOJXEByCwudeWLMJP5+mNt3en9bGpkTCbugUE4u7RC
jGWNU80/qEL271eI7vusN24peTjhkqhrb8CJGq/bu01eCCzoN4xCv9WOdmhSWhNFMsc12z3U3Bk9
Hi2sS/nU5N7DLJonX7FmaISFa3MPT+xzZZeXpCe7qSxf9bzYw/25dJDwQ0vtvnXcu8RFB04EVexD
latZy77TytCdg4OXue+Lvv44crnb3Xi9GEnxvkVNfFoURnHVt8IzQmdob1fjcyufyrTe+daLIURY
G96lzV8Yl3xfiWyX19aem9Xbe7lfxrk9GMyqO0SrNThhJngMjBYS60uacXM1HSXSLtHvpVbpdZgZ
mXxEu44gj1x4vqCofU3Jjp+1es41B/hbNer1Q5p4c6z3UPC98Umqeq+nbAxZt7fJVHHsYsRNl+id
PVeXQgPI7c71ezEMH4k3nkatpJAlsumL3njDhb54h3ZZv7iZs+vH4BZFj2ve/6Nl1s+O1l44ucKL
T5iPfpciNOddOuWzn95aTo35I/jXsOamu2aViV03/Sj79MojTEzqQNH3Es9Gl97amdmFxTzhrLRm
lyMq4bTBpvf1iLCqwiiis73LQbeek7H4agxN1As44pXqDs1k7hO6CSFR8x6y1KdZMx+MjCJPRhtA
b/X3JkYvQZA0UYebW1loscdjuqG2mgfRZu+tTIZZ4VugP9MirLN112tVysd4cGvnkzKmj1r/yZqM
KNWKl0JU38eETsoMo9Is5pu0KHcBuleIFN8n1Sxx3jQui9Swvvg5Lx6Tt8jS0GoysiZOk+V6WskF
1iKeTP17ywLaQUr4nltf0IQ5APq6hyv+sWI/hdLN4xW2XSqd/nECrauonLhAOBNz2ul++902yotl
VnfkntBXeye00oKsVAyfTW1sYxpvD1U+XLQOqwJTnUhf5Tc2/j26AdVlizv5DgisINyYH+Uw9WFi
iZdSlkqGuVbQtDPqgSAJRFgEYReLv06/GfTE23Mx+x+zjQ1yqU/OLf36C38ZL/QEXTfk6XEooZvp
+Te9Y+Ox1oo8RMbuzi3AECeuRb8uny8S4phDNpbfya+yaK2H18Ksnybf+OwN2RyN41fciJDYG7vO
0y+BAJcJJXVbT6KmbZObsnbmD25jaV9MYAjfa8RqlwjFtEWGkIrcNKzHgjZ0ZaTBu8DvTMzJyEmI
IQmwgliMS/84B1kfXI4iM9tI15fFi7LRNKDSgebKw2yscisqTbF+KtYaQ5Ilw5wjVkkXjNGQqfLO
83vX2C09VZrK2u6W0UxbPp5n4186Ja4fW0U7qSgYWh3X4NSmMt5pBvhJULBJ4OQYqrMrsjAD2OFF
0t+wLgGnwTfcgs1vut72KC1Y42rvNkQeFeG2GAg3O2Oaw6XJjM2myOoVmQV224vuJ8tOXwdhhNQX
J85Iv0Thnqc2vtYgRN/1ZjY/2u6kcDFLMyrMogFDHxlVmWA6MOJ4EPeDD5pSFtkXYauEtWu1/TtP
sbnggpU+Msd+OXF8Cc2Jps5a8JmjAHElmrkfWT1rU8XdUhA2lpkYCtDMa9ISH5dtH41AF8l2hr6H
8cXlAgeqDVfuwSzStWDcrWU+GWFTWriNyN5Vm0+fdPLIsGfCEGc2hhc4TTM/UvvuY+D0TR3SUnfF
5s7FYYnCTllR5OyMZZ9N3WSHKIUbPxZ8n2u22qCcMO0r/Fc7Dbn22Josp+AamYhuJ/jeC2duVajr
3lvBHS2Gsh6tCljBXc8Bi5kfMZq3o/+RXgfFkBuxpU8j7s2adH4UTc/ra3uZfrQVYHO0SKrsmxFo
RrdzSzF80AQwxXYZ060NLhf6XInseex11EU4mmNx6/k1V7sL+XwIy9Rbs6gt0rWNJmdK+6jz+pq1
E3Tjw0q3rN/ls7E+VwXIm5gGf/LB68fmm6PlphlqTmN8NZMs4H+l3t3b1F9vy8Uy6starTVhmVWB
Qsn7rYOUNTIo9gSbKr1q+zpYYl+mgWSF9jTAN97TDRB54V+sBdF2lLpBjsevUV9rfdV+9MpO3SGT
y8Mv6PvXMQ0vbStbThPWva0OW9I3tQ2NtdIDcdqG6FyWifmFw9sMosRYudl9qQjf0DQJgsiu/KQJ
+6RLLxEXzD+lcwNPDX61p+B2uWC2ZtOS33Q7bR/0obDY2HbVha5Z1B+msmoL5Om2NiKgDodWf8Ju
DKu08T8VAYiQcEWzoYmqppsuR8uotghJr69zAcEhsqiYGLGDPcs7LR1lEFN6oUGYu7K4T1wsg8O1
wDniwoGefzdYtZ+G09BM38gzcoAT1irEvsMtFrBpn/VYHGjZt45f+OTC94fJ2PtmH/f0dKn51q1P
DDFqbegx2+LBSKrm6xpUdJWU1MyvLRSIW/Au0ogCpVG40Qi8XzQC53e5Ua9kBl5t+Id6tIuKfMmn
BEPY2ck4KcyMGZ1IxfZilYYXDjZe3nsk2QYRBmA4EKJaleNcpB04uQf6ZXhKedMqXxCgweDcr63g
vZtOzQN/Vn2ujJZUvgT38h6edUaiTSJZhuj0ih9G3ySPfVuMn8UA3H63jNvZVFA0IAnq7AxDTNJQ
dVtMIrsYsHWq9qm+pN1uaG0iWjcpqZ8HQU7ZY8FspIun3NbmsDBX/NPhouQfjTSrPmLyhWOEjVUc
R15XDjRM3Pp+0KpqYvdXBJQQ0ro+xOQCfcmuXocltEQ93eC9m5U7taDFEClByh5Z6cx+UYQBlz7s
h5pUomsA4PSr/n3y9NyLlaMPH9vObgVlpMrTI9eV2RWmw40dzdok/NhDfYmCIfJHRlyatXuoPee6
gAsTqUEVGVigRrvWyVIppDv+baXLXLJxDfmSz6ppQrhl+PaxBMfrUYfSHFZSkylLvmCDD1arcZgP
xfziNwtnv99MCZFtOcsPRLT4Nhs2Jnxhujozt0rmZA8Q09MnXHLG53bsMi4wTJTsHRUL1kRfCC7u
YKbeEQtt8cQ+g4BkRZMxB5esOUjEbo24dDhM5TKGreNkxsFpff3KEEAQ43n0jCkq3Mwf42kN0ofM
W9oxMotFo90hSgjXo3LIRcagVT58C01c01+37F1Vk4zEXaa8W8hUWrozjN773Dduk4RAbvWvC+eZ
uVfdoH+W7rC+movqviVpYo+X69x7twLLTy+0pjR5t2R5YB6qZRDvkU4UfVSNOUssGdyuigvbS/sD
SfRW4bL04tWopMFiyPp8gaRI9SlEYUl+qzi4CtSa2iWPbRTQ8nhM5YgLnpDiYFVq0KNpXOW48125
Ljsqg90QJlCRMi6vpnhHOcDWrxauroGtnK7joffKNS5HO70XFFfbna8nBDdZqixtB466clhX3F9x
K9P0wRk6FoM7gh0O8bv5v5ydx3LcShamnwgR8GYLU8WiFymRkjYIWXjvEnj6+aCZRReqgog70dG3
F7eDKACJzHP+8xst8dJ5GVR3kJalcuNWyb8SEmL8VmQOGc6ngaSoQas5wSXwUqEuyXLUF7P6nmZO
gcBfjIU359LS3AzFnP0CfzQfNJH1j1WHMSmQxlibAI3t9MOesuZhjMieceGt/Rs8I6z4jxwOjhi4
mKvrGsyflR1wDgRzxJXIeZhe67h9/enK3PkZ10q/M/C/mA2sg2JMH5iFrI5fW9aLrLVEjCddDlk/
TO5BqXofYu94+Bi7vZwbMfwCO1jp3gyNEH6c3wxVlFNZEOA9O1NLt7ZV5wALr/1tFKoKnBs7D6Uo
LW9pY1ZIXZkPjViBxEIt9MyFYYZLrBgjPxNKdZzlHse2JZSWOxCM+DbPre7YCdt41c15CiJOYv/j
n38xx1t/vQFdnQE3nPmtgDKp1M4u5aZkI2Ij5H1hZlPDqemM3UijTZDVP+ogLmxg7cwLyVPYTrhF
F4fhbKmlx0ZfTl5owJZnVjEhSMIAefjbWUYnjgxH89pP5ES9Y/krsC0xPLMZf8rJG9x7XWM2LA07
c+eL6TtLkpEmChZm8NgNORsOWKE0k9JI2LFEAljqoMxJGIjUHv4adVblp6RxABmrTK6cwzLPBYcm
2MQQ6Eoo3dU4J+7NV68sXsZ3uCxA3Fr5AJuhp5ouChkeSeY5XZneiWISD+BHOzyVaxdBiIZmk8ER
wpb13/8P/0gZ8V2hu0k90JkkaHP2kqyo9jShFxRxjLzXZE8E4atRBA6555dRJS1uQUNrr02j+mFm
X6BY6vT3UgDWqnGu3GF9pT1pJa+ZCUsZSPnqjIjZ7UwDedtA2fPnrgMN0ek7/uv6X38broCrIxYx
F5vBiygruyzoGL15RXjVso0PRhW+lHi17AwR/2UvnM14eAy4+a4W42hYkDCdPwbYKqnahhH5zGRg
5u7ctdZfp9Ip7osqhcgzVr6x9kBVavYHE6mb1w9Z9G3BxsiNYK8b7mj18j2WEHMwiKy8tXsZSDgF
l6taYmg/fjD/qFnbnwvyA6sfJ5t1IH7+cwW8hFzJx8qT9Li4SdKGibXldAfRduppSOL2EOdS4qec
ybcmPz6g3h5uEzl8d4rI8TMq/BdQXBIhkGk92F2kavhO6jHiCQL5cqHsecZu2UHrMqNTRngnQ0WS
9c2Qtp5yZeontBd4yVmHKokiL3Iq3qxqolSSk733eTHOXP3pYT6h94HDiRnK+QMaZAnkQxGVZxok
p6dUMkGl603AtL89QZgxDgRkyy+TpdYeuGLla9ZIkmg3F88fv6orN45kFp0HTixQ6LdMFlmZC2EB
7HuGMvR/pLQLkZxM5cEEkGRGseszud7YZmXA8GQLBxljeLrlDItQNuJ2ptl0hrZ8MvWu/FqYo3U/
6Vm6s0NduxT7xrqBrK92y/2wsXgboMoBt0RRpbtQK3ovCxkauGXiODtH+eV2SPfPYyRWiGAKbu78
hdJSCk1ji0KcgoTJJirFjws2hI/f1rUPC70ZK5TNwKFG2WyHVTaldqol8FlEH+J/jQ/Vuw35KwzU
sVyQN2WaMngQ8UX3rCxDgpTdgK7h5pxPuW9lWCIGeT02j+rCYMFtEYk8kcxqfh67tJNolIplcBnV
RG/LKJvTTlV15Y0gxsIGj48NdcuWuyzVSQLSE9cQEhbDV4WQHpNSKe9DZTDfPn5Sl+uaP2+vFimo
z9k2N8dTM4atMttL4dVTNt7EONCdJKWoT43G8DbT6j3T1mvXow6Ad0Z9Sk7I5sWkYRXWAw2zN4Sz
cZyGaHCZn7SB7BT2U7Ig5dk5fNbD5fxDIuoJZ8P1+IWuo292kLFXJkvpqINzGNO0TGr4mmLC/WC1
inXMugwMcoj6V6y5FkDmMsv3qp5LepoJfQa23epiQSzE9lPWgSt6KKoFHstl8TtOFecurUoHHL2R
iPiN5mySIKeKVnW7MpN/E82td/dFbWOwgIhbjz0jisQcFFJtv5tKWgrGUG0HQlxYzI9suQolmuxZ
YQSR6sxTwjaPf1kkqRoQ+0q9Diobd9wTs2HZdo25yb5pHCuWqyfZLB6yJATTh9qgg0cndStwfuxt
ruGksuUPWS0lMLRF/xD3VkNCejZZr8qwQKuCm2YW/MRSle945Ws3v3qVuL0qA6hSEERvw+CofxcS
2D6laay/d0mTjG44pN3frly6nwUXGW6ghRAzXWaoDT18S80/6CmV1EWNLRpfBzFw3kcsxOEqqr1B
MqdcGaovyiFs4BFMybdeLZtvQEX9c0QHLft0Ef1bPPQg2HOV1hB4wUfVQ9VB2bpfNJJeGXDpqIk4
epXYD0ujdzzitPOvbZJBDq1ag/xXeQGfuJmA4iVEdPFAgOUy9qeutp3fOkZyL9EMMSuolXL5JlJY
+K7UL6VykOcJ9Fi1uiZErTgmTBdovd3Zhifgzggj3/G+nb6oejVKTM1TBrTNaCqNb8H7GN0Jpkzk
tkKySzeXsCzykEEqj3pOiEYwl4sggYxWNvXGIS5fM8BDQFIQ3XvuLv2b1GQvuv1cjFLQDXryVxqK
5gTdvQVYjkT8OY20RXGzifShZMw7N6tbZs9tqDOd6p1Gb0kWt/KfSmctXtIb4+f/vN1QCvIlcp7b
mFVvvsY6LGudxVN4RVIaj9qURn6pNu1tpMmMYTSeyMfXuzxuEEuAJqHMsFndWwk7U6ZCxuSvJtLh
XVTMD5z/Ss3mOIMAiFHbanhJzNmmiaC1J+ZUrmGQAmS5Ihztk0Mq+6HtF3vnoL68mf97CY27oaW8
8L4LB01qmz6B6K9G7x2sUeog578ystcb4r/UuhhN4F+3eUVqUzDjQ1PP0Znkn5uoNF5mPWUeluFc
//HbuSSIcS2Sq3k5MM0ptzd9/WJOQp+NhsT62RxuBWwLrx2BwxsoDDmjCzn6TsAhaedQ1olsUOPB
xx7V/E+JS2vPTKlFNATLhJIE+7nzmoTxD5gzLxLAVukDhlXTSU/LN6eN5f9Ks/13JfJSV+3qZfwX
6pa0MhM2l1RKphN8yuVE9IO2s+gvJHjckMKaBPohZBiq++aQhShi44HSZR7bwzgcrSXSV3KC08MF
Ie2Q1AlH+Vz1WaQAqBTyt6SW7deiqOPXmADde+YFC4iOYXUwXfKV2GAwl8FMMpycQ1Q1/X9HkRC3
IzQi8gqTHWerb+5Sxi/wWNYemXx7ZRWiWVW9l/ayNlPnlQBXocfCNxKHAjCx89c8yE6nzIwlGPOO
xX1oltanWBu7ADl8+qVlfWqMykW3s7iufLToqHgdFHQUc1stld1YZCxo9P9GPBj4fVs1gVfhrh3s
BRuZLxZ8jFQ0E5o9Fo7nN5comG4yB8uIWdBTFYQlS4UX6U1KmVqYnUOHVsdqEGpRgfylWqBd2mk+
3jn1LP83U5x/35OK2hGuC56Nqxjo/LdISdYp/+id9A+pb6sgLFAc56OttrH/8Q5y5ekSE7Ra4bD9
4i6x2awaoSZOkcTINg3RBfDq1MCcNHVnn/r3wWyWDm0E71DF/8wkbOD8jiJnLKBSQqgq5oZkacnM
fsyct61bwOo5gYWvIYx5HQgpFF7ZkD49Iu+AR0/QGTM66y61O/HQAw16NSymxFW6SL5H6AwvsXVq
H0+9/haUvPYbqWr8YmRW8fGDWh/E5g6AGBCHUZOscc2bY0qDzSmUWEk8tSPxp2yh9kFBumOsNu88
rGubOigfnzL4M5o4ZfOwEF2OBrUimzoJNzWSXhhQCF/rJwm84FM66tFJXeL2U9Yu5gmxDgM9qXQe
P77fjXnNv0W4gtI0UGskBlDo+SurTQG1xaZ2FX1mdu4Md/WB2Cwd6nHY1T62tX9bEeNmHmXyUVKn
5BN7kP5b2CJb6R3ka5r4+HVVgZizyvVTu6DmU+B4NEfcDjnqIV+IEbEJM9w0z5NglFciXdGkb2JW
9pyfruxdGl6wiCQJYuDBbu4mVBpUnrhzUTBq8xsDBfsVmHZ0NUC0QJEn5wuS9njnGV5ZM+hMFdK4
bCqBC01jXvVweydOZ6wUIEgMSnrfDbgvNnYs73RJNGSXCxQoFgDTxk2CzWzzJTPjzeIixk1JNBBZ
XEMZpcmNY2rhMc3hdcljxei602VYZLCrs89JtjiBHGnNpzLuSCJdNH92BomcuTLhQ00KOfRLZUk/
L+ZK/zP6HPrksNJngyadSJFGyKnonhxWmnEbkUL6Q80q5UdtLtrPCt1FEUj9rD6O0Mklug3DRDwa
MtpDHoTrFvSpSoYSJkTxZU4Ksqb1utJMF4Wo9NzjSph6yuDkjygUza9SVlp3VVYbUJRDWTxmzQIK
PtqNQipLE/W+PqoSmdV9U/8ZzKGqXFGoFUzm2epaeLRSnbs1dt6fh95Q3kdsqL5q8LKbVelYzy8S
YZ7hQWXfH3yraKTbfqqZ/YE7preOE890ekxWX3I5MnUXDbYWQpWZ2tEFO5OMp4qsBr4DvVczd8Tg
8FeNFuOWMRh8R0wtm4cYPKLxobzUhDXOdsfXZE+Tg5Rb5levTbuNuEGTrEMRFpDonAKKkkd9AkfO
dEqAX0ONUtmVoVeHmDxYyZONQyrhgHMnFa7TTfPjYM6ZRhLZCAs8z8wmcZ08St/asIhmn+lv+4M0
LHwQWs64NLByZD8uaar8VacUi+ojNG7vYSbZkp8vLZZVBY6ItTdIvZocJDLEZxhkaY10U69HQdxU
v/THhcRpbFJgW1e+wiTrdnKKED+z2h6/4KgBq0kCbW/8SaT1KTdCq7gvxIjpUMEA1s1A5X7TXy6L
13RykvtZb8YP45CYVQBtfnjIG2dWjx0cKLhmAks0D+6n/SemS+fdcmv3Vi2rdUAck8NaFVlnwBAc
R9iJopFzV0xSBWdAr4UezHJm/wZlENltq86t6hk5fBdjqGfJh7QtjMCWpuVbLaJBeL08TomfAC4z
pS+prd24JB/cVQXESKb5RPW4k+FET3I/ayxiPdRKpG7tDKtFZRYSVLKZ/2JHAZ1pqqyU3GVaH3Vl
KmN/lJKoLwIlU0V9WBDINcFQd01zEyISsqE8d13qMc5tlkNhTnpNQ1mRXr6gs6HV7xSihEc7hiXO
QiyA6ONKu1tGScfYWs7m722rhOOtodb94EmZmVvB8G9uWYZ5XbuL5sRIU5tSB6Boc8fwmjjKluM8
itZE4qdU9SNmsZATCeI00pusCCd4JLVkqX7WJlZ5WuoRHm3E5zsHaWtPr5FVRfoNp5RuuUmbTPcV
5PX3kQPrR8ywqg0yDkkYT4XTyD7My1oJpMgctCdnyHBHSoQaoVJIot9JL5efpyqjX7E6xaju9W5i
o2zlgcWSmkAEgT3qA2zpNgx/6vPcv3VWptpwQybrT0OBhn5p7LIpKCGB3k9KUsnfRpsBjqvIDAig
7ofONxiDIdSZMX02YLJ8kTShvsTFlB8KecowdY76svQkO8f+Ljd65TYd8JUOMtmMfs/Io79AQKje
Pj5rrxRh2BMxdESBCea6TSQ10E4axUILDB3e9nLqzMdCkrPfH1/l8jTiT6PcAUmii6IhOz/QkzmC
Lia4imT1rtrcR5jnNOnh44tc3goCa/BJczUXY4fanEJKr/Ug35wfNQPbwGrIImTJ7U1Cr9wKbQ4l
MpbRDrPhza2kHQypGN8RL5Py9mT0howttiieu5qYxo9v6BL+xK1MXuf/MjmQHOTnTy0zSijVeEbA
maxglUQtKF09mtXPKSRrpBgFOgIE2N3nRmqj6cZIoz3v2At/AnB+oGy0V6sEmD5/feb/MwGFYgbq
3025N45tKr8wdS5qrxsUpYJqZISoPaQofp4YoH6TYs28lUZkvkdHj5qApCQ2kyFakp3SZmMqvZaH
66wDS3Q4IuAOW1uUKraHVmBbBZWm07/MzE5h2PAM78yqbDiZCl3/NQ15rUEGwjKL4bmSO66aTHB4
BlkrfhixPH/VzUQj2GiOyx8fv7YroDH+eitwRfPIx7X9ptBAzpYywqcm7Sst70FwoeV1nYJwqJyh
yEKeTAyIu3ZotW4zd/1vQ4R2HpS1ZPTwdLvsR1PYyfM4doRHM/GdS4qYvkaLqizLMVczrfDQVaNX
sppGao6SE2cn0w7txo1rQnf8Zmjqbmc1XkEmcH8xmGsY4HEEA26WY7ks0YBMDnpClkF+yPpMeyjD
bvzdzu30TKFXh95YqM5AxzjXv8qurxPcy2r9VYqF2UPu0USgTY5N/K2SDbi7AyS6doPnGCGnmaUH
H7+HK80MCdIc8uC3MASsbSgCoFczCId5Rb5Og7EMW15trRg8PEaz124cZtiUsvJryZbke0yXe0Bc
ohY7u9K1X7Gae6zp0v8sijfd21Bj8RHhUUF3PznSHeUkY/xpXJK3XKMa8DInn7+LvspMN6kXMQUF
8MmPbimznzvPY8XCzvtICnR6AToqhb1469cw5niGZYwvPKPt8fyr+8pV8WC8i1Rd3KZaTWw5CadB
Vibzc5/G4gsEJUQZSiY9Ycob+hPgRcAwar6hts8OjhKaR0Z0+kPP3HFnta3b6Pa3rvawVOiIzhml
nm88MoZDwF18Q8w3o8PQhIU/tJJ2QGYceeHcdjsPZ93INtfDIRulNLYOq+PS5i2NA8HSRShI1ASU
eISrWd80/Sxudl7BJdQDvXdFy3A6gJe3Hdnh+144aZTkXpLkwA2h6JA/K5EhQVkU0hJBcutIsLXM
HglRLo/l7BoMFL9Fi2zubKOXT9gmAcbGeYbuExOPzee8WLmYySBGbTg4w9dEqeygy/v5zVgM7RZ+
XvLl43u/QgRjw4YsQeoR5A52kvNX6gwlgxHyQbyytbvwQLPFrKXPJPlvak9LHBStY/4ytbpUaWX6
9tmArf4XT+YWMY85MPOytEp/QFQ+tYy5NCwGFkiC7KzVqruBhtD8iPI2+qQvs/WznUxZBAMCz13g
+7IC4D6wWlhNnPDGMDZLpQnbSmtLEFprdKQ/eYdWm2Na+dSkdK0NiU4P1EENBHd99PvUSE+hbU2+
liNtdKVZKp4XBQd+jGAAK5bQ2sEsr+w3HD1gOLxWFjKOPuePeU5bR41iYLUuq2AmYvgsjQ9zFYme
E8fS/iaz1L10wxS9tSCJcJ9bSX1wSI/ei8C58pxUcNOVw4hLCkXM+Q/pVLlLiZQAjSZK6qZHaIP+
ptfvAM33WEpXziZ4jLDB8FqFanLBNVG1ZEZ3gAVct6TmQRZ2f1suZv5qWFnyqmBcMbh8/hE6xWJw
CSnvnnLNiO46xaxvrLIdT/DMysfMIX81S5rqRAbZcqPQCWQ7WN7lHgwkA5zM5ESmSNiikX3MrLXH
Ys+btUn+pomuR0Im93dVilmP1UlrVPtYn2Bi6TuZdVefkb7OsG1qAwY3m1HJIIdau2gVdAGrHWc2
ctw3Dhk8JuRPIq/AL+1EPPVylNyFKfHxeHM3zs8xHacvjjx2RGLAK7QRMpXdfZnEZekvXWGZbj7O
jJLNqFW0nUPgclNeXcLX2AJc63AA2mxRVjcuS8xO6WmZnd/TV0e+qbTz/8crsbHXN8Er0dNvh2ZO
Q9M4jEhS7KgaX7PCQnbJwfRbULU8910jaM/CjrgUyvEdE5ArlE+bk5ggLt4KAO+WUmPCdc6lyc68
kAEPwVDxeNeZ6ej1SHD+QpRKcSqoQnFAiTo/5Q7UHjcNteYL7HXzmBRd+KnJlnYPsbz2swx4JSQ5
YSO1JlWcf7qR6rQM1qrcq5U+1f0C5cdrtdDxW5mjQUlU0596S2iXWpBPyvWVz0MmZyLAAsY6hU1R
I8SKuj1a9JUNBUQayzm8wyDcbet+ScAUy2IkGktKWF8BIhCAXBmnzGZE9vFhdeVSNJHg7bhxYOC8
nTeZs6JBwQ07r3LwH2hR6/tqkmQP1WTuofv/krzPS4+VMGRiSLNuCBCyzx92HA5d2MR6T5R8rs9P
KMQKIrQ4mU+xEtWPCIEHfPbiGs2OVPVMHFozRDvYOdp7lrYgBkTNx58b6FCKm8hD/KzZVQRZxOJf
+rpF/oZrp0tza1np/L6oGqa6DrWOgSSjkK1He+w189AzGPkOO095x2Cje89R5r0pkvJLdWr5DbWV
/L01u1uGc/lhGZtsDBZnTPCtKBd8IsKsmVxp6troWKVWJx/CpNc+kdggG5BTZJgRfcOtu0SEoTpB
eoLDhpTDbfekemSoNkpFPLqidsI/yoQ27pjljlAOMROiwcXIG04zkRcOWXETbgsgPXnEUMzKjD8O
ZL63JGzVBklLJH5OJk/PTSfRCxhw4/JuzLjuI7tEneNWciJRLvRmA3Fp0sTfXGU7OeowGWY0hWb+
WYtMc6+Lv4T/mdvgorJaJa77ywYwQOiMMkcHnuNxhid6Z/IeWmc61Jmh3mBZEaFmE3vhJP8GNZtF
RePOyGF1hlqniueLKpvEsHQtZYgzI6QyILPcGwikn5dUJterFpbpd2j4oBRJ483EtMVnDDkcc2IA
PrWyQyJ6E+qnCHkO7ZzcOPclFo07Feg/4uXmR65u8Mx01/E9peHmR9aTrCbxyhwyUpJiQJ/G0rdZ
6n+GqUYw0jS60QexkLWXGYr359muEhW6mSPhSiELo3UxXhG4hvEVOG7lNKhMdWdZq8FOnkp3wAmd
QmxUugdNGVMLfUErSb5i4GKAZ61NTYkoOxGB3gyJc4MuKXqx0qz8jfxvTjw7cbTfyUKv5i5Zlj61
sxn+6vpyGA6RY85PmHc0t5yEsU4fpUl/+h6e9t6pfTlbgS/Cbsfcby0btuWcZoSFNAB+exZK9YC8
rcwHQEyDEk7G9ySyxke4jzYEM0YFGqX7U0WNeZ+PpjguhRqTvl0B6H+8O15Z0sx7INOuWgB4jpsS
E3pWZIcmMQ+kVQ9+g7HXb2AgxW+LKCShRhmZs8R77MPLQ2ll1Dq0sJzT2EzJm9USg+KimjQE0McL
0mWvX9wx8nAH3Z2Crn/pfF3SnIHv8QXh9MdJeL4up6iSY0AbOJy+9LLcGF9BaI/hzfI3v516/CJ2
DpsrjFeutwJG/4/ptLmzKi3HgfSN2vO/n17+vJxORzfwbibX/zS5OzykKxvD+bU29zZHcAbl9Vp3
h88HLnQ8Hv++3n3aucyVqft6Gcad0DVo9/RNBVFNctTBdau9Jui+iPvGm5/HG+MuPwgPpxmv88UR
I5oTHiCRvzxLB+fbx0v0HzJ5/g7PIefNqWraEa6UIFAeluHB4vd+7eUP2gk7YV/zy0Pz4DwqR+kl
uxE38QFz8YNzrA55oATVwQjwDnKJXL6xA+RpO7veFbnH+S/bvIG2toY2UvhlmWu5uf+HWIXgDzJF
9zU7JD5eTXvLa/0cP3oUa7HzPyBuBT16StYLFu7PF/f0zQs+ffr4aV+US+RC4XUIuwIrO5r8DVoT
dgn6B+xhvDaXilNopd0t8kk6jdra6yov2xiuZatI12TIQMCQm4+F6pchnKHAgSmx9wpCITW/GXMp
n5MwTr9L+kCvZ0QYwzORn17h55IzwXDDeIjVRfndqspfsx1wIJy15bPRWPMfzCNJDW3t5f3jh3KJ
U0NXgl9oaFQoRD/9u5P/ee406L3V1U3taRIxAscl6puJVAuyNg66QkzaAwlUleXXSl1iNNEu4YQP
hZgYittDzBgDK8fFq5gHze6QJkP1VIy1tgMX/LM6PFsc/Ei4HrA9CN5C5rPpCksOLd6ehhZ91rMf
Aij572wUMIGdQg3fLWPBlNcS5vwrqtP0bVxkfKhQ2NOIlPD0dS9SUFN6uZU3kG9J0otO8lijtZgG
jBNP+FDSZTv/4J0e3cmR+8NSJtJr+MkY/2Sjjz2VXQeqnjNutCUIpUdHqxbd33kZFx+BRSoOc5TV
zA7p9VbIpFt9aU0Z7LRuLPTTmCpM6bRGP9ixNYKF5raPIeAYDIC4XjwwV3BQN6P5gprw//NLVjdN
okfo+7bCoZ4CV8uRI3OZ4pvN6NxVje4Yq9JtlETKUR3FAQrYyZrxw2yWgiFsvldV/KusNm8dKT/R
xFiv6vzvBpsJKW2qzlp/g9pNjxNBs6sxsmp+MyPdDt0uKhQPshEFviVz+EU490yyQkIKHJnnlYzk
d3G5nKYytIjnjOUHR2dqHQ5yfN9OxnBIyrDB60iIY95ohJ2EwO6MX2XcFbI8MCu9PfB1R0HRtHgd
dH1zsEtsKoi9xq68stU7u237t48f/OUmpXIc4SgFIIWYQN4cSWmKQWXnGDQdhLB+XmQxBn01WAe8
ZZuX/34pHuyqZYPrC5/qfMfFYChr+wQF16BP0BNyUxzqHnk+ZPlqB1L+R0I8f5WAI1QOfMIEIfA2
z6/VW9IcNU1KnVsu+OI200w/hVgmByP0lSzGDbZySmZhuGC5IxiEj65eEM4D5Dopq4+bJGZXtho5
pag2v8t1PpyWKkfZP1XNu6qhKkhsXqcdKfpzERfSE4Mp5TlyLLJX0qS+0ZsxOoisGHIcMkr5pJlz
cypJE7lv5qreYxtdQOgMRXFO1Xi0RAQwlDy/X2WuZwsn/8LLrNn8I8dlXvqYYknPWQj76EAdPUrH
XHQDQnAA7uQG8IoiMYJNgLOXiKLfNA2N7vFMlRvRD1HsKqVh1L6YdPmmVmz0DA3RdAW+MLnxpva1
9uvj1XFRPnMH5AFxhvH5gVZuymfatXaJlwy/pXRMHpUhFE/1YE0nZ1EzKMwOAOaS7G07Vy/KXIMP
YFWybA2JyeHoE51gJejaU/8MxFLi8oi3G5aM5tclE8tnvbfrnTLwcn7MrdKDwiRFzUXRvjldkgo7
SjB45NNaVt0Qf6Dc1C39tgu/ybkNM73yFv5B8y9hDzmr2AxNcozvyKC0yCRSaW8ct34Nm6+Fc4CG
in0Xjd72GNB0fEGnHI21kXCtBmLIceVi73yUV4oUYjr/3TYnzaVPtxEldenomKMIjP1fkXUXqSuH
qW36KbPo2zmeILgUopvHQ1wtMT60YzzB9Roa8YWCoisDbIiGOJCGGjrVEtlz6AL1Y7sKUgT/Jo5r
wNCPl+W1l7WKO0wHmqzJ79+sS3DALINVQH0+t/Z9lxTRl1ltcg/ZaHzqnc7ww6zQHyv87p5nHS4y
9j7i3mzH7oAD2LxTwV/ZroFkGckxQPgXf3T+nQ9LMk346xWekgzpNzMtMAaPzPC7HDmUVDu3fmVT
4WIrR5jZNhO6Tbcw4/DAt8GmEjmhCOLEvEXFd2CSNGEl0pXMbZJvLEsct2yMPYq9uMarj95EgaKz
ra05fJtHr+UZrGu6W6+Z0+I1NZo40DEHQlHBqVgv6fQ+Qzx5IgFmCJSu1o9LUrZ4lxXq524y5p2i
8MpHQl8Py4J/8Jls0U+pHRul1OIS8AAOV2RKxo2Bu/reR7I+1M23SN27ugxD5yCmebOTW/oSq/Ho
wOMAjiLwyO5e1FltvypOBDFAkfrCOsi9hOsOsJ6F6aTcxW6nZTn/N53DLCvlKGXYU+RN8PF6uPIA
OLcJ3bHhb1DDb15HPNgyrGteR2QA/Pd44t6ZWWOcPr7KlRXONXi+iN4h3W91yUimZktPCPGZbQy5
ljEhCi9P0TggxN/5tq/dEBQvOjOd3AC45Ocfk105sDcctj1yEpw70DFI0DYyvteP7+jaZWwETg6w
I7LN7XMjfwIzvR6JWLXAqrY73bnDMGgva+vKc2MwwRCLRbMSqzfdZhVXqt0njB9SJSox5iPWWpP0
ooHQvSg7n8Jltw77FPSNs4ILQcLaVMqtgQ9TDLcFbtxEeyBhglu0SvlUFrjL5pWCYeOiLb5dVtaD
qpGlmFWl5IWR7jwx7Zf8QR4ph1un/ySgCe6hg1ceBcIRfiAME8bq2+NMqeETgWCVWLS24eAyT5b/
qEtk/lzZU/bDHFIznlJE0o91qulV0Ofl+MJfgntgseBCfLXkonNtS2BoQ3p4UbotdPU9HtmVdYEk
etUvwItaIbzz5VdFCXg+JFUPPLE9DSqq/0XbO9ovAUKGv8xP2L91xmn8qfOrkOXiQCgeWmK6Wqz9
R4Ffcb0MvkpCIBzsJPEtHNYe06qLHyssjHMfRDH+hoPx+6JImg8Xrt7b49YPa7PHES6prRYIJoXE
NuCnHKsW7rOOnVVlTZ9qvV+dAZvsL9bay0Gf5uEGgl8gpcUfwhHGQBdOfZyAbHc2tEuIEUkP3e+6
SmAaX7T5ch9KMIhloP8JDSmD3r/O1FRHXMTygNFz+twyuXkpo6XHLBnL2HScZxQU0+/MVj+pE9ZJ
djvqf1u5wdcC3lpgNtVyEn2MPUdtWceP95HLYhWBOew+RnD8h0/8/E3iQOwYdclLlCRI031X2Q/Y
3Dp3uSbIQUKyeZTyyd4Zxl65KMb7fOmIbMhY0TeLdKnLsTMGDLG6cGHTx53sAQeY/tiIavaaUCr9
ium99/GdXuKxhPKyQIi34fNFDLWpkMfYzFR96BpPtEX3LWYRvVYQWL/a9aQ/YsKJWx3GfM4P04zx
/QVtURWvNPAjQwcd5m9m3Mc/O1xFHkGz1ZUPas3fBrU033d+55WnszLHYMTBpaNIWv/9/4BZDRSl
JjXqxtNHmPJs9MT65Yq+fLXVNio4s9TiZ62n87MiReJ9xh9wFbnrhe2HdW8ECcIO9aaqiiINWqrX
2zZMsz8YZRZ46qQCv+2Pf+/62M6/uzXhQ+d50n7DPN78XKuam3oq+blJrrV+KiO9zlFJHqS40L5M
Zad9t/oEk+8YlujHV77ckplNmApyRTRn+HhtrpyjzFy1xuu8T54oIaP4MepBOQY42Dun+rVLYUq1
DqlphNHAnr8TTNfBBTVQnBFBfYC/pePWdjq6M7bDO3d15fVzyGDmQpW6srg288SYoMNIkpknWhWu
rUgdKvvnoqnRreTIMwbNGJSjHNBaeS8V48o98lmswlIKFzDUzePEaS3Hh1LGIkZpmyDqRscv9TJz
HX2MduqxS+KuhUEORDEorpCuKZXOn6ddprDv9PVaYVbaXg1//0/ZokxdM08xHs6ERgOtIvt1DsIK
jSmw2JuWmzo3CTqQJPxJXSo6YmfRn0nYDhcwCMzCjiMPs8JWPUViKXFBj4YmcCK1CX0JW9vvtZmW
rTsixHAIr6D63tljrrw7aBzrRGvNWmO9nN9W3TgwnIqw9jJhxG9UpMPdquu+NwgjfIH5JfvFkqaf
Pv4MLo98yiV4+DT99DTw2M8vakcge+S1YBbTVGFQg0a6WjrJ/7084zJMBKD7IxnE3Oj8MkIZJhSr
DiYByawieJnNT6ZYmNshbYIpAIHihOcp4l29bm5r2WhYsClRwisIjNEnZkiUVu6cdOFRmVQg6I+f
wvpZnG9DOnRHgCooaavSdfOF2rlO+1LLCMGInfhu5vH/Ye7Mlus20mz9KhW+brgxDx1ddYGNPXBT
nCdJNwhSpDAjE2MCePrzQXbXMUmF2L5rR0U5FDKJKZH4h/V/i/EVIEjR7ILbDfvSTfe/PuBP4lWm
0/WVWkZOxBN/U+XUMEaZMZ9oN2bq6yPAbjeIsNpwAuBAxhJs8lQxjpLiLquHdmJ5u8EYmgXEYVOW
gF9jLwnrrvS+pnpVXGRxN8ARHcoPSrE/CdVYZuuQBgPAa4f1zX1h20/GXsNWtRKNtYVs5u5MHd1T
DtvkK9FymjOx3vpYPtvN0SkntWs7LBhh/yfXiNDdU2QjHwlU3wPI6GXzpHhKRHqkv2+2mkqrDbDQ
JoggzH0k07a+962Qaf4ldeTyIgrEGruAEk28LeTUuttRDMMNhatK7OLYx9iipJXCXDE40Qet7a1n
xlE6O/K7xdA304LO36AB8e2DB/4+wiSupG7AOsOvDRnR6zdANQhQ9VbXQLOMmMCMXUmTaXamE7OZ
iy1SfJsh2HTaGa2rzpvA651o1KX1DKna3f36XN7v1eu+idbzR4RAg+71qUhIycTgMEK7RD4yO2+c
BoP1TU1N/0Fd8f3mwoFWCgnFU3pr/vr3fwlGtNTLKmxDOVCr4o1hFDmKDPoWv76cnx0F9SGrFAbQ
qk95fZTOjPO06UmGii5lUYy1v50EWO5fH+X9TQP4QLOAKVXWHl/y10cxR0E/3jWKTZaKdrOKmXcA
SpNjZzrPvz7S++uhP+BabA6rbTlR0esjNeTNqyMA1rBFXZ8GtkNNH4OK7a+P8pMdiGEHe23+EwUR
1r7Z+XvsqCyjiZneVkVwlslJvSSIuKK2AxClWJoPSdnnIRPcuCYPy7gpjWGMgOI2m6Ru6XjC8Tkt
kwxcfzF4H3zj399tBJcGkSzqDlgAb5tA9BWMOC5LRpXt5jkuShPoYmdd537Rf/3gPrx/MUHLrJw9
Gn3MFbx9MS04Q2whhRYCWe15/RajCHPD7I4Is/Otyifc6TW+aRuU6mYUu2l3OyChuyd0Nv82vIRO
H0wHBGEGRD40na8ffV6TGCoaRXzuMnzu9GU6cc2k+CjbfV9GJToMSMMZu1n9lN+s5UQbZrSAIGVr
sy3uAoKAMPPpz0DERmBm6zkVCpwMin4cni2yywhBzPj06/v+/gkztcBgHJ0w+tpwbV9fKkPvTMfy
yWIWyc126UyySHFjwDqh+eiu/uQzxjWSEfElYySKg74+Fg5+7LkVHoZ+KnBpckS5VuuzsjdOR+HU
MJRTx/leisXLwjWIOZtnPs+bWLcRNto408JM1UfaIUvn594HYd/Pzo7bsEbNP6Zo3j70erZiZXRV
RdVlIPwaYT/uTSbFb3sUVrfQ9ttjro96tkksJgv9Mkv24NOv/dpnvGsmkThJLFggH5zW+10IfT7z
LzQYCIl4M17fM/xAylTriwpXnKFEd2pXJy6U9L/7KWL+gZEDpkz4/3VBvD6KMeW9Tnur3tCX0p5k
mYlTWukL7X5H/6AI9+6CONQ6Qbtu4pTM314QpC1b1j6ClEBhyTfmVrIna//bFVyaE2jU3ZXOAlvy
LX2rjjWsChWMfaaH5AE1JEj11veiX78868vxKl4lXl+BSSwa3uB3he+s9JYphre6Kf16umuKzLqz
oJ/de1annzCj4IaJq7eHCWo+NM1F/P2nZlsuGln2jh/Z5uunlsVjIGqXHAuxylpsDeq99Ad8ewT+
Wr++0ndJEWIQMlke22qNSeT0+lBUDKpU68DbmKZA0leFtWngHHZMiZSt3v/gI48w6f2dJflCVMg/
hEhvxUC+YpP3G6xayM2x81ADeL8N1TQdCUptqmDjFBPWHlNlJRfuUOEtODN58Vi2VMhCX1j2c5Yg
2N2nTqIel96aT+khD/sG8Kq5qQzXZK6lqvnEJNKZQUXQ/16Q6ARLz2ZcIrheEmO4Rvrg9kx3Nbpz
g9PHYIcMBiHUoi6KKVpqzO1tGpu9s7ETBaIk7hVMPa9Vc3W0PRMNdc2Gt2F2H06PnmgYMfdqNJh6
7+0ii1JXmOedFsQ55JixOx3AkOFMUKf+S5XO48GVU6nhQZUveBSg+Wa0fnTb8xWXlsNPVECvg3aw
0g2dfO0x9zJ1GqQYFYFNyCzWQ5JgmT0oT/sq4DE+JF5s0sRu58+D11nPSS60r1LPnBpSlpOKcDAL
L2DfHbRzHHI1/NVtJWETEpE0n8YVIhXJsYclSjwD/K/QF+hYaF1y7WTR02w/2XCt9lXipkvYmBLa
pC8kaAis/fRI68zga4UNBBfIIOdniemtHeqDjseYNjNhedGnNpuCAZERoWw14VY1lLPrbgenwQKs
zBfYwTByeUwTTun5jm6q/DJWojJh0XcLEsk+n277sjHtyANBcYc9RlVHQ9DjI4MyvvVCwZxIEzGQ
RsvBMWaYYB1D/jJUsxzuF1wnb4HU013OZdPXu5JVkiDSlZPYBlhbiuMiIYLBA64r+gEDJFusIyiu
RyO05zFklblOBCGe7lTbupiPTbWE9UfyaE6Ru46SRoW3lM/50k28RNgNmGEy+cYXy0ByEiaBg/kT
EqrhfgiqRYdiOBLVUfotfPzllHhGHjFMN4E+NPeF7dho+pBBsULI+j5RoNeNTW90TDxkBCwpiihr
vNR74I6bOvXaFa3gg22p5lSulucFyBHepzRMYuXdwYPJxcZKA/9cLu34yeJu8uu8ZPX6s0Z72S7M
H+OJ2yyKMY9y9Y5gIXqr1q7AZ04IHE+oy7Ll/XrjeS8LXHFi6+gl1RhjTS9e7zwdBLNAjpTLKvgj
jHoGdcR7U500rvLRQSxuZBb5uAfra20sHzM1BvspnvhIowwkIiFxdLZlixivf31iP/mOUYK0mA1m
yIam+5sPM0KihRksG9S2Lv0LUZfTTdfpwUeXv/6aN58YEtW1mbYOXSGMfH35FELMSk/zaqMpWg9q
2cV2gCmxfuskzs6rnXu0PJ9yf4HXBfh+tpFFNIl+0VbjB7Wjd4EicwdgFRB5M5VhELS+PhHDlH6v
TCb8YmuOnwK8MqJaLN1p42L79HdvLUuR+j4keQJk6jKvD6XsRpXEfyutXnp7aZXxd9l5fxtXT3tt
be5Qw2R4i9X1+ih2MDteR0cHQ9G+2Ck7sW+zrEs+yL1/ctuQtqxoQo8SE928N0dxJ3JMSX2kjccC
C5N22eH6tvJNvQ8yqPcLEpHU2jlDSfMTPUpr0aH2MMbeOD4vRZF58y6WSGJ//Wzeay94IpbFmBth
Mqn421BxcLq0yzP80wOIMZhI1dRNNoteLP52iOtYhqKZhgaMDiz6UMtn9dBYrhKbyVH5alnRDCeD
NZTjBy/KT66etwQ9HhUVSvxvOxhd2pR2O2J4z3SLu2Vg198WBpymD67+fVzCrk9UQnWSIuW7RWPS
vMtMsXpiqQyM/ZQWN1CAwFD0stnRSHXOKdYFV8ZkYYNdO4yPmlqf4jcgnUvPKPM77g2mctTLg1ur
DNyQQrf6+7cCljx9uWDFxxBuv15y8TLlbV7QzAkSHGB0vScKDpgk+/WteB/7cqsNYy2PrD2Vt+vA
Rp21DCVVCKNhiniDwCbd8b7yJcoy+2qZnPlOlRLeGO68YUXJ++TXx//JA+fqfpRuiUtJkl5fZWE2
HZ6pVG690sDpLxjUuV6WxgfL/SevLxIjzK74Zy2+vtkknKFwR5UbcvUhamEpobVzqqw5lLFdf7S2
3lVAVn7GurgQTiB0fOc4EAvB97whm/BG/TLF0Oc+X4L5bsic9GDi6X45DEZxlcRJhm2C6T7YY+Hc
NiPZ8q9v7Y9U9/VHhzOh6oUuYHUMebuCUglfPM7Q47mQ6LLjHC/657QY+idykQzVFzyLLlSNqv1T
GHLWvaGaPD2ObjaXm8rv7ZuYTs2dUQh8Geti0MPSFMPJ3HtTui2B4H5jGAZNqUmR97QMZtntlkXp
z0WvcKslbqWqnsuq+u7HqjUjkQgKipm9uHe/vs73D5dGC+JGOg3Gilh4s4T63J2kgdhww5hPHhFa
2BAtc/OzwTTXB4d6nz/BjAAxTPKEegk60OvV6lBCZtys51CWlZnHVjcXP5S5sM99i8bZweNfaMOV
03zkY/GTIzNpQmOVKg/1g7cCYLdtZkZ78HyaTNXf1zmYbWyCup3lNdZXMy2mnR03xf2v7+z7bZLy
Gd4RPEf2S/1H6/AvFWfA2x0rCM6wv3QIR2PlOA/w35yzLs4WQpniI1DAe6jiSnAGq0sBg64nj/X1
DS7IefTSZpKiKIzmpvIXvKsNZrCtXZP4g3UyJ1bSYp9nadepGTDO6xeyvPGCesApri/Ty0zFZDtC
ajDgDHSkNwUA8cjC47VDbACg+YTOT/NNdHV7nfJ1ow3opNkXjLQCaLqYpF12oAmw36xpJOFSpg2h
NWh5uZWJKIpPU1y4WohLZ8Nc5SBbxjV9rTIi10ZME5GG2d81b+7qQ45Ntx2yqYJmblr8Y7OlmD+3
Wuulq7QxHg5TQpgS1iTrw9/d7dBU8NqvhZPVtOttsNk6eMXiK4ll3NJ1nyj0D4wr4GttM6kQ/XqF
vFMcULLwV7UqD42pt2Dd3v+yQhLGIH09Gwdq2l55VpgMba5Et/aAC0pzIONOGKHwzPNYFLAkf33s
d58Ojs1uTvRCvY++9Zu1wiymljDtDNqIac0jCgTmY83A+uMD9Z/fpv9KXsTlH/tl96//5s/fBBZc
WZL2b/74r7PsG2at4nv/3+uP/fs/e/1D/7qQL/VN37689GeP8u1/+eoH+f1/Hj967B9f/YGiQdbP
V8NLO1+/dEPZ/zgIZ7r+l//bv/zHy4/fcjvLl3/+ho1N3a+/LcFv7Lc//+rk+Z+/MZ31lxu+/v4/
//L8seLnzl/69KUtH+vn7t1PvTx2/T9/83430Smx8yJZYj+kfPbbP9TL+jfW78SuSFEoviOFR67I
nlxTFkj/+Ztj/c7+paMQx2LMQy1u/vaPTgw//kr/nUIiKBO6ekhYSFN++5+rf/Wc/v9z+0c9VJci
q/vun7+9ncZkOa4SWzKuH1NzJNiv1yb+GN00Fy3+grLRbueOtDvse32mHxM3HZ4pPdChwu76bYd9
7D6nUg9C1UNo7ihsiUx9GrZprswjLu3BlyWf6odmmmg0Oj3jabulTqFXJczv39rW0J7ADFhRZ8Tr
f7nrf17XX69jPc2/fMXXy2ALZstfM4+1Tvn6MnR7poLmt1AX88XaSWsEiq4ndodLcx9HXVk112Ky
04PSguJEX3T9g93EetPf+OMEKMTSZTWRt+pv3vHZbhimVpj0dnGZf4KIV+CsmLlF2Dd0tOLYGhAo
J2N8lIWvHbyhmKM00W5KN+lOajlvxwUhkBUsB86yu1gApl6YwdTtVdsEVDq79gRdmmFv2ZNzuJ9S
g7xiYV5B1/pLPuBbfGa3Ru6u7INl56g+Pv5xqyu6aL++1T92xjf3mkEAdMkeNQGbWv3re10z+DV6
BUN9Q1bI66LLg/Nu0p01sJFMqDC1MJ0rP8hdVDGrj/YgJ4KBAhwpteMgfQhGVT56bey2oT5ZAda+
RcLgRZg4g6NFKs9ZcR+c8o9W6etzpqVHwkQeAx2Evfj1OSvLhiLaM+vUD015bhjTS1/IZatxgdvA
LMbTSqj42AfTjTnZy8Gr1FqT6p0nPDeqixFxYRmJWlSRMaWgohGwyPOsCIZTuzDUHSga/1vSybnf
iqXNYAe2VXOHaQum2HmgjnNmDTvLrfVLfxa7HI/TPY+x2WlV70YYlFr0oYrmqZj69gy0ZPtQoBf+
LqxAu26Mqjx6WTAgJJDmudS61V7E1rbeyqUx2qI7lbiHXvgzPWgxqPrGc8bgWcTLXVv4y70YmvpB
gOS51zwsEAfDoiqZlM1plnTBFm/k+ZJ5vXIGOyZqjEOq6Yjkxz2XRKpnYqnri9bEP5mM3nqw8Er7
RG1/2gRBce2NS3fO6JAqIuGhnyuY4bmxLMzMo1SLTxoYlHW48MtCb5zVmedpnzAq6k+SDu7jlHcX
Y4lWqnWWDVDIMBj0L6ZsUjPMfb+Pckxo+e5rZg9HN9CvDChONUXGEa7c5CRRNfn5WZJCWndHLIXj
QPBuu3y6wqYV2OYW8sGftWA3umN/2WCaACt1ODZFY+zaCQ/RD9bX2+2H2gAgDVrbNvWiAH3f6+Ul
MWGchEMTtfNH1YbE2lTtRTc2exNaxfdhMvXDjF5gNVjGdF4v2rPZ9R56zdSqqC1GDCSnRsMV2bDH
PMK2nQZhILLDuL79pod3xozU6YM+x1vnRia+TJeeCuk9VT0qKW/qNbU/Uo8SY7qppKZjR2f5IfO4
yEf1OThMrCCvysYXwL1qXyYGRfJk7qKgzOIvv759b8L2H+dBQcN3EG1Qanm7dyKdEykFxhQRz9jc
BhnPN/camgbDbOzMtnFvbWhDHz2z90flY4ExCCkfpUaS8tfPjDpWYmoDJk3VzKzJNh1V89n22uQb
LmLWgNIHBNreyZf6rihEsMe6rSpkOA1D/GVs6KP0aWB/aQaCR416ZihRm566zRQVekVX4Nd3CKcP
zuavG9hahlk/bxRGiSDR5r8+21ZBA8+0FhJkMK7oQ++Ck39KZ3KtsDC9eB+kzHSSAFG3ZgBi348o
oVIzoRhV+umm6zJjo9Xmo7RtcelkZXtemLO3dckl9ppTGpGy4/aptrRDBtD/OI59u2Eu9AENqU4S
1RhUPbqYzhDlaLep9L1X2netliiQ+n487229NiIsGv2bFkP0SKjECDtDwSDCNGA493X+sEEdYGKS
oNlwnKF2pSaW0jYy32n253BhrO2hM+nmxHYaXJLI4mA0xHpM1d71d4u+pF+zwJuPgkxsn4u83XZB
Eu+KBMuBTeILZ6epxr3pZqEftCaN94jdGCfM8CELdBjWHQNyXxzm69LNAjUdl3HD/TwJDaYy5to5
jOtCfao1zdY2HkSjlp7apeM03VWv1eOznWTGju2sONcl+uootsflWKXDtJC/m16UCG2iGdNYZ6lj
XokuV3sJUemzG1PloI7hnDvdkF1quWUeE4qH25zg72TKS9xSxQgWXABqN4sqPXbYNB/b0h33NL+T
i0pCjw6x3ZIVyaWAIC49Rxxc0punrnGNbZ+4JNh4W1tbJ8dOcjfgZ7yvpaXC1mdmfba17jB1/rz1
MxAfUV238tFIwLr1Vs9g75KfVMgizudMuZGfxdOnvPdPqH70kN+dzyZ0uFPQCvduAsffhCEYdmN2
5s9Eik1lLiE8ne6cLglobIoc+8JZgqeKr82+dhtfhCOOA2U0JRIbx5WsuuB7fdb77d0yl/FZJ3r/
wh+RH45FXZ55Y03V3ZDOvvP0S73TvqZdNl3PQM8osHZwEOQ4mhEVUAqf2Lqy5M19biwy6vL4c1JY
4kop178oGTQOFbHQXdzMxj1htHkiktw61ZPihPKEvzfmtN+kfjHfVk2pbRI45NdgPYvTqfbnjczd
h5o2xMbVbHXZunK+BOmYHbXahypeEc6Wwt/H5ag2cuhpto/+kHBuJL1hOvpMU2ExH+UZg/pJN/Vf
eYbqBnL31xjBwTHoJ/NyHDPnk1N14shnzvvcFI4NxN1lTtmt4ghNdR5RO36ZgfbsKzFMWKRNFsbr
DKubx6XBT7RKp3jj4rHAZE76IkD912FeeVTMCjpUcjRu4xpYUZYszdmgE53uWlNoVz0vzJUyluKp
FskZZTGIR3YrvhGLofgYg3UFgS4+WnZlXmOo1m4Wvx3u68a8yWViHyuz08H5W4AAmC/CMTMTuRNi
RNNH1eDMh5IHcF5rqf0IVNV/0Ny+Ogj2njvw5fJCdqb4TKiabhfcYz51kP+JjAvNy/fQsku6xqWq
t3WXpWrnNB4KGLpzZouZdxp/1nrXZaI0z15ar7UqwO1VfZbBRgwzrO5PysQ096yx5klDTek1KLX9
FqYu1YZ5U6YBVh9FMp96SdKfZmW2XHRm65x6zqQz57Q8WJn7HWv2Zgc9er9KaHcJ5gYbI88vzRJM
b4XBexTTK90PpNqPY+YemP8zNzqaTyj1QeHde0Ccs3AM6oAAjTnVewQ2jRWBuSwjxy7xZM60or9g
wCb5Nhdi2CIRS0PZqUKESz0uyGyaMWwdjEgD2ceHIMeUfQ0FztMU7hE3SmnnqhnrmzSHjBy66EoZ
aW804ms9OcTLQBeVidhwNPoVoTxPT/OQ+KeNFPWZljmFRM2DuQgjUOVz5spi07VL9eDXuBKq1rWf
MHAcbrDFY+Of7W3caf5jMNrqLHeb9sALbYDClMFWYfGHh4fjadDCfFm7x3GqQX4U3pCj1aMWQhGT
UtLeU4w9hDCsxJe5mQfcPFzVHg32Mbz40GnyBqzvvpSYOJhlNh30WK8ushIHx610jDjYjrFlztts
orN8lyHF3NForvpocgYdTwSals8KmJdxMeZdJv84Uq5y9yyxLJqj8foazL6fHKtm1h3AX0YqQz4j
CppZBtPtGZeGciM443P0lsz54hJCxwYxy/KJQH2OBt61LX0PP9IXhw9wno/ZXtbDdKlqRm83jSuy
fY6y/NzzJayQVrdOcofNF6kGCis1GdNl7QmTjThuU2crZdLKXddOtrVTY9aoiGKebpwKlGms177i
7upFtlcMxuynyvc/8R0P7jl42VzrUA7zp3iCEXtpu405bGyCkYIo2JAlw4Sx3sFd8eUQirTqn0ep
KyKZzmDIL2sPP061wIjyRAKh2M+mMm6lXlErrEvjvMJP8GAAIDoHlqHCwOBjTPLW+tHc86mK+cp8
Mqq6c0HucfXZpIItTuzzdRsAiAl9U4g7sSxaxvzRTAhkiXG67LEq32u9547XwP2M83QRcHcJJ+3H
HBOKJDRAogM31pzY2OHazTJQhcr2TFrxi/S6bA/d1DKR4HTgoCyr/CLjgPMYi4wOud7KL1jpMpnV
Cl9emzLwaNKUSe9vQKGxYEVq47g8cCGMtPI0Opl7fWRqHu6ueFfj4JjnQttQvpsuy5aMaAC6mWyZ
wm8PLTrbC0GcWKNDDaqUD2cgTstJn43Ic7TgPkgEtw5PriWUrdk928IL7udlBtCsLxSLiSgm57GM
Df3BCEYsmYQx4a4hhT1e5pREvi++lp/ZgfB3WKmg2ZABCzSdMNeqjrKNG6D0iI4u62DRVvcIJ1Ie
1JBt4fblLsi0dNsxi7dL9fpKbxf7sURad+bM7YlCr75FJ1JfBc2UHhNtUecp1B3YLONiAD33Yjpy
RQveLne+ibQ3rFCRTR2tEv4wY4fFhWfl8mooTftsCfQ+EmXNz/VWe8QrOttiPL9mal0QRFhMih0m
vN6T0TWYyllSiQNCT3lqYLQTeXFWPnceUUdj7otUD/JPyMaIVABnHmgP1d9rxChnVdzrt3KFh+Pj
5loLNlatke3qRg5flh5X+96SRoqNpsEXJC4yJ8yqxjBxDqnnPVbsB6oqNgvPk3TJ6NWXBzjZmL5Y
g5Wdmg2faa8XBpZONuoTVxqrQsaIB8IJ14gP+oSTT9Fp04vt511kA0g5aS19Ohr5aFzj62K6m47M
/yAY2jqzC97sDWzb+9i0H4gxb7w0uWpTExOLRran3awb+3Lor6m44i5kzTuKP+1TIiyBykTgzMKK
v5ATgRQ8Je1KUzNRup+1+3nRrlKlBxvsfZKN5jrztrPigWPxoac6P10k6GNPhcjFRVct04Eqgv+V
cXzzsuoDNEOqsC7yxK+3dlsZWwNA+EbNbXLWMU537k5Dh6tSk9+NmvUghW4frM4X51Y9PGpjLO5b
R2buRkuxRs5yZmLLuYeREnf3uAO6XwYIUJvOTtrnNrMzANV+xzroW/rfqzzFbH17b2o4a/iZzTez
76/6tNa7kDeTEiHqhL0YTJunDzmxdu6AxZ9hNytCUbbb/8hofK3QKId5Mf+c5CXZCmWjAun9u5qw
M5v1C70YQXdCiQoto33q3P7aH5xvZmE81Lgqh40ur5l0vim0/DZN5xCc3aOZ6nc/MrE/K82vKqj/
LmG/rXTfior/vS1evyp6/++K4fsXsZaRu7e/6v9iHXxtjP7n/1Sa39XB98P8uLph/FFT/1E4X3/g
jxK45ri/UxfhbTZp1CAnWMtvf9TAqWn8zhAYjREEHeuQ1tot/LMI7v/u2CsEB3k6XJpVOf7vIrjx
+0qmp5lCRZ20GOnM3ymCQzJ5lV07dEeAz9N3xBuMyM16K/nERNR3C1bRJp1GInjonl69UtJttCwT
he2wTvLlK3unfbfI1ChDNA15tnGWJu0hjfbjjcomzPdmo7C+dikOHbrZMrnapDVF9WKxnhW1UTPq
kvrY6LG8VthgURvWJjWGQmumU7a3Wg8BPyTXArGcR7K+FFfD0DufDDv2miigVHY/FXziQ1R5QuEt
LRWkXnu2+Z4WRscJL4l+A7ErIAyK8+Rzpw/9eQYm24o6FRvwxPuEK/Liovts6F6MyL62qmZrTrr3
2NpDctXIeBzDdLCKl6RLF4y5BM7CXGHRDiiyegegatc9IqXDD4EiZ8L+5oIf2Ws1O2hjxmtpDhVI
EsmycvuwtTnY1jCFT/dPGcmXvkuGsxHH1ALkPGEDnM5qvkqNOrP3bqq6I6pEwKEVTscX7ZLZ5a7z
eiJNk0nFMSS6ZHSvGgJnjGqrnOL1uVTOiVx084AE1JMAy1IbbKIzeV8Mp4+TDfBfqYGSI3840VTt
MDvijeQrPX9IQnpjmbPpmrZL9z2t7IN0vcI5sZRzU4gxvtZyOxn2qrPAm0vE+9doU5Myaqgsndmc
H507JPMDOnlvuUva2LPJ1FP/RCeHY7zDa5CvUg2dkQcxYINDrOolDtCVFjy57YSeVbpO/2TAqu1D
qzDkeDD1yrlx+oxRWl8rx1tVIJEIDbubdzJhwiyc0tzfmINzzOpi2SqVAdwTQyDPxorWc1Qiu003
Ew6G332NodQwnr0J4G1jdB13u4wLEvZAY96Cj3uz6fPWnSNvHC0J3EfTL3LsNdYJDPEyYpj4fRKL
fuG280LVu6aeEfZ6PK6+8mXabIuVxhyattbzyMAWPqWu6qk6mMu8hKXfjV/5cMmvHmEYLNbBYeij
nimvl6S4NoUAdQZrTcu2Oo1mbaP83Ee+urTt11wxRBS6yC9NYY7ZzrCL3t42vucenb4vg8ibYw/2
bpKaNqS4Cs65awrZPs1aXJ7HS1AO2yX1OmK/BMmIP5YVZmtA3p09WuWSmoU7mEtkds6pkVtVvE1I
QG5tvcIzHWxvj/zYdJua0dGx1lfJRLXsRZuPV4S6VX7CdAmaaLcuLax2tcV/kvViuJvWzghJgtEQ
7vmkmcPAZ3RRF4bRiJ5u1FA+9wadnNM2wAhMog2eQlufJn2P18CM16i16DaSW55FOI9CfterOn0p
zDL+nDFL/KgJHj0aK9f9UpeDzrPTbfmFkQmpodXOR1rrambaT88dmFLNEiBfmeN0uvXNEXmCKszx
fCTGysJkMYavzpRbj6qwsZpL8zTvw0rVxQVePtqjNzgOSSuqq2evSzQvXHBsus2WyutPLLa/dJsC
5rupm8q4Yo1ZHXdfSmez4FWTkzTmmBj6c4BwbrLc7N6PdRTtPU59PpUK3cS1BYhasq2FKYfT3paB
cRx0qabz0c4mjxKA52c4oIxDf3TBrFsh6gBoU5VjpOlmMLUSiSh+gO6taNLCwipENrRfIzvP2eSq
fCiowmaaOlW6LopzhxzZAy2Am1809rDhznKVJvaFUSX6k5Z7ph7GZRr7+7JcXHOzZLqRR47bT9NF
4/giPzSW1ItPwkFMTfqKuo0kYe6vUITqy8busHCP4hmVwbVtaCmCl5QK5FFrsik+tkPluDGDP64x
mOGaq7lgzitKuWFAgNttOyyS77xFuW1E5qBpm9r28LajN8j6TlNis3MTYG17D0utL1+KsoBqTQfC
VzuIDCju/cb3532RDJJdYi7tBz+t/MuOtdiF2HbVvJmTaTwljtCeKt57ZNcxzyosrEzpEWOt/a3i
3ixRaTd1sGPO3Zt2xNLuFHVzmp47eqGOXR0vnzNAWyjilyA/Y2w1MPZ44YwizGcf6LZSQn7Dd3H5
5nRFeyGaIv8qm8k7pW5hPMS80N8MqdJlo2iyWSGbjtdGqli8Z0+p4Q7LDaGHvG5Vv7HqeADzNgJt
DaWe+y3zgTFwLbOw/QdrxPbg1G01rwPzXPXTtunbbssABSJ0dHLj1wGkqBXG4IYaboANgSefqQ9Q
2NKnhe+lm3/KvGy4MV2y+4NCrXgvFEUnWFPDfGfC+6QIhvkiMFPcmTBjVaqmvtTTdd5hOVMtsCh9
bmDTLklzNDKInKG7xEW6M0YTEXuRTh5ztnEz3OsoYtH804OIsT4dsjwsyQvBdiorv8s8RfUAYmHT
gL8nyeJzkXPUPIiLTwuqeMy9Nd3dak6CF6WdCfOrOdi4CQo2lJHPP2SyXV4Fzlc3carvyNdjgP+l
K9udNlj5l1qI6d4xc2dgYFp3n2D49bcrepAvqD2RqZVmB2Frnvrum4d3+MkIyO3Zz+biMmgQ/22U
PZp1RC0KZ0WZOuXVDKlDTHu+tkH9/8g7s+VKkTOPv4pfgA725XKAsx/ta+mGKJUkINmTnaefH+0e
u1rRVTXtu4mxI9wRtnWEOJD55X9VTyWtXo+9AF8NWvJriRjqFO8jq4r5YyCJ7UMjyZXViVi41Fjs
yi8y2V5ZJcUzdTRXF20xdc+l2+RJaGhddZ+2VkOR6izAFntT0w8pwcTO3lUGwyJ1wZVnjp8xUGda
GtS5qyW1qNqSd/soQruz0Ra9IJ4V0g/zfGKob/Y4raGXdWJWe9TPkQwNEecHsj29jLwBXb93jd68
LysRe1t9hk8gX1BEaqBgkznjEnPvuzYq7SD1Mmn4Tl0qmAbGQn1WS3t4hlHoqFe1ZZbiikfo5kPg
LJeo+rU+bPu+PaR2irUurXNx2ZtxPlwScAJbYok1PI964uwgvEx7dJxGHwPqXqJt0totRICidsQA
JK4ebwynn42tDvsMAEDexENncKTaoZQ0nxFJ5VNoGEl2T3R/fS1swvqDQSX0yp/iLD+zqCdfO88c
3oo+i9+YZufXvBfVi0uvGatQt351RrroXKXDVx3wzjvS14DieM3tqLtOnSh5aCGQoiDuGcdA1Gek
E5FCUe8o+ojAeTj3L3MvllMZpyCn4F6ed6ydDvQDA3anHdo0olZCFbH22BRDRTjoXIEH1/n0pula
0oaIZMAKOIsnIX19JMTLuOdYmESNc+h6Meh+pwntOC6LyEOjFfZxKWNMZn1qGIOPQtshQ6NrCcud
9UE1/D6uo51rDKyNC6aFzUL4UbyNESHgO6km7ZkZoUj8vmJIDF1w9Keks5WBbJ9+yHzAuYzs/84r
Jt9IU0WsB2CaI8lNheTBhOzdzqSpglhR3XRviiZ5gqenDFcpykiCjOkJxME8vruOICiVmnBGoVKz
ei+gdCk9ZWaR3PRNqzRUVozOfVELGhPZ4+PLVLqSxFG1njFalNOk+wpFXIvv1ol3uThaamwEr1mJ
1O7ZKBXH2AsF9WGwsv5HdIbQ9IM1U3rS2OaDGETNAivRQ/oVcDIaBp1rIJbXI1Bk1mLdHw2iNwOv
T+DC/v4h+X93Ar4a3mXXy/d/oAZr/7Hty7evHUKD/wMHYlwBPzsQ361qrX/c9W9f/yQn+/2n/nkq
NqzfvFXMjabcoetiFXL9cSjWjd/QEfAvBzXTaoVBtPfHmVjTf9OJTfFU+GDXII6Ci2j/KQzjh9Yk
Olwkq+kUVaP2d87En9hxA4UZmshVG4a0AdngJ21AnLhsYzL/YgkN/00Gt1hOeX6syhn41IwQuqYD
subvbtFfqLhQtv3pIO7wa02XNiesT0Q4oOX9pC2yvMI05nx4JBuNwuI+c+NpV+GMfmbjq4krUYdx
9Oe2yG+8wcHoCgHr3Ou16F4NewEJzKj9PkAdp/lesVOh7WDnLP1xsgUgs2630xtZiunRsSO6aAxh
8hFCI71q0/bdFG/rvtfrXQtQcBFX/fAcsXyyI8wzIfEZaX6QjjCGV3HMbUD3apPOrTjYDhkgM/cb
oICXXaAOc0htpXG+CgrJtfQktTNxrTkRlpJ/dKnaRl+cPjIoxRYpznwaPLjbVEbT2DTJipWeAeWw
8BW3+cGdpGI/J17Ws8Wwx7M9ko8gLRHWLm/0N69SOMhXi16XNzrdwq8jTThfqoSY2d2U1NK6ddPK
uDBHl143/qfJTv3JBVHeyiY1Juym2kSftCasu0rrp0dUeygxxrld6B9MOBZuPXJlbbCMfnA4XcRF
3Me7gqrn25q2a3dbqa2LhspR2xD8Vt03PFQIB70l4ng9Tla6AzmstV1aFcpFKoASsF9OnCTz0or1
UG0r+6oa5VhstUXWBC/HSuIFbsUQ45Oy5kEy0DHZ0fWuI69HydCbxOWlbpfcJ07xqsuxhqwYLXcM
U2+EPigW+6XGsEOmAr23UDlWXyU+p/SV8PX6Yp0bOubJTJlyyOYCNyTTsNagZqyL7Dkx7eFL53TF
4qM/maF9GMjKsOwYaDaq0rNGzzrbpt/RH46QNyU488RsTttvM9YPqRzsL9E6iPg4WCESkY11BvR8
R1V3xUGDjRHNW7PHNrMc4GLi00Khpa8njqDcZize2a1JjPE4ksRB0lrJe6vOgxnGaqIHTky5GqgS
8MtS1fqedvrVoFNUzHOg0XEfWKAyRPxExXiWU9bN+OSsJOM0bk8aO1qUvqkFe0vQGJF87pfEMnyj
Heu3uI2lDG01rY9lMaNeq/Wm2Q7ocoA00KagpyzYsAh2H8tdYVoerVTECOwcHLkIKlwGQYDtWo03
a3QbTUZ9bN16om7fCs9Lb8c40lv0foW8TCk+ejTVwW42i9KOZ0USM4hGPZO3laVx5s+zsUPzRiPm
bujqbCsStR2Dqp6cnSZR5QVTMS1nr8iWKNSXErYuN6qR+nendarAW/h9vhexu/kRbhdsoHrKzp5R
ZJgxhY7tetQdiO5NjCnrEZZYC9R91ct7V6b1jcgoe6PLTi4XzVQMXyartV6q2IMf9qIaH6YuetQp
bnonsr68XArKOUN6br2PYak85txpcowj7W0AZ0ROICqKLFf1x9x2LjU29Pt5nniJEaZ5tyY6hces
X/Kv5kBT7yZiYoqCnEGBENYhVzFDq/l8XcHEz4HrKchwa3IPkRUuiD19d2pNGFy9jLVQVRPcHZ4G
WbiJhJWp26x3myoN7dzK6O/GoaACoVCrVH+YvCx3tPs58p2QOJqEY2fpLigu0jh9uZXehaQrlyRg
iZJT5ZhBqyPF4XHHxuJKyHK9LYACE7NMt8s8M6j7tSUJ989K/tQL+E3LeiscCtuOLQn0bRpa9UjY
Xk4K6TSjIyP/BbGL9Ji2AgL4TIpcXdSjY+BaeHym7dC3yiNfcgq5IAe6JDLbSOxNTfyU6/M+6QM6
UaqCnT1xftQJb5Xa4b4gAGpd+5VK0CXZgTGlToYvMM3GzJe1W7IU6bGlWCH++LEVFxUjbRm2cuwW
cCa6oPYwKYmZB70hkeuaxLKWOh9t4Iy45PCZYSyZB3v2dhh2XC3hbih2VoeGnkRb8CdG49Fzsnkf
Kd1EYo9H9AdyCbYo3NcZ+WvOvhF9ZW8Wt/BY46BihCrPxA0u48XcerBvDMpta99TsmC6eHxTqanr
qlpiDbXtDFB6zvViuMdfmehfpFoXaDcIgcxCrSPm9UlLx/ZjtprocUSprPm9MqjvlT7V+oFE5LHx
nVyFYpvFaO04X5vsdTReP7PaQUbSa3/uhFp8iCxyDxA4TRfGyKHKTStcMskEAUSc0euoR/yTmSJM
JDX1m3gsq1s7ZRCu0VUcFTXpvvYIW9F2oRJ+NSGPaTguJv7goYnneBMttQYGBUmPehN4x/GVwYJw
bmStPrB44LRkkq8uWbFQOPDwYtyelaQ9SEcTBOupVIH4w9BEpJWibzqVWgI1mE/wDBxkSudrM0WC
4EGnNnn3J0NbBdHV8q2N2Pt9wsJ6Xu+sUN8MN5H31BLYIjDY6Dh95plzG0+kg2zsGadMAODJxQMn
qt8kIbkLCQF5fOdhVH6dFp5p8hRH/tB+rieVUEuFau/dZLtlsq3zJLGACLOZ1SYR040FpPm4ZE3X
bVR4Uius03JwNgwLs9xNlVFw8GkbWOZcxGO7yct2+DIaDksW4RqJS64i9QV+3jQFVKCWOA9KYWXD
1itau954SqZ1oQdIMfrEyeb5Fj2c+GJQKGOhKo/1t4nX2vLJ+02+xjbvDxhA6ekBB8V68tW87wVn
OVHpqAcXftwk8/XSpBw7C7Fvkcamu9lkcjY1Mir7YuwZfmNUKiEMkxcFvUyZQViQhz4svbS2L4pB
5uxCNYdEX0fjx86FU5d5TVl/t7TVmvDhwVSespE4bYiUWYdSlC76QDATrSHulvy3vRsnFf3sXsaK
Dgidd3QC6HB9Br0ZMxFVSErIO2dh2lInUd5wWgJVMts2yw/tWA3mBsGu08OrWv2CVgQzIdgbIDJt
9c0e9kkZwkGPPMQqUW+zLrmsuISfDWmQiCg6l/yfqX0laFwDRkcCjRws4UlF9xJZe6KrvBbSZRJP
IzG4LL7AP/QVFFr71ncA8NtJWwjGmMYE+VFBx0iFYG4yr4U2uDfDMCl7bVE1YLrJYv2I0acEKonq
ly2M7guCg/HC7GzWbpFnyyWP5vQCtZboVFUMI9BxlytHEDjnSp1s0CPkx+l73S3oUhZL6bZTnSlP
/OW2gykiHu4VRc16v50dmuS1Nok7355d82vlVCVblGe8YzareTvNSIOnQLLPagdKezXBv764wHDf
ZiliMsghG3B0lTJ+npgWrqNoTC7Gds6e+Lb6Q0326OA7bqP1Ps7L+qNMObkjuUj1e9ksmhGY6A+a
cMonOe6omll2GE16K0T8702EIbviy4jlB3wKMd20G0aX6jiQ0QGRJ7ZRDJbqQEZQ1cDlhCrSkrtc
VB39kgnllwEjPqRUl035k8uoYkGNscT4SSzwYqyj/ooyKrxJqWqIxGdtFIAb8wA669RGTNuS1WDC
SqvJPo99vNxaOTAKkkRzQNuweHq7RY2VXaduq3yg2lCOy8DA6I+t5jyXPPDXbS7MG69DQjk4hUWC
tshMLUiS2AbbGZW2PTSeA3MnoxjBNcpGG4EtXcyX5OJ674SHGy8Faw2ABL3IylYtQQzQjkmun0IX
rLhehvThwJktO4tpWrceAiDKLRpBKEUvXbBcmBmLg99BXqQboWhFE/KjTKFNV0XNxi1seauleaEG
aRQjVYPYW//vTU8TmMdA1+16re+vy0YhT4JJhmeQViB51ZLs0UJZpcYWXTRLE6EM5ZUzat5zUXeD
CXaORMeP57I5VATEmFsRtyga4QmUdwz7pAG7BG4VZwEFmQCTsdjQuZyLkYIgO7HvaO02yo3LmEiR
hSiWK5LkwGoimn4JHZGkPfiQC611RtRLCUEkGvcwStFc5/GsIFhe3T5o5OzMDjI9wzGAEdV706I8
fS54CR4mo4Ec5XBDwlrtzAija8Cg15iU8y/p0HK7Xa0yXt1FBzYZTL1rQ95v9aVMPOZWZL6RzwqA
8FknKw4cLKquh4ULAtvBYxFkIhWvCPG4CH2IvFutymABW1G793mDlRM8Jnd2ZjvQKZMvo8JjUdPk
HrYadsuw1aE09o5VSjswBBJCguVVzj1doyznmBmZ8lejH7FfsaySt6O0+D5TvTf2umJ0qPiVZgCi
M5K+Xm3LzkOFHLoNmmldplIyaGw/MRU1PrLYc389b9aLkM0YeJfQf+W5L9z5hg5hcr95oyhy7ZyI
mJporKnNZKayOGbZs5i3Im/zNCgLowatHhMyZ0gNq3YUabIjTo6GVDVmdHH9RcUjwlObTM8tR5E/
bD1/S4vxv4SZ6v9jrkP1p+DSvirfevm1/bPegh/5Q2/hGr9pCEc1cqz4B1GG/4KWFNf7zbDQ762S
h1WIoYOw/A+25PyGEQI/hElCHgbu1S/yB7YE7LRW45BUT/oXabp/z3T4Kdl8FWzwsNuYyNbrs7mc
P5sZGG37HF+gvSW3jLrxufZNq7ROnSpuDKU1fXb3sI/QkFou6HrzFPEgH5e40A9smnKjRUgBefy2
hZbe/hyB0j8pQeA1CXh3HIvBAFcMiWp/vrTUaUe9I0B6t4xa9CVHqA/+U2RxGXAMyHY1wcjTxrHa
4uDAjOdnZFxETttWmhzUSJnvlnQGxzH69l5JWKj8tiLn1VS0iv6ocbnWu047j3WcpNeiWrrabyVG
As7yhf6a2gKlXV9F0buOU0ZuRCIRKEZZpJ0V05SHn/+pn3x8fAskSNo6oCHfgLYqc/78p7aM74gZ
JngHVbHvp7LvRkxm05qxpTl7O+3Tu1RTloOrZMpOKn36pbBq8BRoQbf3GY3SC6Y5QRSwpe1cVJlv
uK01Mg3qzS+udL2Sf5tffr9SYgFXm87v//i96Ow7AzU9wCD7Xor9FHvSNRL34gE8FUqXx8KyjfFq
kLP7MCWT3HJcNK8Wr+YAszhVmDEZ0GQF4HTooiolwmEet7+4uj9bP7k6k54a6kZoa7E8Xf0c02oz
KuTuJKwtxEl3R4IaCVgEPQWjlhf7Is2GR+y0VyY1iMeWaruz1Y6/snK5n8oaf78IIFtMXKs5yDE+
R6uWbQUpLGNj67CL5RclbWbGMS7oTxRm9hwLsw5nA5sf04kME6s1Axdu3Hfih4XpPcxoaj9lzaJj
8x3Vs2L1O7UZ4aXANFbfanU7tiWkJxXCe7vKs61dWvq1kVojWWhaClLwMrdSQ4arikeccLnf1mX2
2GIlDwpn2OWjbgZSGe8TO6kvmpG8V3PWl8G3oUXvE2Mk9QI/1lDuOL58FVascRBC+rClnII6F3tg
l7SjPnkoODztVKmeU50YHn8krmvrlcSp+cYcD4dKeqAj8dypgWgt96mPYNpnEXUGl2GhEM2H2tt6
g7rxNHFP6Qcst4I2DDDQ/DbaRf7ianjyU0JqsS/hzjTseEVcl8nhXW7ycTPmVlv5dQJQpyhksDRa
ZlElwP0dO7RZTi3QLQ9ekz6qAvQtiu1xv0xF8+LZ0rxUinw+xTWMfacTzE+SdXpILKr/FLNpv8Jy
c1JOy7PrLt22mYfi2GeEEApoL1icXB6wi1xOZVaE7dRY57IbxK6yc/tWg1Yksk6pN7M9JLtk1soz
Wb/Ju9fl2cqODwdNqe8MCytOIQcmVUOuqt1xp/bz8uzkVb0pKtu7yhtPhim69MRfkPe+dGP0xXXH
62VWEXUMvWXcVwBCAcbe+3Skl5543tm7F6PifuChEckJmahNcB+5cV7LuckBndoMyoIZdCZKcDvj
57mM9YQoWEXqxZ0910M4l5gq0FcgeJ+6u7moq23moHXSgI9QmJl5R2Rcj6xTeGGca3NPMRJi0Lyo
lI2X8iVOepVsG23SDhG5xe9aO1sBFG2+qUaX3ArI3bwaYaM95R0kYQwoWEuuLaN6mdCeEf3CTV4y
ddzYwo52BA59Y1zeNNHkHfCyy6toRqTV6JyXPWQuroPzuhr0AO542FgKov7c7kAzRdmGKQ9S0U76
aVjFvI24AXlrr7PWDRnh+wNHOSPgbYwImoi6tyy3wBKjZTc2yWVRx+M2yVP3nby1b8rQIUQYY/qu
ItdCG19kQe+lfGN6ytG66lI/SiKQD73VTxNozoch5/aStYZkNqUHHxqXLkYtkNlbLaqGPQf7tKN/
SWphYsbzQY7SYpb03tmq6fi0AFZ5JserGsEiJpu0u59zggEQ/5rXjWFtynkhB1PkQwirUFRE6M/G
2WpkVvhWmaobdo3ppSgn7xVRocnxPrGfFUyzL3VpmP7smek5KloVT0GeFaOfxl6yt9rlttK95RKx
UbHLLcO+Amr6RpPjU9yimGe9s85trcV73eGQrKCdf5TG0t4lSXQkJmg50hsS3WSTs5y7YjSCyrM5
VXOAF0hycl9quthn5DYCJAk3Zeqvkv6DTrr0hSA+xYW40YurPJ7iPUwPjZ/dGAd0NR3masxDLV7E
rpPgvgzxU/3UlwJvRzHyuuXmkczG/gPweLyktFRurEWWywaEf6a5moPStdfi1XZs/VnU81lGYOdJ
yzLmGiDlhEU0x8Quhk2RGdlppmz+0qWd6SkliIuut3EqT1XkkgBqpl9aTwSZVJJbpXabSzOO8/1C
vnCyKraOmtMQAumO3v1YLpziuFm3rd5V4DZti5cMMSqwe0RgHgL2OqR/8IrDgbGtnPSJI4GWhpoy
tHVYDP1yI0zc+GQxKmiVaNXYiaWxd5XTyaNqgOKqKc42nglSQT2SwXwlzvHDdPlNk7YFosgiORD6
Ip5JkUofVErYPuoYaJP2mdcMORpOK68+0GNh3eN7zMOS3rGDNooPz27uqLIdfc3rn5ffJ6okrstt
UhTNRTyL8pCVwBgVuUEXDamdPq0V0ZWwi5ti6R6FWblIwu07tqnkaBiTthlBqw+5521VVIFHW45n
LF1XzmwZm3E2LuvU03yFQPUAPa08ODWcEKnf2h5TiXMy4+UYDepN2eco+NyRmDdkjZMvZafcDOCR
fmbPEZKNdApVmSbbSESvJYLEMCHyJygaO9+Dc8YBgahPnFmrr1rTQAzpBOSkJuWjnjHIMOtNa5ei
RgR1NMWptE3q683E2NsYdHhBTX0zeUNyMJPGuTE7NwmTpaFwl35gXy+weeWuNK/6QiCMa0yeb3a+
YY9TNTtVTHwPs1feiaRw3iZducDt89ALbQq0ObpukEZs6LgSH1Q19helaRcXInLSvTtRFwYUPOLs
mlLrHRNejq6ItLEG5DaUNUkWcEOTP6BVvp6EV7ebTFGKKtTJsMGOw8HUObRDhCJKxB3LFyS23vuQ
uAMuJhjVVZpUtu5JoqtE0eLGRD00wwwxkUWkueJanioVhS6aE+NuTh2ZwDNHeRntlqZJQhq7ycW2
+k5SsIabPN/1tVF8Q4+h5hfNIEbnRGB0oweaWy4QT4YDxIwsBWAe0Y5T7Uuvluaunoouu6tLpzgD
DfSsT15Zw9YhLb3sHKOy9zECjdkvSNKitFqdGjoo4C/Gm55y5tonb5m/rSZZ9rQQcXahmWP80cvZ
Az1JkvFOR3BhXvKYUzfuSjD2KSnPltdOlw5aPGAxGCCYHRjgkQFMDGdkABzFAR3aJ1PLtYde1tnO
HIb8kvhoFt2ZXAx6DbyvatYZe+lUsPECtgt+dmkBCOIa7qi0eiyoSK84jmd2GmA6MTc9JlvdH9p4
RsluONMu0ooJsYo6TEaIG3SpNskM84fC0xmLoOs68eBkZq5cF2aPRLe34+s+SbMtEQ7FhlVGPS29
alygUdDO+VhBZNPJITedTk5wODhDNW9QmLI2eaTnX5AgjDo96uroqBRqdMx0p1HJgWrLA55B4iIG
SjwQykr8o4SK+AkC2j1K9PmVO8Cc1hOyyAwq7NuKrphjguaAbawYmZ4mbRvhmHzFT5oe+0XRJIha
ml7remQ8VbVqvDBrG5vVVPmqoM7e0F9SegywlfNulB3h5U7amnckfdzJCK9uX5WPdE5XYeSlTyn3
LYjcCV2ruMwU66ldm1gXE8ERoyhJkJY+bfSsvR2awTivoojzMjqrJqkZ/a5UM4HYoClvI1ZZsRew
ZjWHWK0q0b4N1FI0aMgF6m68SlaEAL2rLAFR1EViA149FOc6X0B0oyjp9lrWa8oFKEur36TL2n+y
pDJ7G+kboTg2tt9krDQn1V2xdw13vqz1HL0AWkC7pcxgcXAAW3Z9r1SEcqU5msV6wHpkOqp3pQwi
PTC3OoGYqX+DH5j7ydfkNOxso7FUrO0mDodlmUvT1/Xy6ziO7avrtTM0eW4fTKdpz+g95zfaKb9M
2dAeK5R4MMFVXQVpK5MXG2duaC4yi/FPdvpXEeXFYdab+KIjSHRPsPcDhUDWg4ERdQvietGWU/0M
8Z/sy4lpIbTrvvpKsKQdcY7O1YfSZVkLWtwCXZBKG/NdaScTEb16Lt6KurhWc0WQNT0XFzVcrQh6
Lh+CF1wjBAo1uH+xxWxjux9F5tkheenHocZsn2XqUZ0IoN14SPPJ6TLkJrGa7ooMlmLDncDDizoF
0Csqqcj2sdTXeGg9x6/hu6vWgPs1EFKCaJbjiwe8Gqpud2OQikCUSeYOoSrK6CkjgQE9Wel2O8vk
pXGmvriCvtiXKDOj3GFLTZwGKRnRAJDAA9701CvOLm7AyXOVkKRwjeAXT/HNWnnPh366IoPnsELb
gRqV3UeK47QD3hxcb9/bZueEUuls6p3Lrtp3ZhuLTZ6PnhY4c9bsYq1b2kNtEvfCPf8AMZ7Jq5+t
vVG1akAgxEYqZuW7RR6MEBMHBeb/xlOLm7FL8zDL3CcY3lUG3TBMGvIrOoIRqz7vlzXU0X005Tck
xmkXEyqOB1dfmgKwh5S3OOWt9HMPaWzfeMXWzvPplRVl2RF3EPYzATycF/l9+ZpIWYPkezZn1LZ3
kwNpK10YJcxfoRG7AEcmmYYlAkwGL4X9FcUKfGBCwxSS2sd8RDZvNYycDN/DuaJ1cc9Il51MCZ7c
dNN4b1vmIZ+6s9Sa/G5ea730vJg3UW1zmBNokR7qpZpCJFHYYwSiDNunv8m46zDkPI1FrxMSj3tA
+pPU5SkxZxb5htXcmzWLrBtTJ19gMjYYauMv7DhJ6KFr3Ek0idsqHdTQrGznq9rLR/rCnEs7i8Rr
QXrFqRi9cYMuNmFkbQ9xLu5Mxc2QlwyNtVNhCg+eNMS3jln5KZnQhKc2Kh8GW+VUeb12rguC4vul
lVfLTJqXisO9XK8sSw51l5J91GKjCZql0r+p1HGjPpxrd1tI2xkClc3gYBJOfKY4BiOnp1UnmvrE
++/wyd8Ccf9/GuoAZX9sqAPijf9xWv/j7r/AML/31fFz/8R5QcQQCtr82yI8h+O8/j8KQtSBvyGh
QyQAxkqf63cor64TLedR4gaUu6q91zLLP1Be/ifa520HTZWONoOf+zsKwj+DdoqurZUXVL2s//13
YJ0aJ8WYyEE9xaRJZsvRK+HRlfC7m/EXSsEffTj34vsPH5D+YSQe1RNhT3AS7WOdxge2s83PP379
mH8Djv++9lWe+N21D043O1nWwmtDeTQUZ6m/ypv9M77870/mrn//ya5aC71HHndq4mWT68zQU8t2
W+3m6UK3CHIb3v+zPwEQ//tfVCJk04mBUE+SklLEJWbj//yDf3TrP4H2mHcXPQWBPPW0a03AeTp+
4Mpd/lZnyr9u0Od2utRwB+J71hsEfFo/ODVu03+9Pn/xxKwvw199p797P7/7Tkncimj6qbUTlaRb
04iP2Pb9oVC2IwcCJBRX2IV8a+L0BQiAtOTakbiXOs+naPZMcMdVrEUbJXdPbtNdiIT1Uz2SG5FB
5v6qE/jPott//+2fSIeqttzBQT50mizxTDOzD44WLtmHZxZHzRp2P78TP3i4Xfii758MLScTJKq4
w1r5YkjhT+IXb80PnozPREJcYgrNW954R32cEXbZ07ZwfxHJ/4P35nMlAmKcqbNVLrrojU1tbJxl
Lff+5iRXqtT30a+S3H5vlv+LN/9zW2TcVbpT0Up5sox3eyLqH4aTEpjNnI94dyKwKYVEnMoJtQoV
tGpt6Ux5KLJyM2ce4VNY4WcVtdQYyija9SV1ss5y1dh4GlLy8DAgwLBy+i85aY+h6xJ8ERExMeH1
H/R8M9TKVndzfzFhWmKPIw+4qnyc5if0y9tksk5RfVEyxSp6xlyVXM5qedUz6mB72lZ6HmQ9mYsE
AjINoWA4VpW+zRuctzFWmYxqmF4NU90+tGqFEm28VPoXcn5CW75Vuuoji9oATvoRYAFSDWctaXEK
3zVvCdPEmyRvfv4A/ug5+bQGlqOwEhevymku7xr5YoqzVv2qT3zVxv/la/5p3SOVRRZ9zjtkYyNa
zVPoY1IQMidYWrGfZiK5201sXqfmaiFEoFVaMI8uHZbJqeY4bhkznirl3pDx3u36Y+aVx5m9LFTQ
vMz98It3Be/6X17mp1W0BNDua8nzvIIwo/6ckV0k5xfyDYNKPhOqQNiq86sVe/3b/+Kh/twBz2s5
kbjcqSdq3Z9moW1b99omICPCJrN4ymHO3zXh8GpZV+j1QP5ULYxt52SkjNdY0TBqBzhNaeXLY450
9KfwwEvNOtV247sGoUwUTjkRwf/EiQ+kXVeELQlx9AyUhmSt8WwlvXImSCaw6g9yWXxqCwLNdn2B
9j2j7IiGzJ2OLa+z3WA1r2uPVXURYem0o3s3e69QRxXdGPz8+fvBAuisa8x3O0GkuP2I/Fs96T0x
WqQHpdEvPln/0Ud/XsG1HI5H0fhaYwutDxJSgCp12iTEY2TaZsLYqUn2fYqdtBd33jsLKkzNDPV+
DuTaCrw8TRzUOS6wvWhnkd6UNgCiZm9KHTfyf/b3f9oA7EoYjWN784lw5X1sspsp337+yT/YwJz1
jf/uznopOr+61NlaEoAug1zVIDXeELlrhfaL+eAHi4ez3vnvfkU9xgJ5P5tMp7BjP3KuMZT3n1/9
j768dUn57qMzTknZ6sM9AZI3A27BX2y4P7orn9a7Oq9LUWt8rs0yEvU9dNaEyvWAdWFvyrufX/yP
7sundc9ehaJayy8Zo2t856L5Zourn3/0j+7Lp7UK1NtG+jmrp0QSt7CnHvYXn/uDdWkN9vj+hjce
Tn4QSPVEpg9dR3KHvwPFLYwA1BU8zcFJv8iWFAv5kIpDiyReVOb92HUhCsUgVdpQQ6WtpJE/ymxP
kB5tHOQhmEVo6XIbRwa+hWanFGPQZOTxSfuQ9tfwjjeDc6lbxM0VX1tkzcp8oM+s7upDGm88lXyF
JzMW+1/8kfwtf7H22p8WGwUZewEnwFAkla3RbAFs/sNP/rTWkBXQyjQt1kPKLQl6RpX/Yn34wfO6
esu+/1rqBGiOBqjlVGCRGMdsqw44/e2bKXJX4fivvv0f3JhPa0XTkTCgRxlLZfLfnJ3ZbuQ6tm2/
SID65jWk6B3hcN+8CJnOtPq+19ffobw4B946DgcQhdobtbOqaJoiF8nFueZYC/K2VC8shHO9n2bx
l1XcJEHIiuMAEAX4Qnk3Y/gyDp+DN9HvpAsjdGZF6LNIQeau1gKoBUBoPxpp72IRcd1smYeKsMw7
OWGnLv1l6y14ZPi53TPR4Z+t7JdB6XjeNmDhjXu9yle61PHS7t8K3oWYfG44ZgGCqqCyoqSICVMH
Tt2ulMy6MB5n+q3NIgTl0W4mRtbII+gDz6gL1eUU3mUXRuXMVNFmaxP3dk8todvvNSvmseSxB0Gj
8mTMni13f64aeW22SoNBSRqjn35GSdKVR5UKD4FLxLgzAz+3Mw/wzGqGhpWKI0XBGr10xz/X7mxt
+iP+C6iDx33zKw5t9dLx6Fyz059/mYV5bQpBYWkjhhwbn7Tq6Pw8xufanS3H3iq9HqPckQQw3nDS
Q6Vf2PnOTb/ZchQmN5NmatjzbnkJxlXEV47X9Xm2X8cNNrttx1ik+ZbyAz+7v67d2VqUrSoUwunT
Wdxrxg11H1e1q85XIvacXp1P/fXXxj2Opdc1O1uCuH1VZVHQbBQcAsXG+fS6dmfLLio4JJYV7Sbe
Xa+8F93f69qd7Y3QAgIXNi2R3/jVRwc/LK8c39mSE/uuUGPs+vdm72An5UdXDsRszcWejzwGddxe
1R/k8aG+dIGdBvKbc82c3OUHHTi/moHAH1KP6rsGxUjf8bhXmltsFK8cldkC9DBvxGuEn+L/K/7a
ZdAArvuQs/WXt1XBo3nOO7a/rIdt31+3F6qz9ZfwSM6/FSZ0vEFYElrXLRRltv6aSexf4GKzH7g0
NHbtXXeKVGYLEOOIgmIu4kWX7FIVDcuF0HkmJs+NA7o6kSbH3J63K0dLN4NwYUZMv+83806ZLUDT
TzPKWRmH0frVlZ9qE6+HprIVFyRB+ah6OCvXp6umiDJbkpFUwjwojZF7Mqmk5lFKf//c8NTAd7/D
bE0m1Icbdc6aFLHxQUm8lge2AW31c+vnRl757y4bJS51ih5nvR67UilWbf/9uoZnizFURAWxDEPf
lkvd2LjNlR2eLcUaO+nU7U0Op1T1jvJtcG2HZ2txUPC24CBD7MtPSrJtmgug0zMjPOfClgpyKwN/
QfbC/aS/83Fq+XmIz8yMf2UJX05IpepVijVFD0stFwYX20Y+Adq50Lo0LepvJp482xWBi3UeAKoR
t7t35PsnH+Mnv1kNVCdKkrG0tKdMKhZFhHk0/kkDlnmedB9L60FdKbi4SYO4CTAX+vl3labP8F1v
ZkuZwoIMpQC9qVoD/wWk4PhV99KuqVUKbAMM3wO7Me4RjV0X86fX0K/nzzYL+AmT8hr7hRNW6Lfl
haB/7rPNFnTflpqfx/wmFJmGENYz93Zy0vt5nM41PlvPdcXTFRouTrfYDBZo7k3xIRDkC1/hH+fk
u68wW9UxPJuyKuV+L5fkUlBTN4W3SvWGAs93LI8cAadkCCk7eWj2KHUWyWQ5ogSAQrxFnU92HPIq
k4JjlgrULAN7MsRdPVyiTZ1barPYMOpSpScdS9hHfq+F2x6Tjp+H9VzLs+CAIKqIOawQdQZbyrbp
JW7umc8lzTZqdfJIxLCGXUPa9VmxUHXky/5w6XOdOXf9W9pfIkQRlkOqTzGtwyMsCONVNGCdgIIV
kqMhj2vcHD+t8EVsrWXY/k6NR1VeazjTaCmIqeJP3Kn7Vl0N+Ys6JtjZYxmfUM4k6044IpWPlW1e
PWvC/c9jPK3kb+bWv9KjL50tcTGwqi4Z9viBLKLgDoMR1JS1TdHqdV/xX4nZl5/Acw8mWoo47DPE
SWH8OdTXxXhpFitiTcv9QEyHvcjbHheTK6/W0ixUjNSCIsIka9dNVFAMOge9vO6oL80CRRDnKL5C
RnvI9pDE0/bCVzyzUiYI4dewqUhI2kscd/fY9/OyiDtHfGUibSo1/No0BgimBDJv2KPRHzEEevl5
3p3r8WxtWzgKVPidDPuxcuSTVy6vanYOSaR6Lx7gpAz7LnW049XNzo7gVhjVcP7cft8+jgFK1rj6
+Lm/Z0KRONvucy336hIrDw5seMS94S2/pKz3uovDVKn69dMBL4XR3PXDXojxdF2U1x0y51V07cDR
OEtptg8WJHCLK3s7W3a9W3t8PpqlVOU+vAQGPzPP5gTeThQChORMiJQqIsN4jwUsQi98uzOnI3G2
6kroB/9/1blVZkvtm8XWjGUD+ueVPm6FcVggsbwTwxIvbuzyM0pramvpm39xq0RInCOlfxDw4c+y
vWXeMXHtgQcO+TEqX/QCJ5WaCs4QW6gsBbdbQKDqEZN/dKWAb9qwMd2N1tzX3U43N7m1dSdLZjKN
S1SYSLpVe8AmC1PSpK5QBYuLRCwXlg9azH8qxdefR+Dc4M5iQ60ZSWm23bBXDWS+Ns6dP7f7Lx5+
syvNy44NKwiKwRP7vYeuRjceIF7YkSSuku7VFe7E4E8c/xWSh6J70dp3j+PPzz/3+98HD7j/Lhgf
axg3Lbhpm5OJ50YdLnD8zrU7Cx9R0OENYQlkHH61eJxet5uY8wpow+ojz9WmZj+1bNe0Fy573x8J
TGsWNtjxcCeevqobvugc5uLxXtc/XGpMrxvl2b6tJFRPmQrdztxnBUyeeiGf8f25y5xK6b+GO12l
UEGm/pOn7ZTqCpe/8KMO77X0rcXW5rrOz3ZwC2tbTuAkAaV2jX2Jm1+Y8t9vBIhB/9v5AlO+tlSn
b5msdRE5P6YSqnfpcencBJwt1GgwAaFE9DpDwJFtu3z782go06/9fxcqldX/7bYb52jK6obDnXsj
ecqdPOy8TsVk+1H0n3zEWKPaOWKrreIsPAUUmQrSUbKEVeBj3F7h7OPD5VGHHbbBAICjJRQZR8yM
OwnvL0HglkJJV/q3yTdl8ChSaZxKFW7HgT16eJRF/YWPiu3C97/HXNOothj9yNDmeFDVndHrlk2u
OiZvzl3xJ3RxbiW/RJ02z8OJ7YvmMtHwO+t9J+q3bWxS6GRse077VYlve4ckjeJBtVkJ1JdFbOyl
jnvUiJgHXlGsOgrSrVxOb/T0ptdUO8sI2FFMnfNTr/5R5BDNzauRCw/YSK00ih6z6LdYPxsNJd89
druehrWJvlLScpliIzKoH3lw4/sCihZ9VWcn33+JQ8oRi4PUjk7fow/TMBVjTYx3LcZlFe5GmYW7
OLZjpvmk5IBN+19x3GBJ/Bansl3hUeRjHufJJY6aeEnh4G2ak6Hk06idAGTZbmSsNUpnUtN1uhjj
3id3MO3EozpM1I66+WwqN7j5LIbBcqwBwlq3FlwTqya4uqCPe51aBVlaZMmnqGtQqd+VOjpVSmMr
VKn8PDXPfdFZzB0xM6fEh1uYWd2E5a4PN0J/Qen4fYIT89f/TnrEtYU2APXZt5GK0OpPQT0uppOL
1A9XENhwni92nRlciAxnwvFcDIr5aDZ07tDvI/ekVY9ldMC1E8egC7/MueZn0diUAjgGGSvYDSic
BPGQD+8V9XF6F17YVc/E5bkwtGpa7KymeC+mezVNFpa5dasd4jM9uvA7nAlvc0monNYCPlSENw66
8Jup/f95Dp1rdxaUpTiIlSin3Uhb9f4Kx/vr2p2F4w6DZ+qnyRfp0bYXbU+7cIQ+9y1n0TiFYCzh
9jXsSUc5RpkiPqX+Sj3hZ39JeXJm7s+FipiLtKo5PVZ1xXNcvKvCsYy6hYKTORWYC3GY5JqXwvKZ
4Z+rADM9aoQ05IKPITgF7+Yamc7dVV/AmC1hwJNZCr592EMQ9YJ9eOmt5sxcN2ZnJymKFaByvKkE
dXWQumGbZYFdNBKjE+9EQb0QE5RpBn6z785lfIAM6zaWiW6GMoFwF71yYwHUG8XTmNVYT2br3Ppd
DycBJbIZbBQV68DqVmu7RVdQPGhivT+s3FJaiGMxFeuuy8Cy+3x8zIunVK2x6gsXZvo3Sg5UMVFG
W64oasMCe/Xz8P9LZ3/X/+mTf0kK9XqfKmbJykrr13jAsrhv7bDhhkKdfer/DnFQ6HEYzEjRFvld
7oKJvTNMak1Lu0gLrDfQbI6RI0fFfiQrIYC3a8MVvFRs5u+k6DkZHPCqF0b7zFZizM58fS+YpVXz
XKNGTlc77VoJr0phmf807l+GYVRdPBu0SQqg2Mg42uxCgPmXnflufGcRBuWTGeP2Nu6B5WTmjfkn
u6ESG15GMK5wbgat62YXzoDnRmcWdGCA+8jemYpuvGsxkYTPpBcX5TNnFtRcgNhKQpNhpM7mIUgY
S/4yuAsPn7FC3S1g363VbF3lro493PA+4PtlebeLqwchWiWYoBXUNmLtTEkhgBH4iHg7mXHxIDbN
xsdOoTN828xz+Fb3pZc9++UqjuEIV/oqkSHmUvYjYGlNgTd7VYcGvFnKzD3ZgsYl7/zwOTDuUm9d
G+uJ6/PzwjgT8uZaxFo1eheWCBMCf0tXQKp1XcDTZwHPjcugxMaOA65lB8OpbB+v6/As4Jm+FIJm
5+t75e+mb5ywbK4citnBBEN3+FzFFOLwa89OQvf2c48xzvo+eOrTn39ddbXoN6PFBRfPEZSr2cIr
76PuPZFuy5Q82eC9e7wIxPn7nbYo8bs01F2cP0veuwKGo4ENVpDsMEZxrQKS9IbPDqMFMXyNu8Km
agCZ2pvUZQ7mfFWxDnGFUWF4ddRpyrW2bCfumCdN3A8PmvpfV7iJqUMNb8TkXsoPWrLP04M4HmJq
ZYe/dbnJ1ZUkvOnRQzCesKQMMD55rETU56IwHEzJuzdKyGVmKVGujKEEPHIwH92tR52tZr7X5U2p
O177ksYFoCbfWo5YQSTjp1Hfq3UJgOUw6h1ug1xQVBTvGm7jhoNVHZbb1cGv8VutH43hEfdQuXss
uvuxaZzGO4npw5jeFO5WFI5RuvGogy9uh+IhVPe6shsDEw8MzzH8fViEWL7fRjIU9/IpUve58qfC
aUCXdsHgroOwdczqD2YuS1E1cJSpXjBEevf1F7/DV1O4o+tq8+fnL3/uu8/ieOsp0JxF1gCFJSG8
PeG6KK7PjolqolsJuBLORDLFKIfx0mFiZnX3P9Vm5lwTWlAM4nt+T8Oiu+JZFLMgy/HdOy8RFr72
FEuOEr2GL2/uShtvBONN0D7cCNiaubXMFz34q/XJfV7Gd5qw0dpo4xsPUliuNG6nmUeB3XXCKFOf
7QCuWGOqK6HCcAHfawbk9gtLdbqrfbOLzbWlxRgoYUhlzH6MNd7agcmv2/5J6XcUYvecUK6aFnON
aVAoUVNWNaERIvHgEPqva3cWck09hRCWT0oB7F8NBzemn9vVpnH9blhmMTeKdWhMk8CmpTq1DNOl
Zfzy25XMoQjSuNNI9733oRgfxbDLA15tqsbpsl2SQpUvNwZUsgJskKHwONli3DX+LocjKQ2c8TAw
FalqAjZ5FKojDI1Swi/Ex7wCPxz5U7bCTYqZmplvmzQ9wj1exNIu6gUMOMYVgMbFmD9RwR67y7o5
QM7VlKOmrSxNu/JLzbYESxcGKYFuvS+K+0i6wYLwyoZnO0LY9lKkYq2/l+Sl/tEEF465ZwKONgs4
uDoqeH/TX1EoF3hsuWSufp4D51qehZwBpKjQQKvcKx8CGHAAMBdEr2dOc9rs4Agu3BO7akDxYWYL
7FHo9mPbtxfGeeZo+b8R7d+U/rL1+inAL19TSWaAVSp9LJw6iqliUSYrVa885a/JA6aLnQh0DAUE
RMyBG5uhoAiPdQ6F2RNgVAZ/LUG8LnbPRbMj0vWEIodhDwT1j/LiK+qfq76QOss/eZ0bqTAyRpTr
C6DamKZf1+4sqngmWAgMjhB+cyHDaurvdc3OYkog8FwVRuhjZP2lFHdXipLBQv/3rIVbvl4IGd1N
dGA2q+bi28eZIKhOK+PLTGrFsMn9hg5jxbMwDAz/9SczURZ5ehOBYfVacOVcjWsnLARb9e9IZOLm
R+Vof5+aHz5cWbcbqPeVb7OQKpT4NR/ah44yyjp2HXYZN6GiT1r3prQQcWOpEL21r6N8HAGjFes4
3jTSGm83W6lvu+pV8cQL16kzK3uu2g3lWFQKHH726ruS74pLHqjnmp0FjGroQyy/GS4huvXatVhd
WD9n7mdzHjPYIUieksI7vnrbaQPwlowMH9ZHgWqC+/T/XDc9Z0cMr1OGhmI8whKgw9aogQ0/XtXy
XLWbVaMm5sa0nvpNAw3pyleuuWpXyFxvzEzalcSb5rW7VO9wZrznot1eUbC6N1rU7eWjTm1vmvFG
+tQAYa8erhuQWSRQQL3qIHDJbtfJoam43TYXjnNn9pa5WlcrBsnSZPquK29FOi5k5aY0rQtby5kJ
rkx//iUeKFqqmtXU+Kgtm2FViRfaPdfp2R4u5yrIzIAzqBa+6dZnzHMKPMfldWM9W5WBm2l9JzNJ
CqqxXVu91OlzgzHbxQ2Rc7ORoXqoQVBs0nx9XXdnq7C3hhgcM9013F+edKN6F95qznR3rtYdhbK0
Crkh5sWkkpdNcV1/51pdc+zJZYoRQU+CIL3Q4gti0nP9nRbnl7k2GBR24ljIm8naPbVPVw3uP9/o
L40GjVaKo06j7Q2G4tdNsLmeFus5azKt/NdTEpc/9/Tfy803F5B/iZUvXXWrlDuA1Pf7TsPxK4LQ
Nib6706Cn6dWuzipwMDuMY2DP6CAd8DMDgqom05exKccM6QFqAmAIkclvBMQq6XpocDSL3+NVW8D
6x0jyNEJvO4DsdyywCTCiLFegGis1dUIOkKGVeUttODJxJtd2GXlVmuPikwK5RYGOU6Tmm2UL3Fb
bBOFB5bwDYWInYqjso18/MAiHTNokdIYuxchGnn51o2SbZtVO9/HXaIf8kNVHzs53WH8Vrv3fU9C
Ze97myqW13LVVPizYpynaUBDBcHJ3eA0djhuCTg6dxuZHQXj9W6hJkDjsm5rWela9fBdp245xfzV
CnQNV2pP32Q4ev38Rc5NyFmQkrDhBFnLZ1ZWIGt/X9foLDhloiUqvhXw/LLyDsN1T1T/NM5fpo5a
5SCLW3/YG6OFzzJmzjUv+YKORunC7JwW4XeTcxaktNpViq5AQq64+irFrkWEHhtzKgmqx3h4vWps
5hLiAPmb2ocMeLwtDle+BsyFw5Hk6iqeg4xNnzxBtHvyrtvS5yJfoQJPqpIv3IdqvUyU+xwR+M/j
cGZ3nIt7i6Yre5hUbDTltulVHmuQD4eXpNRnpvVc4YsOCfPQhn7jRGv7DyLVMtd1e/qBX2ahbIwD
PAWP0jjjHWbLnYl/MOY8yYVROdfv2XJMwCR1ELiHfTHeVsMRg82fu219P7XnMl9hyCAKurxaunCe
c9Q0JK/tCLV/4kY4xYr4xAbL8lKd6hkVnjmX/npNNurQF1lJ/hr4jFNjwk5GQBP7dRdXaxUQGpZ3
y7wsSB6RPW5Okev8/JueG8HZIlZ0QO9VQOyJ7kktX4gM/yrQvgkNc3VwCYQpsXKCD37Ge79Z1lG2
aEztNiXzB3nIKYZyk6raMifGD0m2FKGopgKWm+g70nQ9mCba+DdagM68jsznRLwds13kUVfZPodm
s/VQz7sonVyp/d21v6LqIao24rhtinbVw5otrT+CcckC758g/btfZ5ZiCBNlSBWtHPeKxJ10p6Js
zfJk2WHVJDbpHr2LGm0BWqCyTirAhtJdIN///H3OBNm5bjn0NUozQ07FiX9oYL2747aSX2Jr3wEc
+flHnJkCc/XyoJl6zTxAfPE83kfXZeTm2mUIjFUcK2a/h5S1SIxlO1y55sXp1/gSUjJvhMGOKere
jBwX7IR6YRjORNi5gLkQOWj2Bgm5oL6p5FfdAP8lXqkLnCuYLa8BPqxwQM61P40MzuHx5293rtOz
+0eVRyA1YIju+2HVmtJSbV5LznU/N35uYsxiQ5WU3QDPjZseVgKhE6gXjibfdxpvzf9+wTIZyryV
GGm/XZMMWyTJakpk/Nzpfzvi/12shjVbrGUQlzUehlz1emExKpJT43GtiM+lzxkoBSmJnXMleU6S
yE5jfkKSzik9iSogF217BxzxQke+Hz1jLhoOTWyEQ527lmi+Ctlzcl3awJirhuE0SpaH4HAv58+V
eas0F762zL++3faMuU+p2qEai7OUpaUBDGwgavzWuxtPfDWrjw51YaJsvPYWZIkNUrT1IWmEO1RQ
eIKWdhMZEEg3vndjgs/U3ZfOeDH1XSe9shMAShbWcOScCvPgGrs1SzxJ1Y2hbBX+L2D1wBk22gSZ
XY9ZsxbQTmA5j7/rpsIMrfZ3Fn/BdOlVd5db+V4qPwwQhkEe2biuL9werxX1Lx7zW9l4FErzmNWo
KNUjKfalqZnrXszXcoALBPBf/Njvx152onxXu6dOAk9q6g5UK8iJLkCejWtwtdJz6r/NRaOkh8wq
HA/+KE/ONqXyThneJyQmkjG3e9zLWq+7h1m30oTnNP+bGxIP2vyTtQZ8a8dmvJTdh9TbQdXYu12w
6pXTON4gbLbTwsGuFUTAIct27QREBNZRt5+DcCP7gZ1JGzX0VqWaMJrdIssy6Ct/xe5X15tYlaP5
lMLPnCHS28aGSLAUxKOVbMQuXJZFtokkj4Kqsl/kIt6eg7jtx2o9iFgaCn+7pD8NnGaK9LMQd1Fd
bRTzvZuUt0FGCnel8eQVyi9Jvre6v4G4rYJnGYNuMclJNPrOIBx7s11XofZcufcRGv6yTO61hOJf
NsYJHQq0BT8Ep4t0R2s+uyyHFZ5TsyivRe1khTAklGMRjwuB7X7RDSso7qvYEx3NKG2FXV5wS7u2
avr9EYUHFVS6DPs3p/pB6nPHDEZHNR7ImpExWlS9uQZGg9F8DG60X8jyvgR03kZ/jSI4qiP2WVRz
dspxxAHRrDR4KEigrV9xv0Z/DH9QX48+UJ4GiuB4h56pEp3CWqpQoh4AOlXWo9c/tuFNG5/aYdXz
j/X0nzVhspO0iwJnyac8OvL3lL+3j9a6WY5gwjkkWks78p2QvDmO6uTO15Vc4jVN59ojGHdemJe1
fkzKfSG/1kOBLowDTvppym9V9KFU76YJkvhtcN+k5jPmvzOkdYT1XWAkdhwLhzhchvHBHd9deRNq
6IQT22tPfXybx0c53nJNtQUGVILV4kkIXRy3OyTJoQyWnXhvBeICSiaWvkcXLUXoQ3IfIJuqK7zz
N4XpOVXy2oYp5zYqpTi1l+9JuE2b8uDGA0aFPSCRdFUXiCsoevEFa2Om/SaBNIZHTi0ctfbQQbeF
7dvBOZKSX6b2mA6ZY1QxaPDmsce6TCYngUvegfvHspZuE48OV7tyFOwkehmzrVbDvfb2TSY7sGAX
gbYr03ahMkmFyFr0RB1BchfW9DBbrGQCkUGtX2gANI6QZDPkHfjPprJIjSAwGcGhy5VTmGvFBWfK
mvLj5mAFJ029NcRTYqLLdhCk8yYmNT7eCb+M8k6S+xtPle/7GBUKzB4heg7Jq45o9VLedjkkmOlD
VAcbq8SHXsDQPFimsGJSBE5xc5/kf0DOn3RT24VxBnw9XCvKvWvCKonwsxcwCeGBpK8UlOYdEBON
zbBxrO4RFOUir9SlUbzpZURlK/rz3HNqr3+KSaY0WemE0gO+vAtN7QCdPDUVKj7WnumpDghi4MJH
mPHo/H4FGsKbAp5Bnmx447cFnD4aipkV7UZH6Z+VT6qEsrQKNn281ag7N1qHegOkgpFTKs+W/uDK
z01QHmWsJ0FNofCC863kK6T1y7x690CUqWn1Wor9bwlNqmEJh75iE0jHePLOhLqQLNyy2YRiDAWz
3pZkItqIGgQxf8uQwMd9AdWILSQGAW1O3k3RSq0eBwDbVuNCRGwcsOQOZNVVOGyruN7n8cr3VrVA
ilhfp/3DCIe4DZdps4+r1w4GTPGsyxTw3wnpCylUId9pXCT4X/QWyFoBeOldxwwqXIu0yGQZmyxC
JPWRcisxY+TmwQNJXsreSm/Xfrk0s9uwI1H1HAYPwAIWflrzVL9zZWvP45idWqGjR+89XB2CtUXN
maD4ZOhEpG3SMhfvW0le/2OgKU+KcT9WyIVjBw/+xVC8ZC61nhb0uHbbeYcszZZqoZJW85eG3D8G
ynta7iSBdC2kokQgG0d5GSotHGiF7r3K/2jyVqm4TOXbTLvLvQ8JvKiFyqnvNmGxqePfUr0L6VLm
7RBLbfW25qa1bzV54YaP3bAWgGQM7jMKIimTHEsFd52vRAPtVfDRU2RndXda5XjVg1W8lhjh9xAy
do0cbOv6npMmW2g8dB+jKi3aMlzKgrCOR2bRm57+qshR+FI5AZZ3LSE2zDFUCLdySFX1IU0lXBUy
LjXlxssgy2SreDgC7IWjTPQChSudpChbp7jBFtW4co1wIXneMtBOFANuY+84ksGOq00n/AUQICPa
gd6HETKJz9ImTUjGQcOhz6PAL00HO0+gZhNvxqyy3ap+bNjkq7skWg3erao4fXTjU2ZpBGtRWbMZ
ox2DhJRDB3FE6ZcobsCXaSpkwFtJfZbikxI3PI/dFbAtfAqYG3Xhyretaa4k3qDwwQjZDjv/pYYR
lG54SsLU4T5onwT2vtLESb3O8T8eS5K3/AxKP6zUu/U8qgFCYV/Wv+BNsTBVYH7lFgKZEyIsy8Rl
a3EgazdGBm8+rhZlndiqyblgLG7l0o2Z0Mc44R2CUwvsDgd7Ydurt4Tno5HvG6JTlkOAgMPkW9Va
gLgsGx1HLWxV03YpUxrf5A+W4K2i9hB21dpKBRzyGgjKK+rITj4nZ78iPcuzb+B/igNAkH2S/cUq
UpBOsb+rmwc3gfBTvNWju/SqU1AQg/tDHjyPwMCB+TqmsqxJW08Ir+QllFdRh91cs2qorzEjIpjH
9t6EKwOvlgzeBSSsMtxQqAStN2ASGU5FbmAkAvQvlvUYG5uxPhZa5hSBto4bEA/JUcq7Y+Sh08IY
qBeCmwJPsZqKESFgf9F7g4zDXyqXIcxX93lR2LnrOoDg1n6bf9R9sembpcEv7VqlDRr6Juk6nHHv
OBwSCswVahs9/iVPsLcgcIZacOCZriT5EfXPIvUie4TrpP2WpW3iTuOqnCoX3BBrqKqjfc0Q6Nzc
A2Gthy1+0utUzFdp9DGyvyWcXkbuyopJbo9JrHDCLhR/1UWaIw+/BTY4HTfgpjwO3q+Mw7SIQ4Xh
b0ZGOS0q29fG20YTl6mqTgvA8puNV1mHmkInRftjlBUEQXPpCVSFuem2HsSFUlp2wbwJ82wTS+99
mjt6XHMQsEE4Acd2NXkJKGslBfqyrTZlOUHKKSYUJi+MXdQcIr15CPVPXT25+n2UnDiA1lW1LrNu
OUZ7y0NeIhVAATeYxNh6A/ZgbIjvCH2TQyxpjgpwPNG1g5pFDriUk5XJmyQfFtWYrLOYjQ20ZVVQ
DqZJLI3MlgnPtcqoNTJlVeq61aD+4PUH2stujfxFMY5K/5QPr5wZNq0Ic0bmwBcqe0+KbCS/BLcO
/RY0vbXoacuQe+CoH3s4S5LMcb5hMnIsz4v2FEB3AS+UdpVjajkLo7YFDlSN3lNm0HEh6NeS8eKD
3B2b9KZNtcXg99g7FXclbpV+KZ0A+IJqhy9fRHtZgRJnGksv3AeF45Ljs2LLrlrTLhJMwnSV6yiU
FuifamnaVQCKSdwWJafFCVCfMChl5WjRajTgwaMRHZrbAhpcHlWHADheYvobCiFsAfcLk0YN9Blh
jlG0PvLIZ26UPLppMfxWGOYRdDZwr6dK1d5iAmqJvY7EoWiUP2HE27prLKws2VbdVusBoSDO7i1O
+BjRyFq8BGJ5H43dOmVxmhDZCxK6LSf5PvJPptQfAPhOs0206/QPeLFbOdiX2a9KcZe6CadM7Bx9
qDZGRZ2Jf6wy5OPmPodPign1Eic9ckbUuWVrrI0X7mfrBo5bPze6tRHBuWNfvlesHb9HLL342sT0
XFn9UlH6pYvtUKush8T8G0I6bKx0GRnQaTwnnyqmb5oOrMywqo1bQ6HjVPWlHaUWTXMscmOpd/ey
DH+U3Gommguc+FZ9IN+VeXJT1AgiAZ0LJhfH3JF1n8exp5oroqc/e35mF5R3cHIMPXdpetkSWh7l
qt22NYtPA2/wRVcT2oymOuT5A+4t4LPumiz4naj+aSDSUAWZFutgBAwn3iQJvsj9TSq1HO6wA5eI
2kHVp9sEY5layY6WudeQ4GOws+j0FDl8hjrZ3Lj5fVUeOk8nOr4G1m+M+XLoTjE+Iz5bGjegoKYI
hSiOJ7DSSMfOJH86lh7YrX4liUCBS+XQ4TFgSIrD2lrn41NKtaTHxqt1D9goLnMTq3I3e+y0/lHE
vxtipU3GicLGdSWtgb0u8lFYRP1wYwndsu2MFawIhAJ207nLwm8WevgowfgyZMsegAFlXCS7cAQJ
7Dm9m4JlezYqjgSJaie6vrFCiQ3dEtYpIsiEUBnVeO+X/ckC4oZDU+0UmvsMQ8tONP84qpYji1sx
ik5W8WkW6kKlgLNSemekPHlEa973ql1zWRjM6qgOj6Nym3buHvrWUs5Zj9recu9GLuW+X69di1uw
VzhyrdpwZtapD88KJh2kzU8VV3pc+ovsVAMWTo+etMMTemFJb3Lw3Pp3AKMWFtSkgt9ULYNDEZLW
KBqU0Csda31dHKBgh7brynaUxSdybJwf4OeZ+VofrDsl9DfuYG3ryDuoSbfSPPlPxAkVgu1NZzwP
bUGqjBMDvMkUKVZQKisrATxPaWwaETx0Ya1Y/k5EilW1AxdyEgz4tmEOLS8UBQeeBOwXdwkeeVe6
K+xduLTcNCqDx+TusTFG+DRc+41RWXvKodUpwJ287DPAsnq5lK0MfF9uR0Q7WZVuA8E/dDwZd+Ca
KGYUOOkkHlV2siPIgAYG/b03P63Y3xdVtJCC33UaPPHaeUtWBPMGaZf67HBxYxxNtXysaneN3I7b
wsnMstvcvwv7++liaicchv8fZ++x3DjSReu+yxlfRMCbwZkQAD0pUZSfIFSqErw3CeDpz8ca9c9b
kiI06uiuaggCkJl7r71MTFxxIg5ZwYDZUg+mmFxb7yjPZvqiXWg2x4oM0Wl+wxbRtQptoZKmONuv
CVi9YBWBG8HHzSJG5MO8yJgQF69lhmz9guREd13zlgDXmLpOZZZ5dfhB+gW4Vui2rLUWo/pJexsh
RqpAzqbzHljR2R74gqeV0dtrs6dVqbV9lGpeZRJoc5EAEZWWG6ucUG7uzBIfpWWSsGmtjeoIku8q
vHqsxFehvY4Ka2Fmg+tI8dIEetMHnQafNUEsQGej0R4vG89GC9s1bkVG9xSYDZvsx8zG2aGmSYLw
mEvDOqRozTT6CSWFgZy4KmGVY9W6UNMJHzhdYBGFc0zo3TlR1wSnMsxGRoS1WfEnrt+cNtjFcrdS
iFpTlem2jnLfyj6keWXkxlINNpmtrcbIcaO5Wcl8tYlG/Tkaa4Pqgd5Y0WaiE2f2PFnb1JZNX1t6
SR6u82y4LZzXQumPJWiUYWiLfqBWD+XjzK11KIdaohhi6zmft7L1NEDRCaU/5XQLrDHZZ8NLfRH/
blR774AKpdZxap1lSk1ViBSV96tqvOXBVjDBataiK1atviTVG5TgkFLJDe0zeaklIIbe+4Z8COJu
0UGLFdGvAiPlJDKJhpsXTawv5/ljpGCZ6S5HzLi1dp8qwq8ZvBCpSqvdrcDXoG2Lm1xITySGrvu0
OCbs03VGeEKebaIaRYszL5QEOlp1KobRS2NtUdKXzqOX02nD/d6HpH9aJJvmlHC5GS6c8TXv+p0c
3FRxjBL/pgxtT6p7r3Pe9FbHNSs+JIwEZe43lE2e/rAh4u1GMmoq44/cHtwuGPyhpvorWy8dBm8I
Y3J9AuDKh2AO1o69spkdm6T6xFa2ywlWKwLXmamtSmPX20hqZJDc7tJHGoc6mrZO66ILcBsLbjpZ
eVIGtaTN3QmeupPq+2pkE3eahRm1flmOQE0K4gdypKkKxloHsYOISuBKPfAB1gq6F0RgVE5N+aft
i0crvFjTJzfhZPmywa5hOp5RB15eCf5q70VJ7Uaq2AubDyVP9+F0HNXsLqnH22YsUNqziSXSkqR1
8tEDcAC0/YVYp2xVjfVqmemihv+i87moMmWIFHM19g3zqUNZqEjKqdadRwNXF9CJB3TmLl7vh3p2
HtJCbPRWOXT6cJiCcdVCpZVBtlVpk2fY7gNAXv56ohPPrhS+Rc5iNkikWLvq1BA9TR5wHg6Hbvo1
3tmdtiMz7kUVUFFUulDCpJehGgDpliTzpdI56oHYGvhoCuCIEam3cmNT/TYzBzyeDNYQr8XUvMtO
tcrV2atlRKe5vs0VySchU1qJ/HUO9J3BrGMyiC4h2Twmi1ztEP/LoTeVL2MLKbqejmqgeAVZf5h0
jC/kni7S4N4In8PG2fZVusPb7iWa2bkdsWrmyTUSFoj5ZA/E3Sgf9fBUk8+hR5Y/S4TodIEfpeSj
q+KmbbJxYZnRHU0JowlvKGjUneeos7ciKt5GAXXXLA9TbWyUtMFRQiaZN7E6Rr3Md2mEBBtRmsCD
F3xfky90IqLrvaSIvdbwjKdzOO1t6WZMeGXrNsrJGg0fEssvTcp8pyOmgIx4oZampxsNYS6z7NbN
ycDDrZeSkCLKcOfgeFfH80dF0m1TEaUigb619BlO0y0FfX/kPMjNnZWUJ6mufSdVt0U7gV/XyxZb
n1CDDTWeHcrVtna2xInSm/GF2YODYVC1MONX0Z5zgIvAUbcy8ZLEy5eLrjGomebSk/Rjkm5CSNsX
tG4ZNuVaVU/6fIzg4ttCeCUhDb6W1Rl06jsjRMYyFG/2RZub9suISOiJf17+nbCYpcYMuOafHUOC
y79f1M5BOfszxaBQ7EWFTK2Li0vfg1sSF857hRIxw1NSv/Cxie/VFlq97ygYCHE9WeTvSkYElmp8
jEGJuxBWNG1uu2aHpsW8RZDrpYx10p3IAWEaSulRa85taa1G0SwEbI5glJdhD/7k3ISx5slM3Hq5
drupPxPl8lY56A+awu3z1wAqw/hhNPdW8D4TzmtL1rIzqlWtAwfj9TFUv63qvra2uTNw5rZ+Iw5k
BS/bPva1/sa0paXFX6/mP3TH/mBU277tV62je5i9oqEgznYMd11PjtShbpJVOL0W0yYydjmBlHmx
d8zHWm79SiiLcJY9CdQgkX1bRm2sqG5sWphLvLV8+xUQr8LsWnWow0sA4wkthcLIWYlWsdQ8x4P6
SARnxnIUK6Cvu9zeStU6tUJfdJvJmN9kys5m7DCaQgAZbgKxDup63UsYexbyMiKxXvT9MlCMpcxC
mHjYffR7TIs3ksNZYZknmYKj9rc9jW452o+EU3JQWOnZTkg7TSHTSwy/50Q9YAizDFOF2no7iB3H
xoYPfNU18qZR2AfS4cNklyrbaj0r9yHRJSb3X/P0p7gHYiSme7L1t64bYMrFJyc0F9rAGW0UuGmV
AEjzXKyLwc49S9a9kUx0eVRc0oz9cZz8Qov3uLacyIzZizbd2+a8jmJ1E0jyWi5sujp9H8XFSWGK
3HXtKqAnGHJ9WZPNrZOv2TK2ULJDqD2k01OZvDvJeyLeQo4ABW+TdN9pb6UAau9uQuMozNNAz1bg
FRyCRAKYSFLmp/N7ckkWfUr7jxG5VTEd9WENhg9NULaXIKhaZPhmikzhcKGFNEqIBPOWgaLSFFzh
NlRPNqiMI2+kbjuKU9ocwuqoZwclOsTKQZ7eR/Xi533mM/SGKl32knTCFLRga5rlxM0CpPWpIAIY
YWdrHQfjJrucgPd1lN5NJE/3de5n9eDyMH6X5XtjLCsNemPLiTv6RNH7Y+yyE9k4uERnk3rXAIQv
Ijw+Q9JtK3eG8oVB4NbSacDQympbLTte2svJuU2lm6YHPSoOUqDdzVqzNzjSQp1R4BpbckZvq9ZA
Nkz1P98aYhPkH5iUQmPa9/K7IoVrTWNBiUOS+K30OMYPzeiqyhaooMA1KhUXn5p2pxqrSnO8vJy2
tP+ZfXnfu97SjlJ8bLsbQ0cVzrSXYVoIerkT6bbobe0lmVVihLNdVr6qo7PX+ju9HfFiLmTcaJy3
vuxvDJIGPWd4M+THLlKWdFrL0IlJPCTuqvOL7hd7/mkOnTXxsoeLPU7Wn+zoKe8htvcPUvyYMy/q
znblJZW91aOtTWm+1q3fkjgbL0WykZrWbyd91cpHJb/BjIKxhtuu7AG6aeiHAYY9rXY/5YqbsR+L
oOa7PWrZcIrTo9VGPgbpq0wNXszoFLEjyAYGP9SIDAxo/Ox4UVirZkM7k5u629vnXso2kkb/I/OD
KpKZ7qFp+DKZ8Zz3Vfg7D/N3py79eXD2shbuTHXeqxWj57bV3NqC24sBa0Yd7sS2b7B9xzVRwLfk
PNHBd9o5pSXVi2QpOiJ0Orv3mwg+YKR56vBALiA+wS0z553cvauNWMJHXKhAHxlAhkH+cqdI57H6
jfyqbsEyKv6kSB56UZ7t/qzIkv81DeMz9sPlv7+/3cVF2P7f/6P8f3oUtk0vYClkrScVzO+/8R77
7LpXjL9kzEvOP65rt8vaOVTWj5jx1rUtmBzHcmlMXDdhkNmv5Z+yNa4IOgURZmplw6ycGsykeUXf
MBQ/EfhZ14ZgYV5rY5dLHEqauUni10EafMVUOGOZyKr6akxrEpbVZe78sYPxnEXtogJ/DZ3GC5G8
F7/MNP3mXj55J9eeXqj8jSy5/I61wWjKS3/2qq9TSodUmHZa8krk/DgxymIA/qNv075w7f7zbdqz
6QxxnqMYUrw+8ePviHQX4c4/mEfXBlKx1thpoKJv5rApjHyl2UfadgLM529IdZ8YVFv2hVH1nzuP
5bCThlgSuJgC19XkuHersKLGZjg+KBsrkRejRAahpm3oGHexYfi6+hRMGWXoTeEwWxnYh0FGlKA8
ys1w0+XfKDU+vbWrBZ8N6SxHIXSnHNSbuFi06mu8B8Kq2qf9b2bQm7pfF90DbB/dPFRYqJu4WEi1
hY1DuiDpfEEnRCrgPsjvVeNn8l3r2rCK11ECJjjY1OYemDNJqT/7hC4Mqv+8iNrO+7aVYZB3jGYn
9U//M1/2S970/1xYlE1pNTMX1ldStyDD52f3e0Xls0Sq6JJjYtmourJGG+r96LrXLlVWo6e1iBtu
d1K9EFavAQzys0tf8fhIxFOLuUeJWHQ7OVvG4892+mtHqog4gSIcpmmnvM9P5e+vb1b7N0/X+v/5
UcWqZBmTxXasw86C5jEYFzda4JNxjhlcZzdxrlECBidHusysMQZpmC+KbF/pL4wgJGmvJ9uYaqJK
iMVS9Q2TiGVKUm49/y4GbGXFeLxM52PZWQ3Ksxy8DfWdo8orU7qPwgFC1FaZTeyHWUy5cvf1r3V5
1v/Y0ayr/cZSk0hRQfx3mThPeJWIZiCLoRUvWlW/xRW/YhSMP/tEr9Msp9TIzazmU7KSm7lZWvbj
17/DJ6fTtamUVuh9oegxu324L5NLr/D1dT/Z7a2rLcDU+wqvTZ7NIJVsxKQwSgHAkk0C+HcGsX+/
yX89/6vdYEhkTa4N1kCiRu5cnIpyL+v35fDaZQ4oY8AAeTNo+7bcW9lr0d5wrJfFUy1JEN3SBSgm
0HXmlvV7Prw60jmwnmL1hXh1cwKwJVGDJPT2MrWUsNkJgXbKbFnWfzTmpCRhm2rFcf4Qp49G7KER
WNiMbBJnpWAfZtWR21kHtV9Z4lYGR5R/xcnJUN6d+QX02R2iG2W8nc1LFttt3jhHqdmNyTEuoR2U
NUPG1wp8x6yb27DQ4EXC4AnvcIqym5mM3fI86rJX5Y9DsK3RPTjbsP9G9f2J1sKyrnZCE1FYl/R4
El28OWgGIT4xqsFbcxoB+k3Ij45rhAqJG6VX0QnrgO9OGP3IQJFk2f/d3tvRKSUBy3w31ocwWIvv
JAqffOTXdlZqGeqRBH9g13/Y99U3Z/pnm9q1l9UUS6U91MhgiuHJIF4UKijwmItvnB6i/G2B4/pm
OYaKp0zmQpZnEqaZSISWV7WbKN3Q7YtuZWQToCEPm6mGZaiHsJyf5bi9cfQCtoF5sovIwxtzpQAu
j7G5Ced1HmpulMf7CTw51fY52Syx9p2y+7NndVnQ/zm7Oz0TxZwq1ARbHAjEz1xoLPNqrxxaptlN
xGXjI9O4+DvHlMv//o8t4NpD6xI2kOY5X0xgMJb7jSBpbTY/PAuvwzvjVvRNjXviLp7xYPDz5JtC
9bObvtobFSlHcV1x3SjMXWcA6YBMIn6WnWhduzXJxHXkco9pufLOdPRn3ca1t1IrqUWbjWiwrOfg
3vz19Rnxyad27auUmmErDdB0Lt4kbeK1P+y4rp2UTNGWgbg8gfl5Pn7n9PHJgWZctUV5j0+7HuTU
ck69ahz46HCQLBmahN15P3seV0tPT9hQRKaNu/K194o/P7vo1cJLcGOWY5uPrXmuLR8U52eXvbzT
/2wTeRPTdJfUibAYGXM5L19f9rOnrP3vZVUjbCShqrRwWr+2IADnYeVarbbSsu+8DT/7EVerL1Vx
h7Vh4uIrz1Diz2CeEoLqnfQb56JPSt1r56JeTiJNUjr2z0nsx3BYOJnY2cCZk3qLSO5nZfq1gVGS
6cIcU7yf1Rya+drpwuXXL+CTNXltRKTW+tBPrYKm/jG8l372YV+bEJl6ycBWZkRgKMEGUB9N+9d3
+8lOql8tSjMIg0a5dCtxuk4hOVFflVHhf33xzx7F1XJUHSKFc1TEF7RWDJtJ++HTuFqR1ZQYIOM8
4rZdThe++OLr+/3ky7u2IsLCoFbxD5uIhIMU3GFcn8KZO9VT4gf6/M0P+WT16NcL1EztsEv4IcCi
F14H8wUd1pfW/uyg0a9Wp2aQFxK2eDqYdRsvTF3xSuiGXz+gz17oVb8QGraS9jYv1Ahwg8P54Zuq
+bPrXhXNNlat+TRxz6rhiXcpWX19u3+7438UN9eeQHonDCd1xLiT0YRNeAImcNLGcJ/gLyyNv+dw
gPGIrqhFqzHVnjTKSLg2JpxLWV2YjLOyEjbXjanaEICRedTRKqk0hp75SswPejFdJv27yFZdyJIX
d1Ctih6cXPftyVyVM6istlLMwQMwc3UsNILi10UdIaUyVIXXmSaLNIe9iWHfOGc7Xe6gap5bqN2x
yfwcP+TcemNE7yt0WSFQn8nIJcqK1ZyNG7Vr/A5/P7vwpNncZ+G0cRL+uP9jMEztHmYlXEYok4b8
tsXPP9DvbBVmQq6i837AwA52wa+vH7NhXd7/v57zFZaCBF9RqE0F3vMdGvbHYHww4BtJEChL+1xO
PJ/gVSTSSnW0zeR0yy5ttlNrMsPYWt3EXF6sc+tQBHjvw0/V8d4fHUbl1WKwf19QibTcNhZiIrVc
XSxIRs1PoQGE8haq4CrUEezwp9N8U6e/E/UN6QMKh/uCwWGhr2dmz2O/HHV4LHOIvaEn6tyL4XnH
4r1E94WFkau37SKDLGyNIzqgta4ky5TpxgwpKWNQb/wmNdoUO61/GTJnldtiZUSAJDC0p1+l+ish
qWQUmwRehnLTZUvJgXfDzLZW3KbajOoHML0rzP4hbYubSup2U8pQaWBSifi/1Uq3gVIWwDFJNTxg
xePUwpQebico82HOk0iOFjM5BGpwpHBBi3E0lvq7NqrhgOnrLNLdcZLuyg7O55uiTIueZrOKymU6
p48j+d9Z/FjOo182O81cljKzevwce6XxLP5Q5I8zUcjCECcJZ4Za539W4wGGrCR7GoTxflIXLIPK
POKDtRirtVl1i6Y9EaDhFnHva/p7Vu+NyfASs3A1oTwVbY1MEU46dzXE2i+TIAKiptaxQ26AGPql
PJNsjSYlj9q7sa4u7C/NaO+mofNslBS9KnnwNlZjfAtv2soLP8Ni35IUV8TDZoCFH1qZS6zkXBE7
Ec0bCYGVfiRgz8ugoztGSlCG7SrcgsGPrmGyDCFUrMuA0Vf1wNODZqME7XIQJk6nzlZB6ukEI5qq
3I+sbt0za+viyM8gK6TNuKrNj24IlnHsrAu8NdVIey9CqNMItEIGtHYu+2asekV2nhrtYhHjmhLW
vk12zNTfsXU7IWUAJHWBQ6CmOuTn5a5t9ZsuMtzpojucA8hEz5lTnewZTyYmKMZCQo8gSQcn6Q4V
g9969HP9eSJ+d473FvZ3/ZpG6Ba87MaexV5x7pTozxii1lSgJFQw243SHfV7WYitk65AlJiLBisD
vgU/ejGGS6Z0CIBdBw46tCCnxR37IBQZulgBCbP2RTbf9zaCoBraqKwvCt6YXjw145PMlwg1amRI
EAyBmwclVKl80YaS20wIoIl9mR1roYknfI/bOHLTEYlJDjN1zpdC28rQHMwugs7G1LKC7ZshAngr
Uw1Z4aZOtEVkaeQkYvOXo2xs9vE0LnGBwnrQT9JzmtsQB/4Mmr0goUZpt1KB6QM40TjwwgfT1fAL
0uQ7AzcDhDsY4KvYZ7XGa1vmy4hphp3c59NdK0MwDx2XlwHHaqeiGHYK+PYO3zFgZJc+SXmDM5GG
FkNdZ8I+hYZzHqwd9K0c2nMVbwWe/NW4NBvz0LNBW+2zlKEJTNGKxq0nV5g1J5RWOG4xNoE9m0Wp
n3XPo8H67KHpYOY+aH9wbHRVGQHWpHuV8VbDbu3Gx24sVnJsMXs9pTa2mfYacpDSpW4fkR15ET8O
6bacbxSOMCV+antY8cmbY+rrqjKhGzZrx5JB54ZFiZQzM4aFJLPoEPzcmPmpTPmMR2Nhw+uXnfXk
HAKLuLbWwjG6dIfuwVZgb8Kx98o0+iMn2TaMzjnzddbS5UAUBgQo60kXBVtk4c9d+BQw7eqgBedO
fjDDVzuECs8H18GfE+TDLCZIQxVLVLYfE5geBRE6ZTrfmrX8kMOJn3LkxWPBvpw4r7nEjhiNabPK
RtMzu9FtDLBnoylfmsHcDPIeUmqEVB3vFKTDOJCaxVKLd93wS2kOcXZQ5RdbjMuk5FQeGUq2F8tc
sVN1jv3fU1dv2kpbpckdXEN/CooDHYCr894w2m/Ss1HhyYwMsHPg13YMj4J8rVjOoVEPQ/OrZiIf
CrcjfsHs8DEMK3+yN0YzLmrrobNfwZa8JB682nw08g/NPA/JC7lhno6UJKTo6ItfFjqGmeQdtbVO
TXJbtTjRh+ekeczjJStqJQKuZmTxIUynW0EmWCxtU2HBpWMHhoOLt6rLxAUhnlEv0qRFE2xv20J2
RQ55IG8Tv0/ugrLbDQU6Dbg4JjTvGu6mSWVCM2U6zksw3clpAQ8XAksY3YfzmdvwZEhHsj380oZg
38gnSX8Q8aoDE0ZKNcZik0lbKwATdg4pI6QKEvvFhiifrPe+5MQZ/pRo8+IpW+b9uO8spG4O67d+
DhxlM0ZMWVuYnRIfaybL6GWChcGQ7hJpK8UjpbCgULsz+m8d9IxPisu/6ON/Gu2yi/q0igYw0QFm
X4Y+HPuk+hSp/bqVai9m20KTuxbaqq7mva28NPZv2KILNTM9qxwW0YxKEclSBR9iTAy0yzekySxm
BARiRmop+bXe7yDgxeMpqTK/wpzdTG/7Anlnou7aC+uuopRjKNbp6Metys2K+1Q5dVgEzJ3w7FLz
5WDy6Op+58g1nXRexiHmEcDr04lo8WWJ5DHeCBRVcXdrwPfRJoIQ5IcBE0ML2UUSHLLoHdKpUQ1b
Yd4l7OiJKPyQrsvurUOSwt0C9w6oQZB6gciXKYGCApFxu8WrSlnkdYz4etkgThfMcRvoMyycuXmd
6x2uU9QMCHut8kmWMIkGdLsYtvbS3qjDu44lPsGZH9ulUx8c49g0Xhef1HJey8lmKnu3RfcUhPBv
pXKtqaELjYsTdBtUqyDbqKJ1TTPyZha+YcF8RJZg69CYlcrX7ZuC7Uuu+4Xalex3kCOR3Ghven8n
8rsIpRZ4ZXkBdeNTBaUMbwmncZZxSqlmryQTRZcm7+PsOEuvbK5wF4WnUWNUw92UMFEMl3JwmDlm
mvpsz7YXqitpXIg7qz3U47wILlMJeRfOJ7W4t5RbI218YoEXOuPkuD/01nOLgjHbjGwAJoWloTiL
vwxylPcp732OX21sGVIE8u05EI+yfIrCX0Ozi5OnABVyzLeQ8/1pxrEKfzkNqiMunNyXTXzJhuZU
ZmuyEbkz/CGJIAjt2wi9ymjB8CUyzO+R7DW5fD9mp5IJtIVHP5RU387VjaMqS9sM7oiv9lNnR+iJ
nTbLqoKorqr7row2BX1CAJm6zEw4RrweZwJYrx/L9jUPzm38oOTOFjkN1nnafTD2z5Jc7TIDVw7r
fTbH00BKJhkFBKJ5BRFhLUhNX97rHcEeMpT/qNwG8CS1mAeArjiWwjNUKLdFUDnIbJfTqcwD8lLG
xRAcJ3IuKzhh9Vug3A1quWiQLDgWSn/9wcDKNY/RlcrpXq8ehmzVj89JOnllv8Uw7xKpSYEHX0ln
C1G0Q8FS1KoT+bwLFhlqcRS/hByw2N+U5K7nIJZ5+84DSigyZjrx1gQ7jfmpeguwQGHsq1Buu/lg
6Pt4GFe27Xh4ZXTybmKnzfXXBE3A6Dzq9h+F8DszLv1wKO8sPXwokDXHGHLgFtJhmO71ASTyiL06
pVMLccFe8R+VDPuDKVrlynvQTb49cmDCn3Ybfa1Hq0nUaL53CuO+zKRLbJ/SpEQ6nMIw65F/Y1gw
tA+21O7kkoCgOuroLs1gPVOIln37HGElbTo9aqVopTtI/pmnmKj1hg5GZN75Ifz8Vq/vzd7Z4D5/
FOjfrQn+Z+blJgZ+ChI1xXEFcUrJpWkVFA3o5Hvz1kAmHwXHi94Em5HAXnajwxSrc5sQXS8S/HyO
lkh/aqplcSl7CKBzpHEZQYwtwtGzkRdY7TaW92r5OAI1admEpGJ204DaFdWDYtp31UyixuV9OtOq
GNbtsIkppdWs/oj1bJ0Emos427UbpAP6eaLZzsFlJMRLcxZ6SCMwd9jEPYRhcz2O2zaxbyw9R4Ia
HzQNO9kM+l3d+VG4SrAnsdv8LlD0VYdmJGz6Y6BrW5z7VlMEyUiQONOM61m3N1Yv79qM75Edycay
WBgvEgKZoGCDau9CqPBN8zo0wdLKYQLfk89UTcF+Kqxzloq1YsPRwzLm6177s8PsClJD48PDQF28
m5DgoSCOmj9fX/iv4+G/evgrUE0ogyl0tR53dt89sJkdAwxtRpOKTcNCgTywiUrZzqFH2n8wNuC0
Nl1kWLtZUm7S0d7I7fwY2R+JEx6d4OPrm7r87H/d0+Up/OfobmanhmluYlyX6YuUcuFC5hVV6X19
+b/+g/+6/hUWp6f2MNQZw69K1rxulh9EuC1UYqnERyydw15hhL1RBJzcbis4E/spOWbWsf42qPav
JeS/7uAKrcPKuzT5BvkNQRxmtOjqlKOcqH04V9tAOOgTyGMsb0YSB2I0wS1nVa5yyhT7rtpBCh3x
H7BV+WeouHYF8EVIpuKUEfIuklaKeJjjb5A4TtdPXuUVxGeZBUoHzqsdMvVFTRotuBUKvjUkgjNt
JjKKYkcBROhF5hbMx4v4vc6wdFc8eW7PJSfKHOlejZyLs8DXERWPMPyzgkbxNFQvWqgvDbNf6rO+
jarBj6QXHS51qdk3TvksqsGdwtjP88d6tlyRohurNm27D6bHoqs9fIActKNKd9MkiZtjv9EAydbB
rWZvbXZT9jS3Mvdo5Or6KZV7gChcYDruAekVu3tbIp1JZ9eqXjDVyAJ0X9tuwLta9uBL9LlF8Yig
XOqeIjbKEW3OWOaXntsNpHZx0ePXfUVV8ZZGFIsplFasJrIODWVkHzpz3Eg63PeLp4VvZ3tH9pF7
6jPCvvoYlZt2ClwDME2lYx+1fJ1gWZVSQJcdsnNlo1fpAktB1Jzl9JB0pdf00QZfMzypXizNr+N4
k9bbCjCKUKI4fJvHj6IMdxWSmDqCaYzeDy8TVVsZYu9g7FySAMAwaT/P8bGJY05jtE+cqkJJWCu5
F45opQXCv3AVLENDwZfJ4lUjEh1fEl09FOWHVtbrzJ68rL/o4LdVdB8380sqKH5MFHam4tOcuVXM
iYOgrS3uh/SgpgcoldggBcnSmX5pueJPcnJndX+c6F1XI68S2BfmFhBBQleSLhpVdsdiLVV3nVV5
s1Z9iLZYd9JMd/Ni6Tso1whDu32uaT7OH7S8uov/0GIw89sZ2bVAmdMM41KUAVBLtkca9jeLO4yy
F5sRfJSVfl89p0Cp/UWIiJWnNScALtYuV47RfOioHpspfDCkpylpdk7xx4rQnxq5N2q1P8HA74Vz
1CNt24Xar1ijV4fi4Mh/pEFDpUsAVWvgLlcRSf6UoHDCh6uvlg5OFEWu3yaW/M3E4DNu5bVtt2wS
0R1UI7A+ah4zAsIzy73Izmn0IqrncOxwNApfZuxvdAT2Top/hiVhH9QtJAGDokJG1UL8t0sZ+Pat
kN6JMP9m4/jkvLt2/m6DRMHJyaZvh+PDZzjRi3+9+WufDGL+Rhr+53CJEmTsOCWInTMdu1bxLpVG
22AZVn/oIlkVbEQdCoi4KUgHxucMYXmnKX5oSq6IMEWJP2Y1v0sDUM/g3OS5l1Mba5XqleA2CW2P
ZG+6fkCNgxNaTJ0USeumL5ELs30HZydj2RTl0uxQ26AY/fq3+mSEpV7VB3WaDCz/QFBBDmCl5zGM
PMmGOBOhCZy/43V8ci5fu5Hj/VyoWCeJXZc+5IQrG+3eQcz79a/w2Su/OvSduaDhpCrelfI6CQm6
HKdvHs5nV7467q1QiXXwbLEb20M/nDnNv7nwZ5+S+r91iulopSgs5gM9phhDMOOHhnUeEc+F7H39
UP569f6jUPi7dv/ztRpWkbXpbPBi0a9UaUf2pwlIuE0waomTh0heTYXNmRG7jm67X//Qz17z1Zld
zIpsTZdfq4neNOtS5aNkxPjg66t/8tCurbftNIryuec9h4ZM/vpuVDtkt1jvid9f/4C/H/0/ntm1
D3cSdPCHDY1qxpwup+4mbuJjWum/lJDRBFmPMadkp7xbwwhUkR3z4NluaC8v+X/IDPGW8voKu7Rw
WqcV6IRc/nLMfNOhMmVkuWwGxU+SbFfQGX19x8blS/zXHV+W9X/eck13r/Q6z6QrktvcmFZ1HvpO
JzaqOa3+H3XnsVxHsmXZXyl788hyEcrL6r3BVVAEARCK4CSMAgztoeXX97rM7HoEMo3obLMe9CTN
mCRu4EZ4uDhn77UrbGmOrDddVewA10P5gcZhqweDQUhS1I7taZhN28z/JDOUlJU+p9u0iRI0qdm2
Cr7EGetRftscQSWUNaVk80SqrcAhPMGCijtwWgKkW5SfdmG/18lTHn3OvXqPP+60XvKHaplPc+TG
RXqtaeZbgoIH8ymK3G1nTmwK+mGdv7iz+4FATmof+v9yoLya05bcJHEDkv9CFhWlnWI7A+Im7I1O
7h/69f/8Ov9X/Fxd/36Lu3/9N3/+WtVLm8ZJ/+qP/7pMv7ZVV33v//v4Y//zz17+0L/efx4xvlev
/82LH+GT/7jy7nP/+cUf8JWl/XIzPLfLB/zoRf/j4/kdj//y//Qv/+P5x6fcLfXzP//xtRpsf/w0
IJr2H3/81dm3f/5DHdve//nz5//xl+8/l/zc3We7frbp5z/9yPPnrv/nP1zxmwuExBMQwE2gfI+7
Pz0f/0aZ37QKKWmFSkqfejGznq3aPvnnPxzxmyHlkP9ndBgErhRH005XDT/+UsrfENUp13iuUtrn
Q/7xv3+7F0/o30/sP+xQXlep7TF3vZzMgZkHvq8C7RtJjoFxXwt5xpRISlwS2WaIo2zeZ1EpTtPG
zvEbO5CXk+DxOoFUvvHombjG/733/dOruRh/aUo6HNTnaihRmZ6Gr+66Vo+KGfKN9//P3wkQDjeb
07zvBp55tVDlqjVVU7GHFnNS7GAXhbs1Ygv603P+407+fOdeTry/f6NAKE+ZwNPCyFerVtJpUwpD
uzRdHAWFr7FYVFWaXOXhCgQm7ET5xvf60z2k6mgYMMfB4krvNaY6V24XNi3nkcztEqoKaQpDSWfs
oNMsnk9//fXeutirm9iIZZ1weHPalFiccVhWWIBjLegUznFz+PXF/vTEDJhjxp/nCRN6jJOXEzcB
q8IOZHOyAWwc2gCBBeHltW9c5S++ktJKhkEY+lp4r/1ZkgNzr2hnbEJKlRdwP/qTNg/Wbecp9401
/6++kD5eyw/gBvjB8Vf5abjLtNDDMk/kBva1PPP4Mlte6OmNl+qvruLKUDBZaGaY12r5ohxQby+k
jbW1C3x2ANwjIy97Q9ymXy6njHSejucb5YeGfrb/2kaEd6YMhMgBVsWssLsWizAHuLCuoTGV3jjQ
Yl77EYbW6DWfEVBmC6Yy25Aa19QJdN21bNs7NfO2EwxsQIVRDo/oU462uFysDEcEyBHVorEKOUj2
c+97J76fz8MWIy7G6CgQsPzbScacQTHE73qNF2LrjViU/SIA6bJicwfZ7JXdB5OJpjlL05V+hB2q
4Cl2PSgzvx6vx/H47w3G73eEgSp4wJK587X0ntkg7hLHRd+25ChhvMWn6x9U9BHaPv/gj5zvqD/I
QzcLD+Kik5o3Dpt/8eQ18VXSFdr1jgPs5fjqO+BPcvJyMLsOFISJbqfQk/PGKP6LF0YHUgjJy6ml
ej3FxevqjIGgNg4ja9mqUXkXuhfjTjS5//XXd/RPsylTmvCEDPhaENxe6/oyfB/4IanfuHlrvwXz
yB7dQroG39Hq9NZ6kfL+VhH4x0N0BW+n1q4rKWC/uodOPadVGnJJecTKDu5MlzgNlzeWiddPSonA
dV0VuKGnUWiLV1dJtW1TjpTHd9QBUDF4IONg4ExjuPv1HfzzhUIekSeOC5I6DouXQ6LN/a5KnAxW
rvQT3GaUjgLc/Ld//yq/bxhCrRh6x+f408TG4bxJEqeB1W1mOFFDne10CNPvb19FhcLwYLiKZgS+
vEo5SRphik7EMvklVSsYTIRMOte/vsrx1v/8Fisp9HG58aQXshPzXt2xzKR0CQE0It1Z6xs62eXO
GdTyTZbfFJ2x2SZvGYC8H4aQF9dkzxYKNls/LovS4+U3s7Mfe5OPvmsqW3xdnbAWm15pnWHP4SW1
NJyN/0jWAdhTFTWl2jLT9Hbre6o5Wct6AOQlClUA8dD9sB+F7FBX+jHghaxtkF9xRp/CfTdl/TFM
oVy+dEbSjZGlakugdm3+fW0mpCOj37eK5rnbZgdfr9m8MbrvgI8IGxfnXu4mNRKObJyO4DBIgnOm
nCtVrBTU7Bq4gI60huBgZvdT3PGADsOSKGRrKKKp0Ro9nbbK+qC1+rYk28xpo3ZPNHz3vECApRs+
cSbbRhOWWhBxpDBvDUzwFBLghLxzjmQzbeqoSD4WYQMmU5qa0rIbNnQvika2oBnDpJyhg0noxIua
OMuYVsv8HGzNZJAIsI59Kmbp5xj+QpD/5YjUY+uvSXIY0qgVl+HqBl/cenGaeyOGMNhk/eTGFKQB
PFRICqXNXAjZlpCIc2GWCv0HR9jgUSUJ1e05mplzg9UeW6uL9OqTxDYTnbBinu5WFiLYa6U/gQwe
lwmGK0lIYbdTA4QMgIatyHaVGecABKymYmiIH/mqGQRgZcLR/9LDUZoeHFq8n9FQrEcgGq82je5w
+WAK3/k25xJG1FCWzd04ALv6QljleueyJYFU0mGAPq18Od3GREXEZ3U2VeUGmGu57lvHNM59E9qj
dslJ5cfe75JPzkIOwbY2qn5qYptGoIf6oItRQUwBtG+FAgSdZ8AR11Hl5G4bOcch+oykSICNN0PD
YXlcxuzgDg5SFzuK+lOQl727x1YWJYes4Ghwgg1TLwfHL4768G7UzsHpYmU3ZbdGC633KVMnbtKM
iiquE3xyKnmE9vrZShUQYkVI7RQ8e4F33t/azG/6by79eXoiZaSds9BriN5uRBHDgjUCGWlOU+Ga
+y6zR8UiJ762RVT09wvn1+50aCQMOlU7VkLYXgIKtTbyd/FYY8twllSf2aXmxloDGeasXMgx3mTl
GBMeIaYc2euSl4Cku7QOvvulKI+4Ju1mX7ugmJ33YyUg3asUYg8tkKaHSTkMsQTR5Y/1l87pSthX
th3WxlAxT1bYbGNUf4O5ntoN28XW3y3DOmO39GVa3ywGWNc+siUBHZDHFIwTL/GGXS4LOiJ2cFu5
SZrBhZ+/lM29VLHb7DxCCeyFmccQsK5ZQR95OsX/DAGXPXDl1ik6M85R3WWSpjkiUeMGUwyIBQ2J
7+06DrQObKOU7lGNTayAJpRWHrZA7nSenxvXlBm0ikB2YKzX6tMyxgoYaDAP10w5SXdQYyuTBWRT
7ZEEgczGa5+6QA99/9ymAwcZkru8zKsCGqUmDvPTpLUpktsszEEAzdOcXo1jkVVgETN3pTweyCyO
zX5d8wbs86gQTfcXq1/GKMCLtfgMAC8LN0FNiMy+puJ8Z2IlQnIzBrjSE6q1B5IxyEQgYSP2NivB
g/aAyXuUm8mF479tS9dpty7HBIOzVFPhgVnGTtUkLQTCTjpi2oY5x4VTpzce5a2i8Idv09ouUNTG
Zuio6KYA+Cy7VCqK8xhHl27MPnVf5+lCL7gRCdrptTx2HbEPu6ez74h0L8Yue+9QYqPboxES77M+
9uqzNOygBzdVWAP5nLS5JhhyrXdNL/ntM3YtlNW7rLztZy+cPgg/5hjTAMWeT3yP7DVkwG7PPF3n
tF78ukaMVogV1CZsVVpmoo6vM78orziRO5bddJTe8hlI56dhRpWSt2mXX1RQJTlVLFjaNqH2p3A7
ZWEiz1Z8c/YgawTq3ClECtqZyo/VEqM6kZVfPPdNEyCMmZTHSXWNjjLi0EIJ11UYfXHCgKpfzUkC
1lkW0BOoR6f+4qgBhFmfJfkdDV0aeHM6NuKslxJeW+Q546UzRVad9F2KXCaPQ+BAHgrv4hAwqzz0
QY8KVGStuptnyxmylmMyIk6KOUp08H/kfl1W/3PN0gnDW6hUbBNHVZ/KqpfED2nZnJkmrRpkhZyE
yH4ZmK0DKdcHB6uyPijyVSYwZP10wcuBniUTtr50s+DYqhrEIParisgwSUQT+5uqDo9VtrYkP0L3
Xnw/ZB2qzxK2MQCOuXKT55SgzvaeXxMAR1uOkB/73Mm8j2uy+PVFX4pgADHcl0edU9AU+6EdQKwO
ViXRJ3JXCAeQXRPUZ7KTU4yOAiHzzviD62HxPmqjs0ao+HaYXS+BDR0DPwxaNVVbLypycdnlTtDt
0tHX4bYKsUIyQHNVnYeFBemO+nbI95VqnOEEVVglDmuSArdbMmPGdzavdHYBGVame4A2eHwqQB7e
Jw/AIUyjfPTy6QxrOQjcwDRL+jAItwE13Cv+i4PAi97X5dzbfKtz24p3pgsaELCGzPvwxoubuv0S
JZXffp+yaOhPSOfyylNs1A0CcCbm9HTt5BJuprxWkNaYW+SpMU1y3+ZxBJoSONuyXbswqhDvZ467
8SLjYFOOF+qs/pQs/WZdenSdjesjcXbS1uvIACEzYxP0ykB2G9IYbaX1LQsqeyd9lwo96K2CDscL
TvqqJNbBNUiNnXHV21J5gzrLJhFyd518Qr2aTNMJ4kTm0LThNLi3fs4axiGZnkORVvF47hmqdpt0
ZlO2JI4H39iayUMF60t6w16U7Ue2LfTJV9atkyGvMoRBc1B9X5hmw22YJvF9IJ2WMclMEWHzC1r/
wLuPMha5WYX0qgMxH48+ssGGQlED0LmM3KMh/Nj0kJOms9t53aYv8jLd18twvL9F4zwA4OEdCYtC
HtMSCjKfWBvWdlukQPnctm/e6diJyr1JlpHggmnW5LN4enkYutG56pqG1CZlWv87iSeJQKSKGQhQ
qR+J/RipKI041a/9/F36ynvCKeGPd3Myz86JICC3wPsSLstmjL223U9s/R41ncKvqSdqcu3rgVl+
hV7HtAZefDnXE1TsrWud/KTyp2rYlF5qu63xJHhSr0g8gmzqztxnbYHTpDBJSst1TsXHbAgcsw1Y
Stl/zq0qD+TGBFQcokrfumWp27PY1aj9u1aWwa5oAw71QVlotKXj6nmkZSEFIClm4E33KuRLBRz8
Ly4ReNlJE0cAgFpmVFrT+QqiPQTlEOyVCefwJrDUdQ5+PAKk8yzAzFnmMwT3Ic0TiNGqOV/TGTB3
pSt5h/q4Blu/gh8ce3pZWwf52I+FmI5rrppW8X1cinUtFOEZcl1Is4NqjP42NC3aVZsWLjE/SSn1
phuq+mM75Qg0/WItKR7a3CzbNGwtTEV/Bd0qYUYdCYxrHuxtEHY3g2aQg8caFkR1NpHZrugk6MWR
MQk33u/ch3oQKJzYrRUXI2eb8OB1NU4ZOK24IfwqXW5+fXh71XjmrMvBUGkOh77vi8ALX50Rhcfm
VB7h4U7Ppufc5eWAPdpH0fKuiltCb9Okd8zJUmM+3AUpojqUGOtyvcqeJlyTt/BCF5oByy6xxeqd
hHMJwdHFnFNdF8KT9oM7dtD6E05s6yGMnUydxWOmnvrKIY9jnZkNbzhqA4suF0sLWle+/+SLMAnu
5Ep4mtdbP9iFQx0/uCqbSSbSkblailSKkyxnXJw4UXRMKHFcaKXE+Q3j06/v0euiCmU7OL6eYbGi
rOIJ/fKwmTRJHcXWg8drpbx3fEDDkckUPoAyE/eFuwx3v77g64LRjwuGmmJ/KHylj92On6sD44Ks
Il98jCaFKL4SaF7uOHSwT65W+vR/+1ouNSM6JG7ABV87NXMfJXJB2hSmBuGSj23DA1GL8dnq53/P
gXscap4JQ/7re5Jy62utg7FRiq0wJtQ0rD+aNF8uFwDib9y7P9VvlC+U+6NPdOz6vCbsZI0pG3+c
2ZgkQ/a9hClz3YJbPvv1XfurqwQqoCHFO+MHr+s3ZdhytOGQA1O3GE9lmh+jDWx58uurvJIEHu/Y
8fMpqQQhGR4ieDUQPF/kxuvaGlRpz8TfUUCe2SJKJOV+13oOBk7RNddRKld1n8+OMxJjoJZ1z5Ed
p4VaFle9Y2Vq/LNlkEtwlsg4D7ZRUM5m9+vf9a/uSCj9kBogLTWpj3//U0VLm9pxOUxz34P+g66l
c9Y5VfBGN+UvL6IC6VJHpZL+ugooRzOqvgYZ7XccQ9jX1m24W+o6fEuc8ac3UFOPZpTSZKPhZl7X
l3IbjE3bx83G8aFlOlOClCttcD2u7tS8xVf788Vobh5bbccWhFCvG1LJOlC48jDaUkBq92vhdDgA
w4dWVW8JN/5UqmP+cgMqdcJFFEnB++VDUm4bpLSkjtGEMaD4hUB5VrPsKk2q+DLycZP1A8K+vzky
jpOmEj5V9mML5zXHIw7bQXUhzYO0rPE8poRgKZfR/OMq/w+a5lf1s73t2+fn/vJz/f9D6/w4Uf6i
dZ58TovP9tuL1vnxR35vnUvh/eZr39duqI5LvOSZ/946N8Fv2tUU8AXBQh4bxP/pnCva7TR9jcEi
SmMmOKpi/uib82FSha7hraCnwUeqv9M2fznyg9A/dn2Z4aCXezSYX49HryuarAyz7nQsnf4yU5RX
cZxj0sv0EYH+0215s9P842KhT4+PjWHIgPwhd/lphkqtkyoldXNakn+ycyLVnGL2IhupX+NTfBtD
+kZ76/g2/btI/fsFQ3y76BMCqvyvIXyZHFD+Hh2QyjgcjA1ltvd0bbC9icJez/70ljblWPV+dUFa
I4J1g+fKVu7VHFxJqBnZjLWjHCoKY2vuBxciCe11N8bYKyICHwY11N9iooPfuLkvZ2a+q2YwKDoz
hg4qD/LVNtIkTmQlLcNTJ9MZ6p9YHQoneesqfxovXIUvxt1Ez0AD4Di//fQIS7268+pxlWZGDJ8G
jfdQxo46tE0KEfbXw+XlXPn7N0IjIFwhDcvvawBTVFeexRjXnFJcx7RBRFQ/dreDJug0yaMPk43e
aEb+1Zej50Sf2GWMoll5+eX01DpsvMrmFLcQyWxJkmBEnRxsbd7XX3816bnH5/FiqITAu8JjP9pF
C8ElX16Mxm6PvbAaCZ6fRmTNhfM0ZAEMgjzp15umzIoRDSHK7MpFyrytCZnqs5AzkKFM/s0xhnzJ
ZWy/tdlaEexX5CvusJZS5yGVBup7yapGsk+Zg9lzAPwl4KeX8TZRXepsZ1kk696VjbyNm25+r1aF
+2Vo0uXjNEY4twU1RUoLlZY3edMRJ9injr4VfUq4gB8URwxPfFS/V1YS11umBXlmAfIdbEjGtdG7
PJFE+BWZDnA2991KzXla1Y1MYoUEtQ38tsJBlhdQfakuOy58x3QkX+x8tYRoYLLhdyXhIpPhRwot
1XTqiCaYDyzh2LFVonK2IIsKAmRwek1G1DFtUdFeyrq1Ta4aTsNLSRXCq6fHYfIbjyopJ29wSFlq
kGf0EV2X3UjNJNuhJ4YDrhvbPIUUwPr9KtUIn0A3jUnIz8yHArx3EWfOxhvrBtYM9W7Y5VkZBO8m
4XbOlcgWQeYFmUgduQlJkBJdqZy7psBLBEDkyBAfKxm4B5tUw7XiXkKfWOO434dhTxSpl6FBOPfq
rP3URMIjeoosiKqipDIWChco5wNC+Uxnyws2lzgjtcjI8grSOmsOCyblDrhhTntK5kFPoXAuMneH
FMWv95J+m7+NNBIfrHNxK26FJYIe0eCCHtijsEyG2yjy4SMpouQmUb8aHmK7qvpAcgyRqXG9UIJt
RWnHi4R6V3g5lNq4J3kCH39ncTM4xL9OVgAxSWKImnEsli9ugvGRtqd1/PScD3avRydO0h0NBoVl
r0xHOlN5AuXfhFXk3S9xWx9R9Gkx7lFy5eWF9FYyW8KhkAT0dWYKzCeZTAqvcdNqmOYJ8T+QHGOO
htvVc5vhZGyCxJyLyGBxT2aDMbwrNbz9OtIegv6EusxRrh+h5KbdNhfdJlFWZVur6zQr0HeG5CaL
pqzTraJMwB33087c5EkVDu9a4tbEg0WC4fBvkKEPPW6ojXKWtf1QSGO6oxgS42oee/a+rdPjcbop
ya8d0mkijrKoB4o/q/F30qoxocoDx+8xTAgRrucOy2ZdRIE9dRuiSD+MQUzleub1KLcaprt75uJP
uKRN1dYUQNuuwTQqVLELkbA0d4x2c4/8jTZlnYv+vkpjIfcOQSsT4TkeHQhsanFH9zkzoQxOCiOS
b5Sx82ErcibE910bULONXKJJti5z7ropi8azN75f64lY3xphfD9Lyu1iUS4RC5IDxnyqx3IK+J5B
DhxhmXGsKDIXCrpn0ajww7tHSX2egcxXOSGhbW+ncuPl0slOIznlCrSDBwElK8syOrKsodLrspsG
sPiLoNaZTeXz0ifzCeVD9uSyDbMvlpo0oJY4aLG7tGXUnPC2D9d1G9fIQru0/0qeQPRFZBS9d3NY
0dIQCtLjJghsChwvCHsmtowq1S5X3XBTO1SzkRtJ59kDd1efDDpZH9H7lMO57znrAAiB5t4OmkZ6
vuQTZ8GKCanFcJqtHQgbJ7wJyzlR24hJCb+Oa4frzqFbTHx1LMjZFCv2ySKJ0Q4vfN9pW3SRPjOh
png4aSe329kpGREogqh5ofFQ+pJ8yASyg02iezH0823dJpE6iSpQPqSYJtZ5b9McIuw6mvYqMX3I
niY1horIMFP1rW2QPuqhiv1tpVL51Sf/9vO4thNO52oJ2kOE+/OWvkrgbsYgUWxVaAPanWVJqi/j
rk8ohpcYlrWTEDIcjAvpUBgO6eWQdjucJGtniNKkCUEa9urrs6CI+B7V2A80yPrA/dxQPzqC6Cnx
A7UizoqkyLQeNrROAww2SrpAFCY7bkd68e8sDNdgszrOfJ8i/Xhes6r4UtUqO1i3n5+MP9cnrH3l
R6/q1o+yMwWdaDNn0SYoUkLtBj2xaIE78GbSJ2nM4tEYoOYoCHI9ZUQ8qQC69Xja9JPzfRYdfjAT
khuaBnP65FVl+ESiWXvXy5GTbF7h7t5WThphNYzo1Z6odOm/TqUTJduYIK2aLgwg2tQpcCFFXaWP
qapN9qyk7elRhvHAnSMI5SGNYg/6RRJ6t2s31Z8WEe91ivmKoM9wv44Rzm2Z6fZLkWoyTQhpyY2U
eGErWFRTWYf3tW3yO6fw7EU5zSSY2Ke6m2ngFGRWlomi2a/0E9kNzqNoEVz0q/fOR11x6QB4Djbu
lHfv+iNKagyzeTeoHAJWa/HwEJqVJO96hxys1hnKD03uAFV310ulqmFXdqq6lEiBPdQIar1OG78H
ur0S8EalD4xTFhyM5+hHhf9q0smHOqwDss0XExIwNHvfm4XQrT6S5bmoJHGh9LZoFVIp3w2rKXc6
AC5SivyeQSFpZOgyvNOFDHZi8W5KM+FxlqOLoNyxF1nlX/AV4nPdpscZdw2eHHg/l5Vb8pl9ad1z
sE8oVcEPYp9ri6F9buZQfYXb5j6rQUksucsYsp7Nj+kUfM+qcTx3ySS77mwhIE6NdodCqHn2lgRj
09RliwEb38I3UEELfqEeSNyihTIwtBe8/aPTy8c6qsV7QA/Jzmu9/hx3DV2YdFrDeD/00jktDAEZ
q/bgOlLuX+50P65kifImPqfFUOUnYW58fOlF8p5cJv8DGt+vVDM9JhY37i/KYo4vaxXE63Vbt+ad
S+XxoIpwZaNE84nqf7Ho9zgSV/hCqH/OjcjjPXWoyJ6Su4n3DxHNGgLGU8fcskZBx8oGmMSYtyo6
C0CZa3HST1nB9qOmSRsUYbJNpmRQ+2m16009pryoRTqV8kB7OJUc05YlQYuz+CN2CRW3yHB6et+R
Ri6OpiG48lr675BujPexViE2rclW4zvXQg2ogZOET2yC2kdyFyfS7Mtcfin7umpPu3yeCJoq1FzD
cokretNjO97EfuPgel3XIrsKGnj1J6ubm/TMAa04PklUMu432p4dLLFazx+RwJYVnVsz4IaVNPPt
7EhCUXOR0BM1/Yp5c4xhlETssMl/Uf0tUlbIWk6WYvfTKg9OaCSy65pEmX4MsU7N9CS8Tm89DcmL
jFi+FI2ztHyKan3MTmNzsivHZsSBT3/xe9mTyAa2Up+z16k/ECHayg+OZ1jcSVUiJDGWAOVCnWg0
CkySwdZWWXktusV8VLmJY4RKtn6MIuhUXeMnEPRzd7hvPc7iW0XbETelMOTQ5BA/2HtPPT5YPzKG
gCsGlwUu1yKjGKMs/epKOdw0He55kx8Xl6UiYBkdVnlBMhI575zxtjaKcl7/shkfcjdbvnZTGBwp
QUHxTjhDBFVL5cyAruFR41+P5ouSkA+CqhAeZZ8pD9b9LvVaiv5mkdlVmGXOnY/VcQaJkzAnzkve
2KsiKvOeAHgdf+SNZbfbkkH4OPdk3SaFyj83kcMhYeja6LqKJPOKWG+9BLkQ7KJBv2vMKLtN5jTm
QxXOndnkQVTfLyG6lw0CHXvII7grvd+aLWI7YijdfJpOl0pOJ6lO5rPSGnJ9OLXzSvvxOT61eScc
1F9p6kcXfp49Em3CAUplywPCGwgt9ZC/G1I2mpWDBqKNjyexKSnVvZMdYxjo/X0JghXWqRzYYM9J
VyDhmPyHFkRbyXJ2MJMi+ytom++zbX3uA+ef00Gy5bUz4fSDTPrHMgFboMkDt8Y2Zys8IyEBUHSu
vTpyO7IoPXhzUDKP081yyHqtORxC7ckvYozi32l7nxGXzX42tCd0Xw5ElMJoCLMTqOJXdi2OOFmW
1MDGj7klzLfqFXbgum8PSSRwzjYbL6mC907foWJG+UktEhEMyZ7rHAyQncoHduqo6xzAeoJ08Dhc
kMeE0UFk4nodmIA8gHtsgqbsc2MkHbegvEBtdyfJCr9PxhUacx0DqHNlcRIbdv9sutAzq/AaVg6Y
vqKqaH6GDu0815oHHGDEusTsrqO1vkra/IJ1ots0qExPG0UnJmZ7f2kpou2V9ZbNMOl+W3BztvE4
Tx/yXvaoBJLTNgo8opiQqDtDftuw7dqUlrCmNuG5DBnN3WlSp243kb2mmwdtFdwcfjYqom4zBS0U
2Bqsy5Lr2y7hxc4GdnmbppTrkwma99JtOLoVU/yVj1/2ssDyuySEgblt/SxFhqcwGq5XutX9Vgb5
uzYwh1LTM4JZOLM57MgzxzV50EBR8aIlX/x1VGdIMDxwKUt6sMUUKR5qutdL5e1E3d0Ii/6NLDgI
HQH9Gtlf9kWib/tinonihvSOtVtFSCpycVdQ1QCYVngucvW6mtCtDfpMDPGADqt1MFvkHEd4x4WL
0C/tp0c4ioh4krAj6gr5DzMMad2k0uv3+dQXd5o6/G5iW0TQVL1+Afz5LNwSVZPTdfEZkjTeHLb9
i9P7mzCKDt3ocljE3vFpgL53OXOsBlM3dgcay/usiTwSonAOb3Nn2ZGMScb3R+YoKuHpbPYuIUb7
Plg4xHnGJ5C3uVqRimE4FOFlUDjlu4iGza6lwrBvnMl51iwO6Mim+j38zu+8au8qeG6ZBonCnu5S
WraxaGF6PzijOHjL6fsOXV3wjuTx+3zIINXoejzkPWV3cgUlRxCqgrXz2BPHVWTD8FAOgjCHKE9r
eFcER+paP2ZDRPKAjr/HhZ13VWgOnDEU8KjQXEVOU93KSRXneWkqaFi8J/FAAHBix5woZKJxdd5+
8BvFM5AT+kRZTtU3vBf+dTCM7ORi53F0k+iiGPvmLsg9cRji+DTNOybGph0LsEuuhQaFS93nwAor
Kb7Nu+qWCDj94Bi4o36KYWCU+hwhyoU3sFijgyYl1yJICRLXPlExsl9tnpwhca3fFw2dFUcy6qoI
xpETfxiK+FO15gUYmConqzViyUUv8ElGpflYqSyQG0fPxSeucUavPd6NHRFvHWYpTPJdPW1aWS+n
jNjuJE/XmSMSQcGsyKglRxFN93lajmek9NovufBKfen3w0z+WI3whvpAFKJPSHATa3+VpO+Wudqg
IpB7gAv0+Dk/Xck+727cyEDgqf223kZhWH7yMj5qHhrvNI/b/GYYs/KSff8Rm1TcDjgteAiy6r/I
VPjvpel9bmpm74rKDP52Irv4JIqPRWIEkvqqhhEA/YHaeMKpQvGdgC0te2ryktS4qTvtfT1/DaaF
3N0h5klj+wUZ0ranSa2Bk6JPGwkb7rvzpRgJaCu6bHqkoaVQJ4vcu27oqc/bYUjKa1r5tzFFOHR9
fvnuqENA3atkvB6mwpGIMYE7niwDBu5ksajPeD1T4nEXo0i0bat219gyOeg1FTd9NR/93XFW3lNn
855K2Q/v43IVyLSqZPkul2ndgQ4Zbimx4OTxfduwshtvOLCyNeQi1U1IBqIvCFGKeyXGC7du+s8N
p4GnUvSL3Y70l260O/eS8bsSFfq/2DuT5bhxbV2/y56zgmALDs4kO0qybLmX5AnDtiz2HUiCzdPf
j67a5zpTOsrQHu+IihqUo4wECQIL//obIsSx9aqtKDOweuySa7+OB7VtjLwnEnluzY96CfJo64Dm
Lldw/gOqGg9/kb2ZlcWnroox+SLgr/M53Mit2OJi2/hbd+kciw1bOvh+OYKkY+Q5GbRdSDV7uJUV
CdpLZK3x76D6m2ToOoiNULnEhkZAdr1ElVfsFychmXDO+yp44xMtsX4TZXk5dp2jD/R8u2QDe1Q9
Tn0AEwdXu84LK1dzreji0eIOO2GChH2YuGmmCprcXOuxIqM16O6sTiXf2lhQT4psrrBKjcoJcJbL
FxGOM5YAaa3rihvwmEPxtGMxEbINULXJ4GjDjTJbiNAGpA58zyrg9p1rdsF9XWbKZb2P060ReUNx
4fTp8qFrWFYcuEFB3LwLc2YzWK6hLnXlZivvgmzpQy4x5ToMI1U/BohDjluiNrEXJfqaKqUbkvq9
7ZTLT9F4qw1Kk8jiMh0bxzyYbpKHhT/NNqYZefZ2zqOIMOY2gQWXZIhxYlijxSUw7kgUeqJgx1dt
Zw4b1tMaJywzX5Ntqm0MMhO/+TF3LmTCblI1nP+OKndBYLVK4qJ8jXxt+h95GoFFydxNvyxzQySz
4w1UN5OJSyFPw0WQFC2gOJsiYq/AalY4OE2W9WJx8YhmIl/bVn9wSwx4qbxbMBp+RIbxylj4N7Ct
q3JftXFHVQneSg1igxt+AUpUH0Z7EAYrAsSapZuSS4hZRxpGgOjIBIi0mSAq28Ntq5U3saDNqV/L
j3o5wP8n8z0lfnc1bjS69ELSG/jiQZmpuPzk2UL0abnc1S1rBZMoYY+XSI7cn4tEvYmDbG+Ruh3F
v/joHAO3qqZoAdgxwMsHpeadHzvMQJZOL3f9qPrPRuQ4V/AqxXXpI8TegLGh8VmWRt62Svlvqs7B
PjToaCE3Xll/C8D/tlHT3Y5zii4jb/2I7FdwEX8TWc18741uQ3Z7T09Ie04idirC820z8+aaHQU3
eFOm0+Hd4li98U6aAs3SNK6QVDXEnrunagOidYs6JShcp561WnUtP6DqJ2/Bw6KHpmssjxquxtjR
wlBVbAqBAGA7TwRcbyxdzPeutHGUHAjzwgamkhzj3dLyUpe1r5AvUNm2EzIHtemTjGRcjSgs4suf
pHnQ4yQEIT2F/5MK0es3Zu+XHzyKrGYLftpg0Avp8KNn1u64KZ1Wk5oJG++gbV/XFzNdPxYlFLxi
K+MgozqNHdN77617VhjlWVFsEzyPImxWS3Lh7WlMs40O4FJtO1ELDtoJy/Z9ZxrZ7aAyq7zywAjv
CmDdj63nIB9yWte6ccGYNS6H0IC3sRmkDbDuoqhUoyDBkDAZcDDKBz/FQ3Puu5/43pmXdZSt4xY8
340vBz5DaPyYUsDpT2v0Dxl+P4GtUR12MASuOdKpIoehhcg/j5wvGyMvl1+d6/fDTlmi4H6YenVz
MeoMfrPosJ3GnrPaWGIchl/+EHnupUomd7qCzexfQPIMlh2rHqoc0unhURVdOxx01UzIQ+aF7auw
zfa9Uq15BxI8/ODLxp9Szrn70GcRrbLBVyiiZw9S6g3XKkLkJ9nG24ADiG0rF9VnWRn13co+F5jo
llBB48YsH4CzIzLA85VBz6zyNzliomoLrZ9CCewFi6G48lkgesD86jeFe2cZDeBGNPhk4VZmM/3w
/MnFRCpt9LLp6bQ329gRy8eK2iLbWYStQJJbbL8F4zXhzgkupY/4a/dfkyhWX3LpQB1sIQqCH1qJ
97lOIw5FpOP6VmWpqLf16EGLji3Dsba9Bsrb+E0T3xeWzzlnw3LGmndqHNjcVuzeuBks1U2jso6d
rCwGItfVIu8dGrc/jdbGBCawq2Vc01cTrhlcO31SE+dk2BUk2NihP+deeXAdEtyD2Ym/F9mMfrha
THGNTlxFoZ818pIJ2Yzi2vqXPRbtpxiiLn409Ld/UdNpvPKg55WbepbyO9h+cO0BxVSbBodGH2fk
CQvRVRZaXVCIxID6Tbz6IxOGdyjkKEjbkpQ/o4AQT4Fat/RcatO4XSYOvB2ND/Sa7tr/Ca3C5TZR
QZSnkwCrUnBEypxUXRB9e2f0Ax9uWjVdt/Hngo6cjVQHEZBdV8WXZXTUnUZW8JPVRWj9LHp1W3GX
+VhFLSfNmNYLH59sMGox4RbvEhQa8b6M88m7ghJKKVbiQXpDOC0bTu72YgGTlABOU9yzwoKxNIv3
qZxWXEX38c+mT9o7PfZrYT5Z43LwRMulWSV1YwDxTP0tDHgT3EJw6XuPdsUYv+dNG38FFuRBeEMy
z/sJasbPuOBa8KlDxk6Y8VADGY/YTI17HQj8zLJOKOtQVw2BvnHmY9Lld4VtH1odYYi4CJ9aWzma
g7WubDK18TF07rkeTsauymftvU3aVFQEnqRTSjI57c3mUOY+WZaYERGyaXkglBTdGZNUBSK4N/Oc
aXsjNLejm6AV3Q8tksI9BH5V39FOaGsSfIc52sd0zsid7znLLjkkZn9ldFveFffiygWNYVguC5wh
dDvspdz3rI5vbWI1y64v7fXO0sW0KFuro3xKW2t8C+V4iXeUxLHAmQ2wlXLZter3M5kWGjhURJhN
llPxeWyFf1f2/ugdxjLixkc/mO4ET7OtLgZH9rdBmY/1dW6Ng9xXVi0ot5q6wkjMVRrm52hrzMQz
NtJLbqJWtFsccih22awEi2KUU30TybF66G2tx4+lZyzBofM1Zma1lxr3npXICQWYQ6kG5opQFuBm
xraVpfUDDy/nFsKkhk5dKy/+SAOA77zLaj/4DCcVW/xhsqgTUjNZbkhcJlBcygh7k5aVAU27j/BY
hxDvlDsHCTgVvKmcS+nQCc5qhRO/xeq+ipJg+RFbVm/vaI64X5Rss+ZQNSW2aUOmgIa4HMI1HvqA
WIPWRd64ofuKobkdu8kb1SRddsPjdcXW7gGGx5qu6GaUQnxDiQNFfEF1gFH3pAgz18iddrLs10cd
GzXu3pPO3rejC0KICy8X52mYY3ra0pkbvM+tiA2FPuslNUC3oGKkQNy5eYc0xY69gowC5VlvssIk
qY4ZNddVYbSSxYgRe8wZgu6wHAFm6BYLuWkBysWBeKco5GoQeARrpN5HOIqx3JdRob5oI8N/v106
62ecAL5w21+qw8ssiyf0H2gVXINsP3Ac20I0cEyxcIWBF2BTc1sbRhdG8zDf5m0/3SrJfaJMzSw+
w8E5ltPDWMFbwObxc6G2fIcu+PGAJQ0r5RtGf+FEYviOi06f0Lv2YqPZGQpW1LWWGpu8QHD1CdMK
mR21VVEaZ+b9hMfCz0CgDYHM5Drlnqb52KtFDM128qWR1nxmlRu7ZpDtHhyvelXC4DpjGypjwFA+
FG3/N3/2Tz6Qsr2Z6qK/8J3K6zZxH2UfwP6KM7TTp2/SFisXFHyca5lvnhhSem1dGqMw+wttcUa1
GR4OcR0kXNlwj9ZpmpyR1D99gowXrDp+j0IX0trxi2Sb7Wmkpv2F2VcVfreW9aVLETh7beR8fXmR
nlh5/f0ILYorHiVMJ+t0bjm+58SCzP1FHuRumC6zGY4TkUYthC5GHINoD4JWvfFndwaGxxrLErq7
Ulbjf3r5pzz3lC1HBsLm91D9rk/lj5dZNFAF6AIPF6Q1XZpu/Supx/uoSONDY/4H6waCr/ARP0C5
kiemM/RNl9iPZX9hYddzMUWNS4iFK17lWfD3o4U7iSDOg3GLSuZ4QsqhIusz1QNGQZ/iSxve+JVQ
Z+by3GPDABselwuz17dPHluSZRQ+Q9JfzFNkR1ixkL37nnibYsLTzI/rneGOdHtfflenKxTWpuC0
Wmdnu7gvndD9vMbkDtpMZsidpn/0XbzToQtM5EqgBI/O6C+EzYP6k6y2jgbj1GRLgz+MEOP4Qcoh
zpWU3RTS9Su/V12HQhkCCjkP0jQvA3OkMLJN64vVde7PJkazNpce7pVVnu0re2owezaNjy8/gScf
zu8ftfoeYJEE7h+cvF1pwncEj5nCeJY4EBRKfbJ1DsxvLfOWm0SDB7+jb5waIohf0FvvqzY6DHN6
7hN+5l3A5V63WnZcuo6n58yyZD52GEvoTridCkIpkT1k4wcTndj7lyd9yvJkzjj+2DB/LdsRTP34
RUyzX41w3JZQ0uLY1h1avQKhxxmnnOcmxIsOgpWtbKKBOR5l7GnROEswhalnAkdqnUpqrzKY43Dm
fnAuLvy54dbB2N6Rv0CHPh4utxb4iELP4YLZNEwUMjUoP9/K2G/DVz8+/BJWLw7osjCf10/5jx1u
CozK8BezDy2pIbTYJjiAwE395VGemY/nrZZonFX4DNknm1spqP25jvah0xfjo/IyeRHE5vTg1fQP
Xx7qmfWAQpdtB98XDkZ5sh7scaRL5tBfNR2iGUDI7uyy/ofZf+SG96dD2DOD+Cb0GvQKnC/uKRG3
r5eKEibownZpfmVpFexnpx9e/2qQlfCXs+BsltzJFuP21gwf0O/CxQDlRJKaXFVFoM4UEs9NxUJl
RaUCRZvv9XgBSCCiyB8cHUKOy3aLzKsrATjy+gUg4Tf4gWsjuqCXfjxKwfndGCqZw26urQ8YsmAV
2VmecZ1BHtBnlsD6k0/2ZmkjWzEtXFhWldzxYHbVm4OdYrdPNa/BkSAhmjurmq2JPOtZf8pbVY1n
jrxnHiOXF04dPiLHZ6kfj8nqzhXckynMMm9+h4JlDLPZkeWZqT03jItZnMfhTXV06ki8pHUJ8ksv
V8N6bz80dKC8A0m31TnP42e+WEB3bLAwU2OBn5Ln6zIAvQiiMfS9SX8bTbd/EFwPf6baX968/MU+
HQo1mWOj6hC47VEDHT86EG6QQBBR0uNc4lhtlKi66puwboCoXh7q6ePjJiIleyrmUBgqnWwOLUlm
mo5YEAYjctaNCYUWzXD96+VRnk7IMqmtcJ5C70C1fPJJpQEsk9afRRgNZhaW5Lu9sVrP2+ZO2d3+
J0OxSbDlSa44JxtrPw1L3kSuCB1jNWRNS5rEY653Pqr6M89u/USPvypmhfJPossRHrDP8WsCvRgS
08lEWOOYuBm0GKZd4BfWd5VARN/ruv9cLZAXIpoVZ3aPp6+NSwBfs88JTyH+28buj0MKAr2XIS0X
obKz4lOApwz4lWm9eieEY8lBiIHTKuc49d2l7Wm6k4j9sAQJusAKKbq2MCI58xifmcu6oSMz+j3O
6SjO5EGdKBJGcSO9s/K835soCV5dFXH8UX07FIJUqKc2W/BLeV2TSRwXnFr4vqMnZpwjsvm18hcc
Momnhs9G6cCRaJ6sdUi9RUdb1gyTLsh2anbynTPZZKXlefXq98PBAXCB1yoeaN7v6vePVdCMtfYr
Z3bX3m+8U05aHczBPCezfPp+kP2zea4bhG89UT7Sfm/cQCisENbWZDyvEUOJbb16FSCHQsiJ/+K6
0vyTAk+YJXS7oMc5SWTjnnvLQ5Rk56SVT/chEBcToR0q11VgdnLoGjmd8Tio3BDWan8T25W8tgP8
1+eyQCb88kb0zGNzaDtzIWLb4xM9Of8qdK90ZHwnNFca6Najckl3yrb1qxe2g5Moy4C7F3uBPFlv
qcZYLCtGJ7QIxt0svguRC6Lpmdez/i3Hex2FHRwTkByfdp13ck7YcTkAhzTMZpbum84xYrDqxNzS
0KsuahPbh1c/PZdNdVWkctxyczveW22lHIQqphOS0+Sh0pHLBV386Mw7ejorFywOkRrwFDXP6SWG
bY3zL8ggdaqqJjatjtAHwcCJzC10+1nvoZ72+Zmb0/rTjx8lcJvrrMxo9ghqiuOpldagJR14N7Qm
clU/5t0yAOQPg19eOBl8k42MVVeHRWSjaZOA6s77cql1d2bu6xs7/RkUaNgK0MVBjnjyRofCk1B2
Gjckzam7gq8lbkhdiw4zEQYfHKGnm9YmeOy1rxUgAtUJH3lADX9aFLa5pK+aF26YIUPcuvDRCRod
h/3Lo1j2k7lJ3FD4LvgyuAqfxnOTC2BkbWp2YapGiJvKd0nehEK8SnwqSZhHV+dya6QO/jBpShMp
hOSQ/5yVNMSl52s4NF7VkCeL85hWu9qs23nX9P7kXM44+Xzt+5R0rCV3vNVobBXNBPFIipXyMwQb
2l08fSkAYM95sT59ZygCObz4BzyVm/Dx0smxu3Mz7fQIArEvRFvwJi6pqMnlMi+5esstsTnpmWL0
6TfCmPh5UsmvgtVT74k5nVqvQckZYoG2fKSWJ/fCnIPvopT6Adm4febe8Mx4FIm8NnCS3xr44znO
9ZIl1mx04cCdfzcgDzsQR2gQ4eK6V5gwNZ9eXixPzwQOAmbI5EDmaJAej5dOTpkXhdOFncrKSxjj
MxlWpJCxbZ8D5J5ODZkx5w+lPU5amKEfD0VJj0zUKFiW+BY8FhWppwgS43cR9dEujYljfXlqT48g
oHeqKg464TngGcfjDb6mCRyZKsTXzrtC8+KFnhv/2wr/FXf/wMaFlbLeD0yaGifTKsDylzQdVej2
U3E7IarZklx/zpr5yWQ8i+uDEJQiHN0s/+PJFA3RdhbE7dDsyByiZAExUcK7fPmRPVkNjELJC8zg
oZF+YmGLImdt/nY6pItakBcZJxeBTGHSFNoLXx7quQnRrmAf4PLq/bbL/xNoKpZYeSKxdDhFLsYg
2IZcGm15LrHsuVE8h7rXCeRay5+ugQ6aLCpPHUYmHC85aOfr1JbqXIrMc8PQ3gHcxNYYlOGkfIPR
MviNIYcQGpCzn+IUXcgUVa8E67kk2Jj4myBVq0mAOFkDus6HqdKFDr24BquNWr2TPSyH178Yn0uC
wziW45zuCGgs3cxzggHSfB1/gq4fb/pxzn68fhSWMZ6R7ONrK+54Pc/ODFsS/jhgcLIGgKrOuonT
qTi8epj1hHfXCgf3bGt9cX/cEaLFoKrDWzCcsQasr6qq9KZrnIDL5vUD4RLBHsCNFITptJNa99FC
DLQawsWW8VsDAs8B/7bpTLW7VuhHVQsoPm030DkopuwEJ1WLbSIUkmU9hAYVd3aIbQy6SLavmurt
FNfW+yI2tf927LTpbS0SSc5lOzyzztfbPjgTchAsoU8eZ6VRI43IyEM8Pet3los6se6mc2jqbzj7
dJpQzzzBifT73D1+a2iop8kjEDesCzu7wuI0/ZpXhhjwJVTJh8SaaG66MrmrcY/YKxUFezdPgzPP
+km1sXaHccL3Vz9vqvuTb1rrHHzGS8fQjZb6XdJ19QHiXHRpTQiRIDe043sf0cu4fXnFPrMFr5AU
NSn4DYfkyYfBvCO+zECHVaXj6xyR1c50tfG2R7r0HwyFrwnXW14qXJCTW4ZbBhJRkanDxKV/BdNl
7H7O6FivuzIuztW+zz1OUMqA98nKkc7J46zmvKHFJHTYBjK7WDiIrys1Y1JgEWB8aNKWF92ZxcPL
T/OZBcsyAgpbYSLB+Xm8kiS8Tjr0WgNbluIDBpPjvgq66fUb83qpDgQXaxNk6uRB+nk82S5B52Gf
j/COGrN7kyCSPvO61jd/8lUA3vD3g/1zEz0tf/kWcAxUiu1/amdC1h2ZodPCgmnjNLDEd5VRpY+v
f3ywd0wACVxN+OqPH99EfDZaokWHZhvlX+hYWjuUBt7dfzIKVTYDcLc+NaHpaTfgd8AhPaM1vgwW
HI3joojPXIueWwo0m/53lBP0Iy1VZSMM02ETRZiVU+Zsh9F6nccY7SXPNjEycteti6bD6VKYoCRh
o5sOId3Wer80NmxWMVi7l5/Y002CJipLgWLDRQl82m8qOB0s1do6VEF8gLeLw1iFk0Ee56/GcWgD
YmXGTRI/G4ql9Zf8cYA2WHu3Zj7xbvokR1I79JcmvIgzpfrTc80WLl/PaiC32gmebA6Fmt3Oj3Ks
XqbFc6B4KtBrBLEtauV0qO5kZL6PSh0h0Cjq8dUFD05teJvxvriWcOgcT1GWpSOihBrB71BPxwZO
DcM8NmeW39NmPE/yz2FONvZstmgOurEOCapwaERmM6Iy0J2hnGoC1jN3X+YB6aAKo8tkWRIUNBCL
sTFW9y8vnqcfAtcirt9sWFCTqI6O55uqmMWbRkOYRw0iuKBwPgRG7X15eZSn+z2jIDvjXkQxSfPj
eBTZTIHCIXIIwXPG/J1FWC4E6FaO95wu05tsNrTcKxfy8plz+5np0f33iMzisrmuqeOBO1WVvbSH
PtRj3N54fWTsbDs/Z/O3PqTjzRj+MP09Zgcnif34eJQxWfOz6m6thKY6zBJ0OcVUViH8VnVm5Tw3
FB0NOHogZzSQTobqCwz9dM6+j4MVegWjLwGI4f4rLeRr0Q5wI/qVsI14hPDzTr7DKFB6AHPTYZ/E
b3G/tDfGJH7VlJpYj52LyHjmRQHewzWg1MHrT6x//sfWMkKZBLqxhnDK6+ZQRA16qHZIuq8vL8Rn
9hb6lVRS6z0DmPjku0PMlcWFw91sXiycALKk28Og9XaONpzbZI65Fja+vjKGKj3jlvXMBF1PSgli
DLhCm/Z4giDtXhUgKQgx62j2uqzmezvLsHV6eYLPrA/uhJA3eYy02k6vUkWxwIPDyS1E4z+nl5YB
o3pvobxudzW6nm8vj7Y+rpOFT68PXhpbx+9v+3hSLk7fukAiE3axXZIDu2Bx7pPMlG/G30z5SaeR
f2aGT8cEBF/7cGt8j0eO3vGYldVlRkBDM9QKuihgjwojQz7UUzdeOQRknCm0nr436mEIEPi4CQhk
p6mtSdFI1bbgjInbgFYtfn1Vg13tXn6Qz9xyCI1ZW2UOlT6t7vW9/rH+MSuflOlzywlkHuJ29t2c
VLbF5OBXHHt7Z0x/OAFezB1XvlWKHr48/HOTxCMRhJiVAwfnZHTXMOKRGoX9GQ3kowqs7hoXpvn2
9aPQjMbtljsNrcH1lPhjjpg5IbnQfAIZDdut1xM82Dkw3l8/CtlcbFkgccD5J2cNiel1p7AqCqVh
x28wlQguilGc2RuffmZ8zNRB2OyBYNI2OZ7KqII066tShTAGyEjJavehy4rpEGVO9uHl+Tyz3hmK
Wwv1I6/nFE5Ke7Nw/WxQYbUQzbBt8qn87BNtY1+4lvY/lkQDfn95xGcnF7BPUrLaIM8nqyHtSCmg
JazCuPGzT0GKWwfigmFudogguv7M0n9mNLYP+loSFB909mQ0gYR3Kc2uC5Xjqv1kzoQRZaT7RJ2d
naksnxtqDeejfcs/FDzHb63BsEJiPqdCQiYc2Hoi+wIndLrso7g9M6unFQ9kNk5oPKrX7+q0hzu0
KqqMCehe00JpiBghhvS9yK0hPaA4arObarLMh9GMiuUMGfuZrQRYkCaoSd3PunFOHmjbiqyNMfkO
hd+o96bZDtdjtnONr6nO4y0iKG+HV1OzbTu9Q4ccv/r+y/CSB8zQa2G5HsF/fOVWIixVLLheYSea
7OcuMsM0yc4cPE/f5DoIyYTA4HSBThnnPb35pPMGrDcSuoQ9gpr9kAVoqttzfdGnWyMjgYvg/Mq/
8ZI9no6QIxJ1b8HEC7usQ9yBtbcNCpTXfnIgE4AhXN+g0BCXejwKskq7JNOCusQSq5BylSlmXbAN
SCY/s3U9MyEYwPRCgI3JqTxFDpRtdFbrc35CrMq/pengXuqx+CeH/L/2xv/CFvqPd7smDx8lA19/
7/VxLvDv/+Fvc2NL/kXpwh3Ip3FjOtSD/zY3xsIYxjgkWPYMMFW59mn/yQV25V9r02q9plk0ylmD
/9/dGHtjzNyBBn9XeyvY9JpQ4N9+tH/UcybCH7rxdEcoRSDvnCJkOSU4wQ+Zv+NQqB7LoA/uq9JJ
lx0uBWFhG/GvvNJtRWrwJO+jpciJr5uH6a3Zdq1zENwev3oK0hkOGYZCSI2vbraf7WYJs6VZ3bAA
WKetm0Jn2IvaEh15VEVR7SISP+9p/bnDHiWZ510F0+CLrRq01e7xS8Q1MXcjfMBJoqgP3Fgj643d
5964zUdSg1YKC1egYpl+Tk6tDOhTTo9tYSM7E+WLIL/JGNH+bqU9kbySIMYjuAbZ4CFPHHNErByZ
6TYqi+zOLuTvOAic2zfdzNm6tzGgcje2NuzvBQ1g9N2Th5UPNrLKvLDG3LiKhD1v3G5c3usgqh6x
0TCucsiYu0i300cfRfOHyM19jA4WCzc6pIHF9zLHJvMWIQR+RfZgBm97OCvvXBzwqZ0zZ/46zxPp
PdPQJJcYFablIVVS3M/4LShSnRwdHNoqWu4URokJLrJV8x1DSUW6fW7QpMm5Z/U7fLaLaJNoQ4m9
zHr/QY1GimdRnzhqA+nafesPHmFjbUvE1A7FzvCYuHH6Fc8UV+8LCDY50a2+4W8zkvaKTWGOxluR
BP5yxSkafyEpTdmrnelyq9OibpBnrcLgQXYLeVexGFBy9138tTczzABUWQdtqDiC242feUptGg9T
rqu0s6MeH000NvuqSHJ8UHNh4lOyVP7lOFf9gGlRJh6GIbCv7MYoyf8RKsZVRufDu45uqBWCTOJD
yuXLBQAdo8k9NIsermYYJhy+0RDxSKJ0dLbCAjna9R3cINxY+0Zd6HoQd1hCEsk2+TDiNoald0Nt
YKcqmqE0N7PTEqljUlJe4zmTVzvSQ/gN2m/j8WLw/PmHbbjVHYmKmHB1sibNnQgUvGqc3lD7AWp2
uqPemKJtP+CtuiGKgeQgi0ina2XikbhLMCD44Bh+fpsJ8m22NYrhBxKvjB6Rve99QV/kkUcvM5P8
rjbO8j06DhS/UgR3vc7TfOPEhYdLhb+++noq8Bi2g0G1+6kejFtnJrf1QhdD/GhKMOkQlknp7Ua7
S/ObyczR2NeBhSMxdltzmLRjCRMlssj/8mA4fo2WOOi21LURBaFqyL3JsIf5imY7w2AGIIukpLkT
zdZQasQTr7T85ICXINk6YGl2j1Zz7K+pjrE0zVeZMLKwoP8G09a+jSQNm50tcB7ZNo2Kurc2ZnYZ
fqm404X5kmflVV1C7LuM43pQl/AWyuzQ4deL0501uX1YZH2a3cyjMZgXoy8WscXahHcujMTC3ExF
rdyqIljc7Zz68bhTLRew0JB0Ngk+DAipQZ67TJjuJtFnf675ks2lHpNd2qT6g1SyFlep4RTuBcGP
zvhpasxcfFvFiOXeh3o/badCTKSzqaW742yFFogMTKOOV9i9IizPuBIT2jtnctsg/lQ413a8oBvy
ftzoQzxaxKUlkUEtZvUqGK8R3NgiLHXlJO9yO0gfe28izSzJAx2w9RToz+00tyksvcX8alO7yH2Q
N9nPvJv8/jCu6AcM39qOfzikMH5T9RI/4AZjP6gEhfc+ITZwvE4HfGa2Gijha9VjXFZjmN3sacIb
JOJALbgVtY1phJsQtrxR0otv/dLq2utBmCnhQI3b31YIU+fd4CjMlqEA5fWeKEUU0a5LkN/WqbGe
3tuR5cUfrLncQ1Jqqn3ZtcsPHOrwDVEjTtTbycNkYdcg07M2dpXan0F88RkdTIrHXWH6RrupM61y
pPNmdNXXosLuoZi729Ypuh/2mPfRXtUt3p19VBsktQinrrZdb3CBUC6xm7toImN67ydkER2GxUx2
ChvC7NLAn+Ox6drJ26ZYnQpcndnFLyMvCey9OxJ0uU1JIvNZTrnGk9RpcVcOtM0m0zQlJr9YJqc8
H2/sL1TlyLuUA0CEWACIHwq+jGLzyKCyKLyRu6tkifqF7NZcBZe6bvqfnWoHwlX7dvmMmVT0mbJS
dhellPdYKkYbp8TdJMSNzbtaIjX+cPGmfTNwtcZ9usMteMPVbzvUU/1ZoQWnx9uVj0OLnWhoJtV8
QWxoz/7JED+bzG0eJwMPV+xFTJ/DZCy0tSXwiZNsLLJywkojnr6xffseVg1eduf2jhg/G5iJf1yk
19/KVnTItVMCHkHV1LjPl2i8zVOjzraYCZpsxCp3Q/Kx8JhI0rm4XOaoNbazmcxI6VvPWzB8wioD
K8kZ5x4YPhjUiV6HjircTzVe9TG+kLiJ7BPscvGfwAYb3T6Nz3vdlIm/d4Io+Z53w0LmVpMh+V5y
OjYHGWGottXNZCP8xqbrkflo9QY0KCAAKtPSuY4qM2vphyRjv5OVmrDKA+WjQyymdgv/tYHnryoM
H+vV7oI8tQoAyTWSJMXcM5q9v8Gk/1bF/yJF58Wq+NeP71Vd/Zn58fv/+Lsstr2/4DL8uxS23b9g
Cv8mhBIAQheQevefUth2/mKREzmDRBUiLPyX/y2FbfsvJBuU1A6IDHQBQPhXlMLCXRGcP0phev2S
mzsXTHp4oI2n3U7Va1nHmK6yRaW92mfcnR8KWMwJ/t0yf4uuP6aK6fP70q/n0KBLlcHQy41vvlSe
xA8vrh8GHFFGFmhRfME8MPqRI793dsqX4n0U+TnGzpURLbuyKqtvMU7kG6uggbAxcyO/Duwgrw7o
R5c1KVfgiT8bCxYWGQUUxmJNBnM/9sQIIwAlzmPRBu4XFGDZ50xX+eeINY3TCIyXT7U/YhBVa6e5
Lsth/FzOffrO0MPc7zAwiq8HJXrvUBCSm+xsb4h27M4mDq/urO56m81p25MDiZmmO8QwHxa/2fpe
532hNjflDgMaJKVLMzTNG4iyEWmy00yJPRSY4Ul3aDzqnTG/j9PmoRhVnu3aud7zDi21mhLyLevS
lPHWaQMqOnzWzG/OMttvfW+qb2G0vMPLmTrYQFtSYfSczwfaOZxA7dDHByupCUaRfWtxKFhYL616
eLFxXGxBtt1kmldNoSv7QFBp8o2tJR6JcNRzsJGDwIe/6lrb2Ng4N9hbEVdZv+O/tt8rB1vCbezT
7tkm2Ol/0pnM3iHVNW9s/IwMJjd3bKd1kHHO9YABeM0JE6+ZbnQ/soXM33C7KIMQ1YqDlTzSORxh
gmrcl0Vto8LvvOkGQM8rtqBHuNTaLvTZHYZrw62D0xcuaICv99E0ks9HtVLjfOITszHQOv5Z1DoP
zSWISDLAR/SxtKT3kCZFRnCg6grMsNk8f/G42pLrhoGJjEMILSPN5aVtTUhwmmAof6i5a1Y3D65l
e2cKgnnTZHFQHlTqJNku8wLSCCk01Qd0utzSMDW03V1syuizaS/tI+mEDv652u9xT8L14rPTLOUn
nHAJBiAwrxR4VDftlVpceTfNo+uEcTeY/6gT/7ub/ut3h/T/jlC6rB5OIIa1o/r3XkpKEg1W+ORg
nIh3kQn/e1/15F9obAXAAzwfwNYV/vz3vur+tUrWkR7B/aW1uP5RVw998j//8v5a2WV2gKAVOtu6
Hb9mXz0GnwyQDQSQrn0qOeqowmpYWd7F/+PszJrkxKFt/YuIADG/kklSk8tTeeoXwnbbkhACMQgQ
v/6u7HNO26l2Oa/16o5WKYW2hq21vwWQWh6/nJYrhQS/bvc/mpScwMZ2arcU7B24PQD3ZswHRpLt
Sk71ueat5F+TesKs8BQuGeo3xzcrjtz0iW57//2nzfDV/2wrP5cMX+b4/29YkGK8TPvlcheZFnVS
wk1vAkQ8QGUlDBQaLGJIFsJcKgqHuT79/o8992POnfgpMTvh2IVrfJeU2xRmYYHcPx3BvEqyK7nZ
y9T3jx9j5Z3h9+urJjdJqVEc8yII1ki+XcE/Th5MBtYC9sg9AS/aDOqN2w86/9CffpDKfLWk5z+4
gB6/3YFnX+tDBHYjL3//B87Kph9ngR+/yHrlyYBr9mcdxiV8AdL1LjG4z+ABZiLsAUCvhrwItNAC
iXQAudLCb6NgOPkdW66VYVsp/R8dwEno4hemchLxZOJSU7oMB6QBqzQMvisRDqsokH9YJFJiqffQ
gyglSk1Aie4KD6Rb+UdZ/R89sJ5MWmrkAmoZhgCv2odw7AHPWPnN78f3uRlpKQx6ROqagR1TQmiY
foTVBuy+F9380cv7v123FY1t1vBkCse4FCHn36DP6B9gqQYTF6fOn1O5P38bSFhiBehnXLZzurwP
1iEqtnpP3VYe+610RLZEKTLEJWxn9730Nw/FN4nqcSN16761GhDQ9TMArLEa9JFuDuC0b0A8DAil
o9sfsJYDAOK9Dnxjr+pgoZK8mvjE5vdynr3vbu1b0T9lqO9ctzir9j6QpaGRB8dskJ//TBj7Y/pY
wZ/3AgcygsrzHmYV8rQC04yc6GoCfhw4i/Ir3+E8HL9YY2w5Qxj14LApL63mWZP5pkv6Dn7yQNdt
pcKlYXMLNVs3NPTLUIebzCqYFOxPYjTsZQe99dPvv8VzP8IKZLhKZwEwAHlFvI2XLRiK4QOeIPvh
g4gzsV0ZqmeWi/S8TP+03rOMKpGlKqtGGHzdeiA1v8xpAFOH3/+I55q3A7rmxsfgJJUGQxN3iWaL
PiUA3V7ZTJ5r3trr9ZL20PImSbXAfO5pbqksI32GmLr13opnzcMOzMgmq6IJKeGyNdkGPB8g+bvj
H7DiGZimeMg3jH4egOp7q4IYN5qxSff1ldsvOA/cT583JSaccPdMKjBm+Xv4j0+vNk6HazXc54H4
RaClVjzLfFnjRp8r+AFsrd+kUg76fTgAWnyHfFmevjYUOc9bt99ibdzIBqDoE/kKyLCApL6Z93AD
eRqec75bPKfWvrxxA48hMqJcd6Iqup0kWZCYRzb22t58nvW/Gi4rpA1tqC9XzKehNmo8NhSCm1fS
25fkDtg6KVDYREz3sZVZ+JfuUPJ5ZeSeO/PYxA8kA+u031esu23WqjvmTWdyJDJ+ONZlcOCJ5qKb
GwDjOUuUPEEkTAFDj9awf7sAIaXdBthWGJg6QbWQ8AAegV/aMYQTUpXByfFKMFlC4H93F7uIPF7m
DURQwEbgd3bWhgf1MpcoLtlbFHeHqXlJJ9l/h0f1ilLoPevixw3Kwu4FJJRZ8zGD0U58pSvPrEvn
lNrPYZd1yBD3K48qlUJycwDi+ZvatvXP6Co/fqi1bLRAHgZmQ135CPOsis5BhHodlEX97RRodhES
qsYTsMwpEgwKT9IxttJHQKf/V83w/1nW+aPz1poxhMgKeV6aV3GLm8xBB5ncC82RPbkyy56JMruS
c+KDick2ZtVs4GQCBOo4+l8AcEfEMcKQC++4VhIuXokCkVeC/+m2l9pFA+HatZhEY1IlSFXB9BGv
YHh31ZHnuF3YjKA92sWgkzEt9QCrkMQsMC5GKuvo9NltJgJcnPyuGba9mjSdKzwUN0UyqubKGvRM
SNhAKih1mLdha6gaAvMI1CQ1xxpoKreDgM0Zwq2nz4JzoT0e1LrCZ8EHuDpcO7U+13UrmoNEdREe
CfeKpmZ+gZJxWEe0AyoD3eaNrQ1kjZ5VOJq98pDhvCXLJo41mBKV22c9/6qfjgChWmI1C7Q+1yQ6
rGE6FZMMuGPfrWjOOrJneLVH32fYLIoQrIlEwNLRre/Wlt+g+spfa2ANh4C3pynvKBDH0X76fevn
5fIX27FNi+jqGGUggbdWqxd/w7VTLKdoFqqr5hXvdr//G8/NHWvLB6Fl6RrY/lYhAvcNuNdNiedU
4XYdj6zT+9zhKLTuyVr1qEC8zWCjAhp157jc2KrDYJZtne0Niq6nNrrnrUzhE9s6dt06umOjroWA
lKEa+qaGLCmGtAA8esGOTgMfWUEb13SCnyTSPKrj252Y6fyg67p1CypbD4r8qAceVzOfRg2V99tw
9bMW3oNZcg1M+cy8sREjIuDLQBey4UioYcit4k8mN9fo1M81bgVt3EBKgueUpYQ5WVCEQHjiLSW/
RhN5rnUraEPVRABuZ6DbdN6nkeB81+Vb7fhZrTO6UPvoeVPyv12PCJ6p4iVx7bodrXFW64wFS5mv
SBqTc+uT88CcX3d/XokFXE7qdkLrW5Ozg86Ehr8zadxWGts6nqH+uMcrL1qPyLeBwwOZcuqY2bKr
76GPbzOO2vcy37WEUw/q6JhINrezQWjF6jaHad0asZTxXMPnKljg+aCgX3NaCWw4MmwOSdeHvi67
Be++K+PfYKgXOI76OQh+2l3h9Y6KfQbEkITssYBK/hO0KcSxcStO/ToeQ8O8uUwHv0OdCv8MvcY1
UNMzYWojYoezeTFOwlCHJsCYJw0MYfRIrlUWPde6FadpCBE8h2lkmeY6eDHheeRVndLW7YnKLqPb
dES6CC1XezD2U7F3gJLC68PLJrc5Y2M/ybDlUivUkppIAoHugVFXqZXMX52m5H8E8LwmY79J7Kz1
1N6BWRUcYVJu3A7DNqFZj/CGpSbW1ZyHfwUNeT1F4Wu3jtuROpkGGDhvRvmB94jl8ZMhqWOu0K4K
y+HKkwZdOlfNyrIjVK9PPVyoHT+oFaedmLwRNAaAPfgMB7smfUjJ4LvF6T+8sJ8WATwLr7DEzjxI
bbe/uQk+kFj+UYXBv7fls27n5/Ul4yv1sF+bCs1OkF+TicEwawqp29JrM6MWGmsmohH4LYAlPkYz
1oFi4rA9dJsv1oaq4e3itzVK8GQ/QvG+pV8YV39WTvLv2NhkzzrjQ7pwVNhBVmMOUip0XVx7eX1m
AbPB/XmXRBy66LkCoi9/kU00eNF6tfrgNC42HY/MEKbOqLwHBLpmRSjXj2nG3T7pf+pxI4hoaiZ0
NcZnS55s+9QO2Su3fluZp2iN4EoWom1U0jxF2ryIo+kKoO25AbcitF/rms4hBZ219ryD19QPfPcd
8wN2sTzQkirdPeKV0Pa+lCb9lMFp1m1psevh4euwYDXHmLSse93T/lRL5raS/5Pp/GlhidRqwg0J
/LLfl5txJfdR7LaD/pMp/qllZeIZBm242yWSPkBfX3Vj7fbMahM6eDtvTMPjsFTyHQoGDk363mny
2XhVCPFGtQt8xIiJL+OWv872xG2d+qeI56fh0MMioKlK5spMTfC0m5lUjQ6no1vHrV0z7OqtgyX9
XE0epASkEzd5nX90a9uKSNFy2O4FvlfGHKdbz08+ow7JcWPzrZjExEYZi48tmfFkQzlO5B3BzLqG
NH4m4u2q4myC1i0Ceqkckrdjf8yQxXYbE2vTZJQN0cAM2BEZxBwoylBFMCRPbo1bJ9sV713GdPVU
BgwGhy3e9gdY+TnOFGu/HDWk3x58wEtYqb4KtfrKo6t1kb8ebhQrXh4lIFEz/pDl8HOT4SuoSL9u
erlWc/lc2+dc/E/xE6wcWN8tQNoY7JkHfcYzDiBvO40K8GyXrbMpgnNnrDFRgD4tdr951ybM6YAF
vd5l21uO0g2RI/LBYpqbgw+1aH8kOAFxp6UFasHLP6BWGdV4q5krGqnP3rp8wOPDO5epiDrHy6Zh
d+uPSYhx0ZrGx0ELXqCaJ3U6R4Blc9n6yJYU+egNHd+2V7r377YFIEG3nlsR2oBGGaUMFTeZCF+0
EByWGSxGHEfcilBNR2guNZCyvmpRA9YempE5HVLArLXGJPY6AyzHVBESk8MqA5hXR813p0GxxVUG
LwoT7PJQhtQmn+i03fE0fuvWtBWf2zjXIiPeWBmIryGzTodTJxs3GUZgC6tA7evyBVqhCk9I+7ED
zS8Np2sag2eWFhtArhWZBAuAf+2htWmLSY/evbf45o3byFjhuXqwvxgijS+6mL8nnOC2Kfvi1rQV
njM2HoZyTHjQw89xU+rWl9JtHmZWbC51JuCnAUzLvgwMpYuUHL22++rWbys4+R7V04jKV1SzK3ho
mEf4hFw5dp5H9b9PLuAFXsbPCpoeUPjpWDG5xBrk7KR5MYD/jPpcos3Brf9WkMai2zrRx2PV8vCv
lkUfPCWenJq25VIbFI9tAldrxP8y3SzTGBTBErk91QFDeDk6lKCKegwJOh4FH+SCwgK4jLx367m9
h24DDHMAeKhiwqO13ENtoqLLUBt8dPsDyWXnI0ZpprMWU3LzXnNJnvjgdhcPUitGWx4PuDCj6drk
r2efv6zDxOkZCgiry163manlsABfEtaSoIaVzK8DunInpS8qCC5bJ+kCtCjHTKz9Hb6k41CFkaM6
DT6Gl43LrfbmbWKA2ACIWYBLexpW6pYdBozqsvF5jLSOcgw5lsf7xZD7Nt4cY8gKT3BFWg2aylil
Ne2KdDf3+cjd3s2wz1/2G5aHo78RMVZBv7wKgwHl4LNbv2310sjxOpGs3lBNSfaBB+PrVgxOlzhA
ji97XZ8h8VQ1Y5VgZIocIvRiMDJzWw9tNdIcNoPXnDkBbcqGw0jEa+3lbkdQm3IFEg4DP8EfKspD
2RQrEhWl9r0/I5j+X4oPWJrLgWmaHKq0xiBucpRdZTpJ3rTc3x2/qBWeSxMnNbR2Q7XnI+p3p+gR
O6nb6zlqKy+7rr0u6+Otx3TpwRUSWGuNmGDanC/XHD/Og/CLzdTWG0EL7OeoD8fYUwYoPpy8ZzDF
o8HtHQElxJe/wAits1HC3jbzJgEPxlWhIjpPV8dLoy04CiRqUldg5yrUD09HSZOmwAjFbrcAW3CU
ptsGO21fVbpNyMFPIGKHQ5Dj+mgLjuYWCrwp7FQ1RSmdi2An4rMwW3eNPfjMt/2PTSQfk3HdMDY9
a/qCz/IdmAhue56tN2pJv8qzN0s1dpm6MZM/ncAcZzdO54DYCtklXEKj2lVVTR3vH/y+pjfw71Oi
cGveitkQ6ySILviseVcP0ynVwGYVcd0ng+MfsOL2bCAD88wFIx9O6+04Zu/Az3fLzYNNdBlSqZCg
O8+jqtJofsvp9Bq0hbduA2NFK63NGgLqPFRpl//V9WtQMKCJ3AbFFhoNSJlnnpaqCscm+wtkx+1G
C7m4TRlbaDSj8NvswMxUiNS8SCB9KTzjpaXTwNjeuKPx8EbfovV4Ae0oDtSd6K6pmP5hz/1iDbZl
RgPfIK/LSA90iKBnyETXYLFJ+SYOVKL8+kYqs77Vcmpvwyn0EoBf2RA/ocQNXF7YOU/j2zyVyY3A
u2R/04guAjGi5UjG023IwFHaUXY8vlsH4umDb4ZOfO4Z88A/wcES3IcYufYS5LFNH+Ff25pDglfq
7VYPXtZUJN1YdFv3DdyQz5CR+KMHZa85BWEzgUeVbmhzbfm8n+iQswnVdmTXJ0nIBirmIsPury2N
ovrVHCVe82UK4mGosp3kwGJv+L1HNe9x2fhLnB26lATiACd2qm9o0NP8Ick61IX5w07eAiS8FgtJ
xlvFATSt/D7PzGmFK1p0XMaIxuWCgnqksFu2RAfaKomC/QUV1Ids5PC2kz0fg/u1q5v8tg2DOap2
jPYK7p5Ybvfdk4/gTfjRMfKXZS8A1an3twCS9Knb8cxWe8kt0onQYQ97G9Yj6+MVhIa5Y2hZ62UY
1QYHyVZVLJHf6ki8rVPu2G9rrQRGdttagn7Huq6mvL2DcaVbctC2bQIxKzTw41AV6odRj+/losjb
oHccE2uZHH0aJgKPdhUlTVNsYvieNOOT23JgrZMNyluXLvX7ShutHlENxm/6cJZuS5mt8WIJ93VH
kglYJxE9RDi/Qvmv509Ofbc1XqOky7KopYdBF9Xvx2zYkczvsj9z2/n3tG2rvIaOzygTyfsqR1IZ
PJzmge3UrdIMmOHLrc9HCAPUq/rK9KqWMD1bm2obfO54y7FlXkHHg90LMSMTCnuTkkwd+B6pF4tr
GNJnjmShFaizHNYaEKAefPn2+6qiu9ib3Co6AttGSel1XAaT9hXzc+jIwFLb2kOYN+S728SxDjVL
DKeuRRNVgWkC4k/ag9JxQLaDuGkxAhsDu6oOKKSN4oAAZHyh07Up4XzneECw9V4qXetmp9jC8UYz
HqAoSw4KoJPKaXBssdfqo1Q65l2Pqtq2vUvCJZ7BU4Np+sGt/exy5k9NRyFk6rEMdzq9Y13o/4U7
rXFLBdtqr3STwy4nnFeRytpu6wi+A6k/X4NpPzPpbbdyEOs0YMXYnRou6WFaB1roWf6Zy/a/C44t
+QrGYIPjVtZXnunCbwxq82+71NJN+QnU+OXAA3neNawRqoqTdPFuQXQMDj78TOMrb4fP1NXBHvXy
D6C2ta6TNuuqvQ3C8QlUmKU/1GlH1HGdeu8JBWePnpe3zRGnOJEfaI7L6Il5cdw7fn0rsFEUnPi6
wflzNQOD56RsKHgQrFN/ZvT14xNZWzFcFHfcWc4rUz0H9b3kFHVnZjDzn1my/vgD1n4MqvGI8lrS
wYg8AHZxW5s1KhoBGqfbYcKWiSUAZ44dwR8wmkC2vOsPUO9/dQptWyXWziA/5XrvKjV202Gj4fd9
jl07bmUF6QBM0HSGNuJsewKL6Y6QyS0FYGvEpOcB3ASCSDVHy3QQXoSnhnV/4zYoVrp+Zi0cUNal
gx37mJWaAaApgYd1W03/42qRAhUKSnwH89XN+yKbNfw6wvrE7bJoC8WmJuqAYQpkhbPWY7rs9+1A
r7BcnllKbZ0Y3fDOmIx9V00bYXdBO2YF5f3qtonZUrFVJDxbRCirUACyVjTwT7tjqe6Y47BbYRrl
Wx8mnS+rNO6aAzzGbkQEL1OnGWNLxkbVUVrnHO4uEVsfplFGh3Rulte/b/08735xR7d1Y/kqzLIG
2N9h9DLgyO9PNC9bP+j7MsGtrnM7Y9kasswkNYictK98Hc4KROS5OYeWn/+Z5+a/K6Vt/S49MG3h
HYy5GZO3evbf0KB2m/a2VQZIFnPmj+g7smvxkY9I5e8a4NHff4BnZr4tI+swGT0BVWAZpGP9ZjGe
etux2K2aCZjDy0245V2gQRJuz2tw9lrJMK5mHmdHt76Ty9YVsgt+LbsWj+HISvRD9tqLKHccGGtz
BS+wM4DTtlAIAOF0QPHh8GlvczCP3TpvBS2ANDVcf8a22sf0C3JHL2TKPrg0DdeOy3GJFh+v1agQ
RNFqD97eMOnl2xrCT8yteevMzHF961h9HnaV1Ug4TtmtBC3RabrDSuKy8z1p9LaP6HxNGdJOAVEF
kCpuOxSstC9bz5M9NfGE/FuwzoE5dhx6hEPTdc3ilHzxbUlZtqy1wsm2rQKWmGNGff9Vj3q+N25D
b52aDSw5pbcO3pEGZ0vXBu5cj4SoWF/p/T838v+ux74tLIOVNNmSRGPqJDqWL4cg6PQNF8swnnAR
0+QEI45kOg5xu/UPnsGt4AGmKYP8RIIwOumE7Ldp5Jm4yPdag65gPCFeyi7eyEEOg+GHnbJ6/9LX
hutTp7DnHnTcbF9DGUX3oHzOd4az5RTCrBJNgIHBCl/yaH9iAepbXoszp+Kp45majriwRTv+67ge
mA/l52OjmAe6KI8m/iIkdb84HSRhBng5Z6BrBG4dBcklrYPmcclF/kA4oW4brJ9bC03vibhHdhTM
583/lpDhdR7QV27TxVpjcNc00ktWUYU7dLYtiW5JP10DaZxD5hdTxZbEae1Juk+bqAYQicPbcdrb
9ZjD13g8rrgh0Fu4FrXMKbsG07TLbxAA95pESywqT3nwhxJre9pVS985jZMtkmMGzOxwDEW19BE7
glH7YW7gl/b7xn99xIGLi9V1n3ItRi2qpNX8LVTV0cuM0e3z1gTelczmc3/i/O8/SXz9Ok8pUYMo
py0UyZHNwzjwYgFsfr/lKyrarlyqn/vk1vIDeQLVSwJ3UspnIU463gKow7y25HLPyAGKbresEvx1
Ln8RZcid1GOLQesImKtR8gELkeMGZjPIPABHkAjoRBXgOW4O1xO4v1cW6Oe+hBXMaQgt544a3KOg
Qzrf5u0Un/osx7t/QpfWvyLV+/WhDT6Tl6MTo+2E89QDpgMgQdS604/5kLqVtvq2kG4y+cA5+M5V
msbzCZrrDFDfwO2y4ttCuoUjFRnqgFUcrjAntRh5zHLudI/zbTddP1FBCywvoM4Lv/NhdRv1iduY
206DJvTbqZ/R9L5HJQxcTpITp/shoLSXn9OAusanXNRHwcl9Gnv3Q+KWxfuPbzJkhRikhNdH1azD
XTPBtBP26W9/v7I9Mw1tCV0dp2wxoYfJHtCphKFFVBh44pzcWre2XT8XYx37Hq9SPql7qF4/DNS4
wWFhW3Y55DRJqbfAnaxqDWlPOp+7G39o3aSosHm7bN0zG95T5Mgr3gDHr1j24KXjVDqNiy2j2xo4
nE0hLFpmWBVtJ0LWd2oUwi2p6NtSOtbnM+xxuvwI56NH0cLfdezdNnFbSmfYtlFJcZBqZ81hntP5
h72Nr6y8z0xGW0m3QJ2/o8IPQTQtsCvKR/iPgCjsNuZWhO6A9EzLrDiqlqQ5dFT1Q1GPXe4mSPNt
LV0uDWouRJyj0KqHNQjsWsb7fjuDzN36b22nOulqmA2H+RHeRXizfQ0VwJWR+Se394tjoK2li5Id
pRgdZVVgvHC597mMUWBEAQ59Aimpr3ic72GRDouMywTZtfUwzCJegONUiTkNOvcHWIUHlHyWKWw+
qjoLeeqUgfdtFd7mDQG4G/P5ujTO9JbDJUqXbBJTd3QbVyvQO85nmN2w9LiNLMECZRrdHVgMK+yv
Tn/A1uGNs9D7UitdwlxQlTKL1qPKI6dMs2/L8HBki0MVSl0GZ+7XGg+o1I5SJ3012I+XayBshaOp
ntH4osFubqdoKPqWuGn8fFuDFzGNanjd6ZI0sGIKBVwEkZH44jboVrT3Ist8HyZd5UKYLDLPQwHX
Fvlu+5otwqPQmvqRF85lD2VN0YuRPrZpOL9367sV6dGqFKzYh7n0crx6RGKnJTex48CQy2/KxzXo
8RA7l2BUkled3MSXxN9Tt2OQLcDbY7YOs16msuvgFQFyNYgw0VU/5Wf2h9gK1TaHi1eYxVPJ0208
xfUMvrgn3N7YfVuEB6vpEPaA81SGq2RQXM1PKK/erqyxz3Td1uDpdQAyKzVTaeD4VQhfjIdUOJ5V
bAleLHTihQNGfZfAtayz+e6P8L5zmo22BM/blRzqNtQlRfXMMV8ZO2A9dnu8923t144yiJovOFil
inyZZPhWMuJWXg2nyMupziRSyr2KdMn90S82ReqyriGj+/24nFeSX2yakRWlbSAGIvowOyV1Gy+v
mJZwPDQJ/HBO0aiwC/7+zzw3cax4rZewjoIGPyImmXdcSEwP3abdlGDwKLocIsXqdJ4TtE5px48Z
ZGCHvDd/u3XdClfRYDmAnnEsFVz6DlwOzXGStdvGZyvBchX5s4xhvwxHxeUkWUYKAIx3t53PVoIZ
GcICbFzHcmZ7ewom8W4Pmtjtk9o6sJ3JaO+R6ylVxtKDbLfmAEmqm+zft4VgXWrSOc1qVXrSGw9w
y+mKUBk3chM8ry4nTB1F7Rg0iSr5PLDDHks4lAKTf3SaMbYGTAcGKeeRZqem6fan3Vfb+8bvrnHr
nwklWwVWh+saaIiVy3gMUI9yPnAoElzLET7XuhWocLhButrk+SnykDpfvK992z25DYsVpSIgQQ3/
jPQEzlcN+6kd6sSZbdNHt+atOA1g8dTv/pifYiU7CHCbLWEPSdB2mVus2gowNWUap3iVn/IJroU5
uWt9x5OYjfoCiGuYDUHTMsL2d9ZDwBXUaVhs5RfMIGCnmA75aT+jj8QK476IZavbtmorv2AJyObd
9PCxFPVNN6pXfuJGE4SB2GWM+jFERaGU0RFetVXTeQ9Rx1+7jcl58v+UpY6BEWJj2EVHkmgZVJFq
UXfNVqnfubVvbaqdCoam1X16ivpgA0I9mqK7c6neNZ7g+ebyi03b5n1xT6goW+vkJJU33cz1ssjH
KfUpLVGnmta3VO4rezHv9fXL9f84Rv3qj1rhmxoCb7tmgJHptK3ddgha3hJVCoGoa0+s3kRbDL2E
XU3RhQP29g1WxTAS7luVMHnCxbqBw3C7i8Xcstp49ecQNqKq6nxIWuHF3Jh9XQscctTwIJIgUy+W
qV6D5HbzonSAy/TeUo8X8AzkIS3GOVU4CPUJPl0Rw8WaflbwWYW3ZwTTaliu7QK456PBhR7+z2ZY
1vEgTNhsb4GQWxc4iApY/ADzbfg2wRQz114SFbkBGl7cBEokQN9L5CxnWaCuoNXo4JT23TtFJC4y
Tdpk36WS+OdRD9FyhDsiEKYaI3R2R14Jr3bYc8N1Sfjh1H3ukbRNdbGNgR/A9Rq2ruxTxyORf5VU
w+gHhZx7P8oCtK/GfDyL9G7g62ZgeQ1o1HRYVz4F4piicLIudzzZkNIj9TYd4MM5NGc72dXE8kiW
Pfbvg2xJ8hOP9S5RFzb05gYuAR2sA9WSvGh8zbOjz8M1PLA0GXAKy2R2zCQAuMU20GSAieva9Iwe
5xz3/RQuc8tGe/Rs6Ma0yEiSom5k4VUdpTg2Yi1JpL7D1+oZh18tTnZFHnitPGrZkb+G+ex3bPYt
/ao53AVPauxj8biPMM97zwaSpo/hXIfhw16zTNNju6NGJTrlqw5ARNiTVLcvUKGR4XspzhU6R2HB
R/XJB9UYpzHp97u4MUm4rV+GTPKeHvoFyeDbFBVI+VOwpdtkDm0XwUmMZt4ZA9nqtls9VLHsEG2B
oJPqRZcG37Lvb0mMRBq5TUSXsUIkIj8lgsEWOtlWOSKbYuAWfD5ZLtO9rydRriPWqMcEHu3N07YR
2mWYDj3RpyaMp+3QUxYRUGKZaY+417DsUzaHXX+fb/CTPLHY17CVXNWMZH6RZ3FKcIKa5zAMDzCj
D5vXgYCj5QmAFbHddwTW21Hhz2Cr7XhmnheK2i3fTDALliwBZM1v9RfSeqiZGZc0Um/TWAbZkdVT
3HzB3SdrETQy6pfj1MT99Ci0T5MnyLMGeWpMijKhvPf7+G6PPSIeAraK/W/etb1Gxczo9dHjgKBl
cCBmhtwqGTTDBwZHcJ9geRM0iYtURrl69OdZBF/gWV1npqjhbEirdV2W+M6Hw2H/sVkTE5+dn31U
o9M1DHKgneOk/VrPKxXwCh9E9iUOk0F9QHU5fIrxuoS9C3UevXmxIv+e4X/uvehrDzvO/VYSZcyT
2P0gOCi4Q8qvTYRpfkMF2R/n3KcnnwxZ8zIbdZqUfsYVezMItu2vVhR4EA8v0eAGwKsYJOLkdlrn
rvsu8HLD7ptkCE3V901bVwPJg/FeD3lKYMcdRuRTlpAo/ztYRf2IEnLvDs9I+1eUtsiiWeFvTgEI
8o4b37P1Dh4Sy34DeFD4sc15lB9Vi0rH16lhbfcY0JoHt2vPtSm9gTXbTW5GP6lgwin8D35Si/oN
g0GnOigze2AiNn4+oYhGJjDyW/YpHl9M/j77t6FKVPsOxh11/1LDv5WdfCb69DhvzYK1c42zEd7g
pgvGF0O+JF9bMAG6Q42U4fqSwXUUSwnrt7VM4n4e6dHHa9VyLxoAjk811QrlNV660CeWTXl0K5WC
u+hce2PyhbG8UQfaTWJuiqyDmS+MjqJwu4XX9jQf55X4HlzfOxLAAXRf1adwztGDY+zTADjDDb3g
Hp1gr7p5U1d2ZyRPAaDdLh6HFYVpZazG9S/imzWBvRrtwOWEFUTyAscl+q1GCKeHpmVEHhK5xv0H
M8CfEYAjKYE8K0Kx7/x2nVEl+2TgTzfWBRvmdMN6v6u172Gojm16LZDxXqavK0zm4/ew4BixIQjQ
avI3LVo5f0g167GM8wQvnWW3EhkXqP3s4qrNgxym8AsNW1PQYM72+3WbKLIWG2ys8hu/NjgjopKN
sdsJLmtesY+ce2+TWIzkyKJEe8fJX4L8mJp9b96P/h42N8u8r3mlZe/Vx2EltXkIYZbzyg+mhr9F
5ogYUfC2nfMTqPF0vssFbjCPBimx7BQJuK0f57qOB+i8I7Y9SOrDLrXf4TYLS9Ix9VC3ME41X1E9
t0/Bm9kXEsUYXTTPr/jmp+Smx5Nx89iDdMeHYjERDHTAFS+GdcyDW7gLT/PLeBq87jPhW9Y+JG04
YY51TLbs77DNdswECWTbVPY048sJv2xryliKaHqXiIXVdxPlTXiLItqkfaFHAoOvEstRmxzhyxTW
33agksE0n1gT30w9pxTaZlRgYY7Adrq5Y81s1I36f8x92XLcuJbtr3TUO0+DADF1dJ0HMpOp1Gxb
locXhgeZ8wiQIPn1d9FVp4+VcllX1S9d5XCEnVaCAIGNPay9VlEzYIYpMMRkbzqoHoaTXRr6BmOq
+8nP7PyxAmk8etI15GqDqAf9Yhp5sE9JNCfd/KagwrIzpTv0uvCmAVi1ngYF+exutJCUG1o3o4Fk
kn6EgoLKbvG4nN/MbknzM6+hASpHeVJ6411dr21zDuhutsIratb5C24NCFqDI5UQ/9VWqWEkYlkv
16uV6KA2sMSQ6j4qaJ9rEM0KqJtdOhjk/gbqF2Y4EptpezZbofl2c88ZOAFSLKOBIqzGKSfgq0vX
MY363C3LK6bnSodQTVMilkEN+xaWzBXDDbG+6j9Bn7YLirCy08yPC0Sc5+sAuz97X5gZEjSYJGuT
mxLpMPdalVjE85UWw7xr2MjtGe5/r0uxuLSe9m6V0qVwnmy74mUO6RRPrvTqt9JfbH07Yc2m874A
LPQGGscQ8w6KrDXv505S/qGmclF1CIYw0nRYKValXxtwppJbsNYH+lMbQP72Y1/1JUV8BUJEFtUF
LeRZLa1Z4L9lwLRApdwbF1yF1YzrA94eKGOFxye5MyBpgPq8KqX3GazySxARXOrFcR378k6O2N/7
krgKuvPzipxrLZvgHafARURsUUkRIRYNJBQRWzlC9V5yMYVsJnV/3WV9hpZjH/SdcaeLqr1idee8
KhTowPpUtL2dY+7nwXTjN2QA/y7qrPouUI3L4qmCUs5tTzP2XhmovOxMkCAVoHLPiuul6RIZk6Fw
9Ab1J9a8rkpp1gu/aPoWBjPA2QAsHkA1dShBojpcJXWluzlSQZDeLkC+eJtKdj29Nqvr0RCNvlfq
ItAYJmUEGeW8uykNckxhVqdVv2cL+mqrGC1q/l4lrGl2A0ko3gRkjP2rYOw2JVdhNudHAVqZpZFW
E6e7euyJP4blOi/vClWBNSlca3Qt3nVobmP3qRHt5dCM8LiiLC28yC/ACrdEsO5TKJ1g9h0dQXtw
lgrX4b6XM4GbztDA29lwYYFnjzkegbwa28bKiHLR78olG5tDOeOof+BkcFNMZQmRZccGUJ75Qc7U
jlWAB4eG+WuscRk5Gw48Kcz1COiUbqJa1LK6LE2y3KhlE0Bdh5VdGKVKsldQsJlxjcLl2A1rALPv
qslLj6VouL0bq8SfXjfD6EeokfT041IlbooSlwVncNegmlmii6ZFpj0c5iI7y2wHYo0AfdW4bFm0
rlZ3YQsxJLGzA6FnKfyBd66W7CIFlVIdCl30BgrXVKTgbO1o2LZBIc6VS5evAbp/iiuKo1Mf1sKs
+qr36HBLHCheEQIxe5kKRVf4Tn4w3E5eB9iunWUk0EZ+hXoOmrU7WTOwkaMN+WoZFH3bOi/dl7QQ
ZVjXs72YykrfpA4M+rsS2zji8+gimiX5WRAE+nIU6XKe+nP1cUmn4o1m1RDlRLyq+FC/5YVudJiS
zgB2MlZl2YczybUzYQpvd4kXSNUtZ2Ki6b3w5+7cFovSO2xnEdXruM5xMxT8fAF8MXjrPCXfpJVj
oGWntpHeWVLLyVVhgp2r0Ca/ZORrbpPFvuVciCWc8npWgHL6k1t2+cYHcKyWeQVtihr8pYOybt8b
ijgmZ22xS8Xke+eTH6AbG22ljpwPmZ/oa+PNxsYT+vzJ/SoqKiK9BJO9GIOOpx/hudb9nlvq0bMu
7/LgspinCmKvaTNVofO7Qd2zserITc9G1u1B07A0oCQwIju23qSrD14GLeEi4kvO8x0xRWbDkedw
RbUdZR4NFXwUFybMY6wKF76M+ZdZcdZfTnM7rZ8hSuXgDmVWcezuCmeLd2GBhqFiDxadhB4GVeXF
q9lH7L9vm4DVsZWwOztENKk89hv8bt/LmrIbNNUU/AL4WebvfD1zffTRNjV/ywHGrm9GY1VHokWn
U3ZuesOICEEoolAeXQtaLa8QGkuKKBiQzfXCmMrALmSNdP5VV+NIvikRrLoPUCHXx6BFiYyZ2skP
vmGl97FGgRVh8txyKC4iCQ1Rc/gQvg6TcYJ1N8M476Y6HdQ7gZ5+e68cbPt7Y3pNix2XPXTUUUbl
3vRGuLWY09CjVLLQ2mSoI52wil6bVc3LtwDt/tXXIUc3214VkC18vVTZrEE4wNvhFhrPvJz3zQR2
14POPdreCpwyWETChl7BPGWzRLIwa9DWfFYwkrkzVmYlqXfBOsAFCCshRAoa+BbxBzy+oo+Wqdt8
Eci4WPeqsMOQuoMu03K4r4zXTnFbeFYfjdEjxxtbtRt2Pa3m6WOpOXqRRFZq89G6sp/iLiW1F+ly
9C/yPk1E1KMQbi+XoghSvBKZoxnQIMseDd3UwyntBehk7sc10AoN0n1y2aa0P7hkVq97RhcL74Cv
a3ezVFUVDtAGDdEUlo4M+mKqaOPFKb5EKeRUx+PKDAK0TI8yNNa1Xhfa0TrzSvpOZt8mSJuo/VoS
ku2E2+7VMDXQmDhbRc0/LxDKy4uQtZ5OziHHHIggMtVaePBHF+Id5hU7+IAb35fnFsa++KTXPNvh
jg+Sm5aaYZ97/Tqipuol3hH+LbMRQR7RhJ6yfRKBXom9ZZMF/mxyWdoddbbdGFgt64PdtW3zCDdS
V99zpPBJXGRZY3edx3O3n2Y0MiDo89Bft8rMz69V4QgC5nwpr4EDH49VkosGJzIZz1uCRMeVpqml
xzGx1UcFZ8VdN6Uz57aXTZXt1LLMEecwHEjFpMlH0F4U+S6tYTvzYiivrCVw4FbwkLhjJVUWdesC
XRJ0f5CzXA6suuotM9XVkIzmYuy6tvhEh1mV+1aVwx2CTravPYaeETyPUMdllRAkq+bA3XOQkTwM
VBDokoN+I8cmhp8RVk7WMYPq9Bj1cO/bSKGwOUEaT83I7sJumqjvhzmqRkSMcGw6PUfoeFnS0M+w
efulpFXUASgDiC74RehVqxuL9Ir1Vl2fSzfx7P3spn69XIN5Kd6C5qOll7XIx9xElk1dftEqwGhA
oTbPOwibtyOko4MbCgnD3dTKuUDfeAKp3gb3vHzlZwzBa2IQGoUC0nfna5F4M+CFfbXuSpQceRom
Fk1EX5IG0hxHWsJ1DhP05quH1iIJgTsLPj+k+WaCivNqYd6uPKVb+wbFCTpcOrR9VzeDg2TkdTCC
jSdSaujcTY3a0edgbTzQ3KTcZu+yNkVvUWm7rgJsqg7uaqptHkKtNQtdCUkJRMyQzoPtm7p3WY4Y
ERk5E5dmXPwQNmJO8nBF5o7vSimyrLpYnESYGaIdx/8IB7thUYtAdLpZunR1r0jXe/K9S/pmvBmn
XOfnKtNpne/rMSnz45Rms5/B3lL+rXTwJj+WS+rgYK+6A6lw2fbrW+RZa2CFJgTk9RzOuMuHs7kw
Dieb9veUZSxGSty/QC86LhLFwQgdNk6M8i3Og6v2OrMZiFKU38yXTo1N+cHVCGDDYUCO7cr3qGge
oBuvy13ZJgO98+haT9cLQVRynbQQxHqlkICi38Pu8bozjDXfeGO0PJv9tCJREIBX+BIXWYrLOp05
dbtEyFl1ESSFgJKMVh9YgTcTSGDIuQChDbnAxpLl+ShY0EHhjMzNle6QjgpFxxxoobtseCCc5dk1
XZMG8IuElM0Z+Lk9eov2MCnaCGI3q0Oau1m6GDJ1bogB6OnqCMljPn5uXG086MCtVh29ClHje1LV
PVx3Af9u5w+6K9BzBz+zvh6RJikjwMitGUNQTvj0ggjK4UNz6zVnOcrJ02dHF20wK5HYg0tz5XYD
77pyXzGm+h2F8IaFGvxQL1kMp7fSF0kAlilgzKpNBQmiUO2uyHI9nycW+OMIcPhU8x0azokBfXRS
o2yHik+bnotpZitMs+2CM9jJFkXJHldYiHSTX4boi1uLXV83YxUH8+j3DzLnZeXBRfIDyyDrCa4G
iNPXFdpWShQCrImmGtdhEHnVoA+CdnSZj6WvmLoHNW5tL7c9N3eYeB4UQVT4M2tvuMyr+Z2H2Wgv
zHzL2jHeSHvhd09qnYLrcQsULhKvLWfcMYAFgkdnSdL0Zql9A59sGJkgE2IyhOYyQkqZwyknptbN
l3yByQaEaZE1eRjs5PXxCA5P+IU45kibQ5SjHc6Nbkd1w7NiSnEjqmL9WmZIun4sCteWcZAGjeew
uh1rIDkrhvxVAK8GVwPVMuBxB9PeP2RdwJ0KLZiwl2sng1Hd+UhD5FC5QJrTftZgrSzvO29svds2
RV771bT542jMXlRFIzn1oG9Fd1A3VMesRnofmyToWDxI+HdiD7m4sb9Ao1PKXbQiVd7Coc8Hmcsd
wGFWXbgOCfNLOBFKXJZjEJg3TVWUw7lMmWuP3gj96Y+ouiQkEs0s0LvQ1t4YVpI677IlIOF55Y1m
zN97K+TXIg0HoNkvY62G69xY4PlrTuR0t1ZAbkWKGOSyc1Y1YNIYUs9+UcJ0yR1zJotoAxr3YlrP
vRUqxQPipTarjq5L2RLCzSiQrJCzHc+WttHsbEAy0R2qUqzkHskTzs/zEgWPqCM16px7tE2SQW13
+IoQfksceHE/UDpGTNSFF+LMXYnOLAFKKhwsADHxgSDt49zzkdYWDTLZS1hBSUqFSz93fDdkkgdn
dh71etYFs0caMFdRN2qkLlJIQrWj9otL7g/G3HMD8ugHmQZjfUmQApRxxbNRv3EOGehdlaoiRRMW
cDe3edNU4iJJq6Z84xQW5mKhqjTnZIRyyNWEZ6UQbl5WfluMsk7P52LQ5Vv4s3kyRWQUS97vilbV
yM4FoKLKSTTiMHdeBIoDsXQ7lDuk0nEJ1NPG1Co/gKiNGD/SGjx/9b5GxtuMR1m7AQtrZdENt/OA
RUNpCDsB2s1U6uUNw7Kjh0TzrFzfIkmczPGEkxzrdZWXiBWEd0G9RKOyJQhIuuhWrVD0QAohukNZ
yJ5frlWLBlOfLq394PJRoze/HMGQEFvo8S5Z6DvBJUo5FNgS0hs1RQLxm/lYT4Gity26yw2NN0ZL
H6HbzKFhrYZVT0Wka+fK3VIPm3CWNeKaD0nQHAM0LLqzvulGtkunpWsuqQEdBzJBBGWldhnkGOfI
VfqhZ3zfi1GKsfmuUqmGd931ppOhYHXOPs0SYtkXyZoW82t0ngcWKcYsGdavrOEs/dyVLamOhKGj
60iQ3Oqv0Bw92LsKzLvZ27bhwXzpB55Zvi09L7rLZUk9gzzGTFUEDwbJcaTRRqSQc2OAaeptcDWS
2rjILtBHPA54hGI3rpSWESDAAqXBINhQhJOKNQCc19UEAdS3xJWpuRrs6jfnEupe8AswwwSQbm0X
CGAbGRSfkc3w2K7gyusMOCnhiEWmwW6v98i9l0gOwJBu0Yzb/BHtDROLFs/zBxwW1Q9AhXd8W0Hd
ISpPQzJwfWPkVHnoqs5l/nXc7sevckSXOFpmeXrsWw1XhMDeVW/YMFCLs5fyurdhpwyaRxFJQw9H
ZiQnO0a5BxQBS/vkmmbSuhhmFJRvU9Xk04Mt5m6+bFdZ83dwBkQwh0VfjOfLItf5nZJ1N93g1k7Z
mYG7Etbg9OhDaJ6kW06wmyfcuajT3MI51vLcZABUXyMfXKOvFyzvKyL4vkRwzqHPF3D7Cf15vQrR
P0HdfhZdieTE0GevUQ320900QXv2dQEAF+5FSAmAok5PKtH3skODYhc1BGn76dAkQ9/aMEdbUxC2
CuVSFqHEN4wPiJdT5KgQlxL7CUHZmnuhsCgYFyGHlbVIlVQtQO0huLg7l8YzuuCggdLMgcg+oJF0
GYdwdNDq6A81Qo68iFwPmmR3jnh45v5uYBkq1n8TjHGCURFL0NRtY6o90e+L4E5Mfw/Je8pewis2
ITeM72X5a4XQJ+d/E69/yl3SghpOJ7mUMS4rgohVT+TKwGY+p8P9F+w45FTkCnE3tYC/wP32cAr6
rM3tRe28FoRrZugQ3dKpAAe51D29nQ3yRBG0Qz0Std6M0OPXeA3xczzFKdFJinzwnHuDjFtIJ1Y7
6NvPV0Aq9RG8JtQ6kPhXz7Q1/wVywz8BtQy9WUzAmIjRfdzLN3Zpk3HXpfA20aqKgCwi6DWv4BvO
S/NMS+YGavkJbuOUCqUAGAU2nfJYKAgAWHBc7Hsktp6Z0F99+wnUpYN8mJGZ5ihT15/Lwb93qkue
wab+1XefYNHgLPd1lyY8XqAxEGbDcszHiv3NLz+Bs1jft007Ch4j4bVH1SYPEx9pjl9vqL968pNz
nsxTbrnORZwSz+BmnRKE37iD/9a3nxKh0LJjgCJgXRCwgQjUakjare2bX3/5X+zQUx4UMfi16+YC
2yWTmn41TV67iIiFQsRE0boLuxHQzzN0VPDub2mBoQ8QO/cHOFamUidBEMFjaC/yd0E/mOvCR5Lm
1xP6frZ+cgBOGVFksTAxLWkQ10pnSHfpZnHI5OL/h8W34j6A/4u/aQK/EYe8K+6KNb/zsdP4WWLy
MUPEkGZ7SMF9nScGndjQSjhGfzzdf36Z/yt9aG//eA7zz//Gn7+03TLkaWZP/vjPu7bGr//efuZ/
/s3jn/jn4aG9/lQ/mNN/9Ohn8L1/jrv7ZD89+sMe3rFdXo0Pw/L6wYyV/f79eMLtX/7/fvgfD9+/
5W7pHn7/7QtSu3b7NtAQNb/9+dHx6++/+Zz98IK27//zw20Cv/929QmuqX148hMPn4z9/beA/wOc
oJxJgZSKRioApto9/PkJQgcIRAVQKWI02MBvDeQVs99/QyjxD4FqAX6S0gA5c47PTDv+6zOtlQgI
ESTAp2Cv+dfcH72df7+t/2jG+rbNG2t+/+3xTbENLCTTFC6IBrYEz/l4y6Kda6JsS7C2TGeHgvsM
dZOsjHnJAGVRLyMK3YZDYolBHUv5vlbklEA/mHOHBGGnwfmYUODYRBcm6GN4xp6c3MF/DsMD5GW1
0gw6xI9nlVXe2nvAFUAITYs9IuH0vEzIHDFM62Ip0vKQGNMgTTugyjI4NV230JHe/bAN/lzqH5f2
+yj/Pqd/PIXggS9QAMN0gxPjOYDvc5w7p8MaaLHPRUXSV2uJYlhSfAM/Iv8KEpkg9NrKnNeCIk3n
g6aj8Jph2DdD2d0KWdKPHIC50K8Zwr0CnRkPw1RXr0Y+THcjd0W0tra8BLQDRIWkRUrD9wjYIiWi
B2TpEhUDmBUcQaM6w8v0WjBZZSQpUVOom2jTcfsyIjub7QEHwfhOmBh5+PFj1jTu4zost8BBJdfA
4/gRyn0trFrt7qRHm8j3hmJXo0F0C73d8Gcj+4tsyFX+BSi29ps9tRCPjMpN99C8scPDg7361J3+
y/+LtsTH9fyf/zqvT2zJsfnaNg8m//TImmw/84c18QP/HwTaZDhGgNEFdPOP/7AmmuMDHy9XBVwS
VMex5f+0JvwfGmAX2BJ02AnQ12yqL/9jTPB9RDJ8GICVgCutXmJMMHr37w0vFXJTMGeCgj4Blg5n
/PGx44MKEj7Ch6pra9VO+OmYhRSVowrJJL+rY+NlwGzgwsrrM2xF1IyUrdL1Zcf/j+cImNREE8BR
MefHz5FJgrgwAf5yYkhHHQAgc801EVC9DEHvSb4tTQ1AUI9KyZcVkJNrhxpni7pjnz3jezy2rngQ
Cdu92XYJWBxBQuLxgwBJqU0/myCmffvFg179l4qX7oPXoP4z6mJ+ZuJP1h/DSbxPjR5zH8JkJ2Yv
QUsSUEFzEGdW0mvkV4KLjPZrHjqSsWuPzJOOALVYP8vG52ciSNSrH3brz0ze6QbYHoBBPwcFds5B
g/B4voZmlegDF8SBqdBeAIjq6wCsoIe/MQpIXTjEDnBxbfv5RzdLsmZUAIlhVauhfQfkdLJPK1s8
0+G8LdajzQxgDOWEKlyRyn/Sbdti86ap61ncOmPOHQH+doN2RTNyXn/4TI9cpkc3xZOhhB8IiPH6
nFOqTrWNjAZkHLIpNHa2Ki/4YMRFXpD87tfL9nRCWCvFQQwrlAK67eQ6alDz19PgTbGThd2LlqCo
6QUTKtll9eHXQ21v4NHaaeYHMCq46AV+nWqp9GkKXU9uvLhcahmRtqwjAujUM8v2ZEIar0YITZkO
AvGEVwFYwgXUsjKJzZJ77X7IekhCrkah6LDkyv/60jlxHycYrb4CCV19Sq+bFjnEbISfxGhID7II
PkXrIlR77NuXj8NhjSnGIk89sgnFejEC4YkURVa/UlApCGUAEO3/bpQT9qcBFQsUA0wSI6c1HtuS
L/HUF89xpJy+IdwDcls1dDlIwuHoPj6pAAIzOpWNi5GJW67SqZwiFP2b+zQbuuOvJ/SToRRMAcfe
DiRuoO3zH2IvsE7XZTEgP2iQYA3n1Kv6cCAjATYX9uKZnfe9nfHHDY6JqcDnBNPyuYQ3/ni0GkC+
DNh1wIBWlrPYZG0BSK7kyUUJ5vHmHtSnpNhtvwXnRZ2BLiowHZ+uR1cB98Gy0Wc7ZVZHgLyEk4g6
xNq9C4JpRHq76JrxPjdt278xqtQZAuMSPRc1EKBLiJJQt+6ZrLpXKLegBWKAk2aPqPLnH3zaGHcI
bEBUNA7jMEN0Aonfi7zrdHKsiRGHNUOZ6YBSs18fnfAsOOHKiQz92ULL5p6SaUCn2dBYYCyZNz/D
cfX0FVHCGN/uQk04P+2LHseEFmlNXFwnBQt7UJztgj5X8VxUz3H6b2HL4/eDoaSE9cb9Dzwze/x+
Nphrk9LAxWXvA3yB9P8hARYgbprBuyWdai+8gOnXL92CFB4YbgtGEXN897N+3IJgdO7nNjMLUP4e
2efpCGZLAOj9Mzl29XOSbz9ZTJhYZH4JKBcVI/TxDE0KXCOWeI4XpJqBA3bzcVuHkAG+uHvxvKji
YOnbLO124Z4MVVJfpGAKQup9ixG7uvwg3FxDDtqwZ1imNoNw8t5YwDEI7gxFEeE+Hook6QRoxjzH
Hi826rtKn3dOrmd5U1MUFb35nR4VWrLoUngvNiCUwVJxhRev4CufOI1ASwD3UjdzDDpYUu6AvAPA
Qhlk6KMJecdp/9JFxVHYLmTMl2pY+sczhTT1QNtxInFjO7pnmXg1rBnb1SWqb78e6fQyVjh0Cvcj
PDKEBzCQj0cSKs9Lkeg1piNiTsuT2HpL+eKzjUEwEZhghNtPtiOccGE1JNriFq0pQBIIe6bHbESb
0yhf6GR+n88PQ52c7dYI5JmXmoDpDOILs8q6w6zRXvfrVXt6vjAheBcgluEaiIwTVxZ+LnqC0AcR
r0vdh4zb8VBlKGQmmWifWbufvCBkcwIf8Rm0MLAHH78g03nF6vc5iSGnzfYNirdhF/T8mVN8Gotg
2ZCK0ITiJsalfKoqoQcPBV7YyxgiM00botWOocGxI/lnYE7BsrGsXv7MkD9ZwwDK6xr3JKUgw9km
/sOdjNtEAHYuSKwMfYueR3shq+wjBabm5S8LYSe8QLntcYQGjwfi9WLSshkJijv5cocc6YimIpsd
Fpk9Jw/4kznBwQA+HwEdYqxThp8A7QhoxqELQBxFos9Aq9jRw8wtegpbxpL57NfbcHvyxwaRIY5D
/kggNkCu78Qg1qPy2hrgU/hpAMCBhPIDQI7imbjxJ1vj0SAntqhA8xtw6CssxNYuF+q293d9Nkfo
T1jv2FA+x+10wmwlQfazzUoD9wECa7y0E5PUmG7tB0nXeGBmAE66qRywUHwClr0Hyy/qwSC4VdFS
jRRnr4OgRZQHWYdeAIAY3iQ+KS+CHA1Pe4IXlXxcwPDx4aXrDi9JbNnZLSrTp6H0wgCS2vA3sSkc
iBVN9x69mS8r2WzLgG/fMgOSSMhpnLrHgwfWswK43hhZ3v5jncjkDn+Vv/jtwrTAHeIK/2G8k8VG
Eyt8ycxD5RxSayH6Ba6Lpfua1Os3lNifub+/01k83q8YDH6Hj8UTAZLYj0+ivwR9SbLUxcBqptO+
zekIstG6aNfrmY5gF57AAuMOXWfq9qxdIBh+OddTfzWQAdi4tC276rqWgxY2QgvVMF2kgBCiCaBJ
NIBNY7oApDSACRCyqxznQNeqm48FdstyxtCwxHdWELBIDox3b0oS2BuC1IBfR16X6butKZN+h6E2
83lhUT7fAXSfT1/pIDpPhXXZD18QYACBn8OSops5XYrXQEiV9Jk7+akVAQEFwyrBPCoOBM7jZUrN
MraVDOBSod96z1J07Yx5oCMakOeGempB4Pch6MfVsuX4T5MLXS89XC69i3XbzIdlmeiu5/lzNBsn
KfdtLwPBSwMJqyg1wHwntzJF50cKTM0UG4k2XbfOX6kzdSxS7UU5utcv0R/eXhq0W0UenelNQ4Cq
eyYse7qqwkdAhooJVhdZsJOdDhzrCMFM4NGrOa/CtNDjOzTwAOMrkvxFJb7v06W4r5FO8dHoxr4v
xw9XWyl0X9emmWLAK8eQtHC611Q/B6/4yYRwb+LaDyTGQOrm8TYJ2OA1RY8JIXJqwoKv9DW6K1lI
i54+Q8L686E4HHwJL0GfyqQSrzRAXBkMVUzV67TK0TSGSPYDgdrI7te29adDCUphIQSu0tNCvpK+
89CSMsW9yc2hFUv9vqOcX4vUr58TTn0aCCIdLbhAxQxOsD6lsCFzAQwOByVRr/Ue3VnxWKo36LIC
NpMC31oFz9GV/Wxym+GTClERApnt8x82BtoKx0WLbcCWgAfAtNW+IcF81iCYe/E6boU0uRUPcYVA
cvLxUH0O8WPgtKYYwFP0LFc92lV5Jvd1N6/xr1+Zxlc9NusgRAB3Paw6ch44W4+H0kDFAfw205iY
Fchrx4e+38/wivsQwL7eC3G/tSws6JJfL/7GXE1VsD4n+vV0bfEUHKSTgCYGCClOnmK1QeBRhadg
EAsC3t5bVwBxrT1mwPs/s7hPzaaiyGYLLXHAET5sn//wHsVcpdY1hMXSYjY1q3wgv7Jy/+t1/dmM
MBdQIiBdAdt8sluAoEKvTd7RGO3yd5DLGs6yBpc0fKf08OuRfjYfDYlVrBu8Vpy7x/NZ0DrQDbOl
8exX4y36vDikR1X+zD75ySjo7EH1iaMyLZGVfTyK3zCF9pXBiwOokUWbePFhyxS/OALUKIljybTv
I1rf6vM/vpschB2r50wK6beiHmENQdERpl7r2mcW7enrQfUY3je2HN3qbicnjNedLjMOJlbTtPm5
GIJiP+K3C7Em4pm766mhwlCIYVA4C3CJnTJ5BWXPwCWzpgfWoyUbNAkjvAPPVMhdAgnh348gy8oP
gHA+O8mn72wr/m23tkbOGamkx6vpzWUCBYo8By1xowp0xvU5+Fq6pX3p3oAXCv8TGxCvDFmyk71e
ZlsLAOTVAE7z5v2yoitAJi/EEuFixoWMjCz1YRUR654iDCY6AeVnkO0AJl1FNkDvO1rA5DMh+xN7
6GMYBegEFOcw4ikVK1xKnRUNmWNIltkp8nz0pwPjbAH+dnUxlUckN7X3YGnQQLyxooD2A+C/ZsVL
dw2eg333DtCIwFAUfvzuJsjdJGiDxXME9SXKvHznuLgCm8MtepTGndDmZUiw7+sbQMEYhMpaBZuv
dTIisgsWoikkZrPqD9OiwPU/s/RFRH8YReCWYYh3ka/AkTiltBfNBAwTAYxprHsCTGyPE+HccxpK
T443RsEmwanDRLg6JULLW6xfrVd+6EYgzYdcycjR4SvIYrzdr63vz0aSSBcgn4RsEvzxx6vm6t5H
pw9q0ehn/Srgk7xrpWlBB5iqZ3bmtv6PbmrMCfbdR+lZ+IgvTyxw72UD1aZiB1BFkBCaMvlu5hL1
t7pY3tQeFxcMwtqXc9e+ODPyfWTMDSVvGP9TH6EbTYHO35YdKOgwENik6gxSBM0OYgrJM8u5TeLJ
JKWQ8Oe2KZ5yFc9oHGcjwVCZ89Etrh1gtKgpvYVUOCRN16n88uvX98REIuhD/tTHkuLaEac8unZ1
TVDwnh0U8+xOTKbes5m3zwTq3xPpJ9OCAUY2A7VTVPFPtRZMOgO0z5BP2ihp0GzSoQVqv6geyO6p
AfdGuLgmg/dVdRq9oWnPr1e+9O9WEBLV6NWoqQphYdc88gEF+NK6HiKmS0DADzPTko83vDLTc5iD
n+xsPDMuYpwj5N/ESYjCGZomUYalBw8t+YcuqbJ9lpD0gptAPWPsfvYWAFbfTutWVD4NmhddYOuv
jh4SNB8BXbDYM+GV5Pjrd/3/ODuzHreNbmv/IgIki+OtKDXV7nbbcduJ4xvCsd9wnmf++vOU3+87
p0URIuQgFwGMeKuKu6r2sPZaWwuiVEm9nEvBAMZyeVRtPW11yEYMij5IwvXo2jMIRJGKyavk/Bum
5PVGhq5r+vqWa8mI81irDB8Kp+KYibQ6FLFQ/NEd701XcWCOiay5EUBfSbdGA7OSgZ4bflZay7va
iA0PFop8Jy7b2joASFQBCACJm1dbxyBExC2rCN+YxwHmIRs+GjUKji6AvJ1r7lc9YX1WCM4JzcmL
GUhbRS1z27eji4Cln5RW9zCOlnuCwFE7GaHWnnRtKp6UVJTP6KGCgy2b+UMVjeXRVrj2FGEuBxIz
4/5biUYBDzF7TIizVol3FHcOA8Isn8mI+INhTtbfmVJPZ54ZWIIXpdt5JDduQdmYYKMtCOZoWV16
aqFnWp2Gselrqat6zVK89AjY9LHGsGYc/7ztq1uHz7YpIup0DwCrrF4wt4dYEGYR04ffrqTJHolP
XeIGO0va8iBXxm7kRCrXySq6iGGrWkKKiGgcNPkLNIDtsaJCfFZgidsxtbEg0LVEGRp8rfzXKpkM
3WKoZkihfDvrLD9XMnynENZOBnEV1lsOXVPaO1xcrolTXH4jo0oyU5m4TYrUbo6lPU4nA0qUzzCC
lo9lZFQQtJV7vcWNGED2XGS1lwCYLOnSqJnYjlo2qeUz2JpUx4QZvX9gBUnaA/RTTfOYZE46MIit
B99VO1n+vu0pG9+QlAx0L0Ur0IbrGZ7SnBjYzQ1iN72jql9F1WtuKYYf2VF9um3qKgxnd4E7gpUx
uQJAA10udCoZ9as6FsrXdMxTiza45aUdrf+nEqiOfkACiJmwJtH7j44xthPKakMaPtz+FZvbDVOR
TcZBfrNWUosg8O/KWbN8BisZp4Rpr8+OabZE71UtGMtDY9f9J4L06ghjm9gxvrXbfE6BA9M1p8J1
uQWAGOtEsSvbh9eq9Zk0Gs+qYlkPiljuUwn+FZS7b02tfLkdho5aXWv7fdFYnrpMEESExn16r/+1
wvi2LageEEauE+F4XAZR0ATy7SCZz4aWuY96ot9HOv3/rBBD8A+cO+SKl9sG00/ROhnfzM2N+bEV
yVdZtto5/FtXDCH//xqR3+5NDWkUi93M1WT5ZoSUo2pOr+rihDtnYOuGAeTOKyCht9ZaGUnMYEwN
ie1Jx+6Z+zs4zGn9TFUMprUx/s6MeL/jclvLckl/HR5fUJjrU6cnDvToKEr44IDjv6jtp88j3bK9
OZctz3bBOgOgpVl4VWIvlIgR1zjDDPoS74Ch64d6CZSHSC31nRVdm+L1BB0tyzwuAxmrDxUWIrdn
FZ8rYoIJieg95tStDsuS/7x9V2xaIl6hGUM4RlHp0iUm2PymPFVMnyHS+mQVinKctRp+y7rYax5Y
/FWXERKLMgAjyWwaYIZ0nDfeB4UahEO85D6Uk+2XibPmRYsWHPte09Gg6/Ym5zaXhiUuQqYdrtDf
Wdmg09dhL0zV7pPsEB4Bso8vA4jg0+1dvPbAX50sFTwScAZj3RexSSvzLC9xDTgzz2rNXLublerx
N6y4OuUqkGTq1cmyl0pt2oUFMTAC+bCaD+/rccx2Gi/Xbxg1Dl1wCZE2EyGsorgkgVhZVmx9bREw
f0W26kEhy6RwEo8P2ciwNUycjdc2o34eNYpNtxe55SW0Yv6L0qACJ7f6jZfYnUKlFnI738xGzSuA
E0J00dfvg5hBYoR1gp3A/fqxdDlkuqNZEIWoztUcbgOVIcmQ6cPkClxogqsX0uA4TH82A3WrI9AK
5w8QgcFLS9dh7065viyldQBzQBpMYvVVfKkxf+W43cjxc815eITNthkfp7E2cj9oIjM7dr1r/UQY
hlTs9j5vuKxs8TNsRYIEsGD1TqcQoMEQiFq3rhfO0bWq4KgiR7bzNTfOoMZ5t7mXZTCyrvIbScrg
BXSCfstScRwwIzrzgJ7eMW98e0FbpgQtIWZNOBq6HFF76zhDVDZqZuosKBntCrKkrHhEX3h5jWa4
/H7DlgzxqGBKtMTKVpzmJIJNbvlRALtMpqTZczzy5FUwYP7OsgAfAvEBTYyHXi6rUCqJja4sv4aL
4ViinwaXM+GVTX1jxyW2joKwbKo9wKPgWV5d0I2duK0uGiKdzp7f6+GoH/UgFN4wOsYXwyiqcw1n
3SGudu+cLWekWkw0QD2SHGi1n7MaBPowEzcvRmyemrLO/cRS6531bVkhGgZKSbnYxN7lVmbwN8Yz
nQ5fG6A6qsfWOULJsddw3bTi0rZwqUMBkFq9qGQVfVTDv+VnTRJ/aAwjf69og3i97YFbVkwOL7UT
WltAaS7XMjqRYXBVG36ohIxoqGN8hA2q2bkcN84Uk4LSHWgdE9SJSyvo8QrIy83E11MbynAtiD0b
lC8usNy9bTxphB8WcQick0TAl6Zoo8JBIdrEh4Y3OMDtnjyIYtor1F5tG1YMgwdOI9jh6l1ZIcSH
tEO1I59LqT6P9pwc3QWGs9sf52rbsCIDUeqQ1OuuxqzCVlfh9J8RTFRNKMSmLOh+jHUIo06stnc3
hqUxJuVIOnm0r6ousAS3jFkBCquDuPyRw25yyIZo2uvsXBe4QEawa/QDdaI4YvvLD1QGFrroXRr7
k6wKf4FEytaqA7w+c/KnItywOeZKl8CWVYU2DCVzCXOKa3YC0kx4/qezuQSq8gDppxV/mE23qr/e
3nQ5hXgZX1LlI7zk/uCdoRe0clZ1zLtMgZTfr6e8OOUigdpIzHAFHl17GjR0BmpzUL/Aaa83D1Wl
zMnrXKDY8KkrpmH0Bibjuz0J5GtkoS1xCoRLQM9wrjUvRZ0kbu46SewD042nY4/yKjxeZRDMnygY
OtYniAWHHw3EfNpfMNQM9dfKtCvY5XSoap6BjybhSYEl0Xq3xMSFT5pdVnsg96uIj9/ILxMSxECZ
Zo0dgkSmj0pTjf0QMcryFAehNniOOcCHXADdKD5qBVJaBwoV8cAYAbt1tKNRdY87H1BGlhcJAsk1
5VquGWAOYNBXdxrUQQWUb0Pqlylk+ccixqsPjgiC7G+48icb2Qm9HAWUpTGccAe9EGb2vSzV+p+6
ABWqnW7/nqtIlJ9DNZfrwAILQ/hy6fApRLgidcrU1805pw/taoW3LIH2QYvDGYLKoNp56q8vJ5q3
8uUloqD1vS5UAfroncrh7XMVM/wAOVD2A0+/u54hW8RMqAHk4pTQHVstCypW14mynMKp3h10l9Hr
KlG7h9ub9ytuXn1MG5STIQdvKfqt5d3LZDHsrlATnxiQqmLGTDdM9/2Qz8vBgJ4xPJuzPToe7Iqa
+UQprMoeDQ7Kj76oluLDBM/uci6dwUUEwbYVRpJ0NPTgMxZDfUoUzeDTjwyOG4dBdHazFytcnwm6
vewRgA7Kv2TYl7s0231gmVWT+7EVlq7nauEcH8IcuWq0YSrmWiii2gNqMVlYn0C0wnasiclQdlzi
+iUhbwVZROeHUh4N/suf4VJ6NhCuyPzenJvz2LQ/EK1I3jGotZeJbHg7YKZfvVpq3dTxLy11aBYk
zBOkfjZY+RemPaMjDHXpl1SfrePSF8qOg2w4uwQ0QZbG6SKCkX/+Js9bUlitmgXmg0SNoo/dHJjL
yUq0Jbv/FFMbkl17Rj+ZgVqti/5zEo6JmfsmOJLTrFpWdEiSdH6GAn35NmTpXlXy+pPxqUxOF5GT
TJ9XC1M6UegB3MJ+DZ/YyyRm5WRmtAwgDezu9g56gsyVM7tGg52eweUejjBIWeaSlH5vxbAmQFXK
vGlpMug3JMW9oSDIBNAVVB+Ew1DIemqnDpshlEJA/uJAVDFbfXzqTCYbOxLJ4+27Y2sH35qSZ/ON
a+QKVJBmk7KDSwH/uz5OB3vUK46cau7s4LXXsypmNDjhBOzwjlyamibShdJqSlQAstqDfeJdqg0N
E46KdkhTuPZvr+za6aU5qBIYdyGGclfOaLQ5NZy6QnEdlsinpGWagAy13Qk/r7HP8lu9MbO6NfqF
mGKCVoY5pCY6IjsVfIfSezguRggNK005D5J0dzyEVjK/c4ei+zbmmbOz1q2vSB+E5JgqAznEaq1z
qvUKPUccZon7D9kMCn5W1OHcGKiS3N7WLVMA+GCjoOkA+FRcfsU5Khn4CVKZNCYfGXhtfK0BZj1M
MEretrTlL4AWdRdMBJHSeo6zVsmKKZqhDVBbNfSAyEFkS/sOlhMQLUH187a1rXWBtiaDoH2NxdUW
uh1NJAsWQ18ZYOJT41k7q3DrnDtUq3e2cMsz35pauUzahXZglZF87yCjPcI/qOXHoR0g/by9pq0d
BMZqgrflubHWpRNba1w9d8LcZ9Y3/Eyhofm3g57jQVfaCX2Owdr5YjJovIxDDNIjkHfAkmmvrvdw
UZKQkQ/2sMrU8qgAk3+0IT382CJi9R9CvOWD6IfhXQWv2E4hdXNL6UgA3MD9gFldeuUElfvUK3gl
jJ/2s5hiCEemEUO/8ekkywojqmCu6btf2oGK24xMmEX8OWqFZ9gBOFTkIXb2UTrAeh+JzSmVkvrJ
MaZLK01VUoBF+MMnd9OOojWtzzMn/5OmNRqlh1Z7yisH5Z7b3rK1h0CPiFKJgehbr042dGwmU8tW
5msKEErI3rNTQwr9+baVrXNGQ4JGPzk7wepqbVlqwAuQsrYiGdrv5phN2fcoBKj0kWp7nB5vW5N/
23onge5S6TKYt+G2uNxJToBax5GT+SNq0F9gpchQMTObhyAo2790hHn82/Y2TgBj4LT7ZZGb1v8q
StDyHqXfMMl88Nxq/lrnc1n9pSRuQk6TNUt+yAcokR/bYSmi7x1E3nuP7MZHBHtDaZ2RHHLzdRBL
QESpbO4zv3Rm652atNWLUZR7y9yyAuqL3JHEBm9Z1d1g+EiNOEGbEWTBd4MpWdh2lLvx5EAI5KCU
xMcD9V5jCkUKs45Z6tzI0K1Wnggc/R1pVlDunOkNj8QOVqhWUtBY405KQYklAlztpyqc2ZM+609p
jFRSG9fp42332Nw3AwIW8gxJgba6pkhyFTtqx9wPbQGsDN5t5vdhTCnD828YgiSVS5ipNkZ+L/0e
4s3KMRJOWYvCxkkJi/A9Y4DDH/dbYUySyJtwAL6l1XIIYLMZwCm3LnAapKeS6qEQ9l4vc2vT5FwB
sxhcikSOl2uhbNAWQuVViYc8ejFDsPJA80bkem6vZuOukOVXjaFUg0bmuqlRM8qiQcpa+FTe22Ou
GjX6GIZRIfsyof56mA36ZTuB29baYIyg+0zjmcWtdtBoawf5WKLHVtFVZhxR/0jj1Hi4vbJNK3SF
CNhodcMBdLmDkxmDJCON9dWBWo+ik0qMhbbXf9ooCjJoSMPZoHPPI7lmoF0EXFt92BU+E0PPcOTP
nmK4AOLGV9RJPisd4iGD8a6EknKZ59RrROLufMLNhfJu4vnUm/V1QxNG91bkyVL4QuTdaUAdFa9U
qp3DtXVhEP5So2XknDa0/PO3OdPi9KqbZSgmseCHqq/al6qmo19ayR5KdGtBHC26D8T2pNWrc2zq
U0IBoSn8ZEStsm8s+zBFCOHe9o/NBYEihMTB5JVcFyUbvZ+Teajx/DZ1TC8SQdy9lOHcB0/KbBb/
uW1tc00OcTZXLuac1XlG3wuFsrggMSM+O1RD3DwjPDLvvMSba/o/K+tIDeRK1WoG6V+NXOzDounT
KTOn2LP6ae/N3QjXNIOYhg8E5ZuxnntmXp3in5GVvo7O4gv0ckjcQE0VHFAxgFyTOvorx2KvWbll
FVQ6jXSXkSFIxC69MJsRBo1TpfArwejkqZu6pP1cDtnyp7Xk7reZYltzmHpVq3/j1icrk1NeVJQI
Mi4NYyZV+Gh8P/TBUSVrF6R7TLvbm4ra8hNwMkIWTxn6W39BF12BbkIu2m/qeD5mkNmfGKbpd3x/
89biuhAkLbxjNJovlwPCOFVsMZS+kuTax95IC5RZBCpDbmt9VvJw9iAuVR/RTxj/NiJqFeUyzH7n
oPJ3+1xsftA3P2R1S4tIrcFQU8zK5+Er9HP5QXGVT6nS/NWlY4Ug3PTnbYNbG0zhzHVgG7P5Z7Vy
LoMhwYFK36jq6Di2DL2bbb2HjN60Qg2cOJE8lNjncn+DOKqtSsNPqa+jRZqlf6toCP/GaQer879G
Vj5pAa60oAErfRNFmtNozK2nkUadG1ur7081mQgFDIk5kDPrIRtw+3FsaVwswlJchC/gWxV6kOxc
khstQBhb3piR3vLmkQmNOkDDmVM29ON3bbG8wtFfXTX+ZqvtqVbC567tUT3uDoHevWRiPBbKv6W1
l1dv3aKWDIaA7PA8rJ86S5l1S9FK4pN5DJ4SdygftSGt3vXAQXf2Vbr3KlXTaLLjjzTAGR9dPXVq
X5oKDaLcz0T3ryoGBZ3o4RHdpz8TuOR2ztqmMeoitMCZiaA4frm7mjU5RdREhb/YdZsc3KlU6sdR
sZfCG5JYH85JSlz2G3ED8SUweots1NJXwZ7dDE7XVLOs+yyLVBbVvTafw1M4quPOedg6dPI1Z1RP
BVy2Hg+IukyvjIGWSj5VLVNDS9k3nmlLMdfbd8iWgwDUldEWzUT64pcbOVsMfWVmUvhIi3V/tMYo
TllXlt4s0Lq9bWpzTcAZQWpKvPX6og5qhByZeyj8rrPDgyhC5cFcMnOnZra1IN42HnTmpKn0rzL4
Bs3iYUI41ocbr/CHaYq8eEA4u82VZSda3TYFngBsE7WJK/RfOXcZ0qkF8LsadR1kTozJC4eaTqw+
GXTC7t4/Nk2WXiQZDBt5+anUtI4igYSab6QBd/6sz54zGstOiruxKDJCGONAxDP9sL4eNaRTbAc4
Dr0mC05/sx/L6rFF1E731GZK9w6y/NGrW4NmAuAPysQUCdajKdMQmXm8DIm/pGGmvKcY74SHCCHL
yrNqJDZfysq1snON3l1zFgHa7zsnbWu9cg4XSDRoF7oNl7samoyPJrpIfDWf+49dg0RZrNjOWSfy
uv+9JhH4VamQrLRrvvZCmxRdYajEr00tjx7rAq147o5oD1W+sSQwLkIHgkIeJ9bgjtFEhMpOtczv
ZgZjbCrvPspXwkugdt05AhtnGlOSCkROV9ISvdy9TJutLM6MzJ90kxUNMAuW7nQ3Fh80H/5IgCdx
3ldzirlulQZk6JmfoNfsDakwPeCl3fHu8yXJohi0owJ4TbJmwLcue69YAXb5g5mv3DPTwP73tpWt
j8MUMQ8IPJrk2it/S3qrVzuFKm2Qu8krnXFHHDK9QRNUmcOdSF/u/upwEbQRG2KHxvG6Tz0Tz/Xj
GGf+YLbVc1Q05LglXxJClSE4dRqpIaPuuwyrG0tEiQzYIJUlOZ21KrKPv2A+cUrjJ0tGr02qxCvE
CHRCTOPON9tq38HwIL8YTUkaFzJQeBNm1QiIt0MSZCQZ2j+KFgE7qazvQ9F8dRC7Piz08F40z9h5
ZDbcXkKgGaZjBIUZkdVHdPs6Tvp5ojxXDPbDYin6yRKNfX9EJZk0JfMTHO845uXaXJhmVTqsmR/b
aH+pSwnPv7s8xiMFNJEHv3GWAV6BwqRbh9esi8J2bw9gePXUVyOn/GjnlhF7OaW26XT7BGxtHj75
C1gD/dK66oiE5eCgN0l3RAn7AyDD8hFgSLdzr+9ZWVUpFHh7QpDama9WpTg7QZA+CSsd7x1EpEkm
a2W/QIWg01efKI/aKm/Ngqu2IpdO27lC9qpvd7x860C9tbJ6+Qdr4qdrGXdGj0KgFUOelkxjftLD
xbj7QueqoAZCi5iuO5X7S58b5iJW7cwSjOZOVO7D2v6zgC3ix70uQGpEdCvH/5inWVNfVEMXhfPY
6n6Y4wIJOtCnOIn3mJ43Lgf6fAzPSC4FMCb2ajFF04/pqMSaHyK9VijzRysrHuauQcNNRcNQT97D
zn1urdwHprkTrcmL5/LutQCoSUZL8HAkDWv/C6MS6DTz1BkK8/1D2on0TwHrswGbg1G8C/I03OOU
unZ5CNWREAAUTIOT8s7lt9ONnvQrxKTTu905zxEdz5eo2wkQf3HKXK6MmhUvMgsDsnvl846bhL2r
x7Xv1gnoUFdGZV4W9m3qR2FeREeATFnjT0A6Er9jgBXVz7QPmoM5iiw5oP2pzAc1mrLuHbInQjlH
Q5mqB6PT0+ZsjDPxEAMCLQJydjo0T0ms1t/jci7/HbS5yo+hMvH/54aG0jDxbzN7UVNESMRTuki9
PNCz9sEt0MU+taVIf1QmkN8Pt933muyBYiuIJb4t4QigvdWr0xO69ZTvKPXQrUu8qLTK8FGpzY6B
lK4LQ7Slg3D06mWMP3SiKjtvHJflc5BCFopCK+yKR4jUsuSYiCLtjm3d9+JACTJE2Bb96tjTc9EZ
Ox55fYvIH02HmGiAmdM1isxQShGHgUtFdVbtpzYa40MxDNGDqvXpjqlrT8QU7kEEIGcI1qU/EwX4
oEC617dFXR2zfuk9xG+anfdx2wq9CrrQdIfXjb+shIpuQhrHt7Ku8ultdC9RUKl334isRSAnIWm0
jStdDHcYSOZip/TRzHWfZ9e04HNNgzsVKyTnCroOslYDZIxvdHl2RVKpbrOwliKlYlmWBSoFS7FA
CjfsUfhdR4WYYlqMC550h/bDpanMqYu6X8rKj9FPfz9MqvbaNkl/Cs1x9hstEF4ct8VOKCr/0tWl
IeEdsnvFuwJ8+tIo+vCzDiKi8odx0l8R+wzPLZrT8IWG7kEK1CFBTA/StRXzvHNYZTC2Ni2bSZTa
Af8BzLs0Xbt2qwQMrPl6kGXVOW3LNPRof1NLGbu6/Ypatvl3HnFizuOgdjHUtUFinaZFrRGvpQVh
7QRA108DOTyzUEAMCOyoj1/+oM6w0V0XeJTWoGx5yN0AnLtWdF8olGUPY5VN325vwZ7BVbiqaogY
JAXOpdrpH/1QmB/CYBw+qWY6v4QIyv6GNQl9hDEBP1vz4lV6YDZNz/KitOg+AaPv/zCgg/o8qP0p
yMZ+5/tu3QJQTuDPspN9NV+mLQaaVxHXmjOUwV8tUClvhBf2x+1FbV2eBEWShZtTSvf/8pupySyc
QOWa0egSnuIpVV7TSbTv50kJv942tfW1mKFXCSvh8iQhvTQVxJUBptLBFIQAP93GKc5IL7kHNtzx
nSnMdyCQW0ujlwcPCUVNXrPV+XAhmJ1RuSz9Krey91Vg6x4sWuKkqYm5EztsLU1iayieEpQxQXy5
NAWBa8V0qL1HdDV6MJaLO0ETZrvTAX0bO3ynloqb7LzWWw5CPZpwRSK2oVu4NBoFip52Oe29XAxt
e2igKK6eRlWdi8/3fziCDK5UYYKCX0+zoVk/zn2aV76jBLmXWmH42YzU7KjAAXNStGzZWdjWbsKZ
x3POoDhNttWHS5alDgadg9ZQS/VyukS1V2hWibpbZqGjPMx7g03XFnnN8UuIS2EQsNaY3Ghephm2
DlwTwcJDULvzgSnEH7Def+mZD9qJIrasCRqzOCf8eDCiXX44NPiiTowtTHWLXiSe3UARPbiz/dNU
UufLlCjWx9sf8Pok4B2yYQlKBfKT9cmrgrJiJ5PGF61inIxWbT+11dgcI2a6v9w2tbU2Zlek5A1t
Z+YFL9dmidbgSjYrvwId9RpkU5cegkBFuV7nRXy00cPZE/S5PgeMWIJtkwNpYBLW7Ip1s9hqXPPx
IN6KT+ZkpMdlWsROuLS1h9S1qNWBe6coKP/8TUGGSJ6RQSTc/JCp+cFXxmn+nteKsxwDIZKdD7a1
JOh6iZ0k7pE2+qWxwsyzYaD76UdFYHtBVE5HZKGju+NMoF5vrKzOmW1BwZUoZe0LiDmOhREjuD6l
2c7GXYdlWGGokk+koyq6PluTscRNPU14u6iTx3TWtb96LTZOo9mUf8xItqMXWwTTzh2yuYNMHNEL
1YBArIFm0ch8uJIVtR+iWVQftMGEwd8MGXM73nb4Lb+Qo03/39Dq6i9FKFKjyxE474LsXdmayqmH
xPFPt9vlmruONdlJMgIiLMRZIHy79Aq7Ty3THKzKN2ctyk/w0mvepLXGsdAUejOG0yOumRmpbw/5
shONbH5FSTsr+1wSA3xp2xpAE4swqWEjMR9zof4nRCEEuqbOr5vkIQ7H77e3dfP7vbG3OgF9b7tL
XGPPCqr+aDjxfEj1YG80c9MKdQWbYVGHGuEqgBwKaJIKm483DE0B0UTdg+AT2sPttWy5CCgGPhhY
KTq78le8uTrseNFFVhmVXxR9eKZbyFXFeOVrQ/Xt9baprQW9NbW6pZAnKOfcwkX6PExMT4Dc6L28
NoLPv2EHbc5fXN98plV9UDMbGxxTX/sZifnfACxTy1PGINoTCth6Tgg95ISTbE07q6dS6achyQ2u
KLWs5x9of2TU7jKHOotV277SzGLvutr6WEQUdJkY14XoR/6iNx8r1KwxG3RcAiB7hH5DY56NMpye
9FY3P93exI3FSX5KYmLkx7hBVouz40AwLzI1fmlUHePS6tA+Vz0MOUf6zN2Pugy6+3utUkoKKjv0
YiSDzOoK6dU4o0cEbi/PJ+t7MaNecXAMpdhTAtsoURJOgdiTMSOp0DoZt9Wem8iYCl9Je/eTVlnx
qXHi+slQ6+AZrIHzZ9rWyYMxWY4P7M79E9H1+F4xRuJiSgHkxlQ4yKPWyU0oxAy+FdillQHpjHql
fJiHMIoPSmBPd2cbF7bWlFdFYCV2GWvs7CgUb3ZTiziyK72lYajxtt9suKhMoeicSNQxYPNLFxUF
fGdp1JY+UmTduTG79lEP4+BLEFXJzqo27hMmPWQbm/uRkHx1QYpy6bMlmZkujJlT0+2g/DShAXl3
t0Fym/6fldXjEjPYasd5L8clE+s82eX0tVAGZ+e4ba4FX6QVBGqf4bjLbZsWOxVGylpMexgPtROI
U29X405wv+X5JgQi1MhlOoHzX5oxcj5NpeN0KCd+nk2l+UOnuUvvITr01viubsaHUWOWWbMUbxFN
t/NQb6wS82CVCPNBpq8fm6bNm7mDJdZXsiFuJVGLezSyvqp31rlxeRHRMWwhcwo041f35Nihk+O0
INvAf0W+6yz1KWtV5wByXDwGTXb/hBO6JqQwUIexp4T7l9s6DhSZ4TEqwG1r6fcpcdVP6rzYx9tH
a2v33lpZfTw1YIy8sYLCj4agOvVjNXhd3vx7vxEmqDSOFIMdfKbLpfTZpJhlaBe+Xgf6c6EO1gln
2OPw2lqKHAVj5A2iMMxdWqmRB0yygqteA4nyNGRd9Gz2k7UTcMgH47IICZyLRpdMvigmrxlLg2Wx
YgqKYOsZlPgnTZLhq6Zn7rehC+vmE6IISgOjeOo8EdmOrn97I7d8EM5+IF50LMg6Vz4RGION4HxO
CdsVT8UShF5VTC+63n8tWyKF28a29hMZGoaSscQY2uqSss0iAZoHKjXO0+opDy3jXdFqyR6X/cbl
TvWa0Iq4gErqutnF5NRQRQPz3FoRzd/GRjG8Ws3SY6TG7v05EmUjyZdClYyixyoYcN2hT1sVZy+X
MP/G+I/2mDNrerq9b1sLkuRBwP1YFZnLpR8quZnlSSbww05XnoOxQQ8gH8QLMnLhzp209YkoGTGX
CpxMUplcmqorjTKiwJRRl/kxR2n2uKS7EaIsYaxdnq/DlBehFNQ+qxJHFKDcHgVuwZCZMx4nN/YG
YR/QLf5g2c1/yKqRvAnpe6EUej+UgUIfLgCVmiZrR6u9dJnQ1aKKL1a10O812qB/U2AD3znTm9v4
xspqG8NFiZasYYHZZCYIZ8ZG/GQkebhTvd/cR8JDYJryelqrOxU1FO1mxYh/VFQj8AJ1biSNfPgQ
R/300VCi6AUFkPZd5g7EjYbVOzueuXF3yXI+1XV2VFCTvnSXzuq1OYoY4ILzzn1fhlpyGlRF/WNu
Rut9EcMa79il7fM/u+Hh7kMBJoXCNuOsJrHpKvSPYkQnWwV4aufazYvO0NjXXJvMbyWj1/ffW9yO
IJhBhdPbXUPZGsWs606JwYy6FgrAvV6+qIlufbm9oA2fubCyukuQuoxQUgEEu1RN+hSqdWieLbdq
9niNN+1w+XJfSbK4XyLYb9Izt4+HNq1ZTT6a3UEw9NEc0jma93j9N24tUjMktVU+EWCv1UmrKrV0
Jho9ft+Vp2yujJMzJn9VdXk/aog27y9ycSgSEFhYbZymLxrOgKE4KtynqK0/BJpr7wTYW6tBHRbK
DiaBJBz60tMdwoC4XxhZFSpHqav6D9ZiRce8T+aft/1ABkiry5GZZuanZRGY5G91OZYDWn5lq2Gp
HrygZ9rIE6UqTmnfdb2XaU6BOi6MUo+3zW65BbVZiWOU4oXrGjAKYT13SSzZHybr4GhVejSgGLj/
fbFIKbmv5JAdrazLbcwWN80VG/S6meSJVwt9fIjt3Qhgay2Uo8DT6jD+UIpYWenBpoi6y30HPoaD
Xfflx1GE6ffbO7Zx+1JOoTbKXD0qT+u1dFZWVWA6sOJmw7Myd6p5IuF0voZpX3phVDtfYKBKPTMK
lfzg1Im2s5kbPklhG4kJgGbgbNe3r9IsGhk5gPZlYdYg75mBg7ZjepprBOBvr3VjRy9MreLE0nQT
kUQMgDL7Zx+dxv4ueMF/ywgYJZ3nTN63l5+tz40q6+gWwaKc1WDZ2++DGlrn31iJTVkKpBKSFusA
oNJaPR+RH/ULNQKoNPJaaET5p9tWtj4NwkCSjlbKxq+bOCIXsHMk7Febhcgyu3GneIOZdc+oqI1f
btva+jb/nTuXghFXaUosaqMdNdLlrqvpK7pyvEwNq9ffsEITHcpuALygNS4/Tq3MTQUYA2cbEWw5
aEad+emsLv/cNrNxqAD+kX0DAWR4Zz0Wq3bGVCXxQKybdPPHZY6svj406cjAqgHFUHvI1aifj27f
IlWYRlH/NPTBGE87R2trT7kJ6Xogrg6yfHWDVEgZR+UY5P4yhf/MSay9OFqc73SPttZKx5RrkIlN
0HKrLc1bFXyj4OFyexEdIAR0IGkb/jTN7o9IF88iGd4PHexyqbbsoJS33JOXjIPG+kDdrJ7MkSHq
QctzjnNl2kfSMfUUdiUY8DrdYw7bXOQvwDc9F3DRq0Uy4L9UmsU8VmB2P+sM8t3Wbh5sN/i62MuD
Ek8wx4i/cyPbORVyCatn9FdPgoYB+S2l6Et/7fogrNOUobOgaOvcq81w+VvUevvqNEpjv0admlgP
MUM6zYliwrzsPA6bO8wzCgqaessVqRhkIEocpW4Om75joWIolMFTtWw4mSBQ9MPtQ7ORxUs1cSYW
6W0RnKwuToSi0toWxMJarJpHFNZEw8zRIA6hQWpvp6a5V53eOh/yeMjCgdSvX33VOTD0JRtx3amU
dA2zYg7HPFBFt7OyTTska7Apywd9zc3GCFqvzIqT+4PmFgiODIvngFW8v0ZrgwEjAyLLhjF/tRqj
rwTLAexbxozvKWZVPYfJtMeEubUWeeYIhnmvSX0vPdJY2qjUO1yiVNQUEtsq9B0jtT/d9oUtx3tr
Rf6KN+F9arW02QcB/WXrJj/LCvIJ1w3Db1kwqvfnRZCtUz5ijERDanJlysyVvqKOy8fpW/c41lV4
XADsPtxe0Oa2EcXh12SzV1PcauBkZWGybXR0058QeQUHq3TEf25b2TpCdDKY9OdfqnGrj0PVI0Lk
l+sC4Mw3Biw/aUPrelmjDIdk2kNCbIT48DVSCjNlUHXF2sFEgOpk8Fn489C+RE4VvFdya/6DB9F6
ZVIAkIfYEwTYcgvqHnCfoDpABX/l4vlY2Qqk5YVPR6v2oBEyD1WkLZ5EHO+c2a3VUZEADYdOERHW
qmwaaelQh4rO4xL3/WusNUV26HQzPLXBEvzVoTh3gk3k7tOFCzLu45JaYJl5n0u/X5Jhika7Lc62
01YfRJrbHlrszem2m1w5I1bImuGKpH4pMbKXVigpNSoarvm5d8SUvejV2C0fbSvI9lQDr74XhiTj
PyYM2gNr9IUygAFv4yw7M0TXMKdqRAjGuuUhSdu912NjTRJ6wTAEWFiinZXrt7Gij4nlZOck6F3n
fzg7rx25kSCLfhEBevPK8uyW1CM35oUYS+89v35PthZYkSwUUYsRBgMM1NGZjMwMc+NedCLk+FyP
mvrsCaNI+j5tDoMzNHzrgRi6SeDdqzC54jqhlw+G/zvkoc0hMBDiOySKWR4ff6vtFlKZEmTbItvj
Hlr7YdeMxthV8dUIw/qzI8nD3341dDemH5wdjPaWaoLmM7AmQa5GzEravvSL3JjaPozr+KqMTPqi
Ijm89Mhmf+onufu9LjT7JEud8+L0Q/OSo211LZo8eguAKe0sevsxuSoFjTlMOXzLdc+iz4zGN7KM
RUPk7ckwUZ+jOFZ2rGyOuCAGZ8qXpwRibtS7l8uFGN3o29KOrrWsSlCEjPbnwemnQxDN3V/1KE9v
xTDLT9duhVX6qGDFKRhulAdsqEioHUzRVe6m+kunyePnmirz22O3ubeD2EHjDAT2tv4iwfNpp4Ye
XSvI0A5J1XZuRdFiZwc37w1rEfETVHIccKbslztom1mpBIMRXdFTzN5qLUThKXdCPQXyXg3/GjoQ
0cfrehe/WkTEmBQUjhBuwYWJoy5NRlnfwYBbxtdZTZTouyPVSe+aSq1pnyQqx/PVnkstO2jQ/M6H
zurtP0fdrP0j/RTZP8llUrcvKn1/6aLxifVDnbVd4s5+P6Zux62odhTs4yL7JHd2jOzEoE659MXX
ndb/qCB+ObykkPOZntImUnSK/aivb4+XuD3xRHC0SMR+Ugpc32Sk4/Usa6F0kUxkIQ+wyyR/OlUe
ALm14ub3x8Y2CYaIezhgIhdGoWud4oeDVgakNjFMJGV5tua2fJlzu/5kF03/qqe+/M8EEIyasdNf
HlveeqgB9ASBaoyDy17jAc1BQfTPlKOrIqX2yWxyACCofD/7jNMo4UmFSoOdFOOsS3cxErsylcbk
jAfO3L6QJKrJmemmpnIB96M4Ba6iS66VmYKke3KB5Ey0NTiDnD9x5pemMy3gZ/tScHUk05fdpJfU
Ywp38R7SYOMvkOSDsRURGOPdTK4t7USjFJlGPUdXrU/sN8pFqJ21ka2e274FQ/R4UZsT/87Iz3g/
rwRFw7VzVoLNr9S66CqNyt/IhjLWNSkfB0f6NEv1jm/eWxiy4eQyBBAa1pYLq525K6TCDK+F6ten
NvXNK1dz9eKDftwJzzdPAaVPMQQlSCPpX69hjX4BbTiSEVxkU6zEH5ohMozPQ6Laf+ZWH4aHupOC
2c1bK9vpvd5ZI/ULZq9IDQEMrw2DWFazEdXNa9/0ysGsuaf71k4Ooz3uUVFsDhxrFCo0fDfw+wx6
rLZzHEJaDxwFO4b6DhWp2vWVwd/x+nsLwu/J4GnzigrY0gpsc7oNlXt8ZTY1PKWBxFo0OT7NSbGH
1t8uiE1jTp3cjcCPRuzS1CDNc+FMenAts7E/zZOtfE6deg/iuF0Q0b8FdIJrirrkugOUmVUw13ao
XtI2Sf5KbfJ2Ryvjb0FNx/fx4dp6IaagThB0HbSU38cyf8p6c+K8UoZInafJ+JrVgVd20ec8V/6o
pvxjU5dPny9dALrE7c/1uJn8kyOqu0w1KJcybO2r36FXFRtq6aWQz+5cG3c2EYcAmEOggJub4lP+
tLIa4F8I/F+5yLn1FZGd+QbWPHEVqQ13npU7lpg3oC0jsgCuxZVTdExmMZesKJd0yjQUxsvuYJam
fEHlYE+QYXsXknDggXDp8skYBVsuKq+ndDBtyGuLoG8PHUMwSpr8bcfSsaYLsOMbd5yd61aMNxAT
K0zlL42ZWqDKDYCySyNb2ic56uPXVkYw+rEH3rVCgs7Ir1AvXAOhFXC0JTM9yqVtzOljBEfOSQ7j
vSz37jcCAU3oKFhp1oATuKERFWe+6OLkzA+5zOxS6qscP/q7qsxmr7N635ogRANixXuy2rnQDhj+
Ki0FpsXBOiiDUp9nNIfOafk8lxwpKDEbgQ3EtlSKV27eaHouRcBSLnZYGy9RlcfXfKqfZjcWVkRi
BGGq0Lxd1b2byLETJzbYvl4Zbk2ud2d/ruqdDGJ7GeFm4IMZagUsQPa5dLjQr0Y7CBOV6SRBcihn
ctacZ8vIXlV/zBW3z5g6c31EmqcdV99+MEMoq1JmpxgGf/NqfXAgSVFc65AYxoHzkkHS4LajY3vh
XD5N/scbBeRE4LhAf/BALhcpjaNvdfrIXHBNf1+xW+Og2NOe5vX2VAl4Cw7BDA/FpDXKA8inTB3b
mS5ZkA6uFbWlm2bTHiv7PSu0QcSnUlEEXVspw2yGIT2cGeMJhwMJvnosW3uvdrRJGBgAB24B4asi
JKLWeE+plGynSceRUQlde7H93PxP71BxyO0i+r2eZ/vYhE7+W1q0ezMAW7fgxmBOHagp8RL50fJb
yYh6hRpzL5cmGOtr1gczYZlVnbIyfhoRJC4n3ipuKHhCyJCWplK/toaQUfhLYzMSy2yuYbv0x9Pb
1DTVAQ0L6yx+mezQjrHy27NXMAg5onSCUf7hz9K2rhYz3G+RyQOm+P9EzE0hANZW/zxthcIc0ROm
BHBzdVNZcmz1ft4ZUE6FJoxkdtZ/a+NS32t93PlogJsAVonSEmi1VQyfOlkcVlmgXfImlE9Mv/bH
epqyYwS25/TUkngdBRoPpLW4PcTLstw4qSumQNZDeBKt0J/dSeuD4JDL014RenXOfthBMhCBEXEW
1jXapObqLQBT3bTJlg5KGOqnkCmKnUtwdf3+sOIw80KZESnEDYVMMc9jGGOlzuPub+a6LOSR/KCv
j3KmTv/1mZ1ot2iyjWzH8N3l/WR4dSUGPC9ggszyVsLm9iWlFPK1pYm8k5ffs4L4IosTKqNM9y4/
VtEyfT0iw3TLLZK5vM2ca1hL05/Pu8TPVlZrkSz0dZosq26G3s0fwsJ23mIoNPYEwlaB4Pu3AiNG
DQUAFxfUyow6+MXcomx+i8P+1WyHLzkrOxhdN7tjCd/f84viZaQNTYQLZGZlzQ5Sf47brL0x8aiP
R/BoJQJ40yzvDdTec0GiW25CbFHFWJ1d8FutZhVJC8lpA5Aql+CNoO1XjNMvYVf1+QfZD4PyhMaV
Pl0fr/HOjhpAuAAV0H4B/rS6gAu9T3SqcN2taYEnHXoZaMjZGjPolevW14y/kiwdQHg9tnpnwTgj
MxOwC9GGXjP5F6ZSzQZPyi2Ng9hNDNO/WEQIkUukiNabUsUvtqQ3T8ovC/cBgoVYMb1bIYmwSszn
sQ6SIZ0xq0oDKlqFE71k4ax+fry6O0eOQhveSXuJTyqvzDiI6SVOFNY3w2/8zp0bYpJvYTQFe1wo
dw0BIqWAD2U15Ybl2Yb4Kdf7yORs91bkjgHUeFI/Pim7IHaNVhntJW59bklN/BY/p5RTiZYPRJo3
TS1eR8nqroYy+5fHe7aKdjDCeL64QTgFlOvXJzvpLNWvpqa6jUabvFhl81dXVdSbkT97sVN1Lt/8
wDfCY5qrxR63/vYMAMojQaeywYwI7/RygYWjNi1Vp/IWl0PzuSxTtNYkZZig/LMs9AmMoCme7Hq+
r1fgNQXkg+hunacbZiZbg8Z69YJA5FBRzP9cZoy+nMp0mG661bdHep/tX4+3+d5S0bgkRAbMxvDy
KrSrpTZipEStbwqN6/oijxPI0UwnDIPwIY1Ut8sLfdo5D9vTDqCFFIfnR5Rc1mtlcFSxA7i/b1M8
1h9Lp+uUX3KICdIPkgO/lcuUmBRdy2J26l8fL3d7QETJFqyjcF8qV6sDAh7FHJs+K25B62cvPopU
dDDKJyelxLdkcBXMEG1sso+1hDfjgbU5DUNx66oxuUhqVb0NbbXXqrvz6cR4LM8DQqXcL6tPB87Y
zuM0LW4yfGEvZpY7/6EM2B9JK3N00JTsSWXUH8sC3iBTiyOdX1dMbT0Fl6+qxa0OhgRutA493QjF
4cefaBW3/q8VMh1qshy9dQ7KYIqhtwl04oU5FYciMDtX9YHsaYW/V0a66w2MqwiEObfM+l6uZV/R
GIxhBwejO9vdkN+0dNyLGu4uiFYNc8YgijfezoMaKoAnipsfEw8FUT0fe70fPg911Jwf791dl+D7
iDF3SnHrUlUVG1bDSExxU8NhHtzMr9UzAsIQLyiTYb0qfqk+V0X/8bWoalPIhHgRrP7yqlSDgjgV
MabbqCXWHwYk3G4hW9HnzLH2FLvufS3uR/yCkToeuFVQhMoDwlXyhGOoSn+C6co8hgC63MdbeO9r
MQ3ACD/Rl1BAWC6oEcMiox6UN6Z/u29xWpuf+8BpvKCS96bP75kCF8+B4qgC4VyVx3qpNas6xVRI
yn0ImqQ7TW1uHKcuD3eiunt797Mp8f9/erLJzeaKll9xc7S4Ko5Uus34WBII7jwn9+yAAOFI8YJS
DFl9IyVXZmVUguJmZtp4TkLDvNQ6bK/PfyPQEkCN6KmIYuZyNUUFkLmqYhQH8rL0X5kpzvWDwoCD
/zLkqBr+P1wCwkGBpMHJrXfayp82L5aH1s6tGcebuvKoB054jdUqcyc1SXcO8L39I0b8MX0oeovL
lTG5AZlHw53Ors3HQstmty7b6vj0/omuKM+gKOvA1by00hatg52KQ9tKg4GKSdd+h7xX7T9Q0VGC
HWt3XnsgSATY1E7h0llrFsaxEeRq7nC3+pZ8jTPoNwN1cqfAdhOk4g+JHiQ77r65B2nIMn0tQGRi
6nFdyYkkJiYghstvVibJb2b8sSwPpTy3xwGi9NPjzbxri/YU7wiNKkqZy83sdbWUahuXt+eQqElK
u7o8F3nNV2uCWHurJWvYuXQ3XkISQWJIeEq7QOAVlibL1Ah1nwbOTZ6i6UNKZfiQIvrxy+OFba4n
AgXRzqGdSCEEO0srkj/qqd2mWCmM4KDWrf6xKKb8GjvVtHNt3DMlRtmZqwJjwnTF0lQ0FHJu5zDX
j2NQuBS/63MprvY2joLnoOvvVJECFIBIEeeZN3JpSs57NUcsNrhVWWpcfUl2Pqqdlb7WrSk/G2yK
Aj6vvujp0PZdb6BWymFhTUZwC2ILMVep+p4n054W4sb9hJIHoSxQfNCt1O6W60nz1LeipreuqjF/
zBTFi/zBdpEu+dpL/pP9Ae50mkM0qMiVUX2hE7I05oP3yDVUPG4x4f3JbP0wdW0/9o8Vf+3JmaF3
Y0KSghj6B+5oaUxX2kBoy+S32IjVYx7Ojjtr+R5Q8r04/xOsSZjhvSKZBQggyr+rx4Q55qFwwLfe
bLX1ezfNu6Y8hF2U6dfUsJvCa+EvGV8A+KbHuuR1c/MhCj9WodIaOzjyzbcUyS4XFuLJYIW5vJYr
NmahR2PbbO+UOwhh+458Bfdn/G7H9fihgThm2nnatha5lKnaiohRMJmuXoJStvw2r9r0FrVm/Vtj
Kf4r879Z4tldYmVH4DORsmNyc3lBVsRcpyg/OtDFradhnba1jbrU01vNBLWbRZlysEd9b1Bwc6NA
n8wMOmgu8LYgnVaeGjY48egb/W2Y6MYQqXQupBz1oZiNPUri99dk6UHk7PBKkYWJtGi9IjvlNARN
1d7CLhg/6MqEjk8VNgEW5fjVSREAtBWjczXURC+lmuev5G3Wn0NgWG7k69GTwxV4NLU0GLQhugJf
uZnQZZgDAGmV1bc8b+vfwRGqbu20yY6zbr8jOTTgjPcwQgUAtXRWuVH8eXSC5tb1eheeRlOTEH+C
zuDZYE+k0eRmgtCW/vs6pJz9CGHUsGlvtqS0n7LCSM+T1iS/I5qrHh+/eNsl0cIDX0U1kIXRTV4u
ibGAIR2kPr8VMWTJrjlLxudGlcevj81sfZPIFTwBLWQLEZU1sHhKK41Ab8ZMa+oHIhg46jsy3GiG
HPixqc35pjTASgQhM/hiEvfliqbZrpiDLOZbFQyVG5Z94CaxlhxpVtZozhe/Pza3WRloMdC8vHt0
TkCqrWKhRq8AcTlad0tmdI3TslVguIR2h8d9D0J8xxQBHiMd4taGEHzlflUXyPZkTP2t6ILpaLHS
j12mVC9F6T9dNBJoaPrHVOJJA0h2l5sYNrkJGV6s3roMRgLo3UqmsMxsJzARv/DiFqGvxSAUPTQT
5OIGmjGbpVNWSqqSDbbBORx8CzHUJPqz15EeM/JSfc0qbtSd0yW+yMYqhTiayoKWaZ3baKPmSJMz
qje51/xTHdb1aW7t6OxU6fBRmdv+xcr17GNtpv4/8HrsFSw2J44CD8g4wU5OR09et3v1oowZunCm
m1Sb8hFC/xGSwebpBA4r5B/wyoKDwmdWOT2ITDtNFE5Bk4/5cerN/4ymUo+DqezV5NbrITwiURQ0
+FCSC5Dt0lV8BvvTZGxkj8kc6dPAOfdKTd9r4a1d5d0KlUVohQSz0PrBGQlrMyeyZ8+X7VLAW7/W
+vCLCrzBbUPjD1DM58fnen2NCINE5xRrCZp5T1eHDUmGeLKg3vfSzBzdwArN4zSGlqtr6fcmD788
tnZnE8XQhUr+hoLXhnKwrozStJJq9DpG+496LfmHNmqrnatRfIqfPZ9wB3ofGvEUaLmM1/1xSUTU
wO8GL0jy4h+jUPRjMc79Zaz89OpXjfZbGsf5uS12Q/Z7lhHQopIkWhx4/9JJWs2vMsOKB09X4uo4
NnNzVKumOfLrTGc7s4q3ZoTPxq9q59vjnV1fmmLNxEU0buCKEoPlS8t1OpazNgy9l7S5fAKKLx0Q
bpDd3J+fvZ/R1KKthuQV7xfp6jqyHCNgKGqXt15XzuZXqA6Y/K6U8GtpjXsTfu8/a/kpKTlRABcU
/CKBXF3QTpvKYdQrnTdqZiyjhzpnoRdLjdl/43FMo2OoD1n81R7qILhOvRbObjNmsf1R6Z1QOTgy
KCGPoCqQTlMqj8HR0NEo2rlpt3uvUWUWCDUere2Iz6Drw6COY+cxRwXuA+nA8lMf28XZ6dI9qNA9
W+SFwCRwYvq4qw0x+iKKGxRxvSgzi0NHKe11yIaQs1SO3x671Paw4shA0pGT5+3fUGgmQajkTJzj
UknZfHHsVv02pfGTOm20i4CvIi8CO4sYQFmDFmQ/Kxo7MBuv7xz/EKVmeghMvd35RJtc8N0MCCeS
PqxQl12eDzVXfQDGyMfMulb8KaNn+t8YQKHZtnF7SkpzeglRBDnTj5ZPVWuHNyMc7OvjDb3z7Rhz
e2cKojXGdP/yd8h8Yx5jW268JJbzj4Zfxh9qtR0pZWXjDoHAHVMENIRrzCNyta/rSJGZxaVdTI6X
9nPiqTFQmsqQuovZPo1tYUYC16cBImSF2WDhRj/VUNU5a5vez2xPTkvFDeomPgdB6e+8U+toRljh
eeeGEw1qLrmVFUsHGEQY74VWF5zRabaBJMXFFVJt/9w0ffJNJ+DxnCyLzuVkJpfHn257sVNSZbBN
5ILk6eu+5pzlPdJ3vuVV4AE/TJ35WhFx38ht5jPRQnWee0X5pDHncHxsePs+8/HEeK+gmWI4d+Uz
qt82hjHHtqdb6W9hBUc6HLYJ5Jbp5DaBvBd/bM88hx16eW4x0f5fP50Q/NQJ2aflSVEChWfQDV7D
g3N6vKh3rbvltU51AK8RzHiUDNZVQWr7FUAeSfVUDXU60Iah0XvEqXJ3tEAxc3E7Y/hvY2qFAvVx
ZRefcrvV6luW1UUESpKXh5Z5qyqfkqy2ohsIdf/XIapM1Z3ssZOuTV34H+a0gAvaZUrCCNwUXEDg
MvDS7BFdb30D1DCxDDTsPFXktEvXpCI5kQUZikfHhymTyW9lDcGuMR0+KVRchnMuNQYAg0qi5GSb
U6nszJhufYQcneYF/olKDznu8hcY/LmF7jpQvVRBptpFgrW1vwW5Pf1qj5Y1H0L2pdu5YDaOgi2h
C8UkmCnQnKv7VCIwYKq1jb16TsdL4oTRuQEEcX3sKPeskN0KTCUp7oawcdL9wqADlHh6KYX+Tfer
rjxAlTClO+/DHUNMBDNbg/OznDUClwGwVknmIfFSu2R6Ts7bUxXU4denlyOIfwBB4S1iyn/5oeqo
bqUxjFIPXAYjscZUHeIInsPHVjZ3PzU/hpEoGfNjwJ2Itf50IZd1ZOjj4EdeMcDIZMal+qFQocfQ
1PRJKUNiEGGKwpjAdzGYtGpqNWmCCrkZxx5oovkoVaN/QITGerKu+G5F4DrAW1BYXNO4NXkdFnRp
Ig9jFamJkhbVIRnDYu/222RfLIcXWiB4qXLwnZY7l9t9mjtZHnn9UNu/tMmsn9K4Mi6jLgcfBkuq
LrRGlSerA2J1tKWBdgmyXxKWpVEq4NUYI/rmhWi8/skYx/Rnavfha2j18ZdKM4e32IRs87GPCB9Y
XMCkX6J6xEcTkI91EVU2+klXEj32MlXKzn4VyaB6uT2ft8L4HwOAIADBIGnLpTmzTVFWjxLPiiPt
pAdwXfqKvgeuvePv+DlhJPhu+rjrJzIMw6SbMivxKnUY4gsSYfp81pImDA6Zk+3C1+6Zo7pHbR1B
G96u1fGyoAOxNWkovaoOfG8YefLtRgnPgI3ynUt287JQ5uWS5SsBgSU5X12yxdSXTVuVlec72lAe
HYAY6ScGIszsAHZZRao2ckqVcGvu+kuglRAAPv6A27UiLAJwjZqViPLWDd6+VI3OZg7G03pjPrLT
/8g83Yewn/fO+PboYYkNfSefpHOxuhqDoM7hL2wrD3IV/0MpSTpi7Jb1C7G4dkxGw7ka1hw9R90o
Uii4NHi3Ga2EDWJdIgt7kMxG1BYkbvN4YeCxOVQjWMC+SvKdA3dnJ0EOw3DMBCcdM311yv1E9h3F
NwuvUhAPp8aizvFhUIemOSmt7Es78eqd7aTjSqjMYBTnbu2kIARQr3OIN0wtHM6K306vAGymN4up
xzdzTpU3NJ/29M42MToZKbeZUCYgUKcBtDzuSOf2Se43sWeREnyErU07Wf1Y3BixUwI3L8Mu/jJn
lRN8LFPJaC5tllk727y910gi0RxhZls0Mte/wsTIuzb0tnSDMy1CvNyyXR6Pvc7iHSs8eVzVjtC7
p1i3XGg1qTRdotq/zVUQvjFd95051vjL47N3z4joPIlaOI+svDKSqHNrVEbq3/IoS8/5lLYHLYGc
9bGVrV9qTEIAERWIAxKb1TdLuFJCVc8Db1LgtJhhrfSKjKnO0JD2uI22prg0KRuJdJ+EcQ19d5iK
yQ1tKLyMkbDxYKJbBJGzIRkRfDwDNNyPV7b1RlIYXB85KZjawcMsP5KUVv1k1nbqlUmqHrNU07w0
mYHWB+P4IUI47qxYoXUsm2A4DcHwJDU3B4FslSeC6W8uZCopS/NZKt5dqZs99LJS6VjoGrARnWpH
7yI8Me2R6W29BXMUa5iPFJKV6/w4Zb49aq1i9rJ00q9h6dhHpEei0+M93X5CRoBoAwEVpSZEELtc
VEvMMKRTOHuBb9IvqTWrcZ02ow/kw/G1V/27aw2xbLGD1Lw2xf12RPFbsiZPkavmYpg9Kj8VXtqg
0fT98cK228cbh74ZAsjgYujULxfmRPkAkf7YUwbXqoA6eBwzH6SDCH9sZ7sk8ZbqDmEzzw08USs7
ORg9MrXe0/xedhFRLK4p/ATntpP3VKXuLYkUjcz0vb6/ZuJxGjSeZvAjniV12VV28u4cSJDePl6Q
2JhlICl+PgmgLlRMNu9aOUqjxvSK4lkyYHqYw7Qcka4QZW64zYexPxOsy09OH3O2BCiaWBlkB8nU
ukNo5aEy+napeAlIjWOMWPYhqCPr0DnJk9rm76bo6VKioPwCOHXl8XWWzfKcRYqnjfRxpz7NziGy
3DvnavutxH1I6Pq+JiDmS7cw1HKCC1iTvZ5K6akOFDi9ymlPTu2uFSCIKJ+KYG5d3AkjBaqewJY9
K/G781QZs6u19R4X07a4I7ZKcOwInAZ9x9VipnmGA6YfZW+26mA849969N+YZmr+ko9qq10sKjL6
WytNfXWoawOOnF6C8ufE1RMOn1K5q8JrmZedfQ0SA1xmaPihJLlyVjUGc5tZan9XpjzJTjK06/yF
PkerJG5CIlOjKZ091ap72ybGphWkuOBTXpPqxKNa14SGEyX3ePyuMmf/IvD5eydpezUwQUT1DSAW
jwbV26UPBASpaTt1k2f5Un6Wc0e0jRL7oAXVkySvOLUYViJwAQTNkPY6++Oz+BFinFysegGWvBwY
PoN1ytWqunl7fD/c2Tzq0PiaaOOA511drHqpRlbWxJMnEwQepqlSXau3g+NjK3f2DrQA9UT0Wpnf
W5+fKJ0CuF6m0WuLurpONYQlUZmFh2Jq9wQctqZgCWD/6C4SOW2otQ1dcroi9iuPq0H9mKay8kfs
jNoLszbSDg7nnilKzcQvMOjcCZimaHSsUau9hrD9ihpLcWh7A1bq0t4BhG7TBehemH7EFu0eQoil
7yF9EapxV1eeqgKtcpMgk0xXqnupckEhFtm5H5WwOAM5jp2nX0Sh+EluRCMRbPmaE7JoC9voOPJe
VUzKDXxie2okxTpnEe2gx16yfavQGAVvJCoRjOqtZwIDxNj0sDRrr86l7NpYqXNtlTw/ZF3WH/pO
NnfS963v02fivSf6oypL13S5q1R6jaEr9MwLBye7gf3WT4HUf328qK2TYIRvRm+RVimv8NLIkGSZ
XuVz5uWTHP7uBIN1nJhUuVFPGE7PmyIhEa176Cc3AFvwz5FMbpV5NK26Q5hWhpvWfnDMizD8f5gC
4820I1ksFb/VqhLBIzf4Q+Z1pvGvNtfqlamy4BiUrb6TAG2dgmAMkDetbHrnG/ItZ1KLFD3iyhvo
hP6VWXpeeEh4dNNZVpo4pENBpXDnurpnE4cndxSICxC+y28G8E0vYzQVvGAOu68wrTXHONOicxCX
0R+oMTs79u74iMgMcHv6A5DQrMq0gVHI8izlpTc6eiq5mVpas6tXcpWQecnlf4/d5M7q4GinbMQf
euLrGLcfB7rlNAc8snxYrnU1dStb+e6P0m2cx/L82NqdtYHOF7cXC9vi4Mxo0EsNUjP6VEhlncsu
V+oTcgF1cAWG2e7pjd4500AIaceRLVNpWDdW7a6ZnTKNwJbY6fhVDkhhh7LOvzxe1J0tpCEOucm7
fuUmHRkmHZqW1u/odhbOWTGjkCCoNC4tGOZbgv7o0680YBxBWgUWE536dTdHzyOqQ13Qe4ALbDfQ
jMkzyqDZec/u7J2gyAU+xeAG8MWV21tDXmgqQ5reGPfg4DKnucU0q66P9277ljFqwE/nghJx1BqD
E9MoUCMp6T0JFOt3eZ76oz4n5qX1reKImHvzQZo05dmrHp8QI81sI1cInFLLE53LUWxG0Dt6Q61o
XyJVC9/qyvr98co2+4cRRr+FKBtxKN9raSSY7KjNQ6n3gglswhTH2SFPwj1y3HtWyIOJd6kkECWu
miCZqk2ORGzu2UmRHttM713dmfdKaJtjKw4RPGn08uGRpOW2XAtsOlZXwCpGx36yPqEbigyAVcWf
hjwLnv821ENAGFMOFa//ylQcSl2VJfXgSYPUqJ7sZO14DNE1enasgeuHfIfyLt+fYsy6LNjq0sCX
zwePY6Z/saS+cjVUdr897QXvoztES+QKlGKWO8dEAxL3Na5mjMHUUrDuultrmka0k9lv/EBobNJ2
BcdMKwzq86WdrvP7lqdk9CJ8+0jyOL5mYVk/e31jhVvuHcVM29VerYZZZqensy97ypRGh3loQrfo
nfRUtrvUhhuXE6Y4pATtYPo5QMsFxYHWTZOSyp4JfVjmZrbfE+TygQh4Q4owp8ffaVN/NJiloR3F
vwlvqXsuzY0z6tdGxMpAOcZnuemkP/qh07+2WRSeQ4ISYJ3KeNQ0/98aKtzbY+t3Fkt8QR1cKPaR
TIqv+3MTeJTyEVyK7EWhor+YheUgHJZHh0iLqp3HY3PhslCD7qUgpwDLtZ68j00j7iymAzyZyuBh
yrtPg62fJDUZTpaVvc5ZsUeRvHVNMWzIgRZzvEDTVqlypBWZNoGG8Oq6GyvXlJS/GdNzngUXC/lQ
B0iaJjgPGXRc++akxTHHQPYkrQRp2Fuc7ELuT0ppNTuP1vZzQU0lBnUAa4kW5ioBi2FKSFB1Vjw5
z/1/h3YcTnlpFQet7OSdfvMdUyTJgpGc3RMYgaVnOHk/S5ld+54/FlHlRvJonGQG1l0/cKZnaVjY
QpGR04gR6BhqdktjiDly/TuxT2IuRf+ZuZZ5mlo9KcNH95f3njMNdAmcGHXVpZU6ZaAx8xPLS6Ih
P3WlKsin62InU9j6OWMCACoEhg8vX6uX26BOQ19OTE+qouKcREHSuuaQ2CcmSqKb3w3jgYLB02Vc
tARo0DMLQbjJf698PQ+CNuHZsTyt1AYX7ykukl5OO2vbBJy8I3SBhAFqqmzocgd7XQEv7auap1Wa
ejK1KvwlDumdBJpkvdqBVjz7JotKOyBtAYYkWVjT2YSiD0lU0LxoFcLlzE4WkJL46a9PXoK8jwKp
DGqeN4YBruWqfD8fJFQ2sZIE/h/tpOeuk9XD69jNw84GLq8kzhNXHwglcizBNrsBztFu9OFTUrpz
aY8ZZkDSae6oDNLeVOjy+P4wRAj9rmsoZnJWX2rIfbKDeejPtaPk52DswQL0VfSKYNFeM/W+KbIQ
WhUCrb86vFoQh/Qypv48tNpp1LTmU6G0/edu3gNQ39s8XkgQ3gJGTWtk+Z2ChhmPpLFZU0sVf3Di
1s0mbY/kRLzv/9eq+LFzpAbMYRIL8iyvlhMi5YPsElaaVg9eglE3zlKkNQdAYeYhBXbwi1lI40sr
dzvZ3DISeDdMPsxDhXsAD1y7YYV2UKyiQXIOFE26gKgOCQzbUr7I5lgf47iSr2AGlTMCtM7RTPU9
EaM731EEwKKDxoO26S5UCHvG84z9NpdyVx6S5NBE+eRleRnvhB0rwP7/rpWuK61P0bRe86iWkl5r
UVoO5ymHocT3Veci5XV/0fSgOZrwxbudMk8vQmNciFVap0hBQWGyW8s1lLG4dhnUKfmcWF8fXwV3
XIyZUQqMos8t8sKli4VJzXhEH7MHba6c5sAu3L7P/eNjK+8tlJWPYYbSB6UdyK3Wn1oJEzOx8244
6zVooBzYx0edWXFkuhv/mAxa4gZpY15Go2kPUoPCWOCo8Sm26vbz499keaH/+A7cDlS0gLYINMRy
vWMitU2Q5cPZ8kPTTR1beqmYlAKj57fnvpSemx//Yc+E0J1cAXZbc43RC+AZTAYK1mczikEqBTTi
OqUoacnle7QMW3cWo2UEf5TgbUAYq3PczLMCUb7G0oxh/qSlifMtK9LkFEPu1e0kQfdt0Whk1oXK
+LqJCinlFIejPZxjvSLXamB8cEFhoAJmtf23x59sNW0s9pCFCS1hqE+pxK97JQNNYCVImRQym9kv
X9K+DrqPE+O4wzkMrVb7dUps802efSdyjQGosZErRnUIJGcuD1oYQJfmqklBnLKzC9vDA5iMwAAC
epvXeo3c0EGElNpkDWffSJNf7BSxutBxnuO++LF8EGDgC8Ak0oRffddUz6S6dbAy51nnaWauuqXs
tDtH9O5aKAKIVwBY75qPMLGC3gRQP57nyfkPmuf04OhjvBMNvCN5l/cAbyYUB2IuUcxJrY5fzZtS
Sko1nZ0h7koYK/2wOujwnrXuqDWOdID2jnm7ohns8qTLfpJd0lIL6osPp1jzokyTmh07OUz0N2LR
ajokyEzXt8akBO9OSt/s1ZbuODrUPmLK4H04bx1m9vP/cHZePXIi7d/+REjkcArdTU9wDmv7BNle
L1BAUeTw6d+L+b8Hbno0rXmklaXVal1dRYU7/MJqZq1C2aea/X+WFd11O5u+A9u85azxzPoTtCDT
BrmREHDfr7AmcAK2n8yELrUWqqoroiqZb41yff1tjlKUvBGmgSu1R05ORjO7XdEup2k7J+0KxE+v
HqwUDVunt27g77fwZPexCf+AZxLQblDXXWEhxWxCLVCITpVWVpE3+KYMO99aj46ziIcCg7NT0Y35
95evi6e8+nJY8iryEaQjaF3ALr684kcRFP1AF//U9HXyXwK5uIttW4wirIPGCL7z+ExfEcwpvYc6
n4Y0RJ64ME5BZ+TBMXdT+18NGLodDeUiN++K0kreitbzBY5UdtcfjW5109DYnIT/+IO5PtJgKr/2
a1P093YtUvSiHYnXRaNX/oNZ4bgeqlaz6jhPTPfrKhKtC+dpysx3lVJrR3t/hSWw2RCpszksLq6N
iZrc+2FWS2ocrbmo/ujIpyVxUllKcTqcfGlvnMzr7eeDCKNU8dRQJaC6XDRhrqMLJdKCtbPKcwYc
MSIZfh28ervKSARgCmF3Q9Lr7nv5mV2I2TMX72RUevG2hjt0X+vqFjviOqAlaIZ0ZdL1A1Jkb3P9
q8bTN61Rer3nnWpNVe/tatZOk5YubzNM2w9tO2bfE1g8Bxu+zI2q3TMjw2mnDEm2veVVu8pIjchF
7Y+uf7KN8ezOdh4uyvqFwdgdgl1v58RVYZK8siKJzCoMlw1IvrnyUNvfe0MY0jdn6bbOaSpb87BO
83LKG0O/8djtb0JG2QiPG32O+h2E/ctVTbm6UvqczsloKYdoae7/6ocqoCHtZK/Kgp8mhFuIazPa
9oe7y3sW1dZipP5y0gssNRAoHL8twl9/vHxR7O9CJkSxhxI7IQzKM/t4KR0wfd04CCfRtY4bDeva
fk7qqZjCppuDn76j9Fty3s+s4Wb9g4gItRKKWruraSphey5u6RIwIFY45K04TVwzRwAut6BTzw0F
XQ3yKIVd0GC7+sjoytbwFoYaPWsIxWqOkdBhemVivYUofW4ht62HJOJG0N/H1PgEg95Ze/eUzXMZ
+Wlh/khVh5GCOyfvp7X2old/OHrg3CCbJSxVme33/HW+V1k6ytiwEIU9pVHaICTvGsUSI+faHSyy
xf9hPAIvmtKE1RQhd+OZcBnKBOjYqRG598go8rRUq4pdb1iOlaHJzy/P75lPRzqOLMsmLLKBVy/n
ZwuXkH0bj7xV/lM3JdLUhly+tz5WdC8PdZWXcgg2lY9NCRdUMG7ol2MZSHKOfVMmJ28e2284KiW1
RPN3qPpvg69K/2Nv+62D5FVSm+fM6BCDUvBnpzvHSJeHmidjRGeuzPSDKYXdbnXTtr7xI/dvE3Uw
MlT2EI2xgCrw7j63KRypxta8U+6s5cEelv5QTd2fl1fiuUFoT0F8IEAijdo9gGjq0SJDcPNkC3wD
YEhq4eL2t2ot29/yd2yyTWWrtdBw2Qqm+1GWVJUCvdfgVC5TdzeVHX6J2aAfZ2cY3y91kt7Zq6cf
vcFMP3mj0R1fO0neRGpTT85IG7798msXQqmxHEQai4kctEgt4+Sq4tfLgzyzp9id28tL84P7Z//+
qrX06zqY0zjHiZpYBxISPFO6nfmhHdbgp5G0uh2PUx8YHxN71RNBOuz0ywESOLrTae1r1CMmEfSP
c2MOf7zBml5nULY9MRgqbBhqcJhQQfZ3FlbjiRjsNIu7eXJjS1ROPLSVepVs4f8fhZWAwsZZpSx5
ud5NYtdWvpZZnPV5E+ldmVEKz+pXf1XmAn2GiAOyJuXhy1Fo4C/eUtdZbPm1FbqzkNFE3fDGLXh9
QEAUE85vYlHome3BxRUAd4UUTBZXFMT5o/Gj2erljS7M1SjUSmDmuFAN+S5X8k3jHCSpXbeMYgT5
sQP/Gwm8f147F/5m8KSYO4MR29pYlyvmW0mmhNCyWCvdBOW3QPvR9Ev98+WDsPMP5fM/DUOrjEo7
WZe+ezhWzXLnocPIQB8r9781mJ31i+llygkJONL3TRKU7b02aqv+KJTt/9GXonMnIhFsp8Oyz6f8
0M8gKX+NNWaIpzQwik9K2NDcxsob36TpvPb3ViYnEa7O6mTxCAY7jxYl0i7ULYmSna6nw4fOH2BB
vzy5q0eKuaGGtnF2oXdfCS9vlUk3IWVibg0CgbZdPxRSrPdaXdyiSz43FC33zZAYr2pgdpdfSy8E
lm7QYWKndPFHqLA0ymmjhCLIb/EQ9inrpraGXcH29G66P/unRgrPnaYugEvfVOd+c6txRucX1/HH
RbrvB8wgXr2KT7XXTXQfe6h9QqShqah8uxOxI9wmXPHGRvQwwQCItu3p5aGeOVkEnBvwh9iTKHS3
iiJAY1QUjYhVYZZxoLfTwSms1/kxPG35Leqkj4AB5CacdPmtWtsmIzZ7EWvQaCN04eXBM7rkxuZ7
di7kO5Qx4LRRe7scxZr7ZdQE5amc7O84TcYUCRcd1ZdXbJ/NsRm21gSRGBkrZbFdbOQgKdjkuSHi
0eMaamxpP7RlZUDtsbWuD02nG/8shlPe2cjff3957OdmyLhUnqjVILC4uzrqakoLr2Vssp/mEEzm
ctBQgX4V8uz/vhYZEAkJmR2DbSvwVyRdN1Pd6JqH0wrC1Yc6gxu4rrhO/Q9z2ZQpQdvQZNinc2Vp
petY6SIuKkePvNWDs7DqwWtfQaJY2kgQQSgWE2Tt7vSiHfrRyMoiNlctOwfVQAbelV9ensq27Bfx
G5Qemun8A26fBsJukCm3rWVcmzLumwEN2JVqTG851RKCCspPnmqNf18e8PruoyqDtDN+cfRO6FZd
fiGvGhMIIRSPnKwf363DYh2UJpp/3aK8cRVdTY0giIIJIDpajSC2th35116YUBea9NYsYmPWOv3B
ngZDhDJFdP5sm/SLH2c5wjN5eXrPDUoDgfiIlgzS1bvppYMOIy/jUvKbdD4s+jTFPnaQ0JuhQoY9
X+H3ywNerSezBI24eTSjZ0DKejlLqy69JIFwG5ezqYJjknkgj+rM8+PeltYt19jnpkf8y37k7eIC
2U2PQDbNPX1hNITOQkT8+y+qS/xfXNHWm0RzX+mQwYFmek+dYi5fYtt9r6B3Ya+kiKzFVTs3b7TE
MD5owNB/qpak3EirW5bCz00QWgRZOE2DTenrcjl7KsjFCh4olssiGrir2mgd+j4V52rykg9zM5V3
r/2AlIbILYhEORCgCS9HTJOy1Ax0leJErnSFEfO9L/w8f6ctS316eajryTFUAFEVgRVK5fvGeJdC
4ypnS8YeHwoKhq6+Ol5O26IY00SejUWp15ZhoUVszES6XZS+YH3sZ0flKberHtDnsKTUToIvwOW6
G1nJ9RmgLA8ayN+eT+a1/fe/Tnrht+ac00eKZ4OEOtRUkr8feew+r3a6/vfyGl69Y0wIjA78Iy7N
a5MfSEFNueRVHdPYsaO24PI+tE2g3dIReBKtvriZt4E2mDY4bXbjfuVsLRtNdp+K06AUnyY377oo
Wf18PhMOIwa3TEER1n7edPfSz7v0LVdd+kV5ub8Afmmad4NbWMOv0RXUZ5MydXAb16EyhXXpOMk7
JSQ8rTJr56+gcpw6gsSZrvdQ8lbrfgHZ7aLxP7bOcWgM40ftD0MmQwoAc6BCz57q11bSt41C0odv
LjHdZg54+Q0Dua5L2flVrM10zcYiMd4oka9fXv56VxHQbpTthPy1U4A6maYsrIqvFwgkZx0/qqsB
h5WqKo6+6EvWNVOfZaPK+OWRt4tj/zm5qEENwZLbygiXIyugFF1abuhnXG7PcMTnY2IOTWTMyv2I
rshybow0/+zDGX6Tjgbb+H8YH8IcASBOklfCR8pOJw1tWrl5SVZobVXiR6YVc1QprXyrOjOLHFzj
3vTaGHzNefZfmwZToIBXw8MBaZ3S9O7hGECQuKssOKJJ4d+51ri+GwrCjJcnuaOkbs8FAJyNhg+4
aEO2775vF5Q04LADwrE6UP2dvpa9E+b50ll3NFrVErqFqY2/s8HS0lCvvbW6IyttjHtldq4e1sbk
wzDV3Eyh2lRoAmcLc64iJSHChp3nzejKl42eR1Npw3zuArm4d+jtSfEwWEXr3tiu26a/3DTbK8u7
zu1GXr/vobJCWCqAsqESPNbhUpZeVGrDZ2Rp1uPLK3f9NGzF7u0+48Ixkfy63J5tMbU2ou51jFax
Y4RBvmiPtbRl3KhEhdZglK9z6Xn6VJQRQHJyFqiB7sMzBAb8dUYmIV7qtDyuIv8ctFoQBWZ2C29x
fWUT4vLCUnuGDm15u0RxhjI1kLzVcQop/zhOtn7S1XgLq3x9tVBEIjYCAOaz+/btJHNV/jpklor7
IPnOSz9G9mgcuUf1CGErMzJr7f3S2Deih2e+27bVkYKAREcleffdii5VakITNl7tJY9tgdxY24x1
ZK9VehxXS319eZ88s5YX4+2uMVySM8DDk4oLr9PvVmvEy5q8Nnp5lGf2PXLgxETQEQii97tx8AmA
xLRsMhBNkB+6tvQWrB1164Beg3fjZn5mCengcikhu7ipk24/5q83oc5k3VtVreK6tkCtzdN/s5V+
zaX8s/bJr5cn9szycfnTvOIqhO63j59RBdWSQhJlSaW3UYof6KGyg1uxw/UoEOWojWwwOJ/dvcvz
Ma6xffwnhrgMvG7Tye21MHHH+rVwIdZrcywBMApsimhll22Poip8TzHOaHZG2LircXbT0jq8vGbX
m4GKyBOwdxNtu1Ig7LLExbxp7ePcXMw0SmaezePomMKO3bXyb5EBrrcDjd+tesXeo121R5T0QyuG
zp6H2MvgKIV+63fyTMxQ5m8xvy3q96oz2tcxbrfLcGvu0wJjnsgs7vsYmu6VbmfomJwbrjz4ba5F
5WoZ1L6HW2/k9XJu2K5N+5NONAXIXYZD/0zpjaHpcdKPU5QleX5Qld/d9RCybshuXe1Dgjkq3mRw
NnpAV2zzgs0uZ6ricdo286FPm+a0YSZvPPpPkKWLV5K/nnQGhMSTgORe06U1kqHAJQHv9km2/xgu
F3xsyDTvoqyYUvs4SLv9tiS22edRItppeayNulvOVgF+Nb3xa67nTGOE+Iakh8bFlT2lXTWTZg2p
HQcDov9J7+nx5GPX8PKZeCJ/Xc4Z0Bmbkz1qc+3vtTe8JatdHfhWPFZOsR673kvbt8Jec3mgR6X5
Ye5mZR8Ok5i1B/CggU04r4zisaPotpLxzcZgfNHzVrp6vC5eM8IN6Rftn37Qocv7FG3tT9IFpHBE
XGYKHjJVQ5ApG/D1qqm7mWSgTvv1UHhmY/4I8tX72oIWLfOwHUrlRdlqVMsDBXQEkCtcTL5WvoAg
PLqTUqGSbucdlVKNcW50kIwPgy6M4jiOyh3eVoECWd/Uo0gRM7aL8bA2man+rauu/2qVnd2FY+pk
bdyIzhhDv9FgjCtlgAmIAhqB91hq9d0hpXwnYSbZyj/73pKUH9Y0613C/GRxj4nRJv2XAWUe70Am
lU9vOpAHwQlCDQ4Rq+P17VHKUgSH2Zu0lVLOvEzn0TbR2EnKzPxiBeuqc2o2uf4Gd8j/VA2k+1ul
IwX7M7GSUn8s/VaUxzYZZPLvy9//epdt3DaieQINcGF79PWsjLkTtAHjLujUwe2NNMKkRp1fHmV7
J/abDOkidjIUW1pLu6C9HZok46Zw42XK1B+EyOWjaF2F7I8qH9fMMo6FbMTx5UGv7ieQP8RRm1C4
TSC/1ywRQbZoqrbpYaJIeJ7c2ogrCKrRuMhbqofPriLhNaETjLaranFm2yMMAQ4ROjzjowTahv6h
rv8PE9racsBWwOcgKXIZXyyqzJq8SNw4GNNNYMMtjxVI/ZPslvHjy2v33IQ26hBswE32c1/+nou+
M5T03djDgfBtg5bkfeIE6rXXuk/4Qj2VFhbFVWuPrG30thy0etLisSxNqBVacgDqZ7x22UDuQbGG
Y7OhO6/qYpm/wuKYDC/u/dr7h5ZmcsgbJzjNdnPLqPpqyzEU2wApIyIz+hNbSPBXBKiPHQ9lUPu8
U1Pyy0yqRaCQZ+R4LCDhcOOBuB4MThlTo1FPyQ9s8uVgvlor/Ly1IJbQReLR1fzfaLPWUdbjFXlj
rKv9ADKCMt5WbafgR857OVbrpprb5W4Qs/sViOSOSlLdBLdQ0M8PA3SJ1wg2+V5vSilfAD61griq
Jvi2rqiRLE/8V28IJsP1C6ZzIxnuecq5FnAfG0kQT3avgwjYdLrE2A8HVTTtLS/vZ6bEvUqdlO0N
3GF/kmAm5TqFbaaUNSoEZTwgR13cesafHQWgAw0D1F+vGsGZVaAIVKdJPNZ2UhzSWqa/qc2ut1wR
rvccn2ZLp6j8sOP24WU5uw3KucKNE5HboTDhqEi778+zXtg3MNLPDEW0DvyK+gv7bq9/ijfAhPih
HcRdK6YjcfYSGXni4tAxtK/e3S6Lhn8OECAI6vuhoOkiBZV2Qay6Pgj10Q6i1LgJzrsq3BHOwXoG
xL7px4CZuzxDjecPKDzIJPY7P02+ia729XfKtlId6Cs9pTBfR1UdgO0X/2ba1kVbPVO71Xi5Xlbg
xbCTuRA3ZOdens5Zas0yxBxg7851q/LBjnC+DqJB3GTqX29K0mGKdRu9kbRurz4hHSkKjew8NqpO
74/ZVOgV3tC1dev5fWZOSJMxELk3DNF9ppW0Ttp6ep3EzlB1UelTbapURT/QXebDyw/jM0Nxt5Mn
0EylxrzHMXdc7PZg61qMaRu6YY35fdIBdFZgsl4/0lZ6JL3fmpuwWy63S1EWLU5fTXruBmxGjEB5
R0SGvdMktFcnjVxL8IU50YznY8lxOdSYjI0cDDM9F3b3vfDB+c7doh23/+tGieSZLbHVtEgYGQ72
yO7NyjQJ7Dtf0nNqt13UOusQ2cGUHl/+SFeZN7+M4AUcIUEn4MjdMyzmnHRsMtKzquuTBhAvDDL3
37ofSVrk69RPyLhpFgGp35YPLiob43LxHEv2UDmG7Jwlgx+Cu6UKP8zBjbL30x6+CKGJnbmb6GfQ
VCRd230jzcw6R6tbLbY1y66mcAzmvHi36Igyv19NLIDDQbSjS0F+FU1Y4330UbTBIMOiQzx3A9DI
Mq4zF/djvceb7OdQSs8APpv5yY3g8eqM8EAQkRB2b2g4tG0uV8SYUpSj0rQ6Iyj2j5KCDEpW3yV2
YTeqe1e7iYXnTqX+AHOU2s7uOyf1CP+rUPI8B0V28OrOPQa9Vd84iFe7aRsFRj3tJHYuLc/L6bSL
scragfthTWY7R0g71H24jojvhwgGjeX9yo+8pSJ6vYaEQLy0AOJ5mxCEuxx0cFVJeyL3yZjQCYrc
YKJmiRz4vJ5yu09viapc0VBpmHGr6Zu8OcJmlIEvxwtmI8iku3rwgar1TV7N6X2bGNV/+oLA6BGi
XT6g2zsGWD7XMvPOQZDXU2RpWtadrAZyz42M8eqx5HEiZePmIwxEuGMXcFZJjrUCQJN4yZOf/bLG
ptTunTT9ns7FY966/1iN91hZt7rM1yUgxuXOIIiHibO1ti/Xwe8sGdRpGrAOyjBCI5VW6OeJHw2d
bpyrIQsejKDLH8ranD8Yg2Z+S+zK+fzy/XWVLm8/gvYWWDSAVsAxL39EVo+2jddUQKSgcv1EXcRv
jxgVWc65KtFNDv2s7t4XWQUX6uWRr08UpSYKQeiyb/2bvWIFBjsNLKQliAujUVXoKG+h57s64/8y
DpclCTNiFeiy7Gfo1shH9gHc9tb7lRbr8EG3uupGCPncbIgJKBkS19EX3d2Z9Edzo2NvxbXyvEca
8Rizl/lyeP2aUWTg6BClcuvtRiFQLX0zJTdaidms4yQLYzrUxjzd6rxe3wlkerClqU6SSOD3eLlo
s5PSXJgJ8sma8wiMnHoIvKE5iLK5pUX+3MptzjYor1GwIaq6HMoOCm3IyyKhO9Pm31w4l7FT1Obp
9SsH2WfzIUQIlLLr5SiyaxP84rIktsZiOeaW0M+DJtwbr8T1/c2y/TXKbtkUeJ+OhCiJJy+X7+Tq
1Pcqs81Tn2vmG/rs3vHlWT13ejfdZ+KOjdq+d2HH8CmYqQYRYRvucOeu/s+iGecItApc+uVe1OBk
Xh7xma+1Kb5s3IWnMsru0oIDgA6FUSVxmi1d7OutOGRzsH54eZRnth9sEwZy6S5Qx9vtibJJkIMR
Kom1pEtj7r/gPFWZfmR33DI/f3YoGkIUazYl7b3w1tRPhA3WkMRe4XxZ5Exl2RMtMY8sb7wzzy6d
A655Qy5C8tltQVsr6GygDR5j1NqGg6lZR90enNdvdCQetvAQIg336+41L1vXXVIhtTgoh8aNEjdN
Hm1rYwi9+hNtqpYEidysm0vr5YHiiZ9kILP0DASjeqeJanoQmgqiZejkj5eHeuZU0SSB/EUwD6Bg
TxOxSrWyoH12HqSpP/TJ4t9JTes++qXb/3C8tr1VK9yO6UUAjNkyMfDT/LYC+m6Tt7yTSJIW2Rlf
5FmFU2P52cFsMxuyvKu1v4lmE/9UT04mv1hF77UhQghd++/gDa080tnWGxGqpKvewQWxpvcDoh8o
gcEccELZ1pOMpOf1abj6arRBOw3JzwTvrf7IYztTX0M6Tx06YaYi1IvV9X+5jZdsLGhDz94mk8kF
Y6hu6OO0L7XfAdIEPg9bK+uT0fVZcBRFp8PoTyHXwHsdbT0spkkrIquf+QWTNXVDlE6p+CYRD8eZ
ONDzMva1Ehj3y1/umS0P1hgMDUTLjYi0/fe/ipQt0FwbrSGQwFNWf0QCVZyg6fwPr+IWmgMSIksk
aN5txWH0apB6C7rsdeYcqa5UUbNS6vgf5vLXKLu7HfqUa5G6ZufEED/tYZgPijrG4eVBnrmNKGQg
ZwQ8ggqDvR2FvxYMuck2o7jPVi/GaSOlK9qplXHM6vW16iEUIzcYLq1bLnPqRLuhsDRa7KosMZTD
g+QsHHKMUQkj3hp3N5buelb0wIn0tj+onu0TSgnKpcxdMz+LLM2PHvIvx2QO5pO1gmt+7QLStgV5
uLUtnjQuLhewhPzt+iW6rYjFWtHceM4xSD3nQ2/b+Y0b8HpzMxRN3A3HAn7/iq2flJ3VOKBsM7qH
IS90ExpDcAtR/9zabRxbePsUTeh+X06o6cUorRzOaSJzOoYiGCJzyf9BKOkWb/56pK2WgVTsJqlF
q3336MJMLZAS1Otz402GiECDoOCZSWMaD3oV6Lcy6v1wfJ/tfYduQ1efAHB3nmhyF9ItgySu/AXl
Ed8szeKcp2WKTaY+ZOuNctA+VNqGg/9HikvbBCbY7k53lNnoXks1DUUI0E1Vrh6M0SoPXZ0PcetD
N+30Ur8Rx+xfrqdBOcxP6wpYbXfGNGp1KKWiq9UtRvZJ88buuDitfacgMLwhyr2lH7NN4u+Hi/Ge
iCRbkchmqrubMEFcYYUIrtEczNGQUt0faRpfy659P/klihaGOlViurOr4kaS9czHJPfZipQb8O9K
7iNpgCqk9ZqeM9MqA1wb0urjAmC7O06rq25dxc8s64Z7IprHeodgdBfjNIOdtEZvpWcjxVNv8iUR
fd5hDpUW82kag2W+cYHtj/q2rgCf2DfgQq5Vw10vy7RWMmDa+HMY+C1Gn2V1y073+VGepCgpJZJJ
XB51329khQh6erYX7AFxMmsPeDu+lu3BXJ5grUwHxgBFmMtRDIu8zpFZfnbxfIa/Z8v2ARuy9DFz
ncoNcTVxXr96qG4Rj0JD3rAfu8+lL9ikNnbHiH1fvcPLdEAL07glovbMFtxaHlT/YXRTot+tXpkH
s7+gUX/WyqI+6lnqvF0004zNobhV9H3mLqFBSSrJXUl3Y09Q1Fogt0Wh8541qvmYZYA1FBfk0cra
pAwXTJHjwWmcG4yB68PNl0NpgbboFgjvD7ezrIFZ66s4L75ej3Hej+b4YKeOkZ8mlMO7+8kdyt99
kuMjVhjt4B3mHmbtK189jLTBX201G5A8VEN322fKNdfos6o4905ef5oyf/k0DL36+PIz/n/918ur
jGJNAFSEc6Bvde/LbTqYs2U3FolmMUvZvl2dckxOgZar8bPCAvePRklBe+ibWtzNSWsG58ZRcr0T
K3ROMpE+tY5aDxj/cepsr/lQDYtZtiHPOZz73HVb95hhIh/E2zDquIh8KglKxuD3WCOjG5lSTU0I
ccJvYrNrWzvSxxWl+7pIG/lNT3rTPqSI9bifEmfiTgAC33iHfgX0eZda5tg+GmuG/G8yrFn2EeUj
t/iVSlzVw3SwDa0Kx0ozuwfTWr0MHaQEuACaBP4Si87X+k+wHQzr4DS6QjYkaXr9R2Kmy3JszWnp
jlmVeyVIHVR1ogJOxIcxMHLYl6Y2IEwJ5oekRSS17WUU4+fBhCWpUmMJs7Kd8rOsvcb/I1JljYc5
M1rjEZmA1Yk65Y7yMFVW1m0m4oseF2Vd6R8yH8eLgwxmfXrIpB6UccH+8w6jrJH6CDSnsj4XblAH
oZsJ246okqdZOPVY3gxhJzAEeLtJEemPDtB2hCoCE+cyFF7kL8TOq+FdMSrfDKdZr52ol636M3sU
we+NVVuqD63vo+9BgwVnD01hu3EIxAwrrXJhAxzmYl69Y++LnP1oJ51802iVN5w0zdXMMzHmVH1a
Umrqd0mbuOVduxbOdJg24ZBPM8xx8xGQVokNVFcUxncE0LwJbjPAl+Uto6DQpQPvbn9r9GPcnwg7
J1zLYyrlEXmVXIbY49blcUE9O8vCYCa2SkEWG8P01ndofxwVKhdYMJZBilVNy0WU0ZV3XPHe6BdL
R6zP7RH66JYFImsJdrI/TJ3ReW/EAngYEkuqzAOpaDG9L506Df5AqkyDD02jDPUhsMaxDHVvtAo3
XCutq86Fq9ne7y5z++Y4+1bf/ttqTm0tYVJlszAiZRla/an3+oAP4Kt+mu/rfrC6+1L0i/HYQnWo
41IL8vSYqEEk2V3Bq25+hYNpmv9OsyW8ty6+7hYGWIY5fJlNanenVhMol2TlbEzfFsBj/V1JXy/n
rOnDLI6bFIa6Q998zqIVGRVhhn2acZjCMRM1jQazref/KDFM5qHhDek+1VriWyfqqDL7oG1Vw1PV
AYI7ZnReRZQGk0UIPC2GONVzP35tldHWxz4YMjdiz4xtiJupwPRvVXyVsau74lQ0gyV/gMLFRVjZ
s6fdmVrZf1hdiTh4aJern0yh6Xdj8G6tO+l/lAPCaO/1ZjLhXwZy0vM1bFffpTAE7YCAJh+l81Yf
aY2dazebzK+VU07LwUQfPggR7tv+ph6piIORi6y/nzFhyE/K7h097L2l8+PRyr3gSPEkkZ8UT7EZ
dp2V/1D10FtYhQ1db50QYsx+kVVhlbgaXZGcV2Md1HFU6Tx905w+E0dfL20H5E872H1UZeNUHY3B
7Dy45VOhThm4E/HONhvNykJaMWlzQODVFaFV+v30a8L2aL4zK+TVItuTLTmSHM3WOOR5XhvHKYFi
h+ALPvZfxyEwyp/+oudzNK5ZgFgdnVzvj1G1OBSFc+VPeSzz3ohGq7tzzAnMht8s/tFyuua9JUB5
RLJ3m/RQu+4YHESRpV2ELmfXfBDYWj9QI5mKo4kSy4hPpCvyx2Rp1zxcNa8QgGaCof/gr3Bgw6mS
owbrJ0l/bEWuLA/ddmrXiJJY0v0nNJF8How2n+9XOSTlAIzDH2V58PIqsyMKP6PfhindxB7dl2Um
/gmHMe+rIuQuE/obIy/t5c6wSzxG3MXM9S9tomY2QFKV43pwZaGhVBtAAB5laNiF7r5nZc31rg7g
CH9CNcCZfs3N4PYHOfrATsO+y5ohRJNMunEbVK4VyaGfJFwcd7W8EvYDQqEHq8478SjWZFZws1W7
Xd+mdCH0AF0s3udlm2eh18jyF/pYY1rAC2779pB7PUq5q6P4bd1YKST2urlxjYcm0bLhbrVLl1VU
XSt1wbZNej/00Nbz7/XVrI37oKjqzwHAl/E+M5ZOhnmwZvdVM+vaWbCqzknNQ+OGk2CYQyEt41sX
2MUQzdjY0KizsyE/rCjdu28KHl3tbZ6yI+aw0eHEvfHt1jHvm6Yf01h6wvd+iSIR61sshseOF6sx
2+48i8VXCFKPwGY+JG6QtO/go5gfg7ogsZar3f/jj7bxO0GyFqteXqYkwuBmeuzSofpGDJG9V+Ng
V2Gr6E+ctVx3v0G5Gr82Us5zRAVztR9xdPGcezorYx7m8zz+J5rV+ZNM8yjOthia4ixxtOZaUlmn
kzwFDsIqbwvPnpevrTHC4AB4lPonv1pTTpGVra7HMrnJ8LF0Fit/8Hsjx5654T2ucApRs/sGNNZY
/FvC2LYt5DSttvpqgC2vADq3i1djZSZdcww5cWsVK4Bv1cdMz/w+LPpkteMBjS1zfd9s//K1rEWB
OoVWKnvI2LcgOU6BbIcx0hEW+S3dxMEsbARiHIpO9NobrbH690ZHBfNe8/Im3cIhpwhFk5oDkYWU
+sFaB+eXNvc5gj8iF85vGzu1IsLiIlMftcRRZei4YMneDEmWd+bBwWzjP2MSxmfOk5Z8lWNb5cfF
MHPxX0FwOkcSKOxre1FEnCS11EDI3oGc7QP7Zsx1s6rt7DxXdvljLNO2Q3t19vXDsurajcDzOoug
EUoXgLcfNg/urpdhpwnJ0VqXJDv7kP61/0fZefW2jaxh+BcRYC+3pCSLLonjOE6yN0Qq27C3Gf76
83DPzUoyLHiBAHtOgB3NcOr7vYUPZaXPDbc0FbWQHa5xHV9rjecD3EqfQgckldPWOgyPndyw86Pe
DdMdFjJrhPWX+SFPau8KMHb5uOSlwiaL9/VmSHcOxQ4YXI2N6eVHWcvfXHG7XUMV9ObKtZ3fe3Zp
h9q9hV9sQmPQndP+6M5YaH1Kf3CtrB81T+O4dev1x9utXD7/4c2BNmyAw+Z6c/bS40bQ2ZAFkLe3
Tv6oi9R70ZwtxTvNDFL6zHS98vJ6rUE4AvA4iebjWXKGjNm9W0prUSXImFPcmyI1bjuuurcEzI2H
2lNd/HYHX/lWoAC4VW8mZTi5nE2LVCG7SbVRHHnS9AdzmbLYzI3lyjC+2gocn83zAX7ZOZuo0KVh
VaQIH1t/5k1UVFya9KUvv73dmVfmeEChn6IhgBTplNvf/wfS5gGgc59V9dHkUrtrHc2NKJLBBxSW
u3u7qVd6dNLU2bgZVm4osM36WLH3PchM1P/o/nKtqHH5+gdcwHMaViPrFgj4tEMEChetVHN1zNER
xZUzUesxVudJ+XX3krujvitkaX96b9coK29eBCysTed1NufbSe9nr6jrY2/IItsN5pRsLzb9mgzv
4mtttFToyi4wDY4B58zRem152hltc5Qex32q+eInJ4+FTWa1fn67SxeriiEEu0NXiK/Kxo4+Hcey
xXIa3Gk8Tgk3QVvTyygPlhcs+rEKtt6t0cC3EI0wUloX/ISk3DMUym3zXi6BSXOkr0eZXIfNUgX7
eQc+7Ns9uxhE9nQ2CuA1sEL8I8+wC10NBWkKDhSDUnl7XuDuc7CI/LZRYvzz7qZ4AsHSs4DtcTU9
mxcBiiNvWmlqDDijysnPw0mU+U1TtNdsq1/p1YYZQjHHoYay/FmvNNnMU9aNxtGwE/IRDK6s+SZ6
mp38mk2Wz6c/OUcsqgvk5kBN2hw/z9XPhiG9tKYgcJyUbfQxPGLzR60PXhuaaVq8WJmZfMpSOroX
a5NX+7fH9GIb2VqnSAAnADoKxg6nE7My0jG3MlpPQXgOwEwe1y73Gu3stVagKwNZ0gYZOtsY/Gdf
5J3dOsAi5lEXFAMw7Jx2Oq4gV/aN80UGHsoRgg83rFEOknMSMftGu2lc/eNcG37cWN0aC3v6MyHL
P9hTfW3ozucIopStzMJkpDHs2846NeKg5sm6So7QYJpDs/pqp1t9f5MF2TWXuPPxoykoqv+Wli3Q
0HOH8VxO8IUU0Cv3XycSMFLjqe+zK3Dn5fhtFgZcPDfHYF4KW4f/85UCTJADTbr+UWbu9zEz7ofK
bULgkU+Lu6ZXGrvoEvHn287LRsWuyP84bSyv8VtOzNU6wixol92oet5ZTS6KH29P8P+jp/9dYJv7
KHpP7tUbbR4Tn9OWzFHwmAj8NBZmzdZ+4P226EWsO1W+wUmq8+evjt1O6/PQrdL+JluzNvKQ/ye3
PlDNLZ2d6yAY/JALyv8PqAUzGTmJTOuYSJHVeKyyQpTHCagHLCogQWzfFCQchwvMtvrXLCAuRBCc
9eEjcs5Mxk1GYWpveEWXR7PZZckOkCjTnkez9UmSbFVT7lViafO+4QpQuGEg9OXvxJXZ3jXCrHgq
l53vHOeFiNeoSS1jwV5gGoqHVYo6v2/aDoOkxgnY+/1ytbKoVTB+EAOWbfrBSzEA3DtTsvRhLnRL
3TkCaQM+yjmVyI/e4PnVx2yoLPfRJAmS3Li0T6rIWFQK39nn9X6XVXWnPSknyO1b5ozX3NlFkVbh
alnqBy/wVt9ns1fLDwZO9X5MnRNySWj0aFSPDgL7/m+5SqAIYE0bB/zaS/ooKcuyOmRogYvdytPK
2Kf1FtOSCd/7C6GOXi/YuE6xXlTddFgrJYKI4JjkZyYEpn9WRuBJqHzNEeGiXMKS8slc/JshMY0f
TPm6Ih45r/ujvjpE2SOgI1O7G8SoPy2Ncp+1ZVbicRSJo+3zpGx+oJrS/+ajmT6pQu8xXMOKFHRZ
27L8nFIuA64bY/4lBw8Ndp7rdk+Ft8rHvtEmhGqO1O5HNTrLoSYlMsPjhOMrNGfVtZFX1ShnhUPY
d1SZswjuS+E5v/QKlHrPzVQYX0FabHWftkHyE/PEItkZjZ2PUVAG2ZphkuKtflTOzvBcuy2Cbcz9
+z7S+yrodoaxLGCzSM7y+Ya8iwDfaD3T2+dMD1R9h4nmQn5zqqr5ZulQ8N1liW39s/T2Kn66aeZX
R6C1Vjs6trLE0xywsRGboZtaOHRe8Ni762yt0WxomfEF8af5XFXKLg4Co5w6DRu2xeQfv+384g+I
avWlyLNiutGbcnE+qpRS0U63W6rS9VrwSdSKW/dT3RdDGlWaQ0DPnEtj5S2qN3g9aK1GeckUo/9Q
Z3U5fWgKTf+nWmGOHM2s8Ys5wuvPmx4D2XvtryWoixeb5J/04yzr7vPiK8P4XKM67ylklgqoqZCr
G/t91yJg1r1FvDhBqZydGgKDID5w2L+SktscKnMiRo6UcEsPA13T5X1jD1V3X3pz/oy9i55T2Gbm
h1ahEvdZLlUw/s3NBN6oVELPwn5O6pfFztvxQzrOhntw9UnXb/yudJ3bpoNveg+1sLY/FU3SP1h2
62C96KJHfmiSbMh3xoD6DECoA3+zqCKsjy26x/IZgJ/VKECXjZDplXmcBFw5H5zUbz/ijE5xw8E5
oI8yKzGC0MADuNoLrUTJTWAZtlDA0U28pESx7s0ENHbv6aj2otyuKyscLb3odmDooPSZl/u/dM1Z
yzuAucw5KA7XLBqrwPyEC5NwdmtWjQIjBHPEe933RwClJR36yFo2nhiwi/9R2oIKhuspdyZYTrVw
vyermaPcHKgP2ZM2zKEzVuBEber21s6H9Esoi+eXRbyYXeVvEgts8jrXHY+en+QiyjONXI+pzB28
XDyzyKKessdvcyGFIewRjFMSBHErIqdI1885Z1e2t6xe/5gavAD3lpF3H5AuM7pzOfYxCU3dL3eA
S7i3rdx+RB/elLiKr5WIlNTXX92aUYh08I+JTQsjuH02Bj7wkbFWoabIzNh7RdvusSZfv6ZTKsw7
S5mJdeOBWf8ptb7CSGRuZoe92ErcnZZJ76uEx9xFimPJCEVTjg9c86rvU2uSupOZxQwMa3afDMph
v/FLX3+O9Zx9M0fw/agPss6KBm90GTmjFNVuMTkeeKl5AKS57vwq+zz9XpT+EkTjiBSZzBpzXkJt
RYe5A7Pws7slEeoPm6fVhrBWFiNsbGlQQUO3Nu3yWW+/OtPqB8SlrCt6gDr76ntaUu1yiefGvpj8
AnbfTPw2FksVuERmd5/srgp+LFbfmJF02upuoGK4wvLPuts8MCdjJwXG76QrmOsQGkGy5Pug6M2f
WBfh4s8jiPHMAi01wrIIAhU6PcAnhEQK6TcLCH/Chdizlr3Z534QURlZqeCb7tzuBBTxu4TEhl/V
ss68VfNiDhlV1CuK/NrfItcrOy5dYyqj0W1gIzZcoT46JQTqvSWQmkV57vm/PbM1v3i20rUwZQpT
SDN58E5rNfRwduaZDbjLNfiEQeI4uzxZ5iEcSVAmt5bN+59k8jwL2Fgv/wTjYn5PFmJn9mIYp6/z
3FNEnVsv+CJS5X326kkQPjuv4j5ZJ8hOfjdNfYScupC32dBQ2dFgaXwn58rkXxcMqnfrQLTUrksN
+YBgdBS7CXr3UWsCRgYFG+ev7/X8Rtw06nw3pQ4HBqDhYHCeNdIPmSH6p852299DytkN+6Ewqyip
OXz2na+pT3y55es41I4WGkXffjZJmOnC3gOHDfs+tR6KVHpyH3RDUe90SClT2MCNJW4HrdnXhmS5
OSwWNJbb1kpZlsJJx8YwF63Yw5TLPvTLiOnmmvXZk24XY3aDoMyJTQ53CxGq1znhsCRudnCrqf4s
2t7Dd1oJ0P/ZJL8Uf62RjUYWIJRPfVVVewgBidgJv3Y+dx5VwXDsB0tEclHOUz5oC1bAmCv7h1Wz
Gw/HVGF901ZWCF2f2jzyB715EcodsZbDufJ3oxq/jxAdzxQwkhXRgTFRhb3rB1X90LAhc1gsRsC6
Tfxc3ytvsBhhTaofVqUbSZi5TZPs4YCW+g2lSOwQpDSpy5V51pcheWIcy11rVxPWHO5aRkZXt7dU
ClQZ9ovIcCOZgXEiTOiGJ8zBFQVq6LgPWDZPJeC00/khOTR6uRvWzs+jdvKc4WadGLN9udpFHwU2
IX6R1Eb1F3ts50uPp9y3ihLwY20H80C9a+7HsA/ctQnrZlactnPZ/QHbmf7o4AMBe/ZgvbQdBIFb
Xa918yab5/beGlboueijODXX3qYU5CZuTh23ravPXLzaL1VZD9+dxETWYxli/kTiZ1cfeK17n0W3
GF99zNW9cF6AQUKEA1xzi0ppnz0oA08zAclYHPclFgWG1DOy0zJLansQa+t+zW1v2FXOiuV4M6/1
SE1qZZD6vqMAkThuIreaZndbcj+ePuZGHaQERojyqdBHH8dpWZnGcW3EUu3mRZMdy4OzL7Jm1/xt
KrbAXduvy3c36JNn7FuDhj2dO1U4riZZqDZua3NoDEZn3qxDsGhZ5EpHVcfC8sf8ZtJqViPc03w6
trNTLr8m3EzUAxdwW9sVVjYbz4mSmL3S2z45dl05rQdGSVQ3skpdPijZedCXJ7tPvkPRyNRHLg5F
89V2tF7b1760+2gK+kLet/CBhk9oO91u5+qzkcSdaQu7CQl0ZPMOp6YY/X2jm3kVZf2QpV9lW3QU
xDlPfrlJsCYvaIkXyi51otX7UdcX9Axz2Y+IwDhGHqAt2d0uNXvPf0k2062D1Zpjva/8sStvp9TN
zP2CbcB6cJPS9O9tinTjD2f0B22v+6UZHEhRG9xfCIYmhsDQFCh13U6CXN5+jJMCOvh3pyZy7EOQ
ptoar0otZkxoovraM3/6L7a3Gm0alkg52ocKcaD7AWaH/cwz29T2DFLhZmEqk3qKtJ7YrRgT5GC4
c4eOlw6O1fUU94tRl3eLZggfP8Cl9u97h+TDyJsLxz3kJWVajuuG6ybs9rSI9GJq5ZFLhLcAwLRt
vTN4Wi0/QeQ16wVLIgUBwkwK/97jAvqla+Dhb5XKmsOyMXh9FHZT82jTSNL9Rk6rSJ8nbcuFiTSe
L01UNc3QvDioRI0IlLXjjEtJIZ3x+hynZd/KWWt+qGpCckeiTBvc2bxWrQ8k+2niplVmJqms2bX2
AXMeUuuYirbJlM98PQ32Mm+kiGu2y/mDISuufpbWLf4dichLsO78CpLrl4U8L7XryBoToZk4jXMH
JybvD0UVOOsRuYSD5yRv8Pp3ZebEDRN+Pa1h6syJEUHlt6tDDSm32PkLT9jPwm4Hhe+G8twPZdl6
026VI9l0sBFW9aftJCWeUNYK2y851Ha2h+Hl+7f1LItu36R6/9QPWmPdUFFsecn45UAOfJtBtfoA
tGbwQ9e6Dw6apYpsCYkxCNpbt26C5gr8cIF1bBJmBhw5EWx9eM2noMCMB5KhT2sZr1lnPpu8+1+o
+rU/fW0qPhOheS0t+BLuAOjXNwNHII8A1cppe23S9VZCmSNeBs2K3NbzP7d1XV8BOy4gKYy2dM4g
GJUAiZy9p624ddKsFLNFnMPa4pxQJPyF1thmkIiwwL1menDZKUqVmzckDGoPceXZIMpOBhBYRB5b
yUqUXRZM/T8+jm/vVe0CmGPsABNv0zVuctrTbtktGA0F5QI3J7xn02xgNpoAolVfXiO6X84LVALE
0uFwxKSAWH/aVJsk42gQBRNrVdPtSjuYng2jG3azm1svSeBfoxhefrF/zZe3voGSQ58+bW90lT2u
6VTEbs92INZlqbECrPX7saq1729DYa+2hX8cSCIcrovqVAasFySuUcS96lOq4EVTRZv85zmbM+fz
e9uiXAlMD7qM4hUE7rRfjj9VbtXaIsaP0rodqCp/4AKl3S1c+a4s5Q2/O8X3tsooXoCoYUDr9bNJ
X5pqKZkXIu7GKjf2c5mb7s+8SyCwrSBYj32LQ8ZHc07K4n7OGvGkj+08H9/d383LHpEJgDr7ydl3
XDepZcqLMLaGNiPUMZtejBGhWFg4HJtvt3W57EigxwIdkwRo9hCrTscWRg6eCxnwY7vO6UEOrrPz
ZO4e3m7lwuCaMj2XSuTwZKRuesuzZhJ+gmtWZhU3C7wk0DOKFDtV6XMRwavzn8eApPiYd1jehc3S
S3XvY/u2fuRpWdhcytJVP67Kd78YSzZidlqSXLsb8TnKdwknqrzltu53L4lWLDquRGkZlLsg84R8
rr3W6/ZOJ1VzbKU+SozCp255JrrEme8DLmLJ3u6b90av/r/DyE8YWQMqzbZ+/ot/WwhZ8X6q4nyq
p32dJknEZe4L4P8Qvz22lysR63r2F1YGMkiWyWlLVu7rExh8FS9Gkz0Y3vp99XJ61quv728Iey42
Fio8WN+eVfNz228MnWt7DC1miZJE9/c1Z12UISW8Ml+233y6DNkuPZN+UTxgCz3bOaUsQU5q0cRB
HTgPSKyCqBTDCzbPMuaWae0h7/19u3eXCwENxrZN40nCIX5BweCR3QBeVjFGP95ustKJ2+Rsvftj
gZ9RkAYIoUYGU+b0Y5W6hv1N4dUxMRw5YUfLKG4zloTaWdhxXNnMLkdxK16haLW5TXFHOZuDqYO+
Kq1B6LZNy99pboP7SW9MwzFdhxQosHcMgelVoN4bUbWlhmHlyx/47szJs4KM3dOxUk5N7HHHLcKq
pxgTjp1vyivb18Xk3/hGrDF83LaVdmHDYNjuqsN8jFWiVGgn0PP8JKgjjR36SlMXpzkbJCrJLXYD
LtBFkclRsFk8V1exko35V8rKjaqpcUkaNDpuye386Z0TknaQfqLUwe2DZ9/ZVEmtHusLbVrjyc6X
vR7U2s6zK/vKHLmY9pt2Gr07yxr3BePcEDkDI8kNnQfUjCPirzYp1TecaibvSmX/YipiQosCAyIB
ZjxY7p7tHY6sc3NpHD1OFrQyxRh08STQuIZVXa5hQdErDZc8Xf+8dww3+wqWHMc59AznbB4GJTgH
YQp9rMagP2zpt1HbivzdX2rbMhhBKE5wTM7HkG9oTQLOJ/d/7NsHCTA8aOU1csTll9qOEgaQWQ6B
5nw11zm4TOnXQ2zb2rRT0+hFEAqG3dsjdvmhtmVEM1DeKOucv2Uq0ZVA390Q6730oqLH0nQp79K0
vPMhkEeit6/tUpfriiHb7pHGlmrINDndEt3cpjomORa1YlJPVd+NN0Eq+0PjJVY8ls1yZQu+HEeP
aw4ssW3a88I5O1sQuY3GqhtzXAxBGnlkW4fQZad3jyPXcF6DEBXYM7gBnPaKwbPwXPDGGPeK9K+X
W1zfcG5Ju2iaCX4+UkoMPhl1Y19zSN7+wydH57bXb9sFhwySo3Or/XlIpmaWArHi2qi/ujW3+zGr
1ztdGdVRcQvEZ7csnBeDZ/LN23PncmS3pvGgZMYjc/r3EvifO8/YVEWxDvkS6wFHqKgnFZsFVYG3
W7nc8mkl+Df1ldci1eTTkc3KrDfHal7ivDcouePPdm91VImDYb32Jn2tKbxpIH7CgSI88mxqGj4p
Ejw0lthsLTvUpez3ys+9qE/8azfki4cHn433NhMSYTkTdFsl/xk7jDsa7jwFogJDFN/REqYt5VtX
kxE+U6TdJN2afDS8yfkxZ3IWkZ6OzRX/ssuFyHsHRhQEIoYXmsjpTxh7sgoX7JTjJUP3cjBnDLV/
CB282qucUX1cqFx2V/Svr00Z//9bDSpt6K+nbVpjbo4TlbDYt8EF9QmxIwEb3ruXPEQU/N2RE2O6
fgFlKCC/ZBK0oqEA2TdNT81ejJ/fnpcX9m9cQOBZc6vbTgIbid9pXzzq3zW+FXOceRnC7Fob2MUS
Ry3rB1BaeworazQesWdRBhurLpJQuS5ed8JLteFgUADqbxLRwybNmnYZw1H2WblHD2AU14w6+CXn
ewRh9oAEBA7h8Xc2r1ct72ykK3PMRF6eMsMd/ohmzq+M+itTmlXKZgBbEQLw+SWQKL7SzUjpw9DJ
qd2PTOnUjUpdVvkOx2w3P3b2qn4tJr4QB+JIBj1qHD+59jx6ZYbBBnPYh23wAzaM069iFJ30RkqN
3Otr/1C6eneHbWl/5XJ4eWxuCc+YCfFssXmznB0qKWmexJvkMua+UQ18WD03ItkLMwizDjePhyzR
tOIBtkap3n2DwwnNoo88/7h/ngv0ywTmk0pKGXtBP96Bvn8Kiqp//zrldgOUZW9PTHDH01GsLTNd
loL+iUFh7J8Z1b7T2HnfXkKX+y0ushzObIEbtnmBEkhYImmjUKOOXAZ3iMu8IvTw/Hf2HtHz73XK
xaALcjDYx8ax3si7p52yybKWJTEUsVHPNY5tgjdDrkz7NkEAe83n7OJcpjGY8DzDmCIYiJyNYFkn
xN6mlhcXnd/+zam31DfTOPjaUZ/Z7HfI7jTvaWyM8sXCNM+KMlzyRVSRpNBSqHXK7xlkfWBElWbV
R44Dr31Uc9l+0Uy7H6OuKrMnspwCGSqYIB0ywXFuxztzLMs6ynnPfp/XJfd31CKq39TBRRWLQIiv
VuZQkl1IUNB2mGKhbnEstTRxj9WKA6tDL/NnCkg2iRgUQetD78og/bYibvtjr6Mwf5EEWIl4qlU6
fzJrn/O+Q+g9kfip5fbTSmpmdzfxyoBKZXJ93U9rMoyRbVBLCGfpzdfyZC6WIgNtcx/fQrw35OVs
KVbTtGRFbjmxNupf8OG02U7nG61skTYKYl29tr+y0V1MW1pkJwV64fNuKvrTeeTkjr/OY+fGVNaV
cRi8EiPxFGVYHllrOr/7mgXLnCsiJtIwUy2W5Wlzub30QkFsioXjY+DQQmMZq+TX20vx4jJAI9wi
CXph695OzdNGOBjGbCYzO9bIl4ym2hhy6s3meG+XWfeoV6V7Ze1f7NM0aG/DyFuNtXjuHYV/Q9D6
2cwLMSBGwk4gnODJbV75VK+2gvQFDcxWsrHPPtWSlQGCy0CP/bmcHyWcyC9qSa8pr15rBa8B7KrB
bx0gmNPBo8KdNRbK6DizzO5Y6PUaQmC5Vl64nHZohThwyHveLtvn/qNmkC7Mt8yJ0ZObe40yaySM
GkKAbV073i47ZGAYu4FJgDrQlM+mnAclgcVvOnEvt8KgRO5XYNx75SS77BDIGFApD0Genhf1i83s
MzXH1Y/tRObiWQ9KYtcco2jL3xjr2E9vz/DLPrH5O6xZhwOA0+ZsKswUNRbZd368maV/hcybv4hS
XbNcebUVXtSWZXn8OXeerKduaNtk8ePJ8KeXbs6mO0PL5cvbffl3zZ/c6AAFgNDZknH0JVrxbNMj
4la3Ud8HMbAvckK09mN+UEizugg5omXdepby/4zSKP9JtG4ubrJUH3/WOcKzA2yf1YCWLBLj8PbP
euWDIgTYDDE3i2H+nK6DpRKp3yUVGYClkbmPclnn4Vg5Vbl+UTCn/rzd2itDDTMbbym2RSCSC13M
kM5tt0hac3MnYr04Bxefm93brbzWJ1QwRNkBuKMC2/7+Pw+1KZsavUyGIF5I4oUSWeixxNUAous0
hm83dXmSEbgBJoX8gCRvnqGnTW33BegofFTHLqobnwtYuOKXcpv3eh1qqaP/sfKri/CVUbQBmcCX
MJ3ZBAKnjTataHQEWUk8QTWNWl1UkT4t18xLL48XIrC20DfIOpiUnPPoMziIo2ElSZwhYf7Q5Hn5
C3t2DLJn/BA78J8rx9krQ8l1cvP/NigroAU77VW7yMR2sAuJx3QKQk3HfkJP3eJZB3PcBUZv3jXL
3F+LPXxtLPFdJPyaFAsEdGcfUHeGOUuWIolrwUnt+4t+E5jrNdHPq62glMdByqO0du45q/AFsW01
JLG1il94yiz7rPPf/YQmk5lcFA4bjgAKMtuP+M+0r/TeK7mba/EsfXO32qZ2EMItr9ySX1lc3KDw
hd8Et+iWzwYs69Arc6hpsbTNPOpNpzpU7oqec61/vnttnbR0dqLpDiYhaUJLQYuZmYejxV2qOyzh
qfEryGYDeaUi0Yb9282+2kFmPD6j4BEAnqfDaNakzWYGwyjmPPkJWGAM0TL13Rq5S9f/eHdjSM5I
adlKkBSSz64h3IKJtgOOj22uII8WOWihUatqNw26cwU7emUOUufhZgFWxm5/rtxbc2uFOeQlcS77
BFuYDk8F6b7Xx59zFOAblIXDFKXgOaKQB8RgDdLWYszr4czqBQx0d5LHdw9bQE9wdOd6tcGZp99o
1MrGTVWe3ibWILak3GBfNb1131CweHy7qcttELYBeywPCNT6zPvTpqYpnyHRriqeZPaPLZM/QWE9
rXpDuIkob95u63Lq0RaZDpsfrL5RKU7bMjvSvdJ5UTEKPotiNJ7xeMP72B4Fy+7tpi5nA01tDtg8
q9FJn1c5Ve7mfumYIInCXaIeLuAuX8f3umP+W7XSQZewAACgPS+xp23DzUotdlxpxrhrvOzXuAYu
/EfZXDmIL/sDqgMk6vEPaNmFb9nSIFoxeJtgR7M+ErxX3pbBIK9gLJcfiHOeChxPExAk3A1OP1Dp
JXlGHpoZJ2NmH9qB/Nhg9etQGOu1JNlXOkTuGnJePhA1b2/7+//s5hS2a6/qpRVjIbFZ1/gQiGXp
vfs+jwZwU/IydNwmvLM3pHDnmUxL142JXIX1NPk/MuE+rIU9X9lVL7vD3ZdnEFpoVHPUgk+7g6XT
ajVe4cVDZvwdnTQ/2qW0r1xmL68QNLJ1A5UhV/nzOlWSLrjJtIMX465Tz6HVagigSnf9yjNZg+SN
FQoWInA832sDuFmvE71KKR3pIa+is7vLMmpG2fdQEWQ/dMfMm570qU2u9O5yCGFYcUMH5ANTgAR1
OoSJL7A0aEeuKi1vhl7KJNQ6fbqyB73SCg/WzaQXbrsHtHbaCjtTVgEvJbGtnHo3O00dpQMSire3
H2AK/junz6FN1M0WDskaJNE8W0o6gqAua/MkFqP0gp1WzJ5xHGYj+4kFwfiSdtL+XduNrh2sbNy0
37j2d/6WZBYoqCYO7PTIK2dTPJg5wNFTL1ptft6K9dohKZLJejCp+Nb70hN18onHqu/uFz0xxkOK
GZSG8ki3pgfYeK1z8KmBZSgoK0A1w2wQWKR1OSx3aNYWdYPFzYT2MKiCcr+2qWfv9LF34KfnzTTc
4tUpjHtHOaMrwqJph3KPfHBSNxP2NOvRnQ2R7EmotO0vtqYtL/nSVw5yPSzkPrUYxtnH2tKyZef1
CcxwXVmVkLtJzu56FKshnNiSgC6RM1Q9pS2VdcOTIkzaQrXVDX/7Sg79Q9MU1AzNfky/LBou2btZ
T9b047hYJBxUCE/73cpOvCJZgD2887reeWbdt+nRtTQT2B+7sqjkTmnvaw8lwUfpmfWnwaTHD+li
WuXBxSK6O06evS77IBcSSyFT2EE82xidFTt884UKm1rDGMooFB5DXjVOX+Z8Vv8U7YhPlLZOwonm
wnDEk7Qo8hAoai3o5qTrQk4UcG5ItcLaVRLqaXEQcXJBy/TylXBG5GBzhyANr7bqE0LFLHjIkLtW
VCMMTX4Ausy836rTdPFjaKXM7owRJ9Abm+Qq/ZvprWi/RuLqtFtlul4XohpGWYa+1Cmyw7LkizxS
8e1uO/DRr87QDMVt3TmYCiI21CpYobb0d+u4GNOhqMkuwWWvF/LGsCe0KlVH6eS2cEiavfUaaMw7
B3+kLmomOWpHO8e1YZfB0a1vCsFl71YzDckJaPNZ7nl6qz+TcibzgycNRHEavNEfve70PviA4/bH
te3rce/VQ4pNlVm0MwYj1vopTxLXjyDCZ/kHewZwuHfWwZhuuZNPxY1b4JK1y+Ca4oe1EJTqIE+U
2Bmo1q4xN1SabPG/68rhTlayTCJV2SO+EY25VlE/JVoaToNVyJ10CwfJk6ONc7h2A7ZMrUuO7eaP
NYnbIdFmGeZtafVHq4efvCuxVR72nClCMVdavYu4tI/oRzSyY+cnL5B83hQukoxU7vvyLuhdZR0m
fU1tnAGnZdwv2ZzON03qoC8K62Aw58eAghDhREuia3uMv1vvW0LY6XAfzKX/LRsL/TNWg0EQ5Umb
1ffpjL9CqAv8SsPRQiUYlWvPfNp8E6vId2ctCdcUoU40N5nRRRqvtgQQ2JVFlIOGqMgVyGS4rNi5
DCHOBgQ1Asp8rJVWfDaNVvts4otSPKaEiRlf+mWt5KPBfMFcmhB2det2pfTCuuyG6jta9GHazZDB
tZ29CGjtnZv604S62BGqjyRxz02YVyb51pm1+N8cL1mam1zanYUoi4r3zzEj3hNdAZLFHtxwsZ/E
mIl/Jqc12pu5t5RASaDPL9Dyi/JJebDMP3poZpbjAOjRP2PyxffPh6B56bQ5NXbo5gJkFcZCHnFH
ysHHYiQ59xBgG/hjcJRIHgzSI7N9wTqWP9VsLASz1Sz3uxnPWHTdCGOH+2lUExIH+HpNhO5FzDdb
Sqm7HwfHWEJWCUOIVi0LvrMNJ+UNisypD8ctMPKovMQej0nmBcMhEGTLR//j7Lx25DbWdn1FBTCH
U3Ya9oxGWTNeJ4Rk2cyhGIu8+v1Q+8TNbkxjfix4HViwqqtY4QtvkC5G5f/S2Wi8XT8NsYE+54Io
qph8HRlGCoHLk9tj6Ps5lQ4UyHqeWuOzI6Z4OQ3xqE1HMze6lyVy++ljDNlMHlKtKZr9yKfEcl3O
ensox2ZRz2keR1BvW4E7NSplfafhJzIIaz9MokKZ0m5r64mnNoLOVdKWPCb2lKszVgpW81iorp/C
EpE58dEfmtwK2mRyjad8mKB5daavutBbImN+Iui2zb8jw1Y/CmWO5hdbSt/9njeeqF4iapraV71I
hjwsBi3tgmRR9nIqjap7zhakCo5OBlH8O0ZvnS13vZxtsXeicZ5481UEV59tgq4lCqkeJDyUZpq9
BmmuhLHjtWKVbRviY9WgTHwsZZRPO9WJ3njG2GRZjt7UNPWub+KZjbXA4T15zeDgd1nMnfPKjdXX
vxZku4S7q7Wign3XRNV4pCvWf3PFbM27ofEi99wJ2gVcD/GShBxw/bOzOLV2GFTbGw9+iwnzT7h0
RXtMMmqQR7oKhW4GUy7i5FM6o7EL4aOxCxpNlliOyibTRlKRpB+hvXj5K7GRC+gCY45Evrdb7k24
NFUtP/r0b7uzw034Ed5VU/3SVBtHe9h4JLYpccQ/tK9Im/rcW+oHAGESv7E+BVkJ9bSyf1tpTPMN
/Y263RfczbRMUXawO9Z5MYt/eH3k+MEXnvCDuS0xlBBlpqc7RGd78dhlmcN/PNNfOdg18o4Bsrt9
FND/symKYEpJiGmLxd359Wx8a+yyRd+wqyE7LovnPsda52Th7C5ZdlgKSyDOXmpdc9B4O7WT48/E
NVmtYaod85WmEBqvae/4j7zik0D/az56ipLm3pGJj3HdkjScJKUPJyubxI82xRjjkzvnuhbM6WK+
9nHcp58z4UmO5YIwC7eZkGb3Uwq07ZKAPVKNX5dRuP5XH0Q7bDq6h+bBK1qaFcjIoymIrKtTnxZY
zy+YQVnQC/mREc994pp4NsYCI/F5FqvHV1Wo72g9AsDh/l2eUMiytHBuslTse1iU3e90SmvMsdux
+glHMEKWCxjWLwUB8NcEf2s5LNkKEprcweA+jmHHQYc12vyYIhf+G3/RVB0MSGbZFzvx0+qpjEtp
EByOjVEHxQRTab8mf3hLVHOd/shUlrc/KiRioY0bI1h0hS4N8gCTOX2i14gfeDWrRXydHQPWUZDw
jn23AeTKL4qEX+5LerQZ1NF2fs7dpC8OQz539YdpHOPhgyu0UT1A69WeQHfj3pa4fVawzKL90mmD
RYc4gxZ3qrsucnceyAJtB3cdshTRJb8IEYXqc4ygaP1Zw0bZOXmWsv9GwpzdNnRJlXyMklrh2CbQ
6nqiFDYuj0THS/vQREaqngsva6sdutmze4q0QR9+uSg0fiqXVYsVuyRnOtWLno6fzLEv//U6r9PD
1ur1H2L0reFvP4qkcaiwd5m/evwrGUxtFs8vcymQvsC/PD1JgtNQR+XE3kHFsCdit4y7shmaQR37
cgGZ3xk1RZJA9k2L90/joQR7NhGuBVwhoX3t4CNFPLZmVKeHThPmt9ijvnhUOLUDHVikhckNwqOe
G5TCguE8WF7Gle2Lut+ZXtwnf5nJ5JlfvcTumx9dz2aA0bK6Gdn8e7GPu1XzJADjMpZPTluUDeKZ
WUltks1qf46twdWfazac/ObFjTEcZFQJ61Rx2wPDcGb7SFZoIrmRQwF4rEpI23jYWOn4mFtt7j1B
pRvrh5Vv1/xTODIqDl3vCYf9XMAkHt0Sre4C6dj+BDkV6CXOD6oIusEwqiPIXtf4aAgpokOVJhGK
mEiIasNTgw6algdKi0vEXFScin8LL8r7Y9mrheaQgEJ8zACDW8hJpwunJ9ZWBU9aTChgSa60eqcy
FT0PjbS+xrKDEWq3qeo+4HtbOWEscP3dxZooX5ClY8MVrV9rxyiCMhyM4N7r09REg/pYJLFbov9K
RQ/yymh1xWfbVfBGg95Rq+J7BXT7yS/zdvk8207PdhPKGF9KrUI5NYP3m+yiOFv8ACJqrgV17WLM
lfAUOqtvaPyzmaao2hG3AR+OFj/ZTybXUDDrPWEXj5tzzzJnrc9eJpY+BX3SV3JL8uVt7z2qyswu
I9+nAmnGp9RHKlj1jvlhNpGmQRvkcy0TxFxEOXfIKVvvtbmhVQI7jpoKxZSV7bEpdMR9P9aN2UYh
kJEyqD2RPoO0xzIPt/Tnt5PoP7XHzVTRN6JhQocZxaitfKjwssmVwo/CFrXmLFCe6n/FEB2/1hDW
3aA3mvxnnSfLFJS8MV/8PNb83ZKL9O+3f8iNJacmplNDcuy14baZM7qtWg0wUITIKdeBcnN55KP3
Rwg97RE5gSH0kxLvh7RL9jCiv7w9+vq3b1YBdDIlGNTicKjb0gWR9pY8rEV85oQt8ti3iwsTmZDm
ZUE7F/ZSCUXlXv1iOybpDJjoldEAQuEKk6+JSVncu1GItgIZnxvJ4+L11rM1I3bSa/p8pyqz1nYu
5sh4VNYBJeFYqIG94M//Ww0k/ee0s6uqlM6EbjfW333BhZop1e2xrYs+EKCPf2VOf499dlXyXEf2
dDr7q8QgFfDLkTMsuDoKJtRpsjrf5YmYPyLugFg50m5/vf0hr8p361D0KGij0gikIXc5VEfPeKom
OoAgMudXdCrK49g68lgiJHRKetI3AGLo47w96q2l5QvSSKXsTjNhs3lbQqXeU7SZYj1/KXz6S1mi
HvVh+NusSWYhjwe5g0TM26PeWFaIrVTE8XNCjHJbZusGrRBkViKUbq8f+qghDixcFUTIo/5fhqKH
RF101VLctounDFZ7Y08idJvIO6DS1AczogPUE+J7EptXRT0XNCnlZF8DscH1uykeOsK1CiEGNOjl
iEL7iL+BuWjVncNwaxSKyVTGofhQB9rsE1FrZcUx4YtREtlX0Kx3YJHudRRu7MbVCBJ0Gr7Iqz/O
5W5E8StThoeDb1qJ7HsPkfWLYiXNc2vhHSumyaMkg0q18fD2zrixH1eaCk0TDxwPl9rluPrSLID4
4uysYf4Gp04W52xQqAzZFgKYVZ8dYqVPX/Kkl3fO3/WepLa84nowsqHEvO0Qgltw2pk6yBnhdrVr
80R9H8i9dxSM7oG8rtEwnHE6Qo4NAMtcr7bLWUZihr2r8upsSh9bVCxMc/UzVl2cPuda21N17Xvd
Pifg3O0HnVrxt5mEpztKL+pRsXFMVFTYiFr/4+3Vv7EGhsvBZFdxMgHEXP4ux1w7VQinn1sNFWS6
WmMcdLQiyXMJG49vD3a9xbjoQDvQsVpxD1fHpZtMjX56fl4mE2Gkbmz9YEDr51FB+UeUyNSS8rnJ
ymi+s8euT5BBpROyHB1aUHvbvZ2QLrcttonnqpFi1bQhLyBqeffFwyg+JUuDhjB8vHX6/3m0zDxD
YsjLijPSIeJ7XqXRwZyXAVeR6N7Fc31oVhwfh95aKeicn8uhOsyDIWdSlLTrRjtnVWadGpSYuCEW
iR5WCge5gKFKCePddxEDUyLEkIyuEzt5M3BhdLBsy+JsZGI4oOI2BU0xR+/tO7qMAt0cOClhB/7i
l6O4o42UDQJcZyRUnN9mCZPfMxf5GnlD/16Q55+hkGBYCV9EsMblUBp5CweXoSK/NQhq6DR4Xv77
7Y2/rsplOMPFihCohyIH8txbyJ2HwlrbegufKy+8T6gIG8se4AJl4TwHktt4tX1PVOLWlicZABwD
boWLdf3z/2zGrtOdbp6K4lyqpfxrGorl0c2QjHr/xMBxrD1IWvj+NlqioaXLukqLczNq7hG7HVKf
eeb/OiJva8y194/HngCNSRULcNH2IM+t13hlmpTnNMXFcFmKHx29zqDPx9DXs3/fntyNQwbgTGOv
8yiuXtOXS2gPztAjKsnW8Palq+pTbRVfjYQ0pzGN6DB6zUxVTd65RW58OEDbAFtpP0EHMDcvxezH
fZWjKXbORem9NiOXIbtS3QsDry/+NWeDGwQbBqTHNsKWepflqwrg2czhwI7U8o9JZeaPnbvcJfSu
j8hm+xMjE1N4K4bF25IoloWyjjZHzVkiIrUEJUodfaDZaKtT4Xdx4ploM3zT2qL7BAaz/TnJZlSh
FsW4knBzZ90eCsj8tcoR1QvSKfbNh3nwzeKxzTvTePDsReCfRNQp9pislMPBTft82g8LbYUz72iz
ioRzxI45CbTrBRo6ysuJ12i18h6Hvv+VeH6fobDBB9nlYEXmA3UFRF1zU9bxua762N3RHiyxKEz1
ZD5AyyfPRskYiUyq6VH+IECe6DsbZq8HxnMhoEBKra0fIQLXd/LgGzvE53bQSLiRHkHC4nJfRl5n
sUey6mzTp3lFGVN9xpLpnlvpn2x689Xo79N3XxFH8PXX4/GfG0Rn53nF0FdnVNrM5hH+uue/YMlD
dzZfKLUHmoEo75mGIG26PpFT/2SkZlzuUZSZ033tjOY/aLa208mL2kZSn51VcljipvwlYNLaocyA
9P/Vj1rS7wYKsHH49vm9scUR1IG9s74iANw257dEozei9ladhcjFa8EeHMG0afphdoT9bto/JD7S
KtAp/IM74ubJwrDNmXWy1TMGjMNDr7L4kLpmc6QjJu7M6/r7cx0hkELuRtoIiu7yw7gdWlcmhThu
iMUxDwiXDCZyXeWUHN9ewOtni8oS1R0GI0G9gnm4mZ/pXspVtBAX97umKDBqSU0zyCPsyKh90sB4
e8TrT8b1TjxOYPPnqdyEozUSmm0+O8W55pztUDCrOXY00rAL13dvD3V9u6/QbOBnAD/A7m1XEfHk
so2suTzrsmz3xvyhaqodhlIUB9dyMlak5SqTG9253m+tqb/y4jRATsSk6wr851QVOBLF2GWU5zjN
syAZvX3qFNZOl9bLyD1/5728sVUM4PdIkbskkFeaSNWKKK5SrzwTKiT7sjOTRysp3k37oPjoOOsQ
RNkQdDYHbUGsTkefrzkjJILHmkG1FXgLysJ8zjtf7caEVm2gFYIOL4/s+3L5hjFGIlwMzXkslfqE
71r8EOX4kLy9N258JPCP/O3A0fC43gKrPLSOoJeVzblrjr0+smhVNgWWoq1jijsb4saMeOU1d8U5
rTC7TdagEkK1GhnKc0w16CjBWxyTuZi/vj2j69RrpU6RcrFsBFBbNsZk8q5GmcO6zWS4hPY5rSy9
gPtm17j5KW1qdjmeXMudlbxxoCH+8w4CH4TRssXBda4cKnSVm3NbtNpRAQsO7FL4e0wF3g0656mC
dgSaZc0uQbhfbg0z0+LB66L6nGTTsm9s2e8zOd4LZm5MiHNLwEsySRF2W31dEuAWS2s056UHg1TG
0vtaAqA/mUPmvDsL4uHVQfeRmMMH2nqtjwhU4z3SyDOi792BiMbflTKzdrOOfejb2+PGJkTaiyIA
MnQoh2xrZiuGesjGWp5NJD8tEO6+8A+zKYd7VaZbA/E4rlJDuHKggXL5kZRKxwxBf3nG5TRD6mKC
JibEvUz81ig+KGbeLRjwQHEvRymK2Rr9Hm1FlJK1j4lYDA/dUyBtd5bt+p6AHwjJEnzieidt+T11
VyJsrIzh7EdZ7D6YakYJPdX6eDrMwkd5Mp1deS+suZ4cQR8vCFJ3aF6Rdl1ODotauqtzPZy7zi/O
I7ECjZ66TvM7Ycb1Tl8tqzD0IQMH2r49uq3Xt12ptOGMYLw8UqQfAjhl3Q7y+L3q8K0pER87rs//
wEWsP+U/j2JnOAOVcGcA5JBkx9E0FFor4h735eaEnPW9hyzCQ7VZONhoLvDHeDwX+lR+EC5IAxSZ
bRP5NQG3++0TdX3hksPZq/USknko8Wxuo9G0s64FTHQena7K91M8+e7R7ATJg+0WQ3qm/G74p7ko
40/vH5nMAOY93UAeyXXT/mcxF8vBhkYu4iGXZuXsKvSZq5NV++BY5hms01Pb43W4Nxw1Vse3h76O
qdYyChuO5gJKL1sVB93qE89L8zZEeKIN3MpcvuuJjdD0osUPCw36T61jtjvwftGd5b7eQbycFi15
wDPQ4LYsltaUnVRl3oWDkNYpazpeNiO9h3u+Pu+sKTfX+qStOfrmXlFKb3qQnV2Ya+nXMSvxZi6b
Vy+p/3HsLnp4ezGvtyuMkhWEuvrUUzvaDKanFnAmzUEVqE2Rpl/i+ZiTV6Diod/D+f8hm13meutY
Ky6eeiKMrc2eiVOjiiwrQaJHxp27lwmYkD2q6YO2V01q5SvUE8zACulZ9piNak80IMbh6+pxicUt
EEK9D6xEmRH+sKrvEZgHWndMxUSDdIzN1R92kiO4rMyNf769Tn8uvO2PBz9AQZkUhVr25lxPsZFN
umyasCuyJQFr2pbmJ8tEQOFQFJXXpAHl9iLZTaou3HME8zPbFZ05dvtUqhxYdTYSeC/N3I1HDPri
+JD3VE2KQMWl7j02WmtazecSZXbjxUpAOpxE62W/bL7OEuQJtyfyjmTg+6xIdD0A6ZTZzwAhsCqd
qGYXnw2MWMZ9DLcXSTHwbhnGOHHRvL69Drf2C0G+zYfU6LFtXZS6sdIAl1g5TDVgLtpcvBAt2IHb
NO+Pgdy1/oavIVE/RarNI46mdGpOAJzDcS3e9JM1njDRnrB9jZfD25O6Ptcu6gXIpSFMyNy2NXXZ
+T5vW1SFNQ/xB9BB5b4w3OLdtwch3drSR9iOfGlLvCZZ6RrXw1t8UFqxR3cxejCaUr9TO7/xgaCw
0rWnfEn6shVlKwXgKjsZZCjtpHhtdWPJ9uiq5ifbqOviTuB9Y+HoSK5dlrUhgbrY5SswLnplznoi
kXX0XlcIZTjyyt/5Otf3IYyn9Y0hpaC3u63TgyKvbVAnbYh27PSAyOeyIGPf9Wmoxbn1O3LEIO/Q
+q4XEelnHheiYiLjK8IdDEmE0huemKTIkm+qtSYkoIU/YFZPZDnd+WQ3Jri+Kmh2IBVIRrjZ6eYk
JbHjqgQHqmQMctuRLbhBHAaOWHsmFtjzmVb223v+1hQ9WuSAPAiKrkjWhph92WPdFDZV03yCuDF+
KWpPPmX429yJFa53CaQ63hh4L1S4uTYud0lhlQ3eN0sfWpjB60Fb5h4Uubad8+Pbc7oeCBdFiNUA
K1CjuoIJCR2TtxJ/YjgPvR4oMwd9Gpvv5nDD3ya4o3hEFELdY/MSeGVMgdm2+hA7pZ+xLU96qZ6n
podvM2jvL9SvcTFBOBUPQtftpSGxhNbsRPRwyfridQBbfQAbPN1J3K83A6PQpKYhj4wjNcbLL4S+
E5BUTQ7hVKnqET00N/BiR62QxHu5+o1vRKGUORGHc5q3XSpXwxiLOsEUTk0udsAzMLJfwfjv3gl0
wbnQAU5Qj9iCp5So6H1Y1PfRO8NWCK/Qj0JfljvB09Vc1nbeejkhELJ+os2yZVCZ3DEBvF7jmfHc
a3kS6F3t3bmMrq4HiKkcGmBCtClWgunlx7GK1E+NYZrC3HSpnwy6dsCDD4cfUaSnyYqN4O21uzke
ugukFHTAzG18rWmIepmoxYTY8/lfqLBPh3pSze/RSPKT0CNYM28PeBXQM0GsBVfC2hogupv7rxUF
Dh6+OYW2nK1DGicPaklf1aSfSEE/6pHxtJTWvfDi9qCcLIOtuA5+uar4MUitWRy+naa9+u6yo8HY
Bl2DaVKSpFXg9t3Hqbznoayvc7kII9e5UjQgewA9RCRwOSymgllntLUK2xjw/qhr+2UE29mVRv4Y
9UJ8wTRo/KaqKgXZWbbWF0da1m8V2d/fXvOrzJHfQdb4/yv8q5nC5e8oslmCzXZUGFeWg8DuIMvP
gvZyvOsjvVopTpX4DC2X7OPtgW/tLsQ9/hDzKRK6mzOjq4HykOGrcBjGGac655cEfNsiqR/0dfy/
twe7uteYpU/sSM2J+5PE7XKW1NydaUiRdkwow38ccF4B1y+c1yiyf797JHJRAFQwVrl3tvqxU9Qj
9L6g/KnwNTnjNQWVbdCLUI2Gc3h7qOtbh5FQSOHtQSiZ+tPlpBbkYosmhzzvA2x/cQc3/5m30r5z
g95YOrqolOS4olcF4c3SJbqRybnKtBC71OxT1RTuY1mK6JMxduWd+OB6KIPME6wtFFn6aNtqJ4ln
YVadpkIvc6dDFrXTXhkwjJK0fjdjmuLtHwEb8gke8G0WR3ladxX8obAe5fjVLaLxhVAvvRPQXR8u
HlO+EbUZdAkpuF9+oWbS0lTm8Rzqi5x3hvSy73G6yr6NpjjqQwqKGwjUncfo1iqC9eQiBctKIXcT
lsDn82ZllXOYxoAffZhIP0ZWPRB1vHx/7w6kI4jw4trRB++0Lf7E+dx2Ohy4MKUF/lD0YGax4FD7
t0e5OSGPYIGYERHarayuPvwR69HnEPnnbzPyfwdQbZBecdK5M9L1iQLxiEoq8DTibG7my++VGoXr
JrM5h7lqF5zp/Cgwe1hhb8/n+ubj04DOwxKCGP8K9Ltgm6Ecv1pCWt5f674JezqfQTXLfxu0DP8v
g3F0V9Qv09ry2ttCr70IYlroD96M2IW7uN8sIMDwneCKnn2CPeNOJ+Hm/HhK11jFW/XpL1dxZVM6
1TgtofKg+O0ap1U7qUF1kb7RAeWq5jtzvN4glk4zC8g4H43xNgNiM+PNM2iP0IuqNtTRCT8Ovo8p
X+vPdwBcN4cCIwawCjVLiv2Xc5s6/Im9ZbbDlcZ/InP5F6NNdeCGau9M6novMinUXtyV87A2MS5H
6uo5ijyJjKPhivSYVoOFdhMV1rf34o35rPCBtU5Aqw5to8tR0rka9cGqPRJcXMHGshU/rRLeEUaw
9svbQ11vCxaN7A+8kUfXbKttlBdDZ5cV6naNZYNFG0qI44VpxgcdVzWcW33x/e0Bb6wgohGrqQuC
aLScNxFGay5499BaCxeRuR/iBQxDv1jTnd1+axSPS4Pb3f3zvS5X0G6hFmKy5oZm71Xcsn5V/U/L
8+LOrX5jGIql66Zb146+6uUwaevlRKOWF85FGh/EUODyQi/6/ZtuvWhX0TUqRqAjLkfJKr/H4TWP
Qj3FvD4vpX8YCOHubLobc+F+XX1GKKAzzubD1JWerJ6RHqnfnPy2y8X7qOVxfueo3h6FzW1w7/Fs
bA6QzJJW7+3cwyJ87j+4Re3vY3Sw73z+GwdoDSHAj5A4U2bbvLaxynoXTqYXagioIYcn9Q8IkmL+
q/J7wq5/HrrLnIHyGs8gZQeN4HIrK+RUWSPiEmEInUwo7p4Qvwx66QIhAa89ePqPwoUUXQYa3tFj
Vu9Zlx16D5hgZQhwzl8T3B/F/GP2vmlztyuTD72A/+GU3xLxEsnswfUxdpSm+l8rfr99FK/PPoHj
emlSQSB93b5CgxtnA84KEd8CJKVZNOl5aox4ZzYWWuDReM9T4frbMx576081jeO/CbxIU8U4ZzCI
atNT2L9U9Z7O1D1Qz7pPL78HIHsKg9QVqKBRMr48LRip9dB3FqQCu2YMicjoOKTw2gOYzv4nsGf5
2exb+YRhZPVCljXdUYu7saqMzGGl9LqyszY7HNhr7WAFEJ/pLiQh+hoYeWNNuideS3mSsns6v9eU
OKrWNvsPxsbauNkKRmtdarhowsXn3Etm9a/uYdf9FFegYnc2RqTDKV8RCw8LL43YzzA1f9t2uQJb
EqvwDu/eUsDC1zow2SNv/2by6ZDBsa6L5IxbsLYfrck465mANYLSLD6h/v7t4a5DeUKotdNI/53G
8xZK0KKQR+cmaUM49+mh11srVGoyHn2ZyQeAodmD5yzTj7cHvf7A6JlDvSNZoQFCWfhyg2HC6Wa9
4/chDr0txz5FjBgiopu6IRZDKNnl9dLda1xzE1/ta3Iwc+XIrIi1KyvCKFm1kemihnE3eGKXIpY9
7tq2m7rDHzLC0zjWy3dPN6W7KydNZq+L3w/OwYEn+LEfqVujBqXhrVslGC3k3EdJlJfcQMBcKF41
cI/zFJXqHVS70v6eLk1UB0NMwPOsG6PZBs4AbyiU3WDln9u5qMVrJWhd0MtW9rD609c4VJVV1u4n
Ox3qvws1xC7NgKSLyeiaoaz3SQSr9utsCDvBRVhQj3WLbiwP2uQlA7bLKHEfbdhT38XUe+2rnSZ5
fsCJwPUPjhw07+SoVckDOYH2dwt9Nz3KGMLiYx6NY8bPdGGSaaPvQveKlIFbqam/QAfBThTFm+FL
mk/DgJFn3eEqPWaFnu/A9yz1yUh7TftLWPokHvRmWTokTUUz/jAsMsU8iOLC1w5NF+X6Szb5nnpO
JHnEbyzPc+QDynhW+b+TGbXJk9GhFPMYLwOyqIVetNPOSB1kOtKxiH9keZbop7xcymTnFRJ4EpUc
J9ceE6326JiqbM4UY+coOLkH5RWpeXRz123CYXRV8jXX6jhOMBL2cjwLsA1uIZMTPAVg7/Tpo+8X
BkfBV7ncqTGFQdhSzTVOfta47gPTzoed2Wtp8yla+txYZUar7mWQhfCRojCW5gG/oOgfKfqlfIGy
H//joEmC1x8K7vGHptG9qNmZVQTXe+oKiP3FUKNl0VGoQhpqqDsZjOlga4eIZjCm7XVvWiiidJr2
vSPI7b8BJ4n1rzO15fQLaOF+DE177hBWQuw6Qg6+RgImyUp3OKRgQ+WnscjH/y0mGtIfeMNGf5eg
ChTvM63wFxq6E1pX2ElH7X4oEOM4dHaVpSeMaAf1OKNNYKP7UM3NkU/NHjMN7r4Hc6lbZ9/myknO
uZvl01Fj7d0ghTfu/o9Wth//I5U+ZHt9sn0JvaVo4YBWWll/lF2a1PvFm2T5IBu3y5+0RDP+SpPM
yZ9bA+/ysO6VhD3SJTjVDwniyM8ykfD2kYsp+l0dCf3LaM1e+5RmKI/siskY7WeDz04bsEeN4ck1
MucD+lC4sktMbrunmN6nfkRCcHS/zNDwku9pHZXFx9QH5LIHGyT7VxnP5TMK7IiVlCxUf6pdPRbn
ZMzgeqOq4ug/Kq/1/pcjN4KmconE2bPQgEkcExoj8ylvnRlNFcOLDC2oMrOcDqbF66mHA8a75vd2
aJP022SLWf9oRw0ipDksQDyKG4T6UhHgiTQbePViRXNUvqIlTllKRmflIhq1W1K0sj/UYpIvKTWq
yAwis8w+NLnePampHhEIL/GwPrltb9oi8KD6vdLKj1QNh6TwxyJAsowrb4++UhJ/IQGLUzyy07zx
91Ys3O7Y4T7c1aujr2DWIs6jownKTHueC27nIIrKIQpnauMvoOW9FFkq3/5BoI3KP4DHCd2hZDSc
HTxjQZ0zkZ6/V9Qr5V4JpLTQQinbmeOYDwpbFL9Gkc2dcQnT8YXGMN2zMaPv5eSGHjbW/uOkJc0/
ZsI2f8xRH6t/Skp4XihM3Ipf7TnPfhuJlWav8H6i9rHT1fg3jDgPX3GEo/xg0hrN2wkvHq39Ysez
dxp59MU5VdgYPWu+is0wkXzbL/aI38FJZKZbBpUey+QlVjaVOfwPW7Vv0cSQCOWYvRVquReZQO3c
qvyg8WDOeIFM9gKJpU/RRE3qftpNTdwse3dQnvUxWdLpbzCU48s49Z32PJZe7iHFhkRjUKXVPP77
9pN6I4ZB/X4tLbNpAQ1twYcyY5sn9WLCms+0A3wstReLVX3AGygJTdRVT2hIWfgLje2H0ZJIv3hI
tL39I/5Ic15GjtApbDD1XC7UgraRPCi6VtaJZYZ5H+Ojp5Y4Lw/EM3CnphH/7ZnP6TzKoYP+M5Vk
UN9MXbrND70U8ycuo0ruq3QZkPgwl3ayAxHpOW710nCrLDlgp16YbsDBrIaz53UDMhIgYbrfRs5Z
nVTlDceo60ZxAEmjMKqHvGUd2QH+j1maLY+6mwHmCtTQ9fWuGZBuO7awGowKZSv6aG1gKGuay8CJ
R/fvctKj5aNFa366E+JdxVyACUh21tI2SCEi3cvwZxrxyrPc2iIOMWweMCgcOIEbxZOdie5MzOWH
fKp7tj1XucOfUVc8Gwr49Aw3Gd3ok1YjNWWFEh2zGvEbrEICeALqThZ8a3YQ9KjS0mGjgL/JUXKT
igeWInYIjmEYDzwHQ/plxMTU3BlNPQMPMYt+fBylKfo7wexVXIkOAOKHTJG0gd2zmaItEdkilkLJ
ZEn/HsrpqW3HX37u/psk0T3bvttjrVUFCEooWKx//h+AoKxmuxnonYYttCs0gKKoO6WL5mOgYEJg
p9D6+vbhuvH9cO0ALsQU6Vxu8UJoms22IZjcVPbNzl/t7FHOk3eOsHVjmJUSgOsRR3nlR13Oa2pT
N6orww9rB2LqAb6SZQSVAS5qZ9tore1mZAXbRxuxyGLv1d3Ck1TMMMrwhBKPMk2N5KFL7djaJ0Vi
p7C/fAznD/Yi1biP3LaaHy1Hpig0Ze7ohfZq4eXsjKhED0wUnZf+6BEKcI4GSovf0S6bYK1qcbfs
eGzN7ruOKlT/3U9VHJ0aOpxDGGVj3IV2nac96nyOm+9LoJEEfOQtyKhg4IKyXxt72g7EUNnzewox
nxt9gTNaKCmaBztKs+WA9Fv00jiiGAN/8FX63hIUcKUV50CvG/wGwJvLdc2SxMqSQkP9Es2edOcg
bwYZHcXIO9306+/HOKTOa7ULbOUWjBIr3RikgTi47nRZ6Pd28YhgWH1vm/BrLy76dTb0sqna8Ywj
en45G5MIFvw8ejkojKqHIvHSnWUO987zmutejYJC7lqGpD609Y6XbZuQsrIXAdRULxKN2YOVRv3n
2vST8L2na302V2olxcgVB3k5IcWa9YiPJefGrIrvhjFKdXRTRGTv3P3rwlxOiXHgt0P2WWVlt4V2
gWBquoxVeq6wmzB363XVBsRuiXea+wbVy8FRhfZ/mNxKzoaOw9xozV9OLgZavaDAl567WB8Pi5Az
ZnlEre9fQg/ENPxsTigdwstRZDNXy+Ka6dktkunJa2lj5XZn35nLek42C8i+Rr0IHRQNdNe6//9z
787WNBj1JLLzQpcGv0QdssWesBEacddayxy0cN1wyXLF4ARFXvZ3eKPXH/APZX8FIHK6aBNejm/a
OB9XLSU/XAHVDuVc9I7d9MEzh+9eMd5b0+sTgGE2FRKNqIpKybY8Dim0q4YKCZ9Iyp+6VkzHCpZQ
sNig0d/79VaXSLYlbfdVjGrz9ZwYi2A6uUT5RUqprSz/savp3bAl/mYYtxT76U8AZNs80K5Tp0ab
CkFRLyWtGRUBtBzfTW9jlD/VZFxWHAppm6t2yFxPusUcn+NKFb+AE9RnZRf3NI6uL1qK/RSDXB8d
akogm1EycBYk7G581vKCOnVVR36YdM49J80bO2DVJ+c+p71ESL0ZJp7bocvnMjmLKrE+24tphpht
qbM3psb+7S3w/zg7jx3JcWUNP5EAebOV0lSpTHu7EXq6Z+QtRbmnP59qcdGpTJRQFzOYnlUzSZHB
YMRvbg2FEheVV6qBKzDicmtnfSGXSrhJiLzoGKi02E8I2WbPSM40O7vtZeNeHmN3Zc6b60GGGPWC
I/rrGHeGQMdRgxU7ZrU5HKRnNoPfVQ13VmFJitvAlbviV1dpmWb7moYioz8VPcRBK5lR810sNyke
e1AHxUO7xKl2spcKrnmFB4x+b4z5kOxUpW98b34up3H1yuJ9s0mMABrXfd9oWShNaoh3GnVp404u
Hc/O1z/D9UBrmgfAQQdmw1W++eK2WS5dl8dF2Lmi5p4o8/eWl+4ZWF3HsXX56bhxFdF42d4JeW7i
uoEWQygLNX5GMHL1SxYDwrYazFo0TKN25+q7NS/QhEhpgJOlWbI5/CYmqhkWqpB25YIsFxK86TGN
MvPtQcYDe7nijNnEoN0369dleM8aqQOzn/p8SPXvHlpBu3MNXJ8V+iLQV3hw8NYhR7k8K53XOlpt
yjrUJx7XQedOGZJfUpcfVPCzez5t68m7PC2rqgoxhtzfob2lX46WO8ss0x5usFvP5nMDG2GhUi6V
ErWQDsFFDTR18U8yltUEum+iFEU8R9vgzRtzfbHyyMJOeoU0Xf4KR4kEjy4K9o6wY99aCuURjU3l
85tH4SYCHQBean2GrCv/V2SY6rQtI9uK7ts4154gnfQ+zgLlzvdbT+vfK7r2GpGkgbjOhQQcYbOi
kduoZTTCIEfYQrZnD17VfBeX6pD7KM4u413iIovq11aEV+/rE1yXaTP0unMo1PC8gsqw2TqqHTvY
pjlQbJ3MRSZ20qi5a/rYo8bvJJ2fcFlp/phKlVcK/dad4bfHkJlbkLGhCJIOQuDbxLHJHYe5LMs6
7MtaCXp9nAJdneOdLvWN9SWCqWtgecHxrb/ir69IdSHGSmWpw2LWmh8oJFdVUPViOE4W70D0nbVg
zlL7x1uXFtTzih0kNyPUbMUqphmhaU2ruhCq+b9ZNzcftbKcjuraBY4WJzsDDhqDXtjup9cHvl5U
NCRBEbKl0Pigt3U53VHF0AH1jC5MDQ/XH4iDz21f6zubdhuz12nRpMPc0KOOQ9HhcpRGmRanMhsR
4uTW3ycujTnZa+Mp04sxmE0jO791VgbtMo8HEQgQBHw2s5IF8mUgw6tQqJTXrX4AMU85dmdW1+cB
Ai5cqDX9ZGZbcAYa1a6bqG4bxqKPel+3KOIGrW1P9cEptGBQ79Jl7rr7Tqp7Tlovt9zlWVz55zQD
eZMDndqK6jSNlUkEQLowkoseP/J//zhxEZ/MVVD+oIHLRgRMtGtxt6t04du5Nzd3WR9PdpgtTZ8H
VBY03QeKgS8FM+QFmXkQ/I7K7C7ZybNnWTwtaxU69uFvDsmplKjcPGtpM/+39LP5m+x/qCnguxk6
v3E0ZfedUVhOoFoKhVwEYDtx7LAdLaCSa2l0jqZWYt0Q9+qXnho5xfWmRFsJrGY/+YhW12OgqG4U
+xPWxE4wRqVhP8xR4UVPy9jb1YmIOluBsMa58AlSmbiTWW9pqMBXOsrO8L67zxNq3N6zF2G+46dS
p7PXd+l/hjE5yb+1sfTLV0Mxk+wO3FjT0qzDixLFtGT41JRGV4WTgij8oYwbz3wY60mNDkYbT9G9
ag4YCLh4TQ+PtCKML1PksW51SYnngPSCQSdDKVCCVRrb+g7StRLhJKrhuymM5o/eqql16JCvLoNc
zPP8kBQuWO7Mok4QVkDp3iqryA2EXxPpKQ49QLy2d5FdCy/WopZqc+HNYZ5jyWuLXvvSLr16j9dA
/b7tgFD4lLz3jHu2CQZP6NXykjHXgwGm9/Ks505N+JZzF5LWZi5r1s2/9MZuWq4Gbx6WPSLOdWwh
U0Ikjtc7jXnywsvxepfOrh21ImzRIrPPzahY3aOxlHYepG1rf0qqXPY7peIbc0RYADFBLsHV3nMz
xxisFE52C+R4jasI2cbOVwxea7mxvFVjjeVkdiAONUIaRKDNpatH9cyFDjm+sLgf1n5Ye9cipfSt
brwGFwYvl6fXg+eNBUVl2QKugzDkipy/XNASeuuyUG8JExUgIkhRKHeBlXSVcYxiU3hcvbW1pwFw
Y0VflGpYT8RxIKRdDjrTSNUT4Qxh5mLj7qeaGh3VvkdCKYdkt/Miup6h/XIZsV1Wp+KtwItVJS7P
uGkMyXuLDzyDMSSH+XCGCze+l3m2l7ncGG/VaoL4iYgra7vJP6N8QgRN15dwMPU29tMSIx9fqnDW
/SUpB5pGooz28KrXK4ovJrw+/iEnhdV1uaJ0ERWcfwY1HC27fi6mqjhXdpz86ojSOw+/W0PxKEO7
CTAOrKvN9a4LvTcxZ9BD9OTTn7UiJgTVaeCHnVXJnYTleixnZc+uKiV0C8G6X04rabVBUqMxwsUY
5T1pjfaQDFg5jQ5SY289CKQrJD8UfMiOUHy5HMpsZxRG0sRGFqWIeDbI+bHq9PzjovfJERm7/s3j
gSQlkq0CBqtm4+adWc8JOuamYofYmmS+kiC0Ueb6qdH1j+BYxE4Me9G2vEwh1tyBNxFFupXEtnlJ
SGtMNAWISpgNaO8F6AoMRVBETaF8jIYimsAERUKl4J/TWZi0GJ3oyTTr+KyouOh9TSa1nk4Uz51/
Xl/2dVk3v0tHWQf6AtV++n2bjUsJLtdkherA1GNLUOJQc9IVJ95pN9Dvuh6HvgZdReqTMJG2Ao8o
LAjuqj5h1yagm+pVjPDOxgbB+CTbTFDe7nob544KB/D+PEeArg4Cqt1Mm8hum1+jYxTLMW8a6RwQ
TzDUD33vYpSYVO74uV4KV/+Su3lhHNhbLe4vqjZZp9EuXNq8tHiUgAac3Tw0soqgNExp1f7sR6E2
T4WRRPGJGJXXh1jv3fd4AmfeMVqNkr7YdKIf6QoTO3TUylV8GxAnf6RBVWPVhkDf+JB7Zls8kKDU
YQ2Ui34yib8S4EflfimdcfqHxxlYmrmhnX/IdXc0fQrjqR2AzYgNHzMSXDy6ybD+iCJq3TuQsyXY
qWoZcYaIO+innVsoyyHBrrP4U5gYTPzJ42GR90Ni5NGBxrhhhmUEGPC0yIQYrsqsXP6tG/yM3sFg
BFqcINdYngywFO0/okjK9CzVsuSeiQjOaNtHmHP1dDRSrjzIOcN9Adc7xuVdb7Ix9hEkK/o7HvVm
c8i00nzn1Jns342pZ38znKqbT3iN08jPESVQTtbkIbySgOVwkSpoIpq4thNFh84okw/Y4FXeA+gd
XHnaDg1snI3iiffX4nylAlU0QUGqI448Pp3y3olyYeJEONbtMZKjpj72hRpZR/jNQM8SFChgdjht
iU2mIwwHrcg26aNT5aniGRs/5AeBrinaaYCt9RuNU2UMWjJa9ZGuixVDHfVw76rEjFOO6irLclQS
Go2H1RnkH2tstfas6kX7dcZuxwtL6pDfvSQ3W97+mZ6cjdIrtKONBVX3ZZmgHe0cmhtHkzYMmRZi
YtSptrU3Z+6X2LLqOjTSsgTjU3XvbLybdt5VNw4mTVxrRdfz1AdifRl3NRENud3FTdibgGftpUuO
UdN2Z6PaZeO8vNE2wQY+wlo2tgF+EAcux4q1qda1hTdclhpI5JR6Wv9KtdVO3ULP+c/kIhl9jLEy
+a0n2fBgpOzXFtsZ+zDH9P8Cw8pr9zRI1fto5kacARUgzw/MwtS+OlKhvt5ECLzcu9XI6Ud7p4/O
ntDmPQ2LW2vGl1kf8WttZPvCLkongao7N6E1jxXWVM70fsk17Y+n2O5OheTGJnBe9K5IENfS3iY+
t1lHvmF7bdh5o/mEJol2EmPt3L31FqA9gQgfuniQcbloLz8McWzADLBoQ9OJqsfJrctzSq765sxl
HYV9Rr671tTWZf272qOYlpiNrA2bKZ3fxXGnAKsswBCiFXt4+4QMKktrDYu4ZGyWrYx7xdKTpAsb
qZVHt7TFgZRwLxW7/ji0gHnyGaCjqXVuPXs9BaWgXJvacJlqh1ubXssQmclO7nCd0DKKS8+U9g7b
bct0VShAmp1IqRrRuHxEsXg+zxrEybnTh4eEmu5OZnRrVgQcav50Ffhzs3aRBSwFCF0XZja+W0Ud
G8dGHbqdWd0cBaFiw1JXEup2Y/dzUUlgF+sXSrNjK0tQno2z1we+Pqmr4QAa8Ww7lcfA+iv+2nJc
JUDXy6zjbpb2QXWkd1d52hDIpY52JnRdoGIoKqaEBYqnBNPLoYzeIPtJRz4TPfugHJJv7pCdl1Ez
fHVRJ1KSysB+Tfv4+k6/NUMkGKlPrRR+NOQuh+0LO68iW++oi2VZgMipikMl3qyktXsb8dZQNLZ4
rjLcSuy9HEqRy4CPAG6mlmLhiIaIM+2hg1NO4+H1Od3a8WtcXV9UsOCtTaCwvUQxp7HsQryvnxy0
rADjpRIRzbIkYkR7z+GrNiOPRe5ANH7hra+qwpvwV/aZkgqV8cY4zx61tC/exa4j7xQPj2BzrrxD
IUkzFV7N30Zg+c9jUuO3iUPt9yjuy5MEGBLEBgQ4r82lb0WxshOgXzyLL69O2lWIU655OpCrLRpw
EpNeKBnehFHZ18vJs3JyUi9XvTTgmVgBVle7LDpZLWh23227RDl0neV9ScQ4/3KX3B79RHE6y89G
sx6PlL/tyXdij8CY6hZiWRUTsX2hLePkT1Die9/GN/JD2vOCPThjZmWo/vR1svOp1z2znZe3lv+B
glA83no1kx5GvQqYNmzRcwrcZJTHvsSU8c0bakWroWKEvCd7alMTSBNXcWqrFuEc6f3BqJL0Y4sU
D6YNXf0DmVOe0G8fkIDjMiaOERR2Lo8KYN7FEpMrwhgHB+DFGE9mzWR+0HHz/lfLomgnV7w6mhr9
GixFeNcwT2qBl+O1vCrBdM1DaLkQ331DbwjdS4cdZWAPjvHp9dm9iHpefDVGWet/aPO9MLA2B7Su
RWS3OOWiwK116nNL+3mES9CWHgA5s2o0Pxln3Q1S+OTOsbdbq/wH68cajfZotrV7LtXJeZh7N9OO
bZLl9vehRsTNn+u2RMtY2B2uSK3mRMuh7qPBC5ckwpiOp4Cd6qAoQPK3D4MoJri6PbrZT1qnjLxn
4lHDNFEm0js3ZanJe9LIPjmIOfaorM/AhNX309RE4nei8GT8U2Eq6X2pjJrHkKmiQ/yoJ3YuP4xd
7/yxtLj6SUl+7X8Bk0dtLi1y+SPj3sTPvjVyzy+w2o2OmV04zxMIleKTkZrZP1AA3M/mSgp6782L
ZT3KpS+mx2ai7PjW6A/XBuwKDVe+PudoPV5/3W8T/BVwP4MWtmAFjp7XD36RAoZEj3+PA3a9xRgK
zV8EU150NjdbGtKUi8GwrYVlVmSf20oRB0p4sAykkRU7We/VBbCW0skQUXuCv8hj4XJa8TRjTl31
WqhMpvWfN/YJFM/eNT+hcZicK60x93Y0f+HlhuayAZCO9N2qzbsV31DMXgGeuBhhSvhoj9O8iPS4
LCJ7L5JSe6uAPdGOVAQaIW8gOvXb2lOVsjXaWlhhnsbqAbVQ1+/UIfENdfrn9ZMKOPF6Ziwk/jUu
NxwqwJvQ5yaT5yEIvYRkkEryS+8nb/hgq/O4HCmKwcmI5sFIAqH1rfjUQbf5tiDwOYRlCj8oGNng
8B+oamFUKlPvUVTmQLWgckXTPesgtTzXF0o1LO81+CyLHyMJUn3A3DKtg2pq7ceW+n0OGh/twcOi
jZntK442Q9hccqgS+dhjEBSnyCb4jRk3E7SUIs5OAF/m/CBYlOpEiJn1j8tcJ87B1WbX/SDNtkG9
Ie8tA75C6QLTHwqMYXtOmHjk/6riNCn2NH0g5kdLMEgLbpDadiL6kRhu8hNlQtpXcbJY2SnyhlE9
6wio2z9LNfUMwCBerXzE99C1jgpmr/HJshawv1hR5l7Q0rHHO3jBT/6xLlz7VznIMgrGcfJyP1sm
aAkW79L/1J62HnGi6u0zLkHVePBSK9XuNSMeeqAEc0YOUQID1Q6ZUxYZzmn9ivZNG12J/oXkoJl+
WluTfRAVGlen0sjSFPvrOfmMMTpmyvDbvP/acVGWp6JuiucGVdGPZDH4AZfLXCTHQirOz4HqH/S/
CLkSf7QGXieyXztUaZK6v/NFnamdyGxJ/WVWG/0k2PpY90ZK8htdrKj0W7BHuFnXaar9iJVxqI96
Ukj7nHVycQOvT9UkqN2igIyN7Qhs68lWv5F+9N67Qkf082mcZV6f3CKT2b2LPlBxUhN03rGM56E4
+vqgCfudlehJfzSVysOzOeVJBdNzzqCFvH4ctgiZ9eDR4OMfAGX0y7bFDgjmDRREm0dH4y1cJG6P
wbCRuCoYgKKyafTw9plxrej19DwZuDAEQzt3e9jDl/fnJt4gbGFhukiEI6ZufgjMN7pKUCpDzZKG
+wFT9cS7yxdyicCUhtqcFfAf2oPbDGlN8tlhwUkpyBoQ2I7j7Nhn1TS8w3ndLc+FVUXluVVUTJVX
SZruQBPOSvxBbxoktbxK+VFGzWxQ9Bxy79Rg+joEhduX31I5DN+4nHE9c6QozcNQefkUqIOi6h/a
umn1D32ZG7/sGHXjkzInlRXURTP2d5xaI30yG64fjOxnMat+X1US2HqttdlObnP90WiqqjoNCEDJ
/Lm5eNxyQKWoK/AqrnMn92eryp1PHk3H6H6CnbJgq0PH+5CWqpJjmt4hKONLWVr999c3z1WqyvUK
6xugA3g7mDGbHKuBpxenZu+FE44FQU/Bjo6uuSfnsv4tlzuD7P6Fa42eHnDszdU3ebjS1ULxwiEf
9PkEfBSnyEXF4tYVVv5omJVRHuMhEs5Oynq9zDwhSVhJ61ae95YaVtH8n7pKzR+6dhjoyqenXnME
5Nr+nkEXzNVFdajV9Gw1/bfXV/alhXs56XVsamZk6O4KHru8771kciXgwvxBldFAxVcf2t+Kq+Yf
7SxG4iFOVfElq5X0G3iCZrib3CRpAkVBawLrotp6nOma/oCf4VXAhatRP7jAecURoc1pfEqk2qen
13/x9V6gibFq4KzQKEC3mz0J+LnAoDgpHlDJlRist9M5pz6/E66u9wLvFY9WO/KygNy28FdqFuYS
K235sAglmkIPHuMXjZpTerJTFbPp+uhN0/z+9ald516UaHniA3iBek+b8fJb2E2vNqNe5Q94BTjH
erL1745RKcTBNvtq2k39Vi1MrHzouxsQAldaonGFdMstIx2hJz9oSNU0vkmExqFV2ePT3fhkL/oh
q2j6yqvbpMo8hJNqdsf8obEQWZsleL46nvbACtefjHI9FQTqCKgzkLxerp5XzG68gFFYi9fzndbE
87tBOM37WUjxIS/S4R9L7acvb/1kLCDNYOpOgAURZb8clLq5KfUoLh/cIu/OaRNr31x0r357Sqsd
6qHRdtLz66VEpA5Bam3FBMM3WJ8Kf706erInIWmmP4D4avx0ofhJmlkGr89q/Vsug8LlKOtG/WuU
XDPpDQFCfFBTM3lng3FHGh1fdAHm693rQ11RUoEfYvrKfxCOo8a6rQAlY9bniz0XD2Mpuv/sTHpc
qUnfWPTXFpnfddjFRye7oUN1XDIzaY+2LVLlE4Wl3A2iSmcjVak34ddUlEDRy9gZvlh20/xMe6/4
l5BuIB8x0w40hCm6Y6XKdgbEhmTAM/WzESjNoCldMBetjP1emGURlFUUO4Db6C0dak0RxhGP7fqX
0shFfJDDmMW/YxzUIz9SCvkFI7Qpe6Zov+uSd/UdKCxaq4QfdXR0p6+0RrTRBEKWJGFHSnKwEnQv
hOz0Y9PY2Vs/+ctQLw6HsFloEV1+cnq/JX5rcRIKO3VQWTXJP6PkV0n+fH79i189i9aRuMxBTdE5
ojp8OVKeWpnp1RAmBA5HPlje5JvtxNadmenaYWpnCRlkHB/c2et24uvV4XkZmTI+1RqyCHszxxLN
endsWM7J6t07Tph67sH57tzmt0ahYYCIFc4Ua7ftcn5Y5sHZXUrl3o3b/rlxp+EpqjPnrdcgc6G4
jgDwehvy7+UoC/hHBfSxco/edPrc1lPzUPTWHirrxlwsOgTEmfUWBPB2OQoUKtLjXKL0g22Ac07r
tnmvg+ex717fE1exG2AunHhaVBotNThOl+OgnTGiyJHFoWKrw0+k990fOBv0eBrIaXY+jXUphvNi
5dHePX/jhIGyYUwoq/yxxZfyIl1JPZECg7FbYWZp0mAzX3aUBDrPS3eC3a3l1ClKkltymHmsbqaZ
846dQJmGone84USrTK8PVm0Tcl5fz1sDUdxArg2FIvWKxdhEeVIWUcRAHmbaCJ+IOzqz2Ze3j0Lx
+IWjspZTNtOBL4ticDnGoXSUf71Wz465Hu0xkW6EC3qW/zeIuzlOxHcYeKBzCRf2/KP0BIU2K5LD
Hbzx5Feb9kbQanZOiDR5yb99givIioQCVuhVt1mlMzFItwYy3Ajv5HAj+i3u4DuvrFubn4ABnQIV
I1gxm4AYI+0xtEmXhJozi1M91PLQNh+t9hndevNUkAjvTOvGprdRIFw5uxi9wFi53Ia0lzC8tNQ0
1CPT/OUZHb6r02Qv+pEGx7xnCHHjA5LPUrZecerU49e9+lcy0U0xxCzPTcM5pfI1Lkh/4IPZHIbC
o3+jZtpdRNn2a5YlWbwz0RvHgKCFTixeL6D/r7h5ldIKLUerC5LDeAeTl6eLVcc7p/rGcmLnRMJJ
zxv2wraF3yLD2GcpxDOIldpZtabfBsCxY9Ol7tvnA1QPiVgIMZRStoiRNtHkKGcnCydPts95U6k/
wSNlO8H45QdfpH/4OK+0v7X5DWhre09OPbFyrrMMNpOj4AcB32xMjsJaOxuT66CURAyn8bXEhmLF
wdAr80TmBOyd3uekTHict6M4SN2m9LYkI7KbRuZSWNLRFVMPndl42kPdJH1/iGRPB0gF9/O1dr3q
P1m2A5QbLzW/LICjzKesU1LTX7AhXrogHjLL/oQYAFlgmQ+WfrI9q+vv7NIo2vdVvhjfklgF1v96
GLh6l3HBwkEAAk2DAcuATToMrJ+bOB6xWMWPFK0cMR8EPoP+rKjPqSz3+IXX+4nUA/MlkgfqEZDr
Lw9Mk9AxyZBVCUUFV0DN0KXB1LDwET3Yw4VcHxCGQm2NriIOTLw5L4eCyBi1XQPLakCr9dRZRXxu
6urP68t3Hd9oXnhIYoBzZO9uBVg7s7ajQkEFdS7d9Gh6o/gx6m7xWJe1dkAHdnzOk2FP+fHFzOly
E7N/Ke+tyAAuwi3JuDfzuaWuAddB5IVt+/moxOJZX+Ep90paiSzxc3P0vGdt0pPyPQpZjQnU0BJI
UFSqGiWfcSod1K9KpufLj6oelKcuXyrdn9i9aUC5u/tsmsP8WE9wCyFLuSh2xaKqhD82kY6ykVnB
9lNrkX/Pa2RufYEi8XBOYqXce/peh1h0EVYdBqpjIIm2hYOmG0kS7a4LrcFpLD9x6/5h1hP1g4z7
+as6NPLc99kyPpTJLIydcHENsCUT5WhgOEfNQiN2XG4iTc/nwsgGWrwmYmyH0TEF7SJjUeyPTebJ
/ItMi0Y8tnnr1h9Z+jm+12Re/QugOzG+2a2Y9UBNKcF+fH3fXW/u1ekLijn5D9XLbXrikbF6vSvK
UBrUa/RZLO80hDH+e32U69MKq8wDOU3Dmc7Z1rokdYYU/BZcTmcGwu83QEbTYIp51N5BP132vCqu
Y9GKzUBrGo7uytzbLDaCObqxRBwmrIOb6mi6Cu0eC/hsEyyJPX2zcsP6/foMbw7JZ7XZXESlLebO
bYpu8tCADjtcvYJ+VO1jK9zhVFeNe2yzfM/86OZ4q0wF2CEu1S1J0MYqoUQOjKA0jVFzysYk+qrn
VfmBxi9XTNrRRtm5WG8MSe0G73aY9RygbZJZd6rGOydtQhDS4k5Jui7QjS65w069O+SoFu3k5zc2
DQx1RInIG0C/bsVmEDJrROsmTWjOeXfStGJ+GvPOeRAI2e0dz/UleBkIVzIrwZ2jQHK59S2mM2dO
qi1BGOoxCJNMWrMDq8C1v8yIp8owE437vjfH+j2wfHoeecm2Day+N8tTahhoLFqO6GeM78RYHV/f
WtdXA2tAZwjEEeUAaH6XoaMUIs8ptVah25YSWV7jKMqs/ZcCVxlMHcWYgxxFs5Nv31r8vwdd48Zf
CSnKsGLpI1hwKt5WJ1GU3kGrYpQ3Va3+f3xnkk/3RUmVEuH6U/4aakZY34ArA9XdrLRTxX0R6mop
D9in7+mevJSkt9+ZnJ5iLnUV6A7badHsAt2iVWGEunrqO6qCbGRsROMz55fF7bDcqX1detF/81C7
06O+zPEP6pdm50dFkb1VC9lbFTHo9JHArC2bbbKqJKPXahE0/watSF/pqaItffpWP2RGASW0CtrB
FAeruclgesUYE+TCq3AROUajlikAazrt+fV9emPLkEKo6/KSwBAFL7+jPZqLMiotgPBYKHfoXC8E
vmoJZUTcfX2oG7fWWpEgpSRnUUk7L4eiK7wMiWlD/6atD0yhwZK7Kaw3SgWsywabl7oOWkcrgvFy
FMhRQqBigWDB2CLCrzTGs1xycXh9LrDo+Hs2m5LiOC0tkCu0u7f18dIbnAhI8BhiTlUsP1IQ4ctP
A7qDeDTKuCrqYFG4vr8XIldKOr5p04qjOyz6EFQzlqCf1EXDQA1Tm2k42mnSKXRaMZq870Zl1v8r
88b4Cgigzs5U23CY17Nc1QJDWm0cLFlifFbNgleLAEniPvGYz1BztadWc4+d1QIm6vFUsO+SatK6
h87ibe9TMKlEgDRm3r6zlW6pU9/KtNSJfdEC98x8UWVKcp4dPdYOxYy26qF2B7OGyFIVi+8MVleA
AxR9P/xU62F27qTVl1WYKoWaBjqK2c3ZtMaBEBsNvYSMl7RlMA8xGIioALLaDLqWfByq0qmPPYmk
5xuasOJnjbtJBlWWzcXHOAaiVfnDlOqpn6n6NJzQlrUHvEMis7qr2sKxf1eNPktYY+7c3KOgWZkf
S9TaQEvT6HV+Z5Ya26GT1Wp5hIeRRn+YbWcFhnAjG7xIZKhU4KsBoe1UemiuLUjlnhq+1pM5xyL+
7rZ28yMaF0FROm8RIe0om7dnbFPHnzOl3eZgedI2/Wns8Cd3UlNp7xJTkekHZ0bJFUlH/CA738CS
rzgjB6l/i4cJlrVvp002ywPCub3+BxoxUQthOyRZxVA4n6VcPAvN3Q4MS9Whj5KnFX50bikdvDAS
W+DAjv1bUT4tPW/2c6RGpe5r9TK1JyNSW+WQyyh1vk4jd7s/2oZYPoD9bB1WCgGnADTnrP1oDaq4
/mBa6c/FSCsdctBgNkckeFzn26xX8mOhFujL9HknlidPTURx7tH+mI64r3JT+o7s4E77U9tn/X0W
10p/N2nNgLSz4xGpoHuy6fwGOEHpG+Ry4wmrO/3PaNhL/PX1U7iW4TZncLXypf6BLxQvsU0FTes1
r7PNGfCw2eir0jMSPlns0tKxABIruYqYZ2mDH1ETAxqSpdh/Xv8BL++P7S/g/QeqnawV7OIm2lgA
2+dVNT6Elm9bh2nxmneRULLSL7oI11yZ5J4azHpjPbq2ki0Pslqa7mAMs675dV7S3HFcpTN4PMVV
FthKH8ljaWbCDlAZa5OzjLr0p2yn5V0JXHhP3eVGELMNdFOJyigDAoi4DJaFirPROJCtTWBG/LYe
DjWSUEEsukeyFWvnrrmRE1FsJ0BDONAYd3PX5KiraojloizkLJ1vgYo4NGiQL5TezWV5oLK80xZZ
nwzbr8MNDXYViA5Fh3X6fyUpZHdJncq8CVEYU590Q1ZwzUSPTHnR3uEWpYZzvrggm3r7/vWNceOu
w5YFyQwE7mn/bcv+ymDHiI0VDVOlXlQgJ3hoo36P73Dj8rbpCGMtiao9/ZhNc6GtjAkl6KgJjboa
AkXg8bdUnXJw1Wzy3z4hvAoorGI2Q2F1s5RCmjH1W4aK3WhsfSOLtHOVm8POF7u1bsiL0ChZm85X
uByTi6iscoUvlmZ4bohlQLs9rltvZzo3V26VFln5G3TqNhvfQxu7wnC2DYspR+MAQX5Ez2cJ/c+n
6tnsYcVvTAscAjUveLrAxLZlDLhwo46zaRtCPm0PatJGX3QoaTus+CsnbY4WdXYKtTz58Mzc8l/M
JrKnxEbJFwCWF30A8db/gDCifSyAyve/YnrsyzuCWLnczU2Fh2udeS2X0FBJ17pvjMzKn+bZzdrA
a4CIhB35bR8ovaN/Q9lUF8/9PM5ZEHe4Xx/s1CxbyhtR9G8aDwV+A61iZJ+tflGTd9xhRv+ULYst
77sUCLY/WQPUclXpUTlG+sNNDzWso3Ln3N0IaLwFES5BacigILdp3ExQcVFss5pQJtETBI3quzTd
fw00ze7NKY8Pbz0UkGMoHuiccZ7Y25KFmzUZCnyO4D3fFfcFWNWnSRfzTt58Pae1y0B5HBQTDbYt
c6WNTYB5qK6E1ZRH/6wy5UBo7KJ51iIzUgMj8uTP1+d1fa+u0ZkwDYmT0te2rjloqISP+SRDdSjb
6SjNVo53VTeU5nHIizj2wQs47V3tOFyxlnANGeSKjKLPr/+M6/uCMj1z5lkCLMraOvR2qj6rsdr1
4VBluIkWqvkMulgPqMW9qNOlP5LInt+8g2zAUZwHAIIoImxx1LGnD1EstR7yyJjNYZupEpyalymx
j1/rGN+BIG32jI9f4s3lTbWy5VfKPJ5XIMY35YIWGJPMIdGEnLtE+eilslO+IEgh5XuIREP8ufaW
ZAaCVlGjgpGMu/2iSUXtobeAyQwKzZQLVYay+Qnw2cu+p3oHYLnD3TV+P8reds88J82fatTHKawd
isJfUnNQvIM1NsX0rERz2u3UZ66DHtsH/hoylVgMUg25vH2jVvGWAd+K0LWwtrDHYnlfUb3YOYPX
d/xaagJdDziKnfJSLf/rju+haOMYJGXY8vQ6VMSXNogIk4OvCiP9ZpVTcYoRenqQiZO/vY3K4DwC
cXujuoYUw+UUB3vs5aQIGS4A4c8VRR/fdtCQev0c3FhIuqdAIoCv8ObcpjFLqtAqShjFLhQzNCat
/KY20ty5Pa6vxLWUvirbovIFgHgTOt3Ji+sqsVjI/3F2Zjty21y7viIBmodT1dStcttuD4mdEyK2
v2ieZ139/9Ab2EiphBI6SZDkIAiLFLm4uNY7FMn8h2EP0wuvQ/3JKPGH+A8Tsjlev+EyPNhvly0i
Vox6a/bBAN8UWQMIZ7WR6ef/MAolSFn6hEe7LkW2KNpFuRENAZfWcAwrY0S9ttyrBGx+HLCU4HjB
flOvuZ2LzubTk6gaAvTLvXOize0Fr4Hl++O5bH0c2aRzudkAGK3Fm6tGa5Koc4dgyZv2tRv0mJzP
KUGPWcpOAeV+KMpNMNroB4L/g5V5OyHRl067JCPBv9eK59x005+i1aFM0L7byfY2hwIdjNeU7DSu
lX9hl4aD14KLIon45dAC9iOrpjYwKHsOofdfCc4npbTfOw6I7eorAZyau9KMpWAQyhyzUma+h0bJ
6fFXur+p/x/yC0A5D6o7dYVQn0SCh8oY9L3eL8ecxsoFnkWpvsYhn5asqjaT4+Mx7y9JXmQwqmUH
V0KdV29g8PaQDjLGdNvW/jjbw+z3RS2NU/Q0sA07PituuXe0NiYKagrFIGTYeRGs++i4eKDmAcM/
UI0OOGOEaG+Gq8dr5Nr1O1Hqe/6GGxuF5BldWimaiRTxapK2M0PoGNwxUHoYLL2Nt5InyvCcNIP3
5luLPJ08Gj0ZyvdExNvtn6I6AtEqn4LW1csnOAzTMwzSPezP1gJC1bDpuqMVpK6rlJY5wH9Ioymo
y84u8QtJcc8pez2eg1h3+q/5kulvx1hI7huVTOh2JJPr7nsx0O61kxoB5xSErYBNiWhNmpnpznW1
9bEA33Cs0XlicquPNZllggFANwXCKJsgDW39UhiYAaAYVO9s/o1lJGviUWVK0SoaTrcfy55peIjK
U4O20qynaB7SY9S61SEmOJ4Ho+h3xtuYmpSHReZTdrd44N+O11ulajcIfQYqRhX/zLhgISEorOLK
A8DauY+35oZElmVKXhGleflb/pXYtGUb1uwKLZjqUjm5Bd7duZnlH8oFC4Ja7Iok3wcSGgC8h0GE
werT12CfLMq6Wslpm+mpa71XqXkeNfKNb0Wal88C0OmnbEY/6HH0uo/LshmKPQW1ElPKs99OspzA
vmEHNQYk3epJS1TFDzEBOb95FApAEvZKHk2uuMpEob8kS5pjVGvWSzM/0R1CegLBkHrYKSvcTwc0
CApgjAEghGLs7XQ6G2uSvOFYN0YPB0yzxcdFUZq3yuuAkmLVaPzTWFRptt6Ogi+XmeQYpQWVS05D
Bcg8CoSa/bI03yrMzp0ChJ2iArhiCIzrHIqaphbBM56CDvi6DyuywLhHyw6OHVX/Ye3AeLiEX6nU
ve7mZiUV6KlTp2CBXe73QknRgnD2rsv7EywrPgxC4k5CvUYIFq2qLe2Mij3bXcHfctR8JR6mi40F
x+nxrtsaCrY+dHZyD8pZq103ulZmOlW9BJXj0vUl84h6H/LGmF4G8I+/3jyaCVQDLWApZwlV5HZT
eDr2YSyXSq3TQ2pstvNjO47uGbvGt8qpsymAVaEQT7gAH7ImiLdVWrdjOqpB04TeUcc28oC6Vfn2
5QO4zBninuRltQbfdIhFTxW+RkAci+pAnx1t3FwsFyNV9uQd744tvVzeB7KSw2tBXzO1dQNSCN5l
TuBS1PoxTXF3rMY4/fT4C92PAguE0AqqmAufa//2C4WjmUZVg0JmM7XNhSrh8uJ2FezDx8PcbTsD
RzpCKXRmCf5eJ9Vjn7nZqKSUEiSeJY89vEGNGpcha97bCHdXFEfJ4eVNI5x/AyV1O6PeyKdmsLwh
6JNWfLGHtD922aJdZjXrzm1b7oHp76fG0UVelOY7uCc0Y27Hg9uP/ESmjQENZuXJmPXEH/sqOk9a
u3OatmbGe4RnidTV5lzdjjTX0ABTSx2DBDPqEy0t2oTxVJ4rraz+NKNy70X8u1JwUwCSUYlkSUrP
045fT83p1SV0aBYEoovCQwQb/OrkCNX1pSjfuWC9vqf9bF3RtPNgVevehU7oeFmAzAWJjofgbBTm
O0Od907hXVbAKuOUgaKlxre2nFVhKoqdvuwNZQoyp5z9xTSW41R25fuoysdDg3TcZyft9ti599Qp
KmHcoAb4IVxB6O3dLv9UWXUNGUwPeno73ieR9HP+JTOg5n4uSyhQ30N3MbMzyGpTf6FuMaPw0tVu
ex0j9J9PregsgQVPQ1LtNab2wUO7zTyAtzIXutk5nrKjXoXiZ0e51fWpcmbK/2wltLIUS9FJhUqf
J3lziMY29p66OHXrU49HcPGux5jF+3MWZZUcyYHL1ue5lyk/KqSrIz+uOW1HFH6i0MdxYjaGY011
ShxKiqTNW0sCrA54DfB58iTcUajo0eQD6YwRuEiAqoAHdN5DMdbBk1Ek7U5Qud8GDAYSHMIWr3We
LbcfRGROa6SLI7WuPftvo3Pr8FPdjGZx1EPLKC6NaYksoMcx7xF17up7TJN3EkgOMhDKX6sUv7YK
L0xm7DSSxjV9w0vbJ5xygbL1ffPS9mhgHqy6ak9laotPjyPpfcBmouBseVrD6WLqt5NGCDifXLMy
ghLJkAOs2eE5t8t5h/h4H2oYBbUo3FDA2TPa7Sh6tUyZLmIziEJ9TnyvtNPmCxXPymM0eOpI1+Tj
tJNCbnxPPJAA/WLuQbFiXVK0FPRI55FBeQrO/WGx0fyiWa0U5qHSJ6U7ZIjZhKD2iD/Pj1f1fr5E
b8zOKS399vJYfdAKMMtijaYZgNeyjWNTJuVMhxxfgVNURLnwzSasm+PjQe9vDiBBknFIkVi6/6w+
pef2ADOggYNr8tznNjQZBk7/c5K7e0KO9xtW9uB4z/DSNkHpry4pw5ripqabgSAlrseGLj7UWfV1
XNDwN4foa6vg5FwO5s4uut+rlNml+gMJIM+4tZu6lPAYEwPcy2wD9UjwODoOfdy+FWBIQYTuohT3
lCJBaz4/nmYqrDUkJkbHbQ9TZYSXzgwtv0KqdOeL3fP3eUWRxmAL9TupXcPcW1MH/VY1bpCrYV7/
0828Dw4pkCsgK2AlnAvgZyHOeZjHzlE0oaGhcU47Ak0WK7cuUxL21YttCB0v8p4qy1NhCDJVonhb
ZkirVFiAdVZTpHvUA7mXbq9yWdkhXlJBAsa87p5NiRdleV14ATivdgpSdbTgVsAOTY/ZaGvxtXAr
rTngmIuXjatgPHVq+yL8+njH328IIiYKrygQSb7m+lONCBw5ULpEkKhl/0eYVmj4wUj58niUe4i8
RCYCggSDwJbnsr6NXpo7CgnRFgEqrBwqoGNYbltWhjNRPlAOfcI/AkHc1JLN4rHA+POj2xuo98wg
vIZnpW+GZ71Jlb3K0Mb0Xcq92DFZgPPgStz+rjLH92NB3iHI5xBEC29mr/LHOh/f3NqXHAwpbQAS
WZbLV8e9m8s4rLBWvKJtmx60qe0vSo3Qy+N1vguanAF4SxKpQ2mGCsPtdMIxK7EqqSgs0Ar+4NVR
+1RBYH6vOXl3xe2+2zNluItiDIg2CTgMOkG8J1bTIs9VlkKhHGmOvfcSdXj6XFCtqkp/jjvUrkun
SP8xm2VGB4jNtRNn7r4eLXUg69z4fD/J6LudLgK8qVBK8DmYvZN+F3Rl0Wjx0mInrdlYVm4i8lop
BYNQ7eruLYs8pbuaUc/rokU5Z7opWl9PhvIFvbnIOFtGNO3dD/dwZpOSJY8mwqfs5q3rsOiFYtk9
o+s/jck0HJoiqdNTMUTeq6tNjua7bh/+k+G5B0wPzN0RWGTl+lhQJ39G9OPF8fHW2lhryfzCMhlb
UA2budu1TtsqcnIyzcCwWzgI1hA9i8iqnh6PIvfLTVBk0miySqQxMRh7udtRJmWAh9kWWtCKNn3q
KsQ/mlh4gcb229k8G1uXorpkrYDK5Q5ZHX1RLG1Op14LxkkdjrGdOIipWCg4K1N+MAvHOApNnT80
drhHkN+aJJgi2KCwOxh6lWUk9miEXtMgMYes0guw3/mDZKH9LOxxeOt9DyGKxyLpDGAXqRhzu555
N7cgfDUtaMCwPoEfcJ70rMh2CKAbe4POOl0iys+SyL4qKilIptQ8YzgfSVVd4kb/YbXC2NmAG9+L
XUeckfUXGnSr7xW3oVPGCo+90B70U9jq1RVkK9hJo7Nbf05153OGY9CpCNtpJ6xuDk0KLDUApFHB
au9jO5Mrwgh1CRDMPlY5ku52mmtfl94e/lRxR8LcyBMgh+095cONyIP/k9SMAblHBXx1HkRjdfEo
Fi0ohDm8hHEbnYeui78jQI2361K/1TWQ25lnPEgLquBQFdd+QoAINU3q1qPM72ivuVL3R3WpE5wX
B7Cmj8/61q6RVXB2DB1J5CJu92bdhSqlV9xEQkxLjkmeRucyIvt5PMpvRZhVSKFeZ1BfhR/ILb+6
otpZ2ECZTT2wRXmdEFHJKuXZiJR3qhp+zRXrpA7O/2rD/NhH3t9a4/oYZJx6y4DeWujOIbL38K1b
8wYHRh2RTiWvqvUP0ibc0YpEp2PTFQe7E+k1h8r79HjeG0GGa1EWRniJU+ZbpQJKlUT9UtXISiZ5
/rlPwzQIk9g6Lc2yB2/Z2qSSigdqnoW+c2FT1bqvE4ehVFj8P6hQDYERLfZXEYnkORVe99anIZ08
YDwkk8RPQs7qOGZCUc3FTc2gzfv8AwX69OihQHgoFVWcVbt23h5EZXGLshY6o9DPV/FaSxotxNpO
D3BuXnB/NfRjrJpvFqBhVgBEQCnRMOTtu/pgjd0vMZwHCjWO0qJsqiXHRUcXGU2nPZHrjR2IOD2o
VpW/5Hm/PXmVbghoZnjrRG1RfxqdMHyq3LHciZqavFxWJ4+mBoguYibvs7vOxlCPZhaqRhAunXeh
HyEgTxbiw5zP0kfcrLsG+Rsj8pUS/kY69OI06vhwPD4IG7uTA0A+wY1L9Fqr2i0NNVPMxA0wvDyF
qJS2IlBgcQDzGT2cSc1kT459a3lRxDWJOWiW33XDptlotBKJUVCBYj5aiasfiqpbzo/nJZPb9eqC
VZFFbt5ud+rrg9NUiaGHZmBZ4y+7Ur7Us/VCT+KV6/6zG8+vj4f7/R5djfcbxcFDBrA8j7nbTePk
uW7MYWWBRUCu8oLg1BA/835axmNHMSM6ZkuC1rwzpdUzL7dQvYwhvn2HdGmq4qcVJbn9rLh981qF
g2V+BnAXu0cxDbFy0CrFcC+OMjofOjhPMouNJ9wmCjvTg05RM/2vIUsQKiJZ7uOXdo5TD89Fw/ti
2ctcHaooI3NqcX7tnsWiq+lljloLMLEyuPkTvP+h86Gux8M3o55N/G/aQVGI82Ipj9HUmt+qMcvc
06SrnXs0GsUENgmjCTYs4uPuUW94GviJgkqsbzqRjsbW5Ig/+PLdTy3PpvCY1nkSnQyRoM5IYoua
1lhRtzpnIG4yfxZp/tl1hP5rpgY9HgbdnPPjhEENTwdVKN/sCnrqB0utQv2ljPI20EOnKg59bTZ/
RLMQ1cGI1N710ew1sqead8r3SlGpSNhdbkb+TJyE/6Qp6a9MHYb0MsaT/nMQcMYOMIYaj8A1or6a
5176V5h5sDxrPc/VIxZsvbNz3DY2vw1HhGQFcCyIrdXtRs8Wa5scOeNuAFlaVA7An9Fejo9349Yo
EsHOGlMTvUsGy4Lqvjey+UNFt3x1hhatmPOeTszWKNzUZF682XmYrELyAHzCWYASBU3bR0djmJzT
JIY9b4OtUcAd8qgiu5QiKrcHa+Rm8VxFMBdLHb4sajp+y4c0PD1esd9apevzK9lH2AzyWe7ixUR5
scFjiNpmYSKvPMvm2EvJK4XCNUIm+hHPM4AxrR2Ryi49KpbHBK/DXxhotsZRS5ys/epUev9LpUaT
7P26jbsCfiRRU/ZxVUA6t4sQzSWQKgFu1Uab9s/CarRPc6I4DmojloGfadKqvhQq+jE3Y3qmJzcH
tBr2HvpbnwIJOHD0UlfsjkLc2Tm5DGK3gd7k2nvI99FfaA1YO+UE+UFXX4LeJIp2aEVQuFijuBfX
VCiZkAASdn7OiQgvA2f/kPVDv7OsG/NBQIWKE9wiiYpbZS6QDgCY1EIPommEvmIV7iFXnHbnJtoa
xeUkck4gh3FYbr/dYFlpQcDVg7jXwBHmMGXGknD1eANv3HfAWv//KPfgvhHl32bUg7wch5cqze3P
8FF0Px/j5arVbfUlG8q9R+fm1Eyoe+RLHhnE6o3Sh+mSR23O1Eq395XWm57qwrF2FnBjQwAEBSom
MwaKHqs4EypRZ+rlZASJsPTjGHrfVHU2jnGZRjuLKI/RauuhNklBwLF5qbP7bj8VLm2J3QBcgy0O
GFOpM3s+dbObtuehLdIPdq18LqKluSaNMP98/P02lpKhmR07nj2y3iWGy2M2owsYNDygTxkh/IRd
wl5B8p5qKYsDTA6hDjIwapK3M6yVOZlKLzODLGw+Ckv7Z8hdBZplf3YV64cXx8dE+dOplfcEw88L
7VCUbPRXF7SIT5J1pAFb+mE/forb+bVr7OWgLXvnf2sluCBBQ6BUIFmhtz/RoBXi6DMrQTsLb+J5
cc9hgv3Y4/XeKiBSz+d/ZUnBLGZxOww5I+0nrzcDAZ0esIBZ1ugXD4v5IR4xhj4j6xn273J7LLIX
fUmpnWo6QjZnk16jRjKUOnsPt62J83yCCEGkB6IuU/V/YRXB1iOTDOcryHuMn3HxyE9q4u6JAW2O
IuUnqSLiD7iGm0xUojrmZwa1NXXnUh/MczzUzX/YzhTyAUMicsm7V4arf80lXsY5QjXCpDybDada
tYuLjbn7znm9jwyQOSTCHqgO81k/dcehpodUVmZg9mp4HlxYeF6sdeeq7N6+bHIooCWUQmlVrBlN
MzL5mdGW3MBqaEGqb+LxmxPtcmG2ZgQ6B6wW1W1J8r1dt2HI+lgxiHWGZSaodCRUZMLU8shfRbnz
ZtkaCyIqLQIwMxq1n9uxICmDP7fZbyh5h++m2mgP5ugqwdyU3s5pu7+dyBPJ31w6kSZl8tVh63tU
+yfFsoJyxH/dCs3yQ2F2xQWAkvsjBkXt10On7uzB35WH23DOqNAwUEOiZkAn+XaCcd4VmtOqFqkj
L7MPCyX6/yWxV1T2sYwqXMhrHg4R7zO9etURaVhOImvabyMw4eEwt/rQ+CrOOa8CdYgElPc4ogiA
uQMsxUEy4nlE9dXZqsr+o/Ci8u+kQTri0JtmthxSWEKLb+Re+NqUZfxqRZb2lSJq0/h6m4gvVY+3
p68rQ6JcdiKbXMz1tPFR4LvCB5Gt7NW0kaaIrdazA1iiwqePazw1xP1DKogoZqfxIEvsT+2QGE+Z
wM4HzwqsMaY4zt9hnFceH/+c+3jDryBDkJcbsOF1OqdgFWn3xWTjTtOER/xJHZhls7vzrtraYOSM
UA5onGveuoyp9ziGpI1uB2asTN+nUW8POGPkT6KN42CBmu4PQ+XtMDw3pkZ3jcYwlADgH+tOxaDp
vWH1MXJJbfhdwwbktRkK+9vj9du4sgnWENPBO8okdQ1FtNrBdJd2EEERhlbzXXUUHZkGD/n5xM8c
bAGWaUDALgxjV79wZZth0GQY3vqI4mZte6hzPY19L6TH/AUb9fKjW9Z6+uwkIhsRdbCtJIjjpQiD
pC8yx0d+MTd2tuRGpOEKoCoCD5UrZ41CmKax4I/QQbJwLI9Iz+FJ0sFRKtHRePuVwHJJqy3Zjrtr
CSxLsaScQodsO7PPtfDao5KXyiWt+m5nqI3PD06dSQG8J06t7S/qIRuwQpiZFagv1Gcamruls5ey
bY1CRUnW55gPacHtae7UwdPDqXADZbFAwhh4vgz6InYC9MYoVK64LXkQ0av6Xaz8132t521WdZHE
T9GoOnd2PF3Abe2x4rZGoWuiI4BAp4hG5u1c5soz4yQGtVS4PTawyJQ+VeW0ZwFxn8VLuCU3NZ+F
a3Tt9zibKcVdDi5l9pxCqpp+NaP5yTEWyGRRfIyFfaJP/c/jYyqD6irogoyiTwOOEKGMNSS+cmzk
5L3UChwiO8dTiV5TzvI3tyk0dEkiPtvjATfWkvwAbA+8HWgSa8rkMOTgk5JBCVBLjw+VaSTHuLXz
nZN7PwqStRI9AHUezMRa2QpCCYjufnECA0GDsxf2OdRZCmdvnQv0CIvqBlkIzYv1F2us1ulIrr0g
pHj6KspJP8eQJt4+CnRMEifJuIOetroXh2aY9FlQ73NkfbIH//i3ndIcffNc4MnyZQBcAPZdgwLj
BE2zFgRKABwgfJ16ZzpnS5p+/Q+jYAsvQZVyRquoMDbWjN5TIoKu7aunxcVWKOKh+ubWDl0XIhuF
Yx5kpPK355WMIKyQ0RbBArXanxZwy2NY7NmM3B8dMAbQpgGRwEKDt3I7ij13nVf3jgfRMjbjQB0b
42MVhsbLDLpGO5uz531+8+qBapAPfKpMvINXr2AkV7BSoxIbgFtzn4WaDke7NvZ29f2tB0CF1hhM
AlCi6ho9hUVUP8RZLoJoKRVSxjk5D3OVBqOe7LlMbhxTsiyeQDCoJWtw3X3wjLp0zVQEAnu3X7Qb
4/dVWbs7eNfNUWgSQ1NjZ/O4u/1QnvDKZXRqgUhh3eF8EdVPKuImXx5/nM1lo1Ym69a0uNedvsSN
cAWtGAUnO3FS9TA6W/GSvYyy/vr2oQAQgL6TR4mwcDuhSPfy0ug6wSep24OmD+6hEA7Wyl22B1XY
WjvCAg/H30XAdWnJ6tqxq1SaawWe9e/dZYzPix7vaalsrR09L0rlnCT+vtoHaa110aiQK0bCqZ7C
0uPuiWyMysaif368dlsTIjYAUCDVQtd2tRkGS1cgyc4iSBHnA8AeW2cnG/q3x2zMeriuJd0cB4ZV
BFJDLBnd2KAnGS3pH2kxfQXdrO+k2FsBCLkkefuwbLxWbrfBoJh5nNWxCOrKUC706dL3WhnFfjyo
+WdHXYqnty8dhRduMPY3/UK5tP9KtiJEB6sWcB4KQ0n5eXAi44UwsefSs/WB4PeALIVjLoGlt6PY
YHmHBBfUgHLGdFpw7AlMc/E+PZ7L1o5z6M3QLEctEsDW7Sh4eNOXbEcRGIMWH0Mcrl9CExHMGuPZ
8+OhNieEDIpsGv9uWN8OZTYlSrgeQwEM1/8uy2a+xuCa9tZtc0b/GmYVFBpsqpK8WwgKZae/qLH1
QSm96FIpWEk/ntDWvuMAyUYgeQl7/HZCoSaQPWp1EfRt93UwnOQSKtPoN+XQnRBjzfzHw21NDMlQ
DhFNQVQwVhtinvFQsXKT2zw1nS9tn9Z/lnB8sqPAEWtnanKRbtNhaaOKwiuvCTTI1kysDsE+aGZD
eF0cqznNVDR/tlYvfuTJVJhyhjxMp8FBhvPxHDf2CMJqECoJ6cBR1oi+YVygHw0DypVok50KgtfH
bnKMn28ehSo6dwbIWijXa8SrpXR5poGIDqJowReNgsQp7kr97XORxTKotlIfmNrj7fYY60ZQmWEu
GjpVMhiNL2GtxjtAz40VA3zigBrEyofSpnE7ijOFldti2ROIJRmwPZ3Uk9043dvPLvY5IBSJEegn
rKXirLmq05LaQIBu2nR1I+wwBMqmO6orW3OhSwTMEmoFf65WLF6SMO602gnyxRz8cnTFqbN2Ud33
5wixQN4RHFgWTF2/iTzE4WwNa2zQ+gt+jEXpvdCfdU9Z1KlvvmT5/8OxBh1Epsp3uv04OLxkmaJW
2KI6k3FUWyQ7uP3LnWXbmhBMWSIrihbcgqt0uK10K/MMRsFl1/Uj1FAO3oBzaIlZ9c6evo8LTEUm
dRyc34KZtxNSJmXU9Yg9Pffun32qBENU/wqd/iWfOUn53O6U6DanJsXP6FBSp1nvbqXDiGSZmFpU
qPphcsfhs1vr1rvM6Jzj46CwN5TcnP+61SsNXbE0lQdJUecvkz5ivJ67xaXNonhnVvcXB5sb+xUo
EwDu7pD9Wl0veZ46Nir/1qvlNL/Qnf4Wtm7rAyb69Xha92dKjgXCQ7KgueRX8SG3M8drZO0uVrza
B1HUnPp22YvbG4tHn0hmEaBxSF5XW7DvJ0/xzMkJSkjwywG9YOswjFOpH6liujunamswYjJZAhkl
flurnAVBYTdpQ9sJwnDKfAVwk59ly0+cqo03hz36yGx4vhP7ndrG7Z5AT9lrxkh3g5mS9EHNnOHc
0LveOVQbnwiUsFw5ClC80ldRoqmxLqqjxQ1A7XuHGS23o9KU/3vzPqAhxWUkBR941K72AZf9GGc6
tQCt6RS/K7v8KSv1PeeD35zw28SBV59UBKdrQxV3nfCPOJcrI+ZkAS7RSxMU45B8aoCwfxkxybP9
Wp9RwvGcPnmvpJysY7pkU3SoENCHJmzUts6hy/lPtAxj72/muFT6oXHE0vr22OlOwA6sXjWvX5a/
Q+Ku+Jkhdqd0vhobSil8vBuj+FtUNlp7AFmO3NTjVZRb69H0VjkYkkhSyMvlCU0ungfT0Jan2JiG
53G2l9c0F18h2E2U5eP0Q9vG2Y/Hw2/sfChJFJJlZRRM8ipGmYUretNqcWz2oO81dZWcIwS5r2Fm
/3z7SLLxBs4N8h5v3tudP7jCmCP5cFNNXDLdQVVOVK0dKqPQuh8PtbH9ScRoLCI1AAxlnScJN+lM
NS6UQAnz8CQwD7uwBm+WCaYcAUIeHQO5fmDrbickGn1RqiJWAqNq5rPbV/DU6vC72al7Yoxb8+Gu
otpq09kmk70daTDyPMtnWwmotrrHAQ0NC8QQ5PudddvaDHwYqYYK8ZAC7+04dGSiqiuj8Oo4ZXlc
8rb4w3HD8mlZnPHy+BNtoC3YcvQkeeySMFP6vx3LqJWFmmyDWAyKiMTeT41Rfp0rHTPVDL627USq
bxfFJ6XoLihqfo2mea82sv0bmCeNKA4Az8jb30DGUTca2JbAyOz2H0t09fd+VpejizLsORO252ui
FZc0b5zj6OrNq9t32iEhgu+8/3/3PFdRgGal5KxQbJDX6u0vcTorUZGyr68Lwh/ZwUQTwPsKfTOJ
zvOkJubfajaJH5U5K8tz14Zog1RkOFhPakmhiCNJIcJVWArrqHTOQ6Z8aeNZQVY2goFzXKCOaAHg
TOUrtBiv+4BzbR1/Hu1e6Y92Z0IRT2u1rA9Zlzut5TuzU/cAgBs1qIAb6O+h2BNLVRE3J8uLvezb
aFbT16QxmuTQuRgp+Fo3ifpoiBhvaJtnrHFWJvV3Y8p2lme1byblC2xX6gB+rdTN8g5D1Sj/EudV
MXysxiV8LYYutAItF3Z0mPPC+xIl2aQdhB6m3tXAd6v6I5tntTgAZVJGPzMir8r9lkdn+tWCzVRc
BnKG8sjDJcIvRaRVdxBl5IFD1aaxP5duVygvxuhk2cWtWjsNZsfqJn+yck3zLUXnVWC6PY65iC0Y
sz/SO3GeIFN0oetTA2x+JaqWe2dah51HWqVNgl83aVNSHEo3p1uaqUU7f3TmLK1f9aYsij+UqZkM
BB06Z/6ZmkmYnTJNb7QPE8Qnx09A0lfacU4cUZyAeESl74axM11aK8eb8mhXoWVe0d/Ksxc39uLq
GOqLxUN2sTNtT7l7I8Rgk05hn8SE4v46AwqLHNMJoYlA2hpfMZ4JgSqE/U7283sfr/Y5WFPoWVTw
ENxcCwZAbFWyqK0U8IG6dtUzs/uaRNp4iIWEeIOWGJ6RqdRe43nxPiyV2n/BDDL9+Dj2bM0VfXcg
hPLSQ5v19rBVk1FjGuiJwEGS7aBRFj8lej3uBNOtUXitg0XGTEGqTN+OYmq1rS0eN6udRO7nMBcR
bdq63GnIbIRsCUGiHgC8gxK5fjuKoReIKOtpeM2FgFjglfpn2d1+ibRQ3eMtbcwI1AY9EnrODnCx
VbgsuiZfFqEogVAJ0QddDF9QdW/27Ax/58CrTQLgGtkO3tNARNYSVYnTpbNrME48LC/o0hwUO0z8
pIjeER2f28l7SlT3yIvn3TTG72cjfG5dDCXbPvyQ2dmxAcbSafMFQd9zked/dVl9xnTslOaQIEKl
PMzqdLTaufRjw9y51jZes8A1JesJUAMrtLqpkalNJwS1wytwzW89Id+niqwcjbZ5yQ3+WdpvZwVy
YGWjnioeteM1fjOH2YWfeBNeDSvqfDPX5mcyrWGnILB1VTKAvKgt+XBeN/68OrYnMRXhVXVxqxF5
comyDPIYWEHLfm+LYcRWxv3RtAXOhvbHsXd2rsitzceackFSlgCdvVrZrAqNPI7m8ArHRPsVa2mv
+XUDlOvNsQEMrGxiUA4Fc7c6tdTHsVpb+IARGjXHJG00/ETCPS3PzclwjHjYoEt11yqZB2XUllKE
12w0Q+pSJbQTX8fv9vh4NvfbkQoOfyAqK6l/a6hViaC8PahmfFXrwc5O1F8KjFCXFCXAUO+d5GM2
etEno0DcZGcd7+MSaiaQ/9HYpzJGfec2LgEozSDGl+lVt4xnUoT0gsSnQ+66J/92X/mQLGoJIQKe
e1/PwSmgU12AXdeY2384VKrW5L5ZO/FHR5tmrDkHaEY7p3xrTHYJBx1MLunyapMsQm2tpQ6La8Vn
fJ0zrYkPvdkhW1VnvfVBvjRfH3/I+w3DF/wt3oUQIcW/Veh1EtcAXlwgh2Fq/Xdh1+pzqhXZnp7z
/VejXMB7nlY4pwx9qNuvRm6ndUNsFwiijR7Wy4PNs9mbLqVavb0QAtMRjrE01OCorXPvIkkNba4Y
CksNUT7PWiymy9il+c4R2JgSkAuUeSlkqrLzdTulpGhSQAs6l1Y4K75hVfGp1LIezJm+B1u4/0i0
ocAwgdmntIiO7e1QsCsUbUFS/DrAkftB1cW7uCAy9uQQ7ioGlI1AdRE5gLDSpF4drQp9XLCq83jV
lAVrQAfZMOOljvQx9QsrLL9D3IuSl6XO8+HSj43ANqQqmj1vhbvJSvwmuROlH+k7tLadSyzs3xaY
CdcMK2sNrlynIfkGM//N+D0JrmYITrgt2+Wrhq+Dm0IVcrFe1bQaj/2UzJ/bfqmv0aIrfz4+ZXfn
GkSytNKjTYQ4ISiN2w9oekut95kxXM3cDv9sMm8IfXBIWFD3Vk/tCEX8NxsASRA0qAZ4XKjd3OVU
WCqUXVHrw7XRk+o9praFn6rV9FbBCYxObIIx6pj0zfkItxMTLmZmdmMO14EuYvWkZkv+KUYtbE93
eGMBHTC9xCf65pJueDtOjSGMpi7GeDWNlh6IMnTmJWqyPvSTzu1m5M/2KIfyk9zkisyMj0WNBzMC
BB9WoXis8kppejli7fX/y7S2eBoGbbpkVohUl6FF3wvecYdYn4f49Hi33EUWOTRPX4cOKnf4Gm9X
OyXuwNzZVwtPjidTb+I/Goy3LlZT75ERt4ci8hOTiWPrZ5O6OJ09R8N47YWNJ32llkZ+WrJMfafF
y16hbuNko3cP9IrUBHjcGgMTxiFHu27Ha1raxt960ZnXnoT/+PbVgwyC76hEeQF6uN0qlFhsyhgK
FtO5nuDDF+kF72lzdKp3pYJ40Le3D4fqIMUeGGMeigG3w2X6VEWTKShshpJL7HT1uRLjt3Hp9pQV
t84Act+UrCVJ1VrrlME4RjotSaerukzLD9Bg1d9DOGvjE1q+WXzWq6TQdnbi5pCAGKXMONiYtV47
rfVhLKxsuoaU6Z8yQ21sv/AS66+umvMMA7qQ9Pw/rOdvp3SpcuSsW56ZFquJ7STT1S6G/IetzfOZ
WgxaYGPY7t0A9xcepUgApzymqbXS0rj9dozi1KRU07XT++SQKMRoX2mK6Knnvfs6Fc7wPuuK5uAm
Rvl/pJ1Hk9tGmIZ/EaqQwxUgOQEzo2BZkn1BOSKnRsav36e1hxVBFFHjdbl8ke1mNzp84Q0PddMc
tar37hjaXYTPEg90Uy/QrLUce8qtYTy1I1ZwUfnQl3X+JJY/zYHmpd+5NHsBF+rrwSrf1ksks5ZP
ijCCrJJup95MJYpgC9t2btu5f8Y4PmmD2kCBIqjGOPo3VuMx9c1YVB/jrhs/aYrpNxQcquDdn5vc
kt9AZAPE0tu8jEsrfTvx5eERzppLO67YbSrpX6MVDY/3R9pZbBl+4mSoE1oDxbz+2GmiQ4Nx0jnE
ZWZ5UlLT+C1pu/pSill7q6JxgLuj6GdivSOU+M69hyC7NH4nCiCL32yz2stUgyrsTCbRjOfZ6LPL
kEfiwH9g5yonCkUdhVtI9kE288OPvWx49OewbfrmXGl19aF3hulMTJcevPo7u0fqrLqgOGSByNx2
apUMkzOlioFXCHueP+tFVzs+eLfsdS5zZQq6KBGVbyQL/EVjxgctUAwoUpciprN7sINuvyu3ryTT
U9QBiL/9LQ1WAZqbxOxkVfxZecPXwbWfumn+JmAA+BSX/cgcfr2/l26/6PWY8s9/asDjy1t6VODG
UBk5oA24RMQg2vRgx95+UXJrKh30dcF337Cr3C5OcRSWj7NTOl+btjN+N/OsTf3IjeZ/7s9odywQ
o9IGXmf/bPaoFgviGnRiQmzNpkA1p/lM5VoJpsR7/w0vWTN0tgxaQrzSm5jRSJ2iinWmVUS98rik
WfFoq2V1mV33aG/sfCc6q7JAgTAphZfNmSCuX+Yymcho0iS/dNQZn4uijg9wTXJtrkNFJoQWC/0V
LpYbbrq7LJ1RqPMU9g7MhaKCGpp8aFQ19+c6qZGwO9TS2p8XbxeHED+zrfeHrbS9rvYsYT/xMqUI
SLzUY5sdgLB39wQwDGqO1OY4ZNe7nI2AVwCyMqEY0KsalXiG498AXDaqd1NMUOCTErz0Vik2U4+4
HiqOVDcxqQ2E/SAGpCOBhrV0is/3N/ltOEP1Adl2OHQsG5nE9Sgl6VlT1doUtuYIdsbqfUzH86DD
89ovBzKk/zAc9WYXWIuES8if89MtoVWTMdjQusN0ytxXOnzTx27WnX9HVVMeKS8tB+Pt7Qr01Xjj
CEP5p349nlPbSIzl4xxGLe19v0H8JfdTd+jev4z8/6HQ0Dbm8t/GDsYigHA1yhIaCKk6L24HYfFU
uO3UMdq0pqhZaXn9dH8xdyYn0yKgkGj8Q12Xm/WnxaRBTXElH9WQQjgY46j9niLicLk/yM6OJy5y
0TOjEMKLsikJtFG3UL0Uamg2Gt7UdmJ/0km/nszWbY58H26DT+hUkqUsq32ke5u7aU1XOpCxGEEW
28VltjNGyN10PeMKY0sL4nRC73gagixV0t8WYR2Z3+xN9ucfsDkNRTVoUZUMY9i1MPOdTMl8Y1Tm
j4pWz//h4/081Obj1WMJBirvx5Cok463lxi+keNFev/r7UQCEgZMNI1OOl3A7YourjNpYhnD3HXn
oGHH+FOM+2nZLUVQJdof2ZB5ftfbB7tmb2v+PO5mIWnvr5GYpjHUrIw2o9Hmr1iHH0H5d14ZCQgB
3MD+RDN8s4aGwqtvJhR0TGx7TwS5ySmytQj+Uh3/o6hj5A+idU/vX1Lezx87lGLZtpiaIO21jC6F
K6/si+9LMVShmY39x4xu+oVHvgtSu4s/0rx7N1JU4l8gIWNdjUQHMcn1eVdd3KtFwXQVqsVPcTx+
d8dGPKb0Qw8CyB9qF5v3G3V7CT1EMIsPudk3k11mlZlSb8nMcn7Q034G/iAKFHZLzz2V8aoFY2Vg
VlGY3UNaV97FdBPvIYspLxhz15+12HPPgLtUwu7euUSrOKLm/ohib34j1Gwwt8QY9Kqul6NZMsg1
ZjIhHt03vquV5WtjUmpw8/bk9UaM1WxqndCPai5FTcKOWZz+jOmGjvZar5xXO2++3N8ae9cH1EOq
AtTkgEFvogOtKy1NDOoYZo0VPyhulvyqr6hBrcI74knsbn3ZPePqpwq+lTJbStUt0XeeQmelhHlJ
57KsQTnEhfBdqzdeVVuJpiCbkyMV1r2TzRNH7kZPXzKQrlcdznhmOktOdjrZXXu2BLZDvjVbq3nQ
1dodiEKLLBADWdoWrfAAV1fdLafQdRGEyHDq8wWVsoNreCf+Id+XymPk2gQJm03Uw7FNF8+cwjq1
keyazZWIruvr1OfexHbKFmp3RKva2ybSD4TPxireaGxZAoiNK4t+y6R5v47quHDM0uVFIzA6uId3
p+eyEyVPAszT5obMqlKrhiIaw8qr1DcjmxBpKXW79NUxUV/1OTlqAe1+NYC9khUrLRrlE/9TTNKM
tqIVdSaLF2saPYzLWuT+OOT1kYbs3szAqdKkhkyKX9Tmw8EZQwJ76slxQa7ovpVrxOKDsczfkZ40
m0utdM1BOWF3SOISAn9ytRtOV7Hi5qWkpE5eoiUPYhqqL2mruiG658bnjn7QwQnYHU8SKcCKUiD+
oR7801qKUeR1MpMBlMI8qW22XBqMJJ4Uu7ID051+uX957Y8GgRXAgUQnbV4XvbG82E6AoxolOu54
Ga+/tp3SQeOx8RvsVvVgvL2dQqNEJlEAoSh3Xe+UeK00O3U9PiDS/5rfTBU1iiUz/9MwPJtU9uDp
b608q6HKVi+lgye6Pv+ca938AYXN+b98KnA6XCFAkIDQX09mSexxbSZaI5rSx78riZ2dbddJfyum
qf4+5flR83h38SQ8lUwXLPYW4KtFwpxG7pGwm5Y8uyhRj1tFN6nd1/ubYu+qkpeHzOPRGN72XXK9
9qakSOaQt9M921XeXBCm7Z8xtrKC+0Pt7r//G2qb7yaFbq1WRfkVXcA0oNvT+LE2vKiR+dT2h4rG
e+8n60fWRCLP5thcH6uHqUrTsvuQlrMfp6oZzl6HK+mISsZ5geUU+x0l8vP750gORb+aMTnTxvU2
0asB5kjGGXMx6jpPXR+fuknoL2sCrsJHSPLINnQvo+KESUErGv+ImFwP2Fh1pIwr3w8Ij46FS8Xh
9+tRK771UVv8MsH7ORf5onyS3EThN0rl/vMfpiwVoOhv8QRtSVSJaylzU9C8cNUE042x9FQlcCZK
ABO4VMevhbRNvT/m3q4FHcDtIg1GkT+6nrVSWcoAyWQOhynWlyDKc/sTAVL2Vhc8kwf7du8oQvMF
DebhlMN7dD1YHpXeHKl0LFRcOL4IzogSqIozHUV8u+NIs2UuDqLL7WtAW5KCvC0oZhcagNYKt8oh
GcXBRbaXMELepL9LSA32YfMKZCIx2mZkFCdexo/uutSXocXoBuOZbD1pvVE/TWtFfFna0UEJfeer
QU9EwwVvTtqhW33/JledlSCebgRACA6HZwVY7sT+qnTl+zcIhGkWEXAsj+sWqKKIuDAcujwhyxB/
c4xyKf1CKZ1zVun9w7s3I/00qagA3Ae4/+amsZYe3x0tJcaL1hhRuXjK64tSqGvyrGujOCoK7Vxs
oCFhg+MzJ+2DNgFYPLkLwCjY2ZEpNDeIiKD+JFjQdH9QzeFv6S+1Pthu4ZgHpdGd/cnxBrHKc4QR
5LbpoKpj42oxBx3N4PyxRWfvNa7q4iBe3x2F4hBPLY5zqHtcnzaaSkJZezYJ2IryKe/1OFiq9Ei/
fGcrSk4ukB/4MzoGmtejVE65VpUY5rAWlv1t0avutQOD8E3pKga8vz923j1SRmqhNB25qrd0hNzs
YqHYHtt+cFAkT3vTCrzIQud7SjOhn9zW0t5/yBlPSoJR+aXfudkjrjen2GCSdtCn7yI8Hwt7fdGN
oi2DAdjIbyO5T+pXZZOUAfWw/ki7a295JYMbVRspwP/DSfSnwFaDXtMqYkFBoGjKz1ONPugpabFB
Deyun9uDe2XnRFBD/wETpqSOoMX1x6T8kLkLmP8wF96IoGPSKUOAFehan7VcX9qnps6aD07aaPHl
/qfd2awyE+LGpo6PZPPm6JfSu9B2FxWOj1GeetXJPjidbb0Xlo5OK2edJ+hHIWD7wmZ4gtKct1Tw
iqIJS9XsL1YiFQfV0T0Y6haazFi4q3OV8eUoD23WcjQ7gYlmr4WpRYHPXxMqpOBIYnxUwSK9oNKw
zOdyykozoACEFHwVVYqkCfaJn41ad6SqsLfCXKwyrscWBvrl9bfNlsVOqEipoUAK0B8ydTzrSn/k
d3U7CtpbksEMmgvbyi3SXAhrLotsUMMJLb23QendR81Bpf/+brm9CMDuEqLJ4h45xPY7ekkL7pwK
bbh4IAtmTyv/autl/r2xlR4zezP9+/54O7OCsyrrD0iaY+os//ynU1i3uHXSgzbDZamXf9HeXZbT
4hnJUWB/G1Lw7FFdofwMi/4G0pF2OqYaelWFaZ0ar6M9xC92pSRPRRa3n7Iiss5ZYukPhrCad58/
gJO6lM7iq0lwx/UMx8HR2sqsRFhmUXZ2rJUOPCIs3pf3LqTEZ6JjTrCJ08wWn5Mb1gIDFqfKwW6z
C5DR6XU1nKNUTG7l63InhE48iSTBBdjRln2i2UJ46jS0oaXY/aksnMIXi/ULQCyT6kd1dlBY87u2
+sRn+Ov+BHfADYwtBfoJKWiIq5tc3RKZOTSL2oauMoHzTiRRpHQdcYJlOvhV3Q8Xo6idE3V472QV
Wv3FQHvr/V8TXCrxIf0MHuUtYtSYKAStjdLxKK/p7ItUHfLAXrvsyOjt9iDK6EmGbOTWVL83ByN1
QI91pdLTV9Odb1DM+uVkx4vrYRdqLsMpi/V2/Xh/iW+fRDJs4idq7tQQbtxsm9ycFbNtoIPRLPkI
1qp2/hBLljenuaT1e3CP345G+AsHmRSJYA121vXBoCtUldwKPzoX9YPRr/rHgasaNZXqsE6/M5as
iyA+i826FL2+HstqY8+M07wO3SlLHm07g3ValcWjsurawUt/e6MRaUPPQR+NjBPp4euhUq6ziRWu
w1ptu5PVzP2XdSi6z/c/1e32YBSkfeEGSGqdt9keqt5WUQyHM8wdTZyq2lZeYssdQ3dNlc+l6LQD
LMXOeKTNXCy8PFgcbs3l8mSNlkFPm9AQvYnQf2oUi6+MMe7egATyLIgtmJ2Xd0+SwcgfgA/JQHFz
4iGPt6WR2w2Pg4Pgbb8Ozz3winPUDN1L3tjRwf6//XQ/pGOYo3TLhaxw/emKPBkoFdNVw3jte2b0
yiVe2vl8f1K3LxGtMCkyBmraRnBusz/sCl2Q3gCVomadFiQoDHxu0Fp5qOLlN0dLithvnMo903H+
en/g2zNA5EBGS6ZHHRcu+/XsqtjUI8RXgCGU1bi+eSRGv2attowfwMoa7z4FXNC8enCCJIZze+Bm
Z0prKOfU7No4D40lTYKWUvlBWnv7wf5XPEvmtuA0t8LIRZuD0nKTNaymOZ5PUHLcLEDQfPbevRMh
y4JwAFEP8IbE8nrt0mjK8UIa9DCb5/KldJMx6Jyk/ZhjQXoaeSsP8rHbbwXaATw9TWXkSagOXo+n
WHFmY0FkhKWt6B5WqkbVBHMkWu/RrE3703t3Bl4LHDMgMRQjkES5Hs0SgLAzznXoiE4PViQBLrE1
J299oSoHC7nzihMKESqD9eRQ3yhmi6nXC29J+rAao+LRzXRIVHnS/9Xr8NVRKUzHU907ykmC0T7k
Q5NWUE2MxTjfn/LOzgFhjAqxJFJShdkcBsXLEoU/GUA+5PWp74tcebXRwRIHV8rth0TqCnQpAZmU
mtlmmakeZVVr5WOI2pBJE0qnjQgKXnlK+kk7eBNu5wR+imIBtSToM+Rj158RSIVWDihFh8Yaeydd
baZzTnji31+520wW5TjJCaWXIYlpm82C8VKmj9jQhu1cK79PiTsvH3rKgQ95N8W/AnnLFESWreXI
rkP++uvQE44a9RCohWQKcOOuZ2fYreaIupnDdWq1h64ZpgfYwfm5q/P8g4KW4ruPIMJuXFyw18F5
8vZdj9c7uegI8bjBkqVEjiHrL1XXmacUHs1BaHvz4RDuAVUPgYBTQWK7eefGarYmWDwGS4qM+KhN
zqUb0/y9W16OQv4Bj4ywi0f8ekKJVdoCzJIRkif9q7mt6+tj8+7XjUEkZlCiSLm6tqVb6iktap2p
DdG1Ttpfm9IRZRxkTlKmD9pS2/+UQ+3Nb3He59Vj3hiFexCo7Kwlkn7AgCkNyBR2c3O2dSbyscjV
0KNneOlVxQ0MPdEO6ow3m1FKpEuXPyoeBjnX5ovFHA1ohp4ajrSHXlNzhgunKV33aoo2PS/2FE/v
3Y5MBTQr0SuFd/qjm8OdRmODg4aphbg3JL/h4eN+KtXcfStrPf/9/gnfWUJyZPkJ2TD2jeRcb5EI
NJGrhYPAnjFaepCfEHUO3u6dJcTbiyYWXDiMxLYaN6lZRsQIjhXmnT1/SVJVC+a6Vk44ApZnZzKK
y/1Z3dzENGLI+wkTbIJykvHr7R/1yeJNS2eFiHLb3jk3Go2qm9uA+tdWZ8ye7g93u4g83wA6KAqR
KlLcuB7OU1uj7zPNCj0iBlwUhY75OGyl9rf/MA73IT1fUJgoXFyPo6YzqpowrsJBy8YPZSqIIpu6
O3jGbj8WhTYgBzQqyTW4Pq5HiVqYrk1T2CEH70moZX9SrCZsNVc5ZVn7/f6Udr4UL4xNcMy7LGkw
14Opkdumbj1a0r46PRmeUuBrqVfI9rdHTKOdoXBhoSzL/cvTskWzxVHveqO9OGGhACj6qzScCv+L
RkVxOh0oSx0EWjvLSCMQqA+VE9qCW9jeMCZObiEPH9rUs59pfjnC17y+eLBjFXh6L5SjVsXOBFlE
ojpuDP7epjSNRwRl240b2vUwXXolGy5RgZvZNIp3I4pkN0tSFJDhgiK2hXn2dmE16jIxVNrj8YFC
mzGe0bTBhrOuC/Xgnt+bGLA7CUuhfM2415sEaYhqXAbbC/UIBZ1BaX9JnbR47HT94CDvDMTEpCQd
Tybc/00ckGoitrNxjMISikI4p+5onXvRia9mHytHdnq7g4F05C8AlqAer2cFt6woE/wKUaOwG9NP
I3f4XekK0Bzgt/989zEDQyerFDxiJIWbiU1JrCaE41GY6dZ8muumfhQOEFlF2Kf7I92EjKQwlMwM
SaWTbmub2wMwf9s4rRaFtqiz75T1rRd017Vz1c7Lqcv69aGJveTx/qByqa7iRTmo1CpEeJ8yybZJ
t1aFjd0ug5aKoV9yh/5tmrlH+vG3J5r7Q3qJqBIbBS5288FSbqdxtHjF1vL3elq/AadGQLUWjr+k
7V/3p3S7OxjMlfV5KtkQCTZ7PovdVhlSbuFYa6Oz1lrVEwXh5tFYs+QAZna7enIoiQ4B+UhdWc77
p7q8NXr9sEyKBc06XdVzxL+cQRmTAff9Oe0NBNoenUcWT7YcrgdqYjMR0VA4MMjN5bFILOuRC+bI
xOR2B9JHpVAmK3NkLdt7XtCcmme3dGQlovCxwUSEv/lz1tUnq/c+Qhr7dn9WP7wDr3cfPA/IwMAC
ganCprqeVqm0dpq2kxOm2vg2ZOKUNQsK9hDfxhdPHS6p2aFPRHm6Xr03p5rioHWMI6KL3A83P4I4
9YehCpf/5oRDEePKgqYa2mje4d5RtEWgU518LEWCHGaNEPMpT5rFj5xx+Hx/BXb2KhhxGS9I0y8y
qOsFyHLFtPqoduReFT4YGOURWj1qbiI/sjvbG4qPKlUjJLbn5gzWIsEJd3XCDDT8s6vnNiU0WoDV
FGkHN9nObuVE/WA1gni7uTOzpnIwjWFFa5GLv0v4Pv8Kp323/CPhHLcJLw5wKRZvs3YkR71dY+YV
5nOSf6ydKXkT2aAcBCO3c2EMLA0JDDh56GZef6EiatbCypfsBWlfA7YVM1IDM6mnI9nFnYEIuOU9
yUYEcrw54qB/23ESZvYCpEZFEkIpTggA6v57NxyVaQinDAKeDhuU6+mkykIUHlvZSz938xlNhTUY
RlN7oKMh/sNQMo0AZA9w9IYDYST1gpJdnb8khaPlz7PtRGNAU2E1Hqs2Ko9I4bdvDFcIZrREBJKv
tlXpHErEa3mV8xeULWrbXzujCRRhGW9xV4DYKwmD3n0pyxGlyBKxBpeYer2WOBUked5O+QvLLLCZ
95ZzRgJ18ELfntvrUTZF1SjXocdoff4CAsJD19dOT7Ale79p0+JgQkdDba7jWmlrkeIf8qJaTf/i
rkL/YLRD93FxluG9lW8aFhhk4ydrSWjX1r+zchqSMIOh5hjFsjibHL8Dj3twEe3uCZ4VGWyz4bcg
ToUia1b3av4yZqriY2n5MPcO4iD26yD65t21B6ZE2kLfQraWtzcFFndW1jVG/jIRYwdeOS7nKBrS
Zzebjj7U7rxsCaQg8LgFxdVzPZdcWflLaqxvRZGdoKk/D4lmBWKMjmjIt+8jRW9ZfNBhnUoIwvU2
H8aldCrKhy/1aiXfnK5bDV/HyUTzM62bDH+spJqGN4/DfFoL51D4cG9XImQj58ptD7T5evxGhTBg
lEX+IlrFYN/bvQhycHJ9MFLlOTgCO7ewbKMRleBOByFa/vlPEV2P40YhMs50j4LqGwF3/UBxPXq4
fwvvjgKUma417s3gXq9HsRPXngfczl7SafYw6DbTx7kfj6qMOwuHOjKRPaQLh4rw5ukyFlWntqJx
Adcoe6WRsyIyHbko3TmHLLS9sSRiRGIYqGyqm02S1GZZxMVSvIzt4ulnrWziP50o6lZ/Gb16Doam
5t2sHBv+WYv87r8VbCQt0EpHpUuPJOhrrVjrv4OovLc6cz3F521XzXfH60C5ETvjKuDWoU91ve7r
oGqDUkT5S06J6w9Aze15mpThz/tfd+d0gnOi/kjlE+zktriazUqbovqYvyyK/WtupI8ueM7Tiudh
nOtHH3lvK1EDovkLNgA80mbh2yQp11pUxUuiu/WlHWopG7EA9jh4zXfHkZuVWFUyOTfZqc1G1XK3
LV5aJSpOCXLKfuKk5un+0u1tI/Sc5LKBeQDwe/2B2mRq0n5oipe0Md5mU1Fw+hGrPy7x+zMqknow
DrJ1DupsyyarLU8o02gWL8qaT6fSc5bLUibz5f589lZN+pRL3RYZJWzmU1RN0lP/LF4qrytP5VKM
iLMa5h//YRSeFy5H2R3ZHnReUCNBN6R4AShZXyY3F2dzAPfz/xplq5ZG8Vdt9FgpXmB4p8E0dkSp
/XKkr7G3YrKpKz1jeEO3tR0nZopJwyg9ErFBPeY6NwG62/fnsrPPSG8BF/A3rattE3CyKsUc6nx5
XspYYPuG88H4quZG+WWZY+NI33l3NHnpyPaUCiLlelc7SZqaNiqtz90E39l3K9MOIi03Tl1qqr+9
f2a2BIJQ0CTV2+qTJFYRZXRBlme9dfsHUMN54eus529akYwHz5j83deZs+yjko+AvpYFkM3d06jT
Uo2NtT4nGVBvIAV93r+M7qQ259yOUvOcK0WrBi5+r0dBye02kT4rticRKHRGttfeWqy1CYpdfzZx
Sv9mTWggZhaMh/uLeTsKLCdkVNkrHqDgbbE2F7NgPTHZ0GN7vejRUj+p2ti8F+IF6FjGAnisSGmP
bSysaJVYY3PAyBHNi481lutPg9JoF1TSj97p2y8mc2UpYPcjDdwyt2L8FJfZkQ5+RekERmOXf+pK
a34YzNg9aYui/WWPxrtBeswPGz86jTR4qC9toh0dsvUy58yPPma6+vbgDSd94fMFYwqC3hnHMTk4
37vzhP1JKZWJUt+8PnFuE0HYlV7gRjqpfjw7CYRMzBsEhpkXarqLn9n2l3dvFmIL9G9R0zHMm6Zu
OUSWLibsKNLZnl6UqR8+8BC/24aMMj5UOMCOsswO0uZ6Zh59OacsVUZJFPDbdqo/GpHaPtyfy49r
4vpoo66GZwAPpKRXbPELnptWaqwgoF50Zjf9kidGUSHaXYvuSwmELn2S7bzJL9O6H/0IeuMwBWtm
ovpmtSqy5ETmZRR02iL/s45O85uXgr0N1aR1Jt/wKlGcTaPohQ+u37NQHUzLIQDYnx89W7eXLzNh
I8hWN6zq7RO8IkRVmw4z6VoD4zaMC8x/8VHGx7TL1/pQpX3nypCZEiB0qaiEfunm+0RD5SVWlYSr
NdvqeUDUrH301Lh1H+yo07SXcUI5Oxw1c/C+opxXxU/8wpIKzJpS3UcZt6rAJFtKGxgLBrylb0XL
GiOQqExf9MEZlMBdjKh6TQeh9299Hk1ZIDp1Vn9P7bKMnmyzrSekBRD5/zr1tTe+u6UkBf/Ijyhc
arTYN5e+tYi1VTs1D/OmJI/ul/RSeXHx1lFGO9/fhbeBNI8mRCUK3iCpCWyu1xKfEyRdMlGEvWfO
sL7W4iyEq4IhYPdE9fpu6xpQ+xAzQP9Rz4G4tzlbbuPlaqSvRThGQpSn1YoK99RjXfFZ1zNLPYin
fhgqXJ8x2J6IxgOQxpMYGfnr6UU0HOlQMFyJCUZf+evQGsN3F5CecxpyCt2Vj7a150C4MZEA87us
s+JgslS3+YhlOyiHTBvSPwxhI15Lp76zL3kWa8ZLMreox2CX4VVfvTTT51MTO/o/+NBGJZRqq4Jz
HxtKcrZ7arW/FjrJ2EUxVngZc0Jq/2ZVo/cP9aY283V+jxeuw6J2DwUKzuPBN745L+gq0POS0EQe
Wniv14sAybTKlrrKwnHuTX9xlOyUe8URUvAWUAfSi/1KWUayeem/Xg/TNf2aGyaUN4E/ynkRGsLJ
VmVdMhGV/hgnuo/ZDX5IlYUAD93Fh25Z0wM4zO1UofbiB/0DCkOJYfMbkq6uCG+B5iPGoD9pU9T9
oiVJ98v9Q3Nz31FWQ2JKIhTJb6ATX8908JB1QKxCIAsaNafFXZogKyP9wVKTo87JzoRgZvKyg1SU
zqyb7KaujQ7rC1uETaH/0Vu5iYQLHjH35yP/J1enhPmQdVKKhoktC2zX88nLpHHjdRUhRyE3z83K
ET1FZmoZJ6XtJutJpXJgnydKHX/T4ssXv+sM5egVkd9m+yvQNmF4+GnMdHPrIajVtY6N3HbZ1vWb
lY7Zw5yV0wO2jBag3cGJH6rZLf7JJ1s9ABrd3IJkqVKXD6oBoCYaEdcLsFBDNQXGbGGUDN/G3Bw+
REP31Wpd41nNkuLgVpLnbTNR6fHNi0kWJu3mr0dDzzQylTTtQ6UW9mOkGtDOm6xGUz+ty6gLlqka
yZeFux7dh7fzhMYp++xo6YEh3kpEoZ1nYWGEAEopUOh8mpyc6ba6llzGdmyKZxHVbXtw+9x+VsaU
7RAiYomD2x6WEme3PovmsFtHopaimhT1tRJ4XKWnTm3d7nWM+qX+0DRJ/rWuu3W53N/dt6eVOIGM
nbgNUSyKZ9fLLRU7tGm2pQ6RZn3LC099MtUV2hXudgcP9+1pRUqdqxbtZaJU2rzXQ3Ez6k0cIQdU
6On0xRyy5cMCdOggmdlZUVnsABQK5RfK2mZC9LAUoRbcovaSW0qAyJfa+4oDi+Vc1eMiQqyjnOiT
IEkcfZVKa3lwy95uIwIvkMTsYIiACNtcT3MYNLMrahircEkVWQjJ7S6oY7tMXyEQIdIpIA0dcTBu
P6NMMkhtEJVFq2IbZHooB4K37dYwzsf6FA+T53sqsED4Hl/fu2G4fSiCw3rCCujGuT5e5wEVFg0K
aWrZj4hCdGej1eIHrZnNg+z39irAK5PWHRuUE0m2fb2S4NzMKl9aLXQKK0Kna9A7yCyL/pnQMP1s
aGP1NilacnAkd5aSc4i0KhR8MBVb9JeFBtKy9oBGvalzHxH/iBZ/TlvxKanRT7y/mLebFbQSyynt
WrnqtleOI0XQitbSw7WkkI5PhJaQ5idoEF9a6S4exEk+DB9srZx+i6daO+og7syVzERy5P8Xmrg5
kk6k55B31Tg0pcWXudCJx0NofqowhDw4l4B7+VzXN/uPOoM0myQzJsa4/pza2C/VGs9lCAVprD7U
ypgNftxZyar5do8C23MsxjU7xZrWdU9cl6oT6F1iKr8WVZrFX9oBCmpogh74MnYIEjbBZK8qWmaT
WWXdqXejNT07ntSqTb1sLL7akU3fdSz8riJBTdhFX0krRSCD3WCdY9PxB1PJL+hjlM85j7t7yee2
+wUUhBLkNlLB5Rj/7prJ6Ocpwg9YezuFhoQ7ihC+ObZDUBdW0ftdLso6KCfbOXX28nebW/UrrUwn
/6iZqWZgOjVmb1XvzI+eVZhPXW9F2Slq1IujeGt3xiYvg2W+9p0HBA85XN8WEdVatTG0rOXHC/ej
KJpRBKXXxlPiGyBw3aBTPOfZwrwTyk6/vJSGPi3BMCzKv6IfidNjyMl/SG/yKJhTzXur3P6STqCS
kIJvfXfQil9Eb5Dfueu4GoHDg+rHa5s8GMhMDgH5rGv7yJv9UUWa4fc6gryRPVlnl5Bx9temUhfg
aDhvLJGxgnCymlPqxBwTFyUjP4rsOZhwBRmCvrYvxlKgHWlW6snlGVUCSHBAzasMn9q/Bv6DP8yl
xaizE0tu+oOn51VgZEmSnXMxdMOzi47VFCCg2DT+mK+e81joPaRyu4ys/iGN11KcjBw5kjOuHbH2
SJUp+m6qcyJOfJyBE1wNw8xPTda19JMORYigM1Wlfxq0uFou6lKu3cHtdfvcAan50cgDDkAqLs/e
T528Nk+jLhviOly6MY8uuelgdtOt7nR65x1Cv5cKP1x7ONMA6je35GBWiTtG2RKWlRZhb2+0fjaN
f3tN7n1xjAWSbR2Zn+JqencNGwwppCdqvMgqwvTdvLTrYM0NbpZQLzo3obcGsOIXPesy058ctfty
f5Y3q0nAAIsMELCJXA+X5fVqekmj6ZM5mKFCWfZsZcO3oiqPpOZvQn24PzAYKZLTZ0J8aRNkx/aS
qWw6lwcnRZjSoPYUB6u5dkxpLdxP6uLWUeCao2AzN0pefVSqRk0OImA5lat7Uv4K3GT5AWDgboQK
arc2FLqzbjibLi38WKWp6Ynu1Woy7Ng9bDTvL+3NI8BdDASCiBfna+7mTcAyTUOPRu6AOJ3WIYHq
xHP6V1JFXnOik9B+uj/Y7XcExS3LHDTUpaLO5sVR275VE0pU4ahXeeDAnzvNVX0EGL8ZBTy/lLCV
FjQAuLdnj2K5FcfciGFXZ1h6mm3cJbAVoso7+FY3a4fKA6kuZGWHEUmErrelURdjFJW1FSq4jdlB
Yebx13E0xD+9NacH6P6dsQBs81JLrBnHfXOhLFY9JmPqGngSde0aoPjW2U9LVujaCavSQ7GZH5/i
ah+CAaOWg3gh4Trx0OY0KJMsjJUDNdO4GQdqpqMX+WpeDtMHL0rwdF2y0vsMhiZNH/VWp6hvrW45
PlulNfYngSmH/VrHBKXPK96X6cHK3wSH/DoamjgpyLSchbleeVfEuSCygShCtfuMFVXyKoQ6A11U
aipas9O8lgI62kE14OZwysIGG1gCroAQbcXgZpqDMRZldrjMifNQCq+YvsdzWzgPQxON9Zlixfpe
0ABi4QSkVMPp4eLpteklGFmew9NtlHDsTTvs+il7Brj67tojlRpos6CJERYCobeJzgYrdcX/cHZe
vXEbaxj+RQTYyy23SVralksc2zeEncJehuSw/frzUOfGyyVEKEEAB0iQ2eG0r7xFC1OQ+vi9sMxW
99WRInw/e7tWPPdLh4EjltmQAhb2zRoJ6hWy7UpHeCSCWf5JSse9xGXnnoU7tEenU8N/7GxPl+J+
3V7cLXgg6aUtmmG320V2XVJPdIgAMMfGe7KlHHO0QXPyo9tOynSJlabwdi7Wu+ie6ipNcbAeS3LP
C307ZkmzojStwbtamlb/2c2j82AkTXEAfoM3sx3l+YPI8uxXXXbaW4OPl6FpAy0684gIrk5HIQYK
sb3pXcMs1E94QxsnLxuN/zIKHTWqfXxRiNe3E4SQlbRqa3nXgsK1Pyih6bfo0ux8xvt7Dzs9LnN6
TUtV3F3t/1HtuwwVZu866mF1QHDKPTb10AR2RY38ja8Tn40BSE+ojvKPq13i1KPXzzaQ3rZItV/U
Fut3ZVnE/74+yta+QKmVmwtUKujkJQz5LTJ04qrqZm/Z/9TA558OTh4fjLkth5/5FLvtQXGIf88m
uiJoHipa8fP14Zc36fZep1sO+ZKaJoEGV8vt8FNdSbWSkcc7EiaHtsCsRJ3luHM/38VSfEquFLgd
jAENefkVv00yn+p5QKfEveboY5hHO3ZasHPZHEtf5qqX+gmuWL+MuhMzvUqYjqAEsmEPZbPxK0Cl
mEQ2VN1R4lgdQUJUyIqkWddW9q510uVYfpDqPKl+bA5eYLQy9vw81ef5iEJ4rP9pFjFWxG/+4Is0
L81SSkJ4a676LJpScTvI1rt6U1KezDBEWcwru51RNm44rjaCEIpeUNLWdWoldIZab1wOo9uXPh7m
36tQS3zNqL5rk/P2d5AeHPB3rsylzbiO46Yk1NMJNVE4cr36HjpH9ABIt3tvNJipOWa4R9TcuASW
Uj+h3NJ8htx4u53qLIopu6Xhtcf4DikCyEnpkHi+09jzTgHv5UutDshL3AgzBM9J4K23Y0WjiqoI
bp1BO7pze8x4Mxe5G/xQ/SgrjY+jk4X52UbY9t++Qo7gg+3FbuIrLVqpeaz3/SE20PU/9tpQ939W
ZdaKr+qcEYjGKOQWflm7k3NUIy+yPtR83vGDVuFUf5lNZ/xJ1GMVl6IvZXrsEf9QA1l0bnXMppAW
3YinuDxKG9OJh6IX6FgbQ4sphN5zlv1eNN37oVMi86A5c6r5mSej9NmUpQMuxmrs5FLTzhgPGkyM
7tiDmXSPeREa5mlox/Kv3EHD/zJHjdFzSM2+OniKZn3rcZku/cHrTHFUYaKAvFOqVDxMhj1XvvDs
SKIkv1zOWjaP09NQOsjyOjUZ8M4e34gcXuiL3F6EwAAQbleGiAyoZs0eh/g8nVDAGEoahGr2TspE
njLXmJ+1MHOjnaBv48YETUDrA/LKUrlabb5sQKJyiDvlqjZe0nxV8RVhKwy6UuyEehsvA5k8xNNF
AIC27CoVg4A3xFrTR0HshuJTIfowOVpDN+UPXRO6WezrdA473ypd4XzsXSh7OwXJjZmSm0EGQtyb
JtOaEIX3o9M7IoIDKGX6tZpU82RUvb1TC9waBd7kIiC+HOk162jMbFxPOVDXYTKjUxKPycE02ze3
NlDAIMGkaEAERC9gFTd4nqA800ItbPumHHzdyecH1G7G6KCIcs/U7X5n8pAyH6RGIXKBfLvdmfgg
moOoiihoo1EGPWZJx35kT+aFET9SJam+4XG15+t6/x1hbKEMSfOaaOWOnN/Mo5dXvRsFGknPweua
iPBIvBkTu7CgETOk/LIo66yRtxl1/qaP7ShImkh7NAu3/cOjw+DH+kDx8/WncuMzEhfR0oXmTUa9
lk+k/BuB9zGiwMzmQ2V3f6FQgktK1T3alFqOrrJz4O6fFeZG6wQI5iIgslbKS9xci8MwiwNvcNXI
j/IkP9CrM796gmD29bndP9A8KPRuF4Mk0ur1ro+ySpkFJrSB1Tk0MubxG7pOf4e22vtwofb8iV5A
nbevGOUZDM4AM1OFpMFwuyNHB3GiugmV6+AKLT3IpUh4ta0+UrmyE0X9HmY9NydK23F2iAANIdwM
tKu69AgzqX4b55p50TLL6k4dnY/viATTHugGvUJLqepc5WCbU1X//fpH2liQRUqJ30vvhyx0ddXa
aJ47RitspN3Rd6fP/XcKhOkp0fOdKPj+qqWsAWOA2xylKCoIt59n8nikei+zrx3AAaiIdHc+8VSP
wyFWXOMDhgryOhbCfhZm3P71+iS3xqbOuMhcwqa8I8H1jSphVMEQdiM1GJxeP9htbtCr0DAQSZFN
e17wpe/AYlVvvnkRnlyEfJF8fqnr3M7aNYvMHgeEBsh9k3Pa2aoflp63s9M3FhHBELY6rR5QNWtg
0Ux/sxcwpK9J4tjvikmlaQEDe/gG3ST88/VvuXEHLvE9xEWSmQVveTsjMeY6X9N2KMhM5Skqy/ap
Nty9t2RzFEo+MHIgFMKYWY2SjqUox9i91pJeTQ0IgXUy98KbjRuCiiWNeHzhFgW/1VxaA+xXi9I9
DjPDD0XMH8d6EVokd/ANgZjm278cJ4AriQuePG0VbMRpnVpz1LtXjHvdB1mlxqlWrD2Ew9ZeQCQE
9hR9f3RWVqPUvV6gjSmoqVvO+MdEl8gl4fUHZCH+fX0+9xgrEFYoQYFifuFUrF04vWKI7ErR3auJ
x0XtI/5T5kfPld1jaTkyOhpNNnyrevJMn8A/rQChdW1yUG3ksU6v/5at/cLPwN1vyX/B5N7ul6Fy
yy6Xs3uNFUUj24umg2lX7sPro2x9WyIOmhXAIT3kE25HaZvYgW9jM+E+7X3FHrpLHpbSd+ZhL//a
2ppAw8lhF7UBOv+3Q6WhMda1Qd0eTGTzR+Gq3VXvTfknwpa671a69/H1qW0EAoubKmmDSVzFmbsd
T+rTYOV57eEm0s3DQsEQD9WsgaSIq+4zzdniEMv6zQL8i1wDufOiQkADYY2QS1qt0sZxEUdxU+SN
Qqm8G6qiOrm2iP7DvbU0wank8xKgPXw7wQFmZhiHnL65p10aaZ1zaOd6z4Fuax/SogAwi4/IUvq8
HUUkUTxYDftQG9vhSSmz+AQNfy8O3doci6jdcu7gTa07BRG6t1FdjNyOPbt9KJP+OYmr8t3oqOVD
FJX1P69vjq19T168iF541OnWom+1LjxyXw56Slj3MEWa9WVSEUa0Y9M4vz7UyzqswiiqRyAaX1pk
TPH2C8YuEkrhrHpXwxoxiuPn5M/S6wzNn+fB7A6F48jifdNUWuy7ioFOoi7ErPhRpaTPqPsZX7ve
LrWnKcvyL56V5l8j05q+1UiwfCvDanqGtRJ9T80uVQ9Vq/xJKVQ/F2EK6KD1hvoyhMIaH8yuzotT
jRc0uvtZPjsnzoL2zczdTj22btrhuJMU1Na0rDB38H8vpLf1J1iwPvSWkWLkfr39BE4Ec1OGJFJ6
Hrue8PN8VKWfNgaAX8QyLKpMdPTG6Ker57bxI8YG3T0alWVCokwAO1xVNGFL3jCAGp+GfLDFASOz
6AFeRo35UVPO9Tls2zR8LNWujZ/NXMn/fX0ZNyIu5CCgWy3ciEUR4HYKeuyUQJO5KUe9mEEY6JGG
yuMwPjTVVGV+nQzuoxyn/qTpVfj28oFBtZdbE6AxdcA1JUpFtGquKS1f3Qr6iZeiBkC8/fbggaCB
ngqIJaJa4G+3U8wyC7bQCP17zMaZwhgFYAASuuyKY1omNXGszN/e/uRhR7UK3SVAonedHMcpmrkc
I+iFLRUfuy2TS1oJxR9rfMdeX8H7OwbYNHcLzXmg1OqaUaNimF6oWCoHKR0cEPhTewI4KR/dajSO
VZaPO7v+/uYEhQpaWmVUHAXXaKUoCk2vnZbPmY/9KabWecRjbS9O2JgVDQBU4ehkUvZZL1qlTWo2
VXEeWFkyYZtpXqacqtlYhGfFHZ2diG9rNLBtiyooZxm9oNstMhC8Vp5egSfQMnkUapOe9VJDlV0T
P+zCas6vL9kLh/X24kCiGZ4HPNqleLCWmcxGci+RDEVgGJ2eXqhUAHdSYNW1D6HpFmmA831VP40m
ZAJ/nOEEHIfJ8sxDrKbmT4yRXfc0qFWbn+y5Ae7jNFPzfoAcASQ4S4dflWpUDcXMInEoTxZj8Wvi
9W6O7iDbn2ZNCReJAOl8sTSei2MxVl7yRwyQY34mspiaI0SVTD3pGRpbp0qJ5CfZ2JrwxTDpjV+M
GRwdQ4zz3xEbvffnvnOfbaCk2D7qov8iTRMSskU+lV7sCvLucefzsRqrr0fqRCpA+Ly4q65enlGJ
9dnEAjugrRAfNGPuj0VVzKfXR7l/SwEAg5ZdWr6UCdb6YhpwjFpaogwixbK+6Mrofg2HsPrWmcmb
qeKU7emE8jdlPwKF5cj91hLSvZFLScgyUCPd8hEdSE9Wp+7psGxOiHeapieNgjstvcSRXg52sgwm
tOvP6GcmpxKY37mQu1H+1lCwThdmAHo2hPq3E1IUO0GSqSmDOAnni4LRB6qtIrvUMCN2lmnjOiIz
XJpIC2AcCMjtUHHpFUqsGGWAcqo8N7Ybnk1qwjtbbnNCv42y6kxSfq7SqhjLQEGE/JccgH20vaNd
Rn1Kd+7XraEo8y2oV4o9dxYmbVK2KpLcbIa2+4SZI6Z6XRQfxrHfc03a+nS8TTiVAQai7LKKtLMx
G8D9RVUQRXp2BRyQHHJP8Z7efo5+H2UVYTSooYgWuF9QG3byZUjM0HezeQ5wdOx20r7NCXGE4F+S
+t0RFSIjVoWCR3xgYJTtk2uqB1tJ3MvrE9oahQHAhtEGQ9hoNSHR96nd60YV5LkdnhT8iU5NV+65
U25sAxgtTIOwiLbDumtJySBORKmVQUGryachPjwUbvNJhEr+5tYGEjKAVoH10eEnJVqdII36UCdd
7oVy7BMapFr0GGXSffs+uBlmtdvC2O1cq1XLoLfzv7XU0R9IAgYf7a49h8itTwcegqoXLE8Dcdnb
CaF1WDWTVMoglYl7hqJUd4fUiKxnEHipuxM6bAwGAZIkj0uVbb62OQMVlaR5Y9eB7ub9JUmQUalq
kX+vhbMnEbZEIat3j4oeolbLu8fuWzbmb8+E00Ze6olYBIsUB2rDo/ah6yb7KqZMO+hFYgW525h7
scrGoIu296KNqlPgX4VGVSWcyO07EWALrPTnzo5CeYxbr//8+qm6ByTgo0alZoFPv5TEbieXkxXp
zWSX3Avj89gKxDbVn1ldQaVMn9LKSPxomj5j2f319XE3TvNSHVvQSKA/IPvcjuu2yjSmYVsFVK2K
P8Ukk2d8d8rTzijLpXC7doQs4GeQkVuwyGuoQ2LPQx5zooNkSjr9k17OdnSoTd4Uaotl3VxcNUzl
x6E2YvOdtEDP+Z3ZR93B41kbAzyM0/i9PtM+eeoKffTelX3UNx8jXSbVuzlEisyfxzluUeeX/Vdg
1+Ivz0vT6Kky56i42hRpnYsh8ZDHPtSqiZgilvzkCfCJwKKhQF1VgMraQR1aMrBBquGPeDAL21fd
KfrH6Ue8krS6r8Tnwannj7pV5P15zk3lU06pCrPZNk3+9UQd90c7TPVvWt0N8bFxBlvu3PL3J45P
CQYJA6MFarju3yjI89KTzqtgyqGNO9LuDtKC25BlZrVzuO83x+1QqxMX53PTJWZSBbHhZCeMzruT
gN775iPGKBS1FzQXD/66kiLGEcFET/BChpFy0VLDONS4w/yHUahq83LBacbT0r7d6NKUcYLRm+CS
mGbnoTfisUZZYrLTnY+2/I/WW51rb3lUyH1JvG8HGtlqodWw1cNMaIfGHdujGAfc4E2lkY+4E8/a
zuna2hHcwAtzl9IyTYLbEVs3T/qO/Dow487923JS8dWoukr1LVoRO5/xpdN6Nz3QprjsEHXesT4d
L84MpWsEegHCwr7Pytr64+jW8XQmU2u+SS2U9Rd3QmmKipStlce2M6fxYoVu8qdIilr14SGr5dEt
ReqBn7dn5IvnJv6eQ7/wDq7g7T1AztAN2rqe1R+ybs6HL7bZ547f9Z3lnuMZ2L0vu3LyPnFxZ9PF
RK5VP0Qy6iAUUxObfNNNLPPSRXYj/YpLVB5xaJ6VQ1RrzuRj9adXxxIDssj1XYoh8lF1xjk76mWc
Zm9++iFQwjpEaAnMG22I2/XhIyyORTPrkyT1iSKlcsq8NPN56PZEEDY2H3iDpYNIXg0EYJUOVHBw
7K42RdBMeHzkbY8qdGv0dKZm9TLn0dux5yguIC2P8tZi+buWFHMiPaZ3OIrASsvs14ywmPTrqG5o
mSuJsodF3riPmNqiDI0Q09JBvP2QCcpBdp0wmqrO7QHiWHpw4lA7vP5Y3ccZzMkBHAu2dEFtrApm
HjWdJiOUDkaaNZ/YpNXXTIrhyC2V+YMRze+a2Mv/eX3QjTO8pPQOEJGXOszqHTaGOdOShEGtfNT9
Xs0lZ8D92yyG+fgfRmIbEs+wSZBruf2IpSfGsJKuCKJuAo6HjoWwPiQFBkknM+Fp2dn8W2tGgMF6
oYdOsXwVQFEaS1MVLZ9gVofwZGCC9EHz5j2DyK01owG1OHUv/LN1p8FLzTS0iroJPKHO1l8W1LTB
z9sEt9C0disvwOrbdE8KEdgefOM+cgNgSPzE7ocrQ8J/+z0zbcZxdnCaoNf78kfG+zxGvgLPUPGV
qNIyPy7bDmGjNM1m34gcpfGTzIjtnWdnawNBKCMioD21iBLc/oxG16q4b/MmsLTKPNeNWX0MB1N8
sOakeXx9B20tKQ0WUj9KKYub0O1QXYLYPDYwTSAyrw8vkRXr9nkMUSA4vT7Q1m2GUeOCTFhoxes+
ZiM1xMUti1WFvPkU5UoHIkX04snTp/mrDdxyB/azMSA6aLRnl9O/NPRvZ2Yr8wx3pBVB6vTAi4zk
lxeXme9GWQJGeQ/utrFkXNIUrWmyM7916doKowHIBe9CpRjiY5wJeUra1v0ozXEvaNxYsuU9oNm3
iG4CLbmdWJ1iwqUPXC9gFgE2Z2ruj2Vvvn29EEfk+QF1QZC17r8VeaIN9BV5fXjFP1NWmekAJZX+
3hpG+w9k2fbo7ctztgpGfh9w3X2ewUSg2GSLoKu0nFgk/ljl+ecZMDeI6negxv4VnrXTgd76lKQy
ZDI0OAjCV6+5TEo+oeMwyVnRmsM0zV5xQFpJe3sJhMtkgdiBRaISsr45NSNMyo78J2g8aKlh3Sl+
KLTyMExir6S8cX0yFOhE6EvwKdbmUkoyKU04Fk0ga4NeuqsOU+CFWfJY1FP2NKV6dyrUcA8CsjUq
mSe1CuAzMKdWm9IJLSdMx7gNysmJHmTWaufIHLqz1E0ZmH0rHuyh2ItYtgelWQS+BUXPdblnKLLI
M/OwCUqaKY+NmHtfl6G5KNs1x6Tk3c2r3SbVvek13xVdcwA13JpUSVaPhDYZKeC2qg36WYjmHCpZ
/ejyqT+iNw5m2K7aEgGKvDw2qpGBqXbtLICQhBdbYsE3f/1a3bh3AE9osDyg7y0A0dvLII3gjvBk
82NKG6CGGI8d8OZDhGXsDqxs42Oj6YfYBSw1qMDrtzHs57wZELwLhnbIfyaGGv3AirF+gqWfPnuG
0hCEVNHl9eltHFBadDRzEWfm7KwlcUzRE2mYVRco5py9n8vSeYJPXu6M8pJn3949lBGQnF0qNqj2
ruemewNGnCZf0RZ1cypGLUccv7ERa8B5FC/WFNZ6Ph/zLOme6IVOx6LLp6Oel/LcFRK1MERYi7et
LLxr/BOWXjZlUxZ4jYNvZ3uw086RV9WlsmKEdfmYzl58tYZ5j+W9+srLUEDeydYXp2H+WGUaSZ0A
jW2S8YospOLrnhb5/Nf2+U1r+TLKQiYnBOA7I+t2u1VzbKwNZxTjVTVy9RBbanMm9Jl2Iv41koFh
FmE8WCtcRPRB16VFKApZ1yTJfDVaqsBB7tVxcxmayeEupCMBvl5r2+qhNkujONnYlf5MlNbuMcPp
JVoVdAv/tvN0Lj+WRjzHhd8lnf09g+5qnAyzdAIcW7XqlEHSaE5tpDpvtJZZfj8zwBWWljuWJesS
Cq1bV6sna7qWo03lHy5GxG+QoLIKI9/Z+C/WO79t/GUwzjTQPZ4ldv5aCdejEmqqXWpca1uDL0aF
rEE+eEKHhH0ApMBGN67N04eUopnu5xr14TOWYKo4aHpaySMuQtbfLY9R98dQ1HbyIVKzPjuaooyR
TVWi+eJNU+/4mabIr50+iIy0K7cb3S+62jVObdI12ddemxVxNC3ZaWcjRq6Esae02pmscxtgLHOF
V72k5xSoIOat7m0b+mta55l5NTyUUCC/pN1xVtTokOuh9bE3kuKvymreaInyMiq7kHKBQZJG2nS7
6weJoIhS68aVdEWzfRMo4WWGIlf4ZvtW6O/LYJTTIW1DuKCiuHyC38rqltG2XpbO5hV9LYMrLJ6P
sI6bnS7LKrJmlMWQguuSTUrasJ4S3G9dOIljXid0JB/NPo4+G7npvrMSbX7AK3fYIWttjQf6cWG+
cR5getzOKsm9EcUICPhJEto+HbjqSbOT9NGQETiAstlTt1tFoi/zc+lOYLdBgQf22+14Yee1FaJK
1pVfFH9HFm041/R2HitYfX6FlM17+ubzuUXmfefOX8cW/x8aL5MXdhA4xdUCtpXuwgjFcE8oSeOD
wosvXTj+0yJr9TgkcRE0mpUca/KXSxZ6JZaQHuYIE9/99bt6FVa8/A6Y29wLZGpYta92bVfCWW4o
uMEtzu0zWfp4CKGHHJW62mvdrnLu/w+FLBoKSYuy1ToD7VtPrWYRWdeG8MYv8ko9JkVVHouhUh/0
Rl6lZOCpK7DKi6top6Sxsdb0CqHWgGEBLr/2oiygp+RWp2PaWM32QSR6f+EI8WGttEM1p45PkL7R
KMrktJNgraHMy8Rvhl5tM1k3ra2I2L42QgynTpuQr8hU64Op1855FimfnGV/6odSHloho4sZvREA
9fIT8GRbBKogCd+xVk2osVntpvY1SQv7LDRNHuJW7ApjLm3X21eGThHMbgIZlAVoja0OFNFvhSCo
ehWaPTrnvgnJyDuBZ+CpT2K18h3UMGtfbxPtg9mKfjz2HW2mQ+M5RXeYbVzBdhK/+2WH50QDAblt
Uj99Tf/MdXQyu9xQr21cX2feofHJaJ13BJuYXDvW+xQRn53A5D7IImtnny/fGUDE+vkBkDyhZGny
EQorPylqrPm4/o07N8j9aeKKJJpbYJAU9NdF3DnLBX2w0LhO0hpwxJD9Yws26FjmYXSuQA8jCj/X
PxF1onod93tybhuTXN7XBWdkEIOtk08xzdR5ksK8VlploZ/jJYFD93/n6GyOQteYe4d8013j9krN
KppcGcwrQar6xFfPvqRR5uzYB73gbVbblm4W7SzeOeq56zJcjfUu+nO1c1UrL++vIsm0CL0wAdwM
A8O6Ld/rSt1a71A57KJ3U2p7o2/GZfSPOztp+NzWtVS5uVIzg0PntAgCxAcEq6p/ygn7rQcFtp9q
+UUTOl9iALPTAdXc5FuiugjECcsSYDuVrFCdZ6Hl7eAnE1WaA7IS6V+qEff6o+nIDna/UtnjG1VX
uRi497mg+H4vsfTqbrJiYG9jlJrXUbjle4EYOMRjJ/v++itzH5HxgtHeoOuAPAYH8fZeoO5o1nD0
zWsZhePnIpu7z5HbwS3vhXGiS9ufG6Xoj68PunH0MUhYcJ+kIVzvq0FNPXJafcZotta6+kG3CwXn
P8N4IK4wMV3zklPjuekh7kS2p5ewsW9pI/Kg0j6igLd+3fW8SnCwwR4PH6/+iAqVdcxksaeuuj0K
7xlqx1TC1xeN2rFPAW4717Gf8hNtHPMJs7K9eu4LwWt1Oqi8LDZ/ZOcLQOV28RKtwT8ghi6VoseH
hYoCTnLQsDIam/Ys7DT7Pmeq8TwOavLZY2l/8tbFx75p+5/oTU/Pr6/qxlZa8koK2VSyKcKuk0uR
45PWKrg8AiV9ooXwrs0w3nHhesYyHN97ipGeXx/yPkai+LOQL6EowP9ZBy5RFNUWTGo0tUolfNdJ
zzwlg9k+lOao7tzq90vKatINZjUpH6ILtfrW0ooEsaByzYEH2P4knVo/Fo6d6juh/f2cWE4b8Ag8
IB7Iu9qWG450klrlqjTj+L0gMc58RzT6H+Hg7Ylw3h/EZevwUCxtHqouq4NIQ0stvdllrDAtnYOa
92bpF5lbiSOoobj1VbNJ2kNvepOB+nyqv9GpiUvOAihGIsifoOrXQYBXzXMbaWUU4M3s+jXl5+M4
im9v3SUMgrApenO0lqga3i5dnBRdZ6LHGDhtbfuF6XRf4E7Oh1LG9k7HY2vxQCq8IPm4vNccDk1j
zSqE/oOqKvSHBl+Es+gK66mKI23nuG0OhfUt0ROuB6SBt7MyYPuREnWw0mX5sUnM+oG66x+zk4ud
quP9zkfbBcTyYrEBimf9RNRel8ZR60VB16rKu07ti59abJbH1xfp/vbgrQOrhTDQi6LNapFkmIwZ
4ptF4BTu4skqy29N14pftWe178c26p4FanM7y3U/teWV5bpa9JuQ41r1posJS63MTsD2uQB/oNfw
j1DSnF+vz21jGPiJHC8ifCa5bheN8A94ubsah7aWJkBuJu8lT/Ll7aMAreM94BwR5y9f+LfKQ0yI
k4YCKEmYy+5Qg1s85IW2R26423YAIuiJ8v+n8EAhYPXm1KENShCH8aDvXdRApez8zhm/t7MuT6/P
Z2OkBRiLYwLXLqjV5d//Np+iQ1zQLfQ2AP0jaKKoP0zRACyOlJ2ttzkQhUpIbtyCwDZvB0JDduEO
KW2gZ314yG3CgUjLMyRB3gqSfjGBAIi9fLlFNWB934GDa+oMQN6167vuszFb9Y++Nt4I7HgZhQzE
JP1gU9/RqEnn+4kiBipsUTJ8LmeUYefE7naC87tdDXgEZBY+GihcEems1qclRuNqRSWmG7Xq2Ndx
dPTmXQWk+8WhNkApjb/obYFXvV2cEikWbxKwupCNMrRTMtvZxSs8YzjqNW4hb91ytHEorkPdZyxe
ptvBbBNPhdYIvWsyzLH9WLr6SCW1LKbQ12Hm7rxLd0W1xWlzefioc/EErkOKWpnragLMcLVMYft2
3mZ+ZcUnZSy+xVO5J2C7NRqGeySFXEN0W1fXw9grSG5Hc3gFyaL/GOsRM8+sVh47ktXItyLrje1r
duHCrae2TUmHlsY6d1OlVD0FCGdggGg6irzpTtIqpxY95q4uL4TIb5TjW0Zc/LsAakF4oJq+KnIk
eWR1Az7b+G321j/ojSjPDZfI59c3yf2+X84UvGWeDnhXLwXE3+6lHLatRitKBCg66V+8OhR/wmQS
D/9lFKJNboqFubGaSwnfCc0rIAYebPsTrtTUHMWwp5l29+pS8mZxlpLQImy8LjJiD4YXgt3JwCtn
50OmJuLU42PwZKQYPWX2MJ3yWnsjwJJlIrGlOU5AhqIEzIfbU5abjaWgEy0DxOqKs1Zl6VFtJILR
MAd2rvYlgL3JkFZDra52adHyaugJB3rhzp8NOzWPU7ygvzUjOSb5mD17U5w/Zko2nF5fv/vkjEO2
9HTIckk3KavezhKpPwvtbl0GY9/Gj1kMus608+oo3Qx3nxDt776d/aoNnYtolR7Bc6hHLXxfMJN+
7rbFzg+6v0iJgelm0W3SoDOsZTL5CPXcjHIINBc3FbCbygcnccvTiMLzTgqzsavA+QFBXvq5S2f8
duqIqAqjM+Mx6Ns0v0DLtP286wdfG5scn6tqOvUiNnYOzOaguLcvTHUM3NfUAtolQ64g9xNgjlk+
RcDEzllt9gG9C/HsIF3+K3XTvdbSXa1PB/aAWjBvBqXMOyAQuVlUNFXWB3asFumHVJSWj1zaP+Fi
8jWjeX7Ikbv2JYAh7dJbzq7I68aqEi8vzg0IfC2tgttPbVVJ39ZdNKA7F8rz6EzJUfQRiZuMxsed
Hb2cy9Vhok676GA5C/t5TSLqPcol42QMGE9FbemXUeNYfiST/KOWLeo2RjqGP0tmOftS02PlmHcm
cv5zLyiahU0aWTune2vysM0IrYnbgF6u9lktaXIjOYILX4H9n2P13qEblIunFs1lZ+5LJrCeO1sZ
QU8SBf5cnWZ7MTKxZTIGoahHi6ZP/THNv+u5a8HrrdPxm8MHhy+RYDbs9xiX+BZ2XjtdOG1rwgY6
iIQn2I+gGX272ip03qroOVh634KhyzxPnmo79t5ZemEFSaT9qA0djaukGpNvaSYeY9X9YkdmnPmZ
2549vTAPdYTKwSUR6BruRE8bhwHGC8uArBhnYZ1nywnqv5WpIw+j1K0ni8q3dRCU+B0/t6ZZ9xOr
+aKLUI+PJjJFiU/LIZp2uklbP2LJSwC9cyAoRd1+ogQjPq9XujHgFWrGo+0i51jYInzUUrpLrpfJ
g4jUfxunyX8Mbodm6us75T7MIho26c1y43MTrbMwBJYboeZcQ4msaczm43sdI85DQbT6IGqxM9uN
9419wF4gf6VXuDajL2rMHpw0nYKmiNtHVYQ1uYuAmuGbU/TeVYvaRze9DWpiv71McC19trzjMD3h
LGKCSB13DRcMkzQOm7icAkq9xblFGoFGkYuNS6rUz0qIAKbRWVhoCGEKFy2GpvrsqS1OIKknW/1Y
4WAYGPPQXqJcDie9sX+W1VwdjLLeiziWc7E6vf/H8hDpvJDybzeFqwytjuMHKDzW5iyR1PC71DR3
LomNrYca73IfcT7BGqziGqPutbqKkynA6C5+r+g6QI0y0lDen82THLIJhTdLfOpl1vzKnUT++frO
e7E1v5slon4WjjpQmtbhb+FgQ1Hz5gAekeNlHtzopKuxgkYFmrxNFcrPRuRlXyKu1INrAc1zI6X2
4zwxz8moOEdncgx/iiztkGbteHKpE+8cjo03Gl462AgdnUh0HFcXdpugJo/tzxTg/zlfy2GaP48e
Gj1+bDQN3VU9bL/lubaTqK6xZS8blTtp0VUCYkNl9Xb5G9GVXd9PUzAoXn2wZJP5fTyMH/idn9i7
mD/WVXlyqtA7ms7id12r/RdRW+NTT+kUxLmzJ7OxcW7hCWLnDp5OBdG3ikvbIVOmMInngP4LXW51
6MkAPUWiEtGlY3YRjdOejZyez+Aq2R+vb5StVaBGRKvKZpPcUd6o+spGhzUdtKrW/zMZiFI7BvF+
CxDXr3MvfpfnmfdfFoHyHvRwBKuhFKxOBzpruYEP2BS4jlSDydU46rIVqnrJSl1FQdni9fD1OFFx
gsvH+A8FDmf5mKGgZ2GukjWtT9Llfq0wj//2+gfZuLOJnNDr4MeBiltT19HMCx20MKYALCv6IGkK
O97XYofWzdxE70Zj7Nqdt3LrRqJZQsgGksegL3+7JXF2VUvFwlBobrGaUMbc/jTL/7F3Xs1xI1na
/isdfY9eePPFzlygUIamSEqUREk3CBk2PBIJn/j13wN1z4xYZLBWe70RrY6QiqxEJtKcPOc1S3Um
dfsczMIWDdx/3ZzXittp0N9n9K2OpboWJkWFKPb9YGuohFhcm0SXXwSeNN/UsrH/dIFB/KkhdJbs
WqhGQFoG0zhnGPLiSgQs63JSQcxFQOdpt2fHRh9Za5fr1srdeZs1umuHzYSa66ZDdWmnF7xhHwfI
b4Fd5T1qEqb+efLm6ugObYIkIM4fX6fMa9W5kXohtCKOhwjF/Yj/n+aZ+mCytDjtl+t4suwPAikL
HaSYs2zH2iaOcAxVXQdDgCQK+k9fC7vZL6hwXWRBQsprgLv4sCAlEKIC5oUdggJnrlQ/SjFPN3cI
VMjX4IGCSjvxzdORa/W5DIy60q9NUsfD5RDE2v1I/i852NImlwPsoLip2UeNMNOC7N6Z6/q7KDXn
KF2MZNteTe/wYQ7m7UpR5ue7HuJ8a9hXnoa2KaifIR7ORCfPJ/nTZ14//ylTgsq/67Yi5ZkV4jJd
GVgbRBCDi9dX7/M3Ryse4Ral5BdKuqpLVhxprF9bQEfy64Ljcdr6dWOVt/rSWPnm9eaeX+w53BEC
WJG65MKRm3raKxh6QZ54zGFt8cBSWn1rNRybGZYsi1/s+r49jn033WmeEgRDZBRXHLo23ZdI2Agc
xGY0xF9/prXJJ5ODGJo7CTk2aHzsKieTY7bLJY9Na7kG3zKJcKzrcjsB7sHWjKTCleaJ0du0Vl3o
EciXbHhn2Gnz5fVneH45WR+CijoHyoqeO02etrPLjo0mw7Vo0CMNpxx7hDCxql2ROjOpTVsbrzXH
LLmj+fOmQDfrAg0tf+ulpEDzXiM/oqny/ayyJkpnFNJff75nk5HHw1IGoi06hz6Fx5PXlqPvGY+9
fl2ybqvQSvPSCdGVsebo9Yaene1rQz/0z6AfkrE+mR++rhVLhpTvtZjKkkCj+pbM84PWao/SERHA
5p2r17vX23yOZKMuR7Pk1UBEEo+fBBRuXGInDRf6WhnA1Df9oA3vHdHGgF/GWGLQOQ/tLTGvVoHj
y608XCrLrUIF91I/0//nhw7PYjPObKUUsYGvPB1pZaU1dSelX7d2H8hbLSWAujQ4RW9kXifBruLe
l0eDa8/xFlhc46D6D2SJUHAASokisf3w+ui88OqJiLmrUMNc6zwn8V8iBrOBKWJcd1Yvr+JAH97k
jgrO3c7XVXayCkk8EX8zu5hqpyqQxtANsyAOvVbT5H53+xp4fVprYxPVReJUGy1VMrvU8TYwIsmt
PN4sOGN8TvtABeE8KAocYV6bDaYdHVSlc2yGH1ycJ89H2pX8DeRKbkFMkpP3Qg5MIwoYi2NeGaWz
bSZDaXcmsl6xja3jhA+5YY6zuqv5N0QFgxy/sl3sEYpeCeDSxVb3NCW3JdB+SPhFobcHmeL5+DDI
RM1R1VTl9CGzcnvamc6kafdl7I/y0Vdi6Y5BnHlOH+ZmJsU3aeWUikJkaRynixK8iKoFGt1k1VFS
dzjdu2op5q8ukJHkRuJ1MVzXfVFpZ7bN51s5Jz6pI0JhjlVkUE4mRta4synnJDv6hTJBRSL5890u
XOvTvOQTkNPRlAYgcScAxG1rufVR5QqGe2sleRWZvZFW91BjpHVmq1pfxNMXtabYAISuRS+m08lW
BaMyztusxGrLS6fbzun7z1QZWMuGq03BberNuoV9DW59h9cXyrOti/wW4ixcmECLAj45mSG6IreU
1GZ6HFJ4zAc5NYm/L1F8w3HLliXgzKA/QqFKJA7yaKmeeR/P1imJVKrL/KEmAYnz5BgrJ0Hg5Lrp
UZbBJEOMRsd3pifOFZafDy+zn3CYQ3xVbj8Fz3uCY2Z29PpYI4/ub6whmNo3eoF06zflp/WfMTeV
L7hNYQTx+vA+i1Q4oikFwO5hdwAYufb/p3hoFfYxRYbESjNn/kWrBdpeYDe8tx2hnQmKng/lGg2Q
6Yc4CtTtVLUoGKfKp8gijkq66mDigLpP0QePXu/Q81acVWV/bYaEF5Xgpx3S0tIUcujEUW9LBz7R
7EXCapszse+z6xmsxrUPyGSwLJ7lmfpxiYPC7MVxsAOxR7Bx2E9+bb/zxjHYmoZG2P16t56FUyuN
kkSOASAdkPIpLMoMfDGU1iCPxPomlpvcUjEws4CJ7pSTufEtgWgm3ibQDuctGkbe9LkL2rQ9R6R6
Pl9A3kCJ5Z4EFR048dPhHZfAkqj5NUcyu+KgS1PFOxjVjREOnnGW+fDCMK+Vk1VWA3ohRmBPW3PM
eiJNm8qjxpTa1m3VHmpfBYcxscw8NADPGmemzwv9W7nNZMxIXoIsOpk+eSFsBXpXHpM5d/HMycH6
B7nXfXQ8bf7z9Xf6wlQlHlkRbQB9wH6etDX4s54pXZdHI7Nkv7GtBE9M3RzI1L/e0EvDSGUYpP1a
ZX+WXckNjGiBU0mMRDN9Y2FDdk1qSt6YQ09loJhmdabBF0cR1da/9CBIQD59b3o3+n6mJnkUExd2
4NL6JTKZy6XrE2q+3rcXmwJMZ68bI0H0yfng4Vs/LI6UxykO3GqzKN1qotYJkuAi7b3p4+utkTTn
0Z8chEAuCSP9FaW4MqlPFgBEwnKqsUU6IoiM63GwkZYhbpHcra4xtheRhdDzg+9q15o+fckh0W+r
Jah3SpLWV0SZG38pxpt5AOgQYt45frUX6T5Oqt6oufA2aVIaFykstLC25NRtsOLgYmBmBSZpwgit
oUz3siqRH+3rIHtIDXUte8u7CQbX4JKvaaGoVxvbIiiPpLTnq7mz/ds2S9st0e6IvcR4PTY9VV0t
LtVRFYPc6qnro2/lofi3qPQhU4YUVM66YZskKQY9wxDxVePOHLRPVZffuHE9HxodibYpi4cyzKRX
paGXdO0RbLyRRLnlV29ry2mvED0proo51ve10yp2Cj0OUee8rWO/3PJU89HHlHrXDIVqhvSC4uWc
PORk8e+RAZy/GrKKi6hRQXHdrUo+myadOvfGg5afvfVikDeXjbswWAGq2cF7B7eaPALiyOtZq3Pv
pno0xrAUpdkcAuWJr+08pWnY6g3+WQKTy2KnKpcUdZhWZskbWWoiO8bbruURmrexBJdZonk1hkjS
++bbU54d/Hlc1RX6apza9NhzNKt3rg7V/YDNix0/gBDLOncz5ChLOBt9MPrp4HhF8+c4O6CP/XRO
7R0qZrPY98aqaKZnRZrtFggLxG7Qq7gRs7TabazhHBBZqpuyHVpjctnClJ2vNFhPX8yhbTDrFIR7
49K6yS41JnPe9F6PHPPUq9mM9Fz3xcZpQR6HAfLQuLnoU6cj0TyW8tCXXVpfzQGuUgenz8w54oZQ
1e8mCJD9nvrxiHZhXJIJR63CJUDA9UK/BsHlGPuyziu8wJq8MWGO+FrSPfRl3mrvrLiY/uzt1nLe
12xHXbWxqbgVG0PoXbBLg8Ib97AIiKxHs4RYqiy/kyTbOGN3OBeM9daYCoEQ2TT4n0y7QoMBpNJQ
hG3jNvgckQErtqMjg7dNLfVik7UqrrBfizMR2kEylftmKprhvQ0Re/mUpZ3K3spyEJ9HbIzUQcpM
5VHddJ0besJpqjdx51UwjbLcg3Pjpi3JNFvlXAActFySNsyLITc3WIWbKTfCriw/W01ay5DawGgN
4ThRUUDSPB/uEVDy7cuhSMoP01wmIJThrHV3Dag9qwRIYZg9zazKWVZXKSixqM7Fl0mHndnR6RrP
XVdQ7PeXvYNL6nGxBRnRrvdwQ8oyd5p2yBur8ibO43R4r/lC/5MwvU2j1OHWxgLCn27rG1IVmF3o
Y/tmtlTb33dB3/SrumapT0fMf6QV4npkj2HFbWa59ESuN5tFOCS+XemvSlrYpQddHKLoMxYX/jIz
kXyUbtyGjOJikX7uK1e7KlD/8t+IabZSBScjKb2IgGwU321gK8H7NO+bNJKL27gbrdeVTip9GNDk
m70JBjMOzXtVOP70PTYqUd5oOY3iEGImcjdN2NObduxzwAOyzCkR52mef0jAelc7O7fHMcT2Hl+j
GEmFh1Qlsg0dL0uHW9x5VR3qqpiGKwTi6mKvEWtrETcER8GZHmzvjasQTtug7mh7oe71ttwq3lsf
Bkvb5pd24VVDVJpVI9ZTqyDwdkqRbEvXHpe9kn1ZXccokAVhnFumvBhax5yOKjNRcBicCh8pA/Uq
2Dt13saQQtdMRrY0unnnuEyKTRZXCabINl5ve11XTXVBxh0PtGEh9RC68Kg/oAlIxsHVUmjdWqnb
wx22S5YOP30yg03QBV11jeCBpb0Vupm1b3iQTvs4jbDXj54Rz+m2ZoK7B68prSUil9KbEa/at8Kl
LZYHJ0F4T/B6UztltyD1vfE6WzkbD4X1iTUQx6azwTK+c6KqMpDKZtJPAxbaufL3jZr7MtJ02WR3
sWtoNZtoPqjQB6A/7aUNgy5suYT2Yd13i7xThg3hy5iR/Qtr2bHXdXyZOKhVdPCiNnKnuuLdzeVh
aSsywFPQVB+SmVCWRSWZrEXTth+GPA+qSOi1dELIAd1niVjQx8T3Yn3r9aghoYwI8f6qoSCDQ2Fi
sudnM0A/5OWatNqnCmZJyB2og3IuamhXWjm66gL5uHRkcQuBSYMQmR72oDA/6bK1u410YIAe9G6e
7Whim9TfirihXlHMQqVhVq5eyX6NHGY4V1m5bGflts6bwu9VftEVQw/5ahg1a6a2qjSU6+w0H9KN
249B8TW3B7s7NlqAGxibVixD1PX8fudYwroWLWyPJcxVrZrQn+sB0dU5XrRd11T28tXI/aLZuXPs
fRqFI7oI9zKSvaYuhzmUvR3XSFPhI7tHJyI1Q0PqNewbhbdt2Jmz/Xapl7raOTzh/QK7v/vULAZi
BvDF4OVs2DpKsdOhJD1k+lIJdqBlqe+SHpcPsnTwkiKqlF2yBx1WANyYMtVsc0ZhXUFFokJtbtpg
g2kSZX419vOnFqTMvBMeIiebURgLFpn1FJj3cC+G6s2IqlfTgjGtsmJTi2zQogTCt38N5976uEyO
jUC+9NRNhdQnAM3SssYPeJvM3WW/jMXwsXdVaodLMmjdBZAorw4zYwbd0fpO2m1B8RblHlmkPIuW
RkJbofw4LBdx2S3ZR1XrXrvrKK1mG1SohuU42eMw7XS/a/1ospNA3ThWE7z37LxuD3FjmN39TAbT
3ZiNE7eH1ltNnRsRI+MClNUf32C6kpe7QvMX7YrDRH5EeBqX9kAUGb6hJEm+kUbK06hjsClnO2gp
HopkkeLGzL3a+8T1jxDB6j1r2rpjow1HrPbMep/4OOFtlg6Lhe3siLJgS7JEcgTFUGFdwer0DlA7
9XIj5sQ2dyiyEQpS7RiX7UKkslaXqWlt/Kpx0rCbLXvZ242ZlLem1aNcOdbJ2F0EXauMy2BJPWya
agPkuWLqU1VQsuh2qe7UbqQbRTPuy34hfJG5mXyYfabFJbMfSJ2eklnb4uNWqiv8/MZ2NxuwW8Oh
EGnxNras7NhXntFs3HjM2TZiS5VYoRmDYHAmGcPsXutunHpWGpmViOmt79V3U4bG6y6zF7Pa2wZB
2C4ZAjFcNpLodlsmqdTu8TWz/MjuulQrQsQoRgI9rFmCeNlMZlqqL0nQ5UEW9qWGJ5M2FkJu8lKi
owGtXcid1jaUVFsf99SN18tkimYj1rQP9hInX5O8N817LZXtgxEb2AZEuqPm7uDCRMHlO82Eusym
zPjYaja4r3ggWxcGnRvPO4LwRt0GlY1BTFvX7dveFEFwkWC7V4cEeF2zBZ7v1jvEUVOU4yynDDi4
muGDQ97v0shjN79AbaCHgsiIFPu5ZOYjIDi1U1TWTvXNmPTaiea8n+2DGBbtvU4A5oVMXWeOhsXw
683s5pZ21Ga9ynaWFP2lsPIy3pW6Zik8J1KnRj5Aq3scXlq2gXKxsVlKHH2utinbcXCJPErDbh9X
Q33hMu/7cDHaGckbq6juNFO5PgEY4e9xsgxpRSW3PRW6xZQ4/F/MLsjSnhKL6tLAu0zI1NuhppXm
PbYDVn6wm6L2Qk2x+1w1i3KD0G5QaGSZEAjveVNDHJHWGY0rUcW2uuqXDmuo2bcQzIgdOTPPvCVj
yqB9yE7UzbK6dE2vERcEHL3Y5FgvY7IR99NjsZjetDcWO012MUX1JXTn3m13hawyazuh/5u+YS3k
414OKQWgAocjn8tYtYjr2kjmcl+tKjYh5pgoTW3QIx3fWJlR5F9jlKaGyOi0PJ03VSPlnUgK+Vml
uY1GoJvFjWQjsHr/SgCLTUKSqBpWv9wl83gHRXC9HIpu0VPOcTVmN4UeDJSfJ2qjl8rk0rUnFxLE
twEBlbULZj1IoqJOl24OgY7F7XHOLEHsBY4k3+oKLvmhF/gYguJAlNCKHDNb0uMoOimjvOq9ZePm
oCY3/HPV3ayWadaeEA5OMzGjn11CMsAI1jV7Kre5t9j3diGn+ujmk5y3Zk6I8hH+vrQVtQHNDR5z
Kmn90cpSB37zNJQZgCq9SqC1g7PU5jYEQdEMVB+roPNDtDrG4hvIwEW++XFH/69v8/9LHsXdX5fx
7p//zd+/iUa1OFn1J3/95zH71opO/Nn/9/pr//6xp7/0z9vmsb7v28fH/vilOf3JJ7/I9//dfvSl
//LkL9ua41G9GR5b9faxG8r+RyM86fqT/9MPf3v88S3vVPP4j9+/iaHu129LMlH//vdHF9//8bux
Evf/6+fv//vDmy8Vv3d4/NJ+/+2iK7/U339b/xy/RaL+Uv7r37pn3/X4pev/8btn/YFdBhQqpFCB
vyMq//tv0+OPT8w/SPUDjFrRyxT6V5hSLdo+/cfvvMw/wMkjwkX1n/o/IK/ff+vE8Ndn1h9gzGHi
kMlG+I3l/Pu/nvrJ+/vP+/ytHqo7gdxd94/fT0oANA2aGLgCGUdKRSTIn2aTXIiS8VhV2oXmDNUu
qHJ364r4k6yVQ2IitnaDo95PYnj/0+D9/Rg/N3tqYrOmW9GkXOGjNsUY0j1P2w36xW9EEOeXY9G1
dw1XWBHWOKQ8gL+uvpR1SgwOvG47enHfX/Q2LlKbAJhRsRndYpsi04HgamNc5YPrJBvycsZVltal
sWtLXXyEjZWkEXyE5hHKmt0gyzDnR+TZxz9Td9LfqSWVf3Iz2lNJnwcEGtAayXHvObqNkXwjF/q+
tY1m2FSQZf1wyUzto9Lq7K6Ed13XQx0SIVRcUc2pxzdaRzkE8+5Yv/XKLP9rpP5vxf0O6uanSbOu
6Ccr7qL98nSBrj/+16JyrT/g9iKeBV0aS0HfIaP/16Ky7T9IxuP4REGJIgUz69+Lygr+ILnOvOOS
B46DqtO/15Tp/IFTD5xXG7DSj1/7lSX1tN7EivVA/qwrHTIKp9WpMGO95J7KpWluq2Jo4suxM7Or
NMcy+zD7oxV8dnBn8g5mTR30XIVzXTX/SaD+1TR0ZLLrFDnhopwkUGu5ZFlhc3WzhyyPtDpX7wi7
u80w6uk5wYrTbsKDsGHiA7NEJZCsPiP9c3VrrDrDKcj8cGmppl3XWd+zqZ1R9U/cB0P2zU2a5NMZ
2NaLbUIzMalamGTbT3YrRyvgW1eeinxbrdCBWT5qfZo8aE2h3RSyeUukbJ9pc/3On8d07ae5GmZQ
RQdtc6pN5Qy9p3cw4iO7SQDWx8ApbgvkRMxQq+fyvmoT8dch++SM/XlzfKlFdKCox6KBAlf55C1O
qlvaMhUKRqosriy2lyvXW8ydLq3pg651w/6ndfXCZvxCe5RkfB/dw1XqwDtpD7W5zl9Ib0UUuq9S
Uoo+8f0Nic/sAkTjtHm9tRfeIXlMtHIAzazohPVE+qkq2pJlybLZVBHgv4QrlbqltnXMqgFfw9o5
WH56/3qDT0tBFPrXepq7amshM00nTwpdSs2JX6pCRZnpvu/GPAC4pX4NbvRXI0BfQOQgYx2AwHza
K0JtcOJc8aIlRt8g6iahhnARvn+m0Pt89ABcscExcPDmOTuftiOLRoJFN1SUTO3S7922GrNbyxVm
shvIeQTbJsf47mrJuwreyusDedo22yoAYkBfq7ACJYt1oH96c2aVV7VM2yUaR6VtxqTp3xvpqOMy
acgwyWqybzUDHb7e6unrW1tF+5K9edXuQpXjaavk10DrJujqZXMdV5Htxm67SX0jWXa/2BA7GXs3
bFmKUHT0ZGh7bQUves4S9V6ehNQy6jdmpcszwOhn3Vn3SyqSKKdwE4GN+bQ7HuQEUJopdQjfUJ+L
nHg9cpLUOAc5f/ayMKc1SQ6hKLRGkafLDIB5k+QiXiJncIvvcKrMLYog1a3uVsMV9SNvk/ukns68
rB8nzM+75Sopil8DgjAcy4j5ncR1/hCTn88LfFzMfUNOyC+2XjfvEWU4dJpzmPJgGzfDHp3eMy0/
66+NZACVbBDuaOOwRp6Oqz2oTtOKTkXSsxJ8gHCV7X0AmY2/KnUnNsy5qFdGf/f6pDk9cb01dEdV
wiaqgK1+yv/xkBWaIJHpYK0xINpSnlngN+QxHPZNWQst+yUJC+R/VtA6eD97BbetmJ2n3awEzDRs
vPQoaaURla4QB9AS5wq/pycCSEZicogiREOQ1p9Bx0aDNe2XftRkyrmaM8SDWlVjxqdrM0mLbDlz
4j0bRdrDtwlBhh9E61PGhobe/oQBEf62adBtF2DLSQgWCkHGDGnIc/DZZ0uQ1ggNwaWvgdqzMjMC
8VWfITgddaQwL9rej8Mlnc9pdr7UJ/BmDCSkWDAdhJs/75YNhVZHW3x4NnHjfat1Ib7ZeYdhb2lq
vyZpscpx0yMTUhZrDqjTKRSxn725cUrXi0Y9LrfUtrMjd8rsclnxfa9P+BcHz2TzX/luBNMn3Uoo
muXuwuCZSd5c+QXp/MWrul/dJdcOsahAOROVoxf4dPBMMHjTkBd+VJE1eYckXH5ZJXn9S0ijv4ft
p1ZO+uJWluwsh2lXuaZ2lcB2vYMek0ZLimdqAdzp/etjd8KH+FeDHpvtetHguv20WyQw45H9y4ta
t5/eN02e3U+JsK6wqS12Rr7WqVj/O7/o9MvW0oaoALAcobUyRXnh7PRkPOeu82zbXAeaOOyHeMOK
uHr6RGnReB5lemZpN1Y7zTDa60oY3q6b6pSKxfCdVKj54fVheJpz+HsU0Pxeb1w+4jLryvkpjhgq
JEpmIMPRDJYNMpSDZnGpVfvSG7QPiQXSKh6mY1/O3uH1hl9ckvABCM4B7HJgPG04hYzmaZXjRZYc
rYPRUFrKhnHZlJnunbk1PMWU/auP/2nqZJ/266VEVIQ+DtR0rtPUeIvZ2upm4oDZsaqD3+nLvcw0
cycsIX6JiPGvxslsrzqbFHtOGhdBZ82Txktt8ynbT9SW96pDa+t/M5r/bsU/CXkBAbvpNHpetFi4
JeEQBq4m8CHcNfavKdz83aF1y2ZHgAd9ysEol0mTRE68ODMY97Xnic/gRM9dFF6cl2izcK6uKjqn
FwVtyBInAVYUzY5bXwbW4l2O8ZQ8zPAwvgjDqS+5zzt7X9rmmaF8uWXf4VhC2o5ZczIx/VqfKlxB
onIqDBWmUhgHHFW1nTOI9HKWdotAW7bsppa87utv8aX9nJCXIJElAVT15C0umd5okzbStJV590tt
i0sAK8mZne+llfdzKyfbjPK6Sbe6xUPO2MgxcBD2RhpdCxE1GM7g8s916OTo6Kug8vyUlVd7lN1y
SQGg64dzvkUvRUhgilddSdKOeCY9fWNerXeiMemQknUQGaY9AnwgIjO8MYNt4VM8fv09vTiCPzV4
cnToVquvUCIPKkFZfqM4XkZFXGYfumk4px780giSvlp1mDCPRT/kad+kn9jDHHAsjm1rffPaUV20
03xOT+qlDpFN8cjGccrb3vr5T6cA1cUUDWrWdGEH84brbnxlNkFFOds/p3v4YlOmtabNwWmSV3/a
VJvqSdqI3I9k7TdhVmniuwekBAW9tD8Tyb44dqRuIOcTyz6bF6WdLy2XAi/qQbht9EY220pzijOT
4eVWKA1AgwN8eqrjg6wBYjRt4uOW2Tg7arMNJPRpuHh9yp1r5WRXUkXHPUbjDak2Z5dPRm1LFaz6
X7WCqAHpRJsr8ek8iH09m0f2PiFXLiXoupCK368JGP91gqCRBut3FQDkUvx0CqD0ttgQYryIm7Id
BmZSsbdb57IzL0w0kq6cuquZH/jWk1Y6EyRWPjWAEoDVNGE7G8O8jZXT7pw4Bs/6+vt53tqaBAJr
yZWbq+cpPHehhj0UsWOQE4FRvXM1y5VEkZOuXejC6eozIc3z6bBSubkusWBBjJ9eaAwz80FUp2ak
tZWxI5RqwyEB+/TLnVq9G9ASoyK3JtCfvqjOH8xVQRy9iF5iRCk99PKg2SZjHkq/KIrt68097xTK
HZAN6BoEFOM0WT9WkpBihZEAUXK+k+BS9gYTk+lcOubHcz9JjPCKiCrgf5uw5fjvab/AtxiqoSAY
LSMguq9xLV3pgS7RdHVRBKpXAJUgEhcPtoLKtddHa2o3Y2W2FSSqmLsEdwE+eUvS28x2gsu53AUG
dWyAA36Qb/gMvvAu1r3U3MYd3kGbcTTac1yl53POpWy2Wl1gDkS0chIuJC0o/r61uC8MrNkdhCZE
EwfLltluLmrx9vW3c3rKUuP0MP0kCcF1k+V7cujxxhbuPU4c1chZV+FUacWnQaaijBJ+L4iEP8fn
CL+nPaRNlCEtZ7W6pdHTDNbQUTkuazuIgm4J/KtmQieIVBKu8EhH19W5MsrpBIT0hljoyvAmm0MO
6eRscgIcOYNiiknorNCgBTQ+uC60xn91JFcmjb1OPmSryAo+nX4aph256NM40kpP5tBSG+9RVTmM
XSduPgNZM84JED7vGMXp9T/OeHISwclCJhM8kSs2Yxby1B7Qbs8vQEmdc1Bflw+P/vPK4jrH16+8
AcqB7IMnoVjXwrimCiS2E/ZQxZdSx+Ph4PkEL28zc+mmXSJ1TDtDFQ8fYQFPUTqYxW3ZVv5tMlrz
EGrpgkacp4IahJxI+3uZF/GXhap4tmm1vgrZDcVHIHhXQWK8qxNhH+AkxKBycmBXzMogvjHAgX1z
3Wq6I9D9YbU7qw/pIvttky35PSqx3VvNDGQNtidtk6scrnpzNTlFG83EVulBDQjHbRBJVDe11zq4
ILlZ9c7ph2mPlZ19oZdsf9vMy52HMQnaPchGheiMfGxMLQPMOCx62Map8b3KJYBco8s/GyrorprO
K+8mzeBY1USbvrOGrNp5Vj1EMU8CJituIttRX4u5Rmp/sFUPMbcUaRiMqjZBPtVY841S8wD1TzZY
PxiRSbNPCvQKt8AY/S5sltHR0LAD1J719nLAd86/kr1WVYCjPeTANdsMpdMvN1Un8q2HIgsYsQ6M
vWqlbgH11NXRGgGqKdsujLAvVn6oZVd6vgW646NwEHdHlVSQ+3EK0T958Th/QOTf2RUQ7zaFA/J+
apAZ2kE+th5tEzPRzaxpIJjSIZvCFsvNaEzM/pCnxLsf+sbTko1mOOtI1Uni3aT5NKUbWKxLtQFG
nPq72AUWGfogbrwHyyonJxSoCX2As+h9nLBpBLClGUBnG98QX8ocBO6m6Orkz7I3ajwuUK94pxml
6IOwxTsCDxeQsCjhh67fwSYZ06GZHqvFS427LuEXQZab7q2njCC+5Gs7kpNLYZMwmF2z2VG/ojyW
T31pHKU1mONWlW1ziBPEFbeyBBAeglhUoVnFhnuVoE03Xq6Ops2tZNNx9l7lZPr3caiyZgeMy3sA
A6hdgiZesu3gJ9WDOedvjVSJSImh+2jCjq3CTpu8IaxE3ljbpF/scjOPIvgGpLW4g1Gy7EYIM8bG
NJLiOGlmPIde3iLor5dAetoOyU52s8adIpKeMgllnSXgD+upEqAQM6WSA0CnyemSMHehyo+7zDNS
EcoCltiF3WDYtKuzoLxJBLL2gIshbG4m2TU3fUdjm8kVmRNKgeB8lIOkKjaCc1fBpcAgtnoruMaQ
a5mTuJjfWwO6DHtrakQHLhHaw6aqpErfckAO+c40p8XZekHe5G9dZ6lY2ZPv+EkWJXY5ittA5lp1
k/Sdlg0bhsPsN7OTdEO09D5sdpgXBTBMXJE+yMmXPqDvQEs+1yvz++AldeHtXEBa2qXw++5WgxKj
RQb7UgcSL1EgyQjfq3iT6Rk1k9HrlhEomyf8UPP6kS82Y3iAnt/l3tb1E6VFq2IcS62QAVhsXzd3
NmsVh269zsWuVsh/+CMraZeCZrxLEHzHXMcda+pMs+KqZcnE/V7FbbeSit0gjWq2MWNXpf1M6VeC
B8KEGgfQraUPUwMGWjP9bdoVywct0RwRahby8FsvyxMDZ7E5vc2avF5Cv62bL3ahm7fOHE9ZNOhS
U5EwOtsFQ0dZPjWWDFfyaSouPCwhtEs/M5LvScvpF7UYRPjRovI5I55JygBmfP7/2TuT5caVNEu/
S68LaZiHLQCSoubQEJJiA4tBAuCY3DE5HE9fHzPLrPNmV1da73t3LcJuSCRB93845zs6ydHe7b+0
uMinZR+vH+vuNtHJF8Skc5xN5c9wqrSfd0Nps26t0DmkCosTvy9C0rdwtBSB6Upr68CKH3u78fzt
pIPIqnAG4U1O522AizDuNtrG0lPmxqB97rOxZEuVoptq1gPiJC+Eo+d17oYmLd5EXoebiM6RdnR4
x93OjJZnoHOu7cEBCYIQNLrFxWHwFCBD1Ad4MZvOfX9z36oSp8hp9oizOmxhIUJsUav5shFLVOc1
ls12JN0rvE2amitrDfA3HLx4cx5dJU2dOeM+oZCfq+hrcZrkntLJ86+qegk+wnDe7WvwJIhDUTsl
F+UnCebZMvScIwNCyU8k5WiW/S6QH23Xh7wojTY/hR0XRag8nfltT1AncurtjbyauTq+NbJ2uSCG
fUmyEaO0BugZJUU2qyK+Ldjb/LGaAfxH52jtp0LNk5eWqqjlyRmMh8duicLfPGRzmZOjYjsHZ3d4
BdIz65jhLpv8dJj9VpyqdfS+VYMQwRHFcWdn0G+3P8MgOIPiEG1rvrTROB99n4z5vC83DPuyi3yw
xlOdmMx2oWylsS+oRwkJXH4Q2DK66AvwWeG/27z5UI2T9WGPvvdDt4ADc3Rv3rvwuybgHYVnd3JY
MF9NQQQOyVHb5YnqdJSktnSTWycQZZvXciw+leUDOIkCPURpMvqBylSIjPLYMOggZi+sl4fYaaGx
YD1nlsHkbkKsZvw2zgoms3HWV/gw8skyzetc762dj0h9G25lIC7HwNfbr73gsL4PXfxIxd7UyzFp
Kv3Dj/bmtplb2039WvJ8zH3ZfVoowLdMznOVfBtCvYssrq0euwx0mDZduhmMsDdtVZwOdsX9tlqK
DxCotvaghTQRrnScXuvB6+GZnqA31MNx4c0OMtkYXqJ2ABOnYmvtPR3Zbv8O4g3gkYqGSKQSR4yP
hDfGzVfZ+AWyRrcXa1xk1XXWbhY5D5gyifptwS2g0o5KT+Ru4wz31Vo0btowYUgoIWpIIZgzAnM1
msE+DuPQoRXHqr+84wutg/MqCVnJMewF7s8C+KRz2H13au6HfmdhfzEESXOoe8K7coyeRELvKtib
5eBNQyV+RS5G/D/zZoUF40dofO3J1+G6T6/0lO0+3OsIiEpz7Bd7R7eMNAVfwrdJ79otjmswj4Vz
KLZRS7p6HJJMXhq3DcYUV5MFscCWOE3tbAitcGpzBPxr/Qeig9u8R07vtrhfJhwEqUfB5vNNGwck
6ZgjzbHt67HIg7mZlrQuiWh8KNxWXHv8AuHliBd7Wkx++8l5PZcHgkFQJUpSBgOsMYyh0jVRg5uO
ta4+J1EWbTq4m3q2O7RMR3BWwaln09AeydXkZJ0X/iTnC+zedax1uFRXPlBi1bkSsl5SCN2NvisS
jJvl+OHzb1tYKqV1wkK96pNFsMaQxyNFadotQRMfim7T3zA1+uHNBuPufXW4JY9+GUGIb3HD6AM6
7tFJjkoE28g+qZyfB68TywHRmDBZZ8XLeoRmVF7bJenM52WQ2/6KAbCacu4MGb+1gwVFWA5R/RPj
s71nTgO8K90T7PJHPDOjl+mF6WimdxM/b+3cq4x3MJCk0GxNcSy3Cm+Q5xbxkno1tigcAWvyVCqD
R1uGIrixamu9QTUTbik7x+rDNJ73IUQ/VC9C9o06+dUuHqpt4sQaFXm0I8CXJQVI7vkHK2kFJSPL
ro+o3dwO94o3wlRznEHwfsd+f7T9MX4EhN5+OU1noqybpoVwp2gPKJ09V7u5L6LtqY1k/4sT0X3p
esfMWeAWMBJ3T4goRXURsnAloDbr+7n6uqgs/FPXuMsfY02DTQsTM97ERCWvjJhlcUAH134lA/d+
yqDGFunYzOvj5jcxSObBKT4FviJ6FxlSuhMi1nxuMdfZYcCGcWuvmP2yxXK5mQfMrPRwhTNe931F
WbhOXiSPLTfC0WqYF+WecwEMNYkn/UNDy4O1sm7W92EP3ordSGJmyp+B9shu7S4v3A/nCfCiWb5m
JckmLTT/ctGuD0601Q9jvPyRcwKtOzbiDjoJL6DGMlQ2F5L09IjvXLxIvdVfRR24y7kKlz7H7qSO
YVeNI+dRTMg3V+F0Msz/jyxVrKNoLh5TT+3dr6Vd1Zuw/OeNRqhKNTrkPsVqS7Fq+sY/ravqc2FP
EGDGGoxpFZJIwJwL4zD1OL3MWoe5U4niqdOxbbhX4QzFhXXeRVzl+AmcF98uoVI3o8zG2cR3cRWp
o2uS5HvCAvKG7EUnm6IeLsBia+tF1j3Ob7/pn7VcrGPtjv7L6Or120oYhkiLpP7RVx1ToGC3gKRs
gu718rGNudzj/bqivj9hfaxSDqwIf/Skn7sk2LPC3dd7PyDcolcjRZUFczEMuhfi3a+cBcdZEUO/
c9dwzTSZX3Na7WbPVntADi0XaOWx8N9q1dZXztCJd9BFoOTmJsl8rfosKLb4LrQYlfBsEuaK452X
NTTmecKNllVq8a+1qWeIxLhRNjBc897eRL1/miNjUjSq2Bhh6XAVMupLwnZJG8ypKcoF982mxb6K
BriYw7C5Hzv4XSaArfje9w2047C0o4e92skq2+KbzRT9K5FbPb97U+cNZimyWJNri23Ml1knddZr
/Y5FqLr3bAtHmW9PmaxbLC5tYL1VtqduzRj0L8j05ydjzSY8rn7R0rFqIuP81swYPsSdt6/e0Wtw
BtJupqAQzqyZhrdxYay7Y9o+uDNScbOq6YYmtDasXe3ko1Yiqo6Qr2piHhMwvd0YAwoXcLr0UJ8R
7IU3LSGFX3FseVeNaimpG7fOE9roXds/MPlaT23S4N4qZ+tG1FV9VUvGEejNa5E5W/k4zMH06LdO
/YKXeVIZvNm7atusM3OJ7cpEkrNsNZ8LSo1jV2yQqkW4vDOP6g6gAea0iKfmd4FR7npg7XjbBsPP
ntqLzsKLUozpfj6tpr4hr7v+aZXd8ILs173urXE6qIKJQ2rCkPc4hpniS7UeBSVlmxGH23ppwNTp
CHm3SSe+MmekWN/2ZCSoZEX2Ch+/H1MskDzAfaPdQxWuYU7IUXRt970FfcC5XjHJnzFyNTdLE3z3
MQM+7rGzpf3ky5vAriCN+7jl3sJKRvdIZJ44MKLPTvjcDWHpPUZN8TX70xuIBfOT9mMYM4h4ww/o
ilWb+gRxHoJGTM/u3s3X7V6PV56tH0kZ9/jecKimRhUCtXHoPSLHoOzyZ/1Rr3WdbvA7jxs5Ribz
PDoR7iXPqfAmoYROafSHgqe8K94dz2C2QsQeO5lZJrlmrjtjwuoBIFy1UnFlE4U0U6HX4zaeRnta
t4z6bXnC5BDmNKPO01oO9nbg18dRnPRMFXLgjY1JYTThRDTMHp42jamTHqx1b8KBwS3Gf997l0E3
7KlVhu4vFNndsfLxnx8bf4isDFu0uN/KpF9SxkNtkcb48spc8WmJTHJE9JnXkmbFF17Gvx2OWIxW
ZRicTLK47aldcR6nEBGptwoslxwgSx96ae33jGQ1aM37KrG6BGO+9FXaWNr2j35XMSgORrwWEChH
IbNaeotzbvpYLxnxOBPsDLNZ3MTVGpdpY1crDD3ZRgCm6xC29G5FAXBzz3xYwjVVJkRYEJNtld7b
YIHNSdlNYMfFPYkzgww0fQd3mshzgTPqzzhY069wnufHdu30lAKBKMt85dT+3Vt13OTcbZ13BJuJ
7x2H7lhmsYjc6VCHg//aS4ujDU1l3eTaikcuJmpLebcwRjFZM0NHOK60REk+mVaJg5jC6blfB+jc
CXqMKOX2nXkU2Nv9bF1CKtlEjpGXznreCvSzc8BATPcNcyinjINvs/EJuZscUaU9S6ci3Wqh75NA
OhZnerkwcAqVfI1mw9y436fizQ+ajft2NHWZ+5RiX6CPA5HBkJc/oU6o7rwBQ0XnrQs3ugO2Rotj
ojkmG20oBtTEfsNF4/aGknKh9F9yUyj1IdeY19AZpqbJyuQIf2TDu+eW0q/SeHA7k7mbxIGnnCa+
W/s2ftrVmozHThRNyHRnBBcXbfTieeTXln1WKzU2goNRH6Efs6kApyDE0VlWjsi6R9aPuzzaolPS
w024dvFNdieID9aVKYIPL+jc6hC0pWgOmjHsjB65NSozZlz3q6Ur5/nQcm5/D5VXfOIuvfyAUPVP
MSC76talqBM5TazjMvNp4z+S1eR6KKPZ5hEsqwIz+hpHGUDvncAOtJ/dwao9rK4+7dZru0IdPfMA
Ctq+uAyrA0qvQeK4nDuV6rJZiSSd/ZFvp2u85hgXyXq3EzxWMlGdGCDJGPRGWsMDxunHACnOJokr
+th00eK+DGC8yi8hGpAiS0sc1tlh6HbXm1Iuz/Y+AKK1Br5StCEKNeyh93kzjnFta8mEZFi7/BL7
Uue2twbBhY8QDtkGzQbuWaGtm4hu5Y9ggaOzaDcuCMBR9HZukIfcq6YXP50tET2pzJV5cDfDAbiE
9lLBZut7dSj8YL5fqqivcxAKFk9k1Tkv6xKV0WlezOrnF8eXSFuJQjfzy6Iy6TrSkl2r3uGDzxUw
5znELOov3D6z3PzXmQ1Q821UE1QYgbAn9LPKbVuIEFHLFjiG8vqlTEvzsycdbuqik3aYlh2I+8tA
ezGvMa7j9tBz1jGvDSOCEuimxCNML5vCWLWbl6rE1Sqfy8XXh4TgkOJOmSByUsai0CuqIkymUy+b
CfE6UnoXZZac9KIoAfa5To3AEP0YzZyjKUBjcoq7vWvko2kA6t7ZBkwvn+080JUQZGczG/ea5YSN
bqcV1Yr3qfDKLjpva9JLRBVUCm/44xFJL5rq8Eiqx7L2YC+Ua3+Hpl8FwXHbWAjcwNUR2zWDzHV+
nCbEuAeOfHd9DiaoEONhcT2LT7LranhaQ12M6gXKqd/x5FhafyuMZ5df42B31nWFKExexxvJVEcO
FjU+62R1UaZJUSW/hsqTYZX1eFuWLnNq3wpOREQV/Xmiyk1grDghFmW+ebW6J0enGro0kdXqDJnd
sUVy0k0uerCzeR+kcbKOhfXXPPnbryagU8toxzbGdLaZwta/XmW7tWfGM3PySlxEiIQU2ONuyaxP
ilCtKb2gxai8nZwpfE22xtsedpJGk6e6dRn+ODX21uJq8QGUsBv2PfoAkwRNgH0fbOQ78/NWH6zK
n6wuVUAdqLWFtQfNfdihqpIn1pXefnICZ2yuBpdpUVZayqKFDPSKi31PzBZS5/Vsm1KG19M2pVEf
CHWS1RCZA2QDK7rWBQ52mXrGk4DkKQHL7nunNr2cIrWtVNsWV7n1pN36YprHz2NtrwiPRQWHDItw
Z2WjSQZ9mopgSB6hXxtzUwxJXd6ENPlkFi2rD3CGTQEZL3IdQXiMzGyaK4toLfnEdqpwj0HfBOt9
G7oDi/hkUTK+JqXeZ1KzTH3cP8h5iNRPcKtd/GxamyBsrrvNkvL09/Xi/3cp/q+LSPT/bgs+j58X
R/A/m38v/8M/bIpW8DdsK5iqgJ+jBiEnhF3zP3yKlmP/DTvLBW/ohVzef4fU/pf7Nwj+hlMYg03s
O9T/8UUZ9V/m38D52wWXeXEUX4w4l7/6f/D+/nW7joID5S/xqOzY8f2yLv8XSYJDLPM0GfpUzIof
IOD2YyIH9yDQyZyCPuryf3pn/hub2b8EiPzj5/GbByyFIXiz1//rDrpxQR71FT9vApBb0jIyjIST
4R7XxO2Pc7jOp6SghMPOMpLVHAbvIlAMlWd/OLM/Ntez3p62QDbXdbs4UEHc5iBaFsvp//yL/lUB
8PffE2HNxU1CHCXrsX9ZKCeXmNpetBSn0fhDDbq6rjyVZLVR/y7P5f/8BJC/ITHAAg2+E0fQX98R
Z5kce58kQo+kUie9beHJFXF0WEWMwnVLgn/zyv6q9r68sgiLEw+Ow9NFPsa/fOK121JyujRBTHbc
zIidy7bp4dNVjblbNO1Y7Vnxv/nc/5sXecl/wJWKeAjr5r8IAVrRdhMZqGPWe7QdVgu9RjJtz7m7
1ZU3WF//86f39/iG/60H+MeL5BFBmYmAI8E99tc3dZ7G0msZndIZ9hVkHoZRr6yDPDa2dj+9c1vB
A+MBsp4ZZDkJe/AxfFZEO/2J7IHNk/akWNPSjE5/CCX730NlLVJkvIZ9ywvhhy+ts3q/K93b4JKC
XjNA2uNngXD+38UC/nfvHQ+IR/BvjCjqwij4Z5EkIyjQzZVUrF4B9/Tj2Jy6adtvu7IhJXBxw8P/
/OYhz+Bf/Jd3L7I5kHg+sJJgyfnrTyTVYPZUK5uMC3e6LvCQ9XSG7vJYoxSu8saZ6tOw2Hjgp2Ur
z6HXeu8rLefNQEsCCcpnS3/vm3gNUrGLvqbJ7i9NrxXW1xaJUczo4bHRoSW9+fQ6FbwzK7K6c+mX
1V01dYSZbY3rT9y1Y3PdTKXwDpBz+u8LdZNOqwDG36mK45jkI+yld30DrOIQ9bN7fZm8fhPU28gI
I2J+Mz+uGHcOrkOnCjxHPG3LLh/Yitk/VWx8PjenHWmgk7He0hqJ/NO8Bz0Lt7k3+8EdZgYZq725
Ma3brL4nIBbGwyCbkmw7/GRHhaC6SrmuE5AthPEGV/4ird9kGwffOdMAnfGwqfdW7tNjs0zBkKmo
jq4iZfvfdmGDEll1aV9NWJWI89q69mMYZmQRlPPqV9GO8as/JtGek5uV5OiQNivt4CH4+bYEGwtf
Xdi/tafcD7/TVvuo3AphVmWmDakUszgr0/02sZEqyMijZK4ZeFYhOmKGez7fAWb/l4mvEo46OBLR
OdFmurqDleS+jp2E62XVNMf0QEyXsqD3iDQyRkMeNG0Q31kuhpkUXk4VpUMLRelqWSUKyzpo6vGA
NgYKUTJFy6t2JccnaEbKpQU62QdicJr7VVIPQq2Ra3AAojr+6GwHilldDhMHPH3IoVoJ6QHe6Nvs
PKHkVBncBnnPjHfinXB74WeR0uxVSiKX/CO495mOcp6onmhoyvbAMD6ocouJQJcpvs/fdU3Ibx4L
AdA7JIS8SAlQ8Phv3+7fEil3VtHJaH20fULXwwOu4xStzK6zBG7S7dwtC+tIW2xvIwOWJBviRLFX
MLb+0OvOUzQmYvsZEVMvUZbM6rEKJgPfD1RgTE0W01+ywVT7vWF0FR7sueK4FQvkm2oJ4dSqYhnW
jF4CdUEIxPAKpBUDSUSlE1PLQEWgbOuJbXCblPWhWSEkpQVtVnlYqlrf1bptvlZoXGXmOWv71oaB
fgx3m6IeGIwXZ8I05T0yqaUBierGaKOKAZlOgNbyQXau9wo02loOJnblueq8rknLiSFBt9ItHJNw
0yLXcxT+gle1vzTSDzgox4WpjQn6+k+0Ls5O2OY0fzQ4Qae8ardhPnqjV69ZWMNSzmyWj246xWo7
L7C5Er6XBGceWNkz9GEHbn/xlss6m2eJE3c3miEuBE+bOAti3g7z0hqK7WgfBwZ3XrhkeM2tm2pm
6p9rvyg74rfsfc+6qg6S1CXN5XJm1P4tUXUrk4ulX6Yc9udGLgXJ3ArIkG3NeWdmmxVYYOny0Ftt
wA5jluaX8FhcsPBT9SPT3XljozNpWJNTZ2uUPEP47gK7uqAs27HP+8HVBwLZlZ/Vq0r+LM7CL1tU
tfUCzt5867SM7NMqw7LKtOzAvNoFpNWZZLKQIR7r+GldPyxfJm8T3QoZSczXgT8TDlxnEedan4I1
TD6TmDh7rk9b36iNHKUUMhiRLhWzNZ46zSyTDXg5PNfzsjKkWobB4hElWZvI8MBQN9ltyNR2DL9N
veY0CLe+mbJxqoZXRlkNglMbLSx6rfnHTLUwnPQKT+lc8JXOndKugmz21oT1VmQ2j/CwYXkKiVKX
WTn323LUK6kGyMEiNvFab/Z6riZVPDR+7U986UXisB2ubMU64nI8OyCVTkgfvTkH4+i9uXqMX6AB
2vMpIE/1xyVkuj17MyyEg6Mt/91UA2TAqumC8dC5zt6nZbWou9mAzrrMwZrPKiIjkW+i/FGtZvgd
CrQBeTAN7sKJH+n2QqFcb7ZVW+aGmql6sGMF9s1mHu2mHMnBnz2wRsEYVro/iG+rysv0Xj6IWXlQ
X/qS7ZhDiX/nLHELFZECpzmuYYCiJjL+Fn/xcer+Sc8N4uzCD/05bzqfvcc0l+4fgb6FTTrPDUaj
LnrFt9z+gAtn73mFTq/JNjiOQJ3pD+asZavfwMMV+j1mCVZwg+zBAyjdyuO0jjrsvysaIOZJZm0z
/hQpnErG7VZCjaSVx7D0e40T0SJD58vAYpt5KTIGd40zclmoXbq1K6NzzLQz4BKzmjLdAFwxoxsM
Y1i17SE9NCa1jEUwW7RC7P2tCPVkH2gg6pZfqPI5zCM2Mumkess6uf7QPCjIxJixyTUgWsIUxauh
Mp2YRSkWo9Cf2zcurZmTVweELFEkMsuViH3Cpp+YqbWhee6QEPFuwGGHZuussjzu4eBBYhxsv8yX
uU1G/jYc5nTtGuUxgiX5MTd9VJ+7Ygr3NOqa6FccFY3HHaBZNha+5lhHgMlkj8/WvR3Cyh0BZ15e
AlXj+J3swqEiKvgS9VNXxQYY1zJ8Kct1jlniDzubk13yffJbu0M5E3lf3Vp0kL4qGCRUmMhG04UU
rg/QKRfEWTswPE/KqrrddSR/rM6iOrwUxn/yd15CihNZ3FJbjVvmFqvzO1KR/RlavZdHNgVUak9r
8VWuMUKMOXaX5dACqnsbbfdCzfU8GeSs2IvbOl68P6QrMvrEXfmjW0zwUFRbolBfeONj21junTVs
AiOZ335EobU9ohKp2OTVxcw4crPnAwdMw8x25GKxverYROVwrgc0wgksWw2Mu18RSQ3W8knkz/4R
QBt+wcmlb9wIbCRd5DRCSI2W6UNPpiMLtAL4Smp2EN75Xu9PV2IP9BuuSOb+vHH23bBFrskY0Cxv
K0XST8jdE4RutTcvxdC7nKvuCD0b9KJh9tjO6lYFkXj32QTLDC0t613VrLyHUAYZmMBXY6la1nyx
QFMu16OMJLrLheo8Jxe0YXtrJ+arWLqOosjxJMmHDMV3MvhW53lHBePlCnjvm0LHMeTTFph7MShm
0iNpEcjceYQQps0QS582X/fos4ohelFacjK72xQGqIirYKiyySlhMou+mLecrqH4yaRu/IPkr3kJ
MZDItHUWV6a2GKbXrkrQahXTGLzz0EYvsCTlNfdcibioY2qeO1vcsWNpR8XaHJFglCoYoiqPyDN1
UttVc3UsmAgXIKyIRE/ZbNXVtY0K56wme6tPMEvRN7ut675b2AS4uTpLepmy9oatt3SZibMGHVE0
Ne4v7GBySR2238mhhgf2S8UbvFroBh41FO5J2uJO1Te+IaLsMLZt8mQvKkyu/MkdSlipwfQ8F/yP
WZJU+tXZA3G12KsR6eSL7sMMgfuETjP5IzvbvDhsL+CJiNpmpwerm/JLMpim+bCLD0QB6B+5CFqg
0C0Twas60Yhy6sGu8zbqGNXB2vUeVDXhtSriQti4iYG+QlUu9Wvdh8vAiNpQp82C0JrUpRBQ2RAk
BMWT6SXTUBE5uA4lR5IHPYIwGJuCb5+N/EawkkuQLRE513KUUJYxPMRNSkVQJ6ctEpcyrdOFOjRA
g5K8T+T+KKwCrUo9RfKPHTosGAfHZfNb1NNFk1euzpmFQXgVDu102prYPaD/7CGaOSa8GubF4ZNZ
FlQapqI6L1BI07JuE1NA250MylG9rplxy8T65mOvRhm0I6PhJtmdT/j4TJ4qayTSEcvujLRUMVfY
ugLHQu3rBuy2Jkvxamj0dpj8ud4OGAkZxrDYWz7GMTIX2LbNe1pwmH6y2kAg5y+QXSS47ovGoqut
A6KsOjyGK0sAonsKpjhB05sxm90LZNKMxfBzpRgqkKI3BcQ2j5M560cHL0uLv+FOKLCTx2glIUuD
zQ3Qg9kbxFBn3BoacSIjM0iV9je/xjWVRrUavGyPF0Y87OENtGCl5juCT/clQwTPNdpAJQZkWVFI
kmY/pMUYaObtlrd+ErmELqXsAgQhntPxEW7jPl5tgx7bvBpR1acBe2ikOOG6vYi407cx4d4eaNeo
OTeOZBuw0iifVc84ly+g9J+WddPXhHw6b6tjKzoEvpoMXme1/Shc97I7i2113BX1IOMV6R6Ju5hH
Gjiu6oNEN/itiCzWdXPYRC8szq013QYU5FkMXLQ4OAybpizoOHMyi7qA8bpYtyff4KYAQ+c7j4ih
g88Z7P0jIcc4rkev674Sb55+A06Nt3sx7fIj6AWG1wqMTXUxD8xjxmofIvsyIXhcWA9GWexXZD6R
bDX3kN5J8Ewre+Kbw6Z5ga/HnYsu2BO2Yrkr97dpHv3txh03pnWT2Lx7Bzpqm9me4CRuIwwX+0ji
LixUpwrTqY384jBR8yLmr7vuqOPRbbIEcOsGxdiM3y3jJmvOh+9gxHBMkwXruObtMok9R28bXDMQ
ZRPkipUV0t4n1W0ylYOTVwgcqSpjDmR0iUP/0gQELOQd0uXfiCeSO/wK8y35rhqSuRrD/aLXbj90
NG7fdFlYnyJGH5waKyiaa494jijT3eoOJDtsyx0gXJ5/XQjtHKiTLo1Kg44KP7aMT66Kpg8gyO10
xcqnPs8oYv4kSKHNKTbjEuZTbLF33aXDSCEBQvrLXzybD2zoESRRHXnZpuJ2Bl4PiP8QFTtvqHKs
iFZZ2aThNRfpGr9T6R25EaGbMwm2xHHGtH1V+Qq5Jy625ufOtzjIjbV0t6y9ebcrNEn3GJD9LzEa
/xMFzXgT11G0XlG80cFtOqm/Y1UOXmHOcV6ERVcUiAh78WAoFhIWp1M7sVLuK2Ao9RACSw/9L7DE
Ysn9aN7KD9MH/pbHLj5nduSjfc1sIojxVZQ74iino3TcGmHOg9qQwpdTaAfHVSgioYd6Eu2Jm7VF
FqmbFeHKHtfxoWGHcrP59cyrKivB2VOv9MlWzHVJCSd/z2x6FEGwpb5nnbb/2Fjb3061sX6orbN+
QG+P4szfBgIGYZD33nWplEdVwM0JcFvLUV034NPBYrVG/hz7mUBsvv/GRSk7lG2GBKqM7/HM2c89
EQXmsMYaGwXzURuZaEwyyIw0AlOBx0a4hQBfZq0DoSJFzyheg1n77yRqRNu5m5X/aYA9PCk/dsss
acGR002VoeThcwhBG4IiZv6i6EBIPTMQ/jmE+eNmiF+hhHTJqcbmSxrFgLeNbmKZWEM6/LBM+4ak
AO2t8S3I/Zp3HDLb+WIVcTIf/zQlKVKVX1EoujF1B3/qzwCugjWPJMT9qekXdmrjUExpP6AvZLwA
vzsnbA5JZqQZuaWTEPOJkE7iXRZ0QR1SZFvdMz+uLAaenQlOCi3d9yKaxgdVw0vJ7EZWwKvbsPeP
nWJCk/W4FP/UaAjh4FPsibRDO/2t20urysOyad7JXKYzrfWceOeRLzN3zEBS28FeZKOuYSNSSqb+
SH+ZBlAFWeVz2eicv43nB0I0g1+1M67cRLOxuAz7Rby51dwnrCr8McrDDo13WmKNQP4xAFs/OQz6
vrQR8e1OaT+lfK27X1xx2+3kdCEaDEaSqCpsHbD0hBAQ5KCgg0OJI7XPfci+ScqxVERZHfrFI4l0
VDalcGN1zfxE3NBQGIQqCw1lho89hOJd79rLzMpMAVGtnOYskUlNec/O12meN15bf9SL5WcODo90
nD3AicqLFz8rWfEBJDfu+ov7d5mPSeRWd0hXy+CM+Sbqz2JoAyqgKByCQ1VeHkoRtuVDO4jt/T8C
1KJ2P7M8xUoVPMpV7U9Egc/3/9H/J3vntRy5lW3bfznvUGwD+5o+mUwWXdkXRLGqBO89vv4MlHRP
i0kGGbrP3REtRagogQA2tllrzjH9BDR9NlAIT9Egb+jjO4c6pUaye7to/EpXgYlag6QDS0e39YIX
MCVYbPyKgnsp7OBqxtqyNoI0Pkkno4o0t962c2rnHfPza3VqMvwEqA5aYdB1n9epdTaEJbGmiDBq
tq4dsszdEFf2HinfU+UjckGIiAwtIdX57bv9jcS5rJBrh06KJjAcy/pFTV4YkNVVg/xD92qQqyAd
UorAOIFOshT62kBjc5Z2jEKjrLtTQSkaMwO4281sBOU7T+EiJ/h3s8MBiIJzVFvgTS/L9VaTUaSu
eQyCFJx7ctzTjeqpJIDT+tX1Q0+qDC6MBhvtajba/tibdXrwzIZEVkKWNnmPI6wMSrVBzV/d0ptR
Rz8AQVLo3P73w4R5Q9ODwqaJovbiudlV3YBahwwfJoZJTanLrw1DdxuMTclNRTv7ATvMe8Hbr70t
F0OUBe2LlGfgrs/HSW9HQRN0UYX/YNDFyppINyFHAKWdiUZLkAV+lESM7FI6BpsoH9VOpxZyrMIy
3+mDLfd3MW4Q+ZlC4CvidV365w3LbQqNJ20NclhdRVUn91Pkjg+2QCv39hhdWlwvLoUdlmBSegfK
vGi5qa62YaqxHJoUfU9mstjqcBy+4yl+9SrQUWlPLf3LS/ZdQwqErBwOhDqQ8zZtC+MhJ7j9X8GM
lhHOecVjVjGxnVMjuhg2lJgp1tdshbtqxt6mfUUDmd7Uewyel68Hhe/yxGDs2QCpLyaUPEx9jWwR
uRQ/dKiWGykCk0pyO0X/eiS4Nq8FVCjzCAF1F5ey2DQ7IvQovnBmORmF7xyxLIgtKqjqnQni5Tty
gYXiMIelwP8vmZ2eTEe3ydiksxrqFS7t+EAdMX/nKi+/MoQMkv0o8i4Pori4GHBgGQ1UelwGasC4
jUuqw6yo7tPYa7lNkLZyTvTHTR6SsI7+li1HiTC1Vb79zsh/sRbhd1TwZGhxg1GyLlEvgYPnD7RL
icHYRw/bL6tSnlundKzLTRNhu9KBJ9/5EF6sRVwUphhcCgCQ9PwuoAjOwOYkWoYomP94rdlDrnwU
TAgGsS00yg72vWjdTRrR2Hj7Q3/twUP5RKpgOSyEoEeeT2/E1GvLiLjfECD0CogOATFLNo1vZOq6
RhG7JhBG3aDBVKeuL9jExw7NUJ9Msrd/k9cePGNsQYPwrUJQvfhFOh93AIctpFxRszYiks9Rq69C
MkPWASWLq1m49eHta7587mBa4XcwLTCp4rd5fk2bw7ZG/BysWerL/dSraj23wrrKY0T5voPZ1y30
jGcjyN954688dwtwPpoZQBjkoV5iSlo8ZNUQIq4sbIdSV0YKKgUcjtu46D+NbZ1spiTNV62RhKiH
63qL9jDb0MMO9m8/gxfTFrOWWpLpYYdRNruc6kcii3CH4LgbvDogBGWApYQJYR0P7nuJ0i/mEi6F
0UhwFTYbL5Cy6VD1qrXY8CPXTg5VmvpbS4tp+/YNvbwKo4jPyYQbsezsLqaSSYYh+KkBEaoQ9V5F
WXSPdNh+Z7i+fGywZQBCwfowEWBdap9aOYxuMDf5ukT+uya1PdmHJpJ60dP/f/uGXn4Z9oKd16Zj
KtdDtvV8lCLrRMOnuZRRh6LbDqVp7NrItbeELVAimzsKZUBzk3dIsS8/DtZltgCmJECaiurFxieq
aqPJFQbgxsHXOFmGPo2pn1/3cpiumxb3X0bixMpu35sNX3mBXJjtAEA55oJLyqJMB4EouyvWjhrH
x9Qbww1C1OSdb/+1q0CDZlPgQhDjJp8/VQxITWmXWbFGAO2e88L5gnK2/Fc0L/YeLkI7Ry53gVBL
ORcTTN+xFRBdSnlOJ+ZhkFV62wP1fmeAyFcGI5eBNbPAi4HOXNxLp8e6z3I/51V15o0eerqJ7IkI
PdXGqqHPvZKEpO1skGl3nVAxYVVdUlHOjtWG/L78kJE/c3Kb0fhYWL37/e3xK1971B5sFQXGxRTq
ksCt+jFSPpU+/NbWnyIKqq9dWd3jNC5O2qPOkDZTgXkDT+7KARlxhn5E2KTTDTd2QJ5bYY70BOFS
fX7793ptgAN0txnmYoHbXKy6tddNJo3kAs+NzHZBEdGywYC68TI7ucKA8CtIASIBQfn59nVfeVsE
LCyHP2a3Zaf4fORRXltyXhgUiU1hpQf8/KHyaSgOIntvlrrAaf8egFxrkXpaGOWQhDy/Fq3L3pir
COFQkqEWKvGKE1Crt1mKLKqdEgGGPfJuSGt0boitB7jikWb39v2qZZQ/O00wLNlkAJ5GOuggDHv+
S6TeRB2ppefdm8pfo7pU25SNx4pchJqaLaF8chq9KxoW4/fSaNU37Y1/1q0t2YDQD6mUEX5I3Cbf
hlXloGNv5hFSSWU/hBMNmqDEUI2aoRzVuiIflAJ9JFxaM+I9AeorA8ZC7wpkySWOR1++ODqFkyhl
x8oize6XFUTuPfbKbGu1Vn4/O77xGSxHch41lbu3H+Hymi6eIHaC5QyDAHLBjD1/gqEpWjweWb7O
uPLT4JLZKxC+3rONEPfV5L33abzyxdpsClnWLHSDbE2fXy9HSqQgtWWQbSvIs77dfZhy8z1O5Csf
AnwQBbjbAnknL+cFVpgolh7aopwX+yAIVWbGCqIPblLKd3jQF+Tk3x8C64nm5XGWQUh9MQbH1jKZ
YUgErFtcdnhyUipsU3eSPSQf6BKoUQYhaVcLvpVIlft6yD7JyL+mGgVYEtPv22/05RN2JFMOBaDf
Z0XzYmUo0ypIOgASa9OQ8d5s2GaWiBff+fRejhv2DEgxOfYyDbBdef4ewRROqeYbWgfpGH3OawqV
fe0NhxyZLuADWgJv39XLN8r1wO8x0WiE55fJI6aRCHabXM9UebRrSOXd0WP2d2HRiHc+iVcvBcSe
9U4tgTkXtxbR7EursUzXTtfVR2vZH82JOx6tyH2P6PbKu1q2yMjpl0Mam/WLp4hvWzgpI6ZPQVtY
mW1CG8FE9/aze/VdgbRmmLLJQ9Tz/CquDEUyDtyQj3SG10RCd06nY01yIMITO+nf2QC9+gD/cb3l
z//BT3XGSkRuXXFXdYdhyXb7FWryGOpP9l4R4bVLwVxcFlqNQci+mE5qTKNYRLk15mqoZ0SsrJs2
rU9Y1cx3DlavXYqFDiQW23/ajstT/sddBWooR9kj1YjL1jz2oMBWGlb4TSHa96D58uUbQwNP5Rju
Mg0TQJrPr5VZOZqoFrVcDpzxqbILzulm7N6WttLxrihqgsYzs/uYqBkBF+Euu6Wse2uHlb84mqqM
3F3f3bQIzOn6txggcVPIdz7Jl4N3+SUZVBJZtkeUwPNfUrTsG/HjZ6j0knKJzQRpQfN09/bgffnY
XcLkyAT4nZBDoNPzq9COpnTUw2pTKAz3oZ+lx6qy5w2MteqdS708DuF2IQuPDTV7XgrBzy+F181O
sR+kKI/mPNkgFnA+jS7Cmkkuwb4idWSw7t3pvV3sK2+bwhS3SOY0J3bv4rq+h5LWZDO97qfBxjAb
EM/ItdoDYRcnHnxxz8tvrhjq843qzf40JU6xD8Mm2JYOJat1DNr54yiTW4Fs4FHiDXznVb98CZRi
bPZagpIqvdSL3zDw2rEULZK6WrndgyGC4twJqkphYLxXsHv5MIjsYvHCc8IEzCn7+UuoskTQtCEX
ODU875tSibuCLqrHDciK4hY02rR5e4C9HMZQ2yl4WpARwbhfbtbjEv1BVVIqKSqz+egOerp365kk
n7cvs/zezzdabOw0tFABElJBXXl+XyQHW4WbjBThaCRezSMhfbqjn4dq2h0XFTb6mH5wh6NB/3Hl
pYi/3v4FXrlPzvrslE0KJByAlz//x/yVNLP0VEaPgW20tyVHN4aJMgYPb1/llZHCTtKh+MRuEk73
8uf/uApzZI3aro1p6Or+vp36Oyqz2RcrZal5+0qv3Q+8X3DgxDUwLi/myKkKjAg8PEJG4UFOKrP+
yRFe+fj2VV45AVO5ooBK/ZCaj3IuznK4RjHkpF28Ho262y7m/WKVgFrbOBP8hSjxgi1gJTLYVIuM
Ahoi8LThB+QLctPR7u4QfyGEj8HmSOrc/x+DimG1HMBcczk8PH/ayDR9Nl0N0qQobD406IHXeUK/
nnRYhCN8zRzFiZDdlXaKnpxS7TvXf/EOeC6MGmZlG/bui3mBybEmQlv7K0AeycfQ8JKz0/jZO1d5
ecxna83+iCrEUklmw/n8NiE0YLi1sQEDj1YEDLdhuI+J5JSrPKVnbSeJe/BiFwmoRHy9zcL5u0n+
1z5BZ74Fjdhua+CyH0PUBZvfw+O/7tL/kYtJ8g17aVN//5X+0136+1/4y16qrT9sljIsprwxynzL
C/vLXarNPyhYMVQBzlGp5a3+JwVT/6Eol7EQshemB7vs5f42lyrvD5Mh4Lqai1Dv4jz3L8yl0ns+
SS1pD/wzhuySaMFB1L74bMwwa1AhLeKzcYzjzWyl85faz+o7d1TzF79Y0mU1RYNfLDzlp1wZU7oL
BjU4d04Y1rTXC8Rk2ynJaNrMUPV2VWg0CfHmmXUjF0SUSLzscdGOlkiOrLncjnBYP4mk3jvAafNN
2+NF3VjkYaarHokcXOzCqIod1LEKJ78zEavT6mIU15jMhnkT4ESLN2MSGXIXYTA7IcppjqkTqzOC
+y4/WBBpjc1gZnG47on4ArNlFNUvTn8NMbDZWOYnzBxGiDepNgkaZxZTQDGIJ39Q9C2DIwrMMsXs
5LVn1Bh+cfSJZZHQhNuu3mlWqmlNOafDQ5NLt123OZzahXcEQqBIbNkdNLC55Dh2sYvoDb3D02h3
Kd61MUdBQ3a9BAQYwNPd9MRBXSVYaoEMTQ1dsMgUvlhhrWmKtZ+58BdktlQWdZn2d1WNmHAdjNGw
R1pC8uSc+163HruuiegnidREWJvLc+U3+SdkqU62Lydv+ganxxnWMA3hRUUzrnPlZta1binf7zxB
v/3s6+470N12OAg/DiFG4NqAbGq6DtqgOPLo5YocfHlc6yReDaTbR3ctapWfnuHM95mGDbeCL+of
gqBSWAp15F4TDJxCBi7gdKy7EbEf7hbfPcETyG2sEgHYrNKPvBrcBHJITGyIa1YFKiwCspM+mzdq
YNytlVNzXxJcCniYmlsFHtYVgHGQPv+iyks3c6oDRQc4DoqffV9Y7lJyM77BLgKhnTrFtHfIc0ab
6rjJOUPsCmgul8YPrw2bGmRqJ+qDB3rK3OPncb+UvVleDXEfYxmZhkCvYifO89suKOObBjsgI7OL
Wn+N6i+vVsKXxp/TZBbXXTvKaW9WIYaMtmtrIKeT9vr6YOJx6w+Zi+QcNVClrbOcC284oXWFcgFg
i9C2L4moOhdFtK78K0jjMzO5lXtiX1LxsveAl7oRfm5IpxIvzZJ5HMzjVQ8vOL6P9cgGBvtGbvDR
tOF01Yk8DQ9KgUFoqNyZeXyQRkLTs0ZzNPLt0JHgbBR594D18+ww5Gqaad3PqsyvdeIGzU+CjyIk
aJF1iFBfQ4arimAjIKWpjV1Wcl4n+BEfCwbBTR6N0XVFRDh9RJqse/J0PcS1Wq293sveKTG9nK4I
1iNennlT0Mo2L6arrEBlY/QayaLXNNtxWKzDnBlWfHzyr9yx/65n/0Po5Fvr2fl7Gj1bzZYf/2s1
W5Ysm62jK6D6kzOxqMj+HytB/YH1WbGaoWpfauEUdv9mJSzJzfyPxomN2Vf8rk3/vZxBWFjIBtAX
kEXxF7zT/2I5c39nd/znaEGbie0vZn2qIPydRshypPrHntuVBvyYBLplMwrrAKgWaHc6iqj9ogd+
M6zzRu3iZMwALq8jbwSoj5mqqk6eZ3Te3oLV1N/rsYS8BOzDiY8i8FvyyCtVNCcH6vIWu0fZEUGv
kuao4k7nkOvtdDyaANdxLc0i9HfE/OXdJycxUIqM+H1QquCFJHdo7ELvC/biAiKbD715eHArSG0/
3WG0sT7o0QltpJNZ1vyMwyT6kOkGRQRRCkP0E5MwZ4maNrV3jCdzMD+EES6gOUyQznciNp27KJzH
cDUSaxZvEP5I/1E4dJz3XcH0gSr3sR28H8w9ZwLbs42ukzsIcNcYP/Uyn6Wo4Wgut+4+61qp2GLi
72zObuG5n+jyfus8ctePI3w3sVZ2Eq5m4Xw0o/CzWbUevRyP5kFpjbhzjXh2sz34M3daz6Xu5TYH
YwH/kkbeJ7NofKQX2hjNXVqWbXAaPASmDhT35pOJDWbew4smsJDAmeETiEbCqlfcQZ0fk7HQHwqk
+dcdSVnNrkiM8Qh7NMAULcvs2CgbjTRwTPnYNEtgEaprrBu4XF3/OBeGx6pamfJes9h7EHRQ9YPn
K8LxCfxMNO4KH+ntfpxMHdzOBsc2Wr5e86SIBb/ReOqcu3ogdjBbB1hqVlkyqa+q6qbvSePWdwMy
1BUOufPgW+jMExgN4Pkq+94z+o8z1vfjFEn9i+17OO/jcOasAgLaDsMdejZt/jDxiwdrE4Z3vLfM
CaV7GY9xtjJar/8S2S6hSFixs30SpnX6LSaRYtr7lfTbDagoqJ5TO1T+fZjF7oexpcaoN7IPEucX
2OlU/kpmxx4fkqmthuNUN159k46ZwAJKu0ojiBYQW7N2T5yarvSqaCRCYTzvaEVw6CnY3scSl5L6
YTu+g3EZ/wfGeISwWfi5bK3Z+eqISUS3iMz97ldkGDEEKVfj4YMt1Rd5v29czy+QrbeVaxYblerg
zILjO/UOF5NRb8kxwEyeFIi4nzx/6IKj1Y+V81Ci04g+6qBpBDj1OEpRX7tz0QwIkwBZ3za4YdKb
1k3x9G5CIVJ5AIPqyi2nNAu4YdRJr5drjc/CJQ851JmjjnYxFKcktt09ZB70C4RT3LiVh3eq0efQ
6rGrJl08PbRz4HxD/hyc/FiqXYBq+1uS280aUEjylA2s9VHFgrlqUUmv5YwFnd+M5S8J84ORJNk+
9vwcCwaiOezXCZjvNQ1wtfaRftLwcNkWOriLHinz4x2MYQ8ivOy6TxP1dkLFzfgAJdVGK1PgvPEG
mGNmcDOW/iPKZ/e+SGaYvKnDcy+CquF3phS9eGORWNue/SErR/3opktOQJTX5l4wE15BzU/yVYd/
YjcZ/bQL5Gh/FFY939Graa5SNsTXNZQ2TP+1vQk819i3qQ7HNSfSHj+oWfbbvmJrs4o8JtPdMNdi
X6kBoleDjlG4He7NvpryfZy4/WEup+Krgtu17lVkbl22VzsndM0eOrYyVqWmOCvbaVjTfMswyjUG
MrvIOHd9cytbvI9x14hdkMPHnqsZKgK0OhuTAJxBCjvjo2OVHUlObXca69Hbks0H4UtmYm3303mh
FD5ZvTEcLKuq79tmjA4wVvEkmFKgPlPjTpn4dQ0aRCeqT+3VFA7hl4Cq4tooBmfjC7veORAkj/jp
HvBD+DvbRqY7uOjFZmusURZ38U2UWcV1bNSEmRhldETnPH3FowA/1cay9liF5RNNsyVJb+i+BJBw
7zAcjdggiwVizpGKHN29SszwRDyA2roZyEzEYf3RjtPvwdxDcJX88DLk5TmYM37EVfPKsptoMyJU
3UG0nNYmxqitQYnvECp7OHYYN8/wHMwvCo7wyXT78tjXEb5FPz31qm42s922y5JlbWG05QeT1PdN
ZfXDuQPLeTX2ln8masXfa8NSh7Es6u+T39db2ejqaLPf3zQq6w7e3D5Rop22VqTUfTX0uyxLw2s0
+EBs7UmfzNl3v5L4grdXZJ6zMxPEcGvosvh2CTa+LfM0fhzQ53yF/z2muNKrYM/eMz8WTqtvl8gL
tOpEkOHM051cTcGQfzJT664wYlZEQ6h7zirYh5sQwrAocc+rLL3rHfFAh8c5wLK2v9UojdYYFvQu
EhxQ4Ue7V4OZ68/g26wNHtaJlJ3xh4Gxg3lG14r/XuvH/tr2iOzC2UZ4YOnH+kEktuAIhUGKv4ru
vuXLhZQN1pipy13XuexgrgYVA6g0zm0A0rqqxQxxvy7am5BjJDYiYZHcasT4RXf5rJ07QOLVtaIm
+ucwB7q57kQYg+hgEEBAlj2Q+g70Sb2bhlKGbbcfyMjRMN1tl2Un+EI8SC2D26geur5cVU3j2wYu
BCOuSLnxLMy2Q0xjrfbTGV1h6Dg+x1ftxqEG98cMGIoHBHSqEeNx6GyfgyJQz+7GtY0m+0VT2fa/
K7tDybACcwdwoJHYVmdiGyTBirtxKbwnWfstxZi7BgcfH3CLRLcAQMI1taoUAxi8yT3+Cy12FIXt
BBszAO48H2IsLdja71uQoZs88eU59myKVLVV2qsyG6ed1TbzIZm7FLjKAitwygnrSQIYtm+AhhP6
VB8lbL6jYUzR9Rxa2ae8G7FUkZ5U/IAMz8aKs1e4HqOi2Pgchnewcz7mqBDwXMKI0xGl5xrC7Nlw
gvg7LSP9EZYQcRRta3W7GhvQVTrMUJVBj7h8+t70uWm84pAVSbYbB7x+MUfANVnOxj6Yne+DX7KL
g69+5/apd+VmdnvvdAXTBv9Bhk3cOd3RQ3hpwN1xcrZngCGaxH4oGyoGFgVEDwm84f5QY9RQDx+c
j5WVffH9qX2AqesFmN5j565RwI6rZdISEOvh5AAc36XtYLUnIlRqbzMGtXqAt0GrMcbsHsMpz/UZ
hXb4bRy9B5mFtNHY/e7ssPNWcgrjW0JUBmxifUPgUObTQF/AKiRR1Xb2bezN7AzEUB3mwirPego6
NJ1VtE9DJz0QZKPUygEN/giIdLyOYHWuQ2OmHiANqz+6cVdsMqvCATLPT4YXWqu2lwr6sJl/aR1i
MwgM8kD1kZMA40AVI2fjSBI10DaRG2Kn9vSdPbviS6dBk9JGLbueGbS3P5PnYv6YM9F8ZGUkF6Qd
Z/jpU5fchMDQN/6o5TG2Y/kYcn49L/iQT9jz46eknjgOB10xfuyVII5qzJalHNPKNp+w4k9B2pwh
zotzJjOfQg1CCqQEpbies9l+zGVb4bDW0ZJukYBgljP7mNKawo80TYOziZJ53s3aaB+Q86l9a9Vg
QJJ5JFyCvYbffAvsHot4gids+DVmuXvPb/q5htK9AmA7JHpdl5FUTy5+WuuM7ryePoDcGIPPVWJI
9SHuZO+CPbJBtq08oYfuUULfLM94Un0wyNrV0F1g0AKQ4BhfmBimioTUIS+rWM+7ejQoRmBEabbE
NolknaX0da/MYHBy7L/e0m9SbhIcXKtPt+ioKNPIlIShJvIPtcwArFYsyJwL1nFTfea+ym0wEJBV
l3xR2JyFv2K/Vh4zPVTXxgLyGDrraXEinafZ8u6ayoxPWULUSEZOAuKQAbd3ZzkAlMxxcfKxp5BG
sLHK+BRa04BxPyXyJIyyo+0E9tGyMgiQ6V2HdGSDEU5A9ui/UsMDWcdXTaUjNfamFXhHu1PhTz5Q
/RAwdaP5HtRXQHXhR0m15cobpL+PnMo+M5mSNGNYct4ZWkTfG7tKT6Pf6++ixGV5M4hi/AFEwJkP
Zm1MIUelcZDHHuxusyFOpI5v2MXb3yx0KfPV0MvMWJsxUIQPsu3i9HMWTeOvQOJeW0NzcNMDIOS+
Oi62hocAVIg6VP3gfEOgkxHtY/q0c8ws6sSRvLJFoono5jhgBYoJRCg4ws6ZLOutGCaaP2kSG4KN
nV1UB0Fckd66Do1czl4hQ9jJ2Jkdu5hdxpUaraH5MLlTNX43A9OH6t11/g8k0LpdjVUBTqrRLD1U
Ip3Mve7yyQm/O21mGmc/xGN+Zzg9j84NAix0SaeZzi07HK9mqHzGCiXvGK6hT/jOxhxLXa0s3QXO
Xer7EsnA0JTBnbRSxz+bfQ0aA3ZGSP1ujgZra3BTv4C05MWNy9HPXrsJTNAd+d+Nf0hIhTIxaBm8
bQOgyTWEUzzRkjI7h9VGVfWhktHUknsxdQcj7j5ZUZNe+eiLt3rq/F0Ue+IDeFCq1LNvHpQf1z/E
3IbfOmJPVs6c2p+NNp635SzzvW/45Z7SHwumo0DgVMrx8lWYjenT1INcI09FpwdTAPMG0eJtK2F/
SWurZ+QLJ7sK68a4olI+gkCigZkYibOJc/61ALjKU6/ItloR1qJ/ZHhq6U0Bi9pmU5bSUsMrdjCs
uv05kXlyhf/RfyqpoDAHWqX2NomYzd0ky7xcUVmpJoiwGJe3gckhMBYa9rCYp51NHcQA0lrIPSK2
9o7QMf80yaDfO4anbieRz9uhmOXOCdpPVEmnnZPackvHuT71RcOXN+fq2p0SdQ4SaqCrpqzdLyjx
mu2sRPsEE7A7paIOd6NymDogJfw0yrY+hdRo7lE/SMrRFfAqMkhjEMasNqvO6lK6h2EORsXUnN/5
4BepDw9lRk1YKf9OT4gRaSb4p8EEJcDxmiCqkNL91k9M77ptJ7DQNJAfiilIPrZBkBxzipWkS7Gn
OVrk7a2KTsnjNC3V3270T+FQDBvsKMmhXSjdVtCCsukjivtkjPkH36+A70dtAlDd6PPO+yCaNG+v
WsOAzWwoKxivDEuXzoeyCj1rD07Y9DgTp4X3d9jyfyuOdNCoBr7RQWu/p9OzkuPy83+VHKVLwwvr
KPVDxPl/9cL+Kjnaf4A7RRXhILkldRSQ5P9VHE3nD2Q45GoxyhA+Ikb8vwYaDTnOAkjasFrhBUJa
9G8qjlziH1IGDLW07ihqLl1nYSnnsh1bQIHAOuuqVRi1wyl2xHebxQQglNKHWcWc5i0ZvuMZkFIv
Xd7/lDkd3FP4M2kmws9k5KpLQ6kiDqs2ZStoobA7/lgObpwf6ZiVzsbziVjc9H0T29eFP5XlTQyn
lCyOwSdFiG1KXp3inOnlimYXxw/d164mi9ahK8VWIJqPpj+wjeHZ/pQBVMYNwSyIDYs69IpdnDqT
+OqmhdCH0qur8ko0UVZsLA2wneSjftwQ1eTrU5nQWFwB1yg/ByAnf6JO0Bh/GhgdASqFaoVZvf/S
J3HY7wZwAmqtINHUtzHq3wcbtLoPA7mk9CE5DsC+a1ghj+nsmV8so5uDveHayF9ixHxL78M1Hb1t
6A2M6zxmy0Q+oc2KiE7OYGL3poTjz7iEvbFHqyPnFPa9DV+kddKajkpdm8OxJSYpu2+8CPJWEfTe
PpNddxcT3fJBBYHLAoPP+WuWiQ9GNRJ8ZMzBcKZRl+9CkmDBMejB+ZLlGVlpVtGYxa0/OEW2S9Ni
NB4aDYF62w66S6/F7AvokTbFvb0Eefp1kLn9eaSDsYWmBE/DKrPyq1uiWBckLjx1DTBB0k0T19/4
EfW5bTEsLTnpTCp7EkWTDVuzQtJDjmdInwuTn0TQiLVMHsSyT1zVOvQ2nZERgxhVApzQzAk6IHxG
P1BNcaydxhJXrn07aLe0i9rt3A1kc61IDqpAik5T3z80mcs1fTurvgpOU2u7mtCa60YjZglGZ75i
Ci1ukqYxzCu3yKJHxyxktIuDZsjppfrxDwGDgc1qVFmgq4xU2Xvi3qDfVPNs0hyeMiCh+7lX6QxB
0p21/6GOjX74yflulBqeS7UEGJqsFOXVBCyx2LVmg+Suq6K4uc1EUX4VuFCBeBom77430TBh4UlV
tIDPOPt94NKsCrva93PqJATk1bdJI3VyCzCuTfb+tDSH1wr8cbxvW834kjSTm7sRl05QroqpyGlG
D0rp4ZZ+XR5/xIkdptcWw55RaCfLT0MXa0CKrP7+h+4so/4wepRQqU56/JdBijgOYN3EtUHRpXSC
sSVIisb9vIm8PGAVS3zH/mYGRjAR5JrZza6Exmp8rivqOvs57BnNmtSArz1bB701qgEv48TRP4be
2/CHQVm6d3mZY+2jjFY1XydrNJd8SfbEfCkFODIXZMgW8gb+1pxzXQ0ooW7FvnDQzn2kUsCnIspx
olTRFYT6OC2g19vBNsvsEfoIm4A6i5g32sZlQMaeF0X0J+PmEXaTER2xCMSgEyYEhj+QIBBMb4+U
8fa5U+W/WiI6/6R+CchVFaX1NcyhbnI6lO2ObfNVwgq7M4LZ/aRJj/V2g9WYj0EVOTdFJwWZAOmB
EvwKYS0MPKWWcj9ZdWRprmLp7OE6HeNetd86Z6r30u52c2B91BPKXivgVbV5v+L4H6zbvnNuvaCA
yGoJAw2pG4mVTdPhpBPpf+oBGtXbhNhe585W+WOusz8rDmUQQaLR2hOfKo8dIZRkxEQdTz/SNyGT
MaQ9zxwecslEmEaq+KnYd62SUdh3aZEdUPNRTgysz30Mw4aoLnPTzfJT6Ra/Mt7z2alaitimPBjj
QDZWVfpHJ++e8jb7AIPE3ap2CDfCNx6MGPPu0DjThryq5NYjmBz2ZXVVw7KsYNgPUbsvWxHumjAK
iRocnDNn+pbh0O+72ie/JZJbOG7ETXXFjZPnTKxI2MqlJhndeHH4yc30NjKBdKbsHrcknRKVE0fl
FxlIIH7Jp9ycTi54ZzoHwVU3u3tbhNVVS+RVbScmqP9qR73pelacUE2Owkj85hPU2HSXWcgFOkwd
OwGJZlXp9qRbsgCgY92zgkEXK/hkAzO7As57S9uFnF+lrc+zMz3q1AankuXiEFJ7XJGfVR9NoY8B
AWgrTkTXvt9/K2f0mHXOYRvKZ4vsy6Z8mgwuVXuqdEGn9x1RKeSGLzCXTaD0TyyBR462SPaVXmER
mL6yDW7DNVjQVR4ORFT0AumYNAgmCR61h/DYYlNfe7ip5hE5JgFNWWVupoi2HSF3YbcTvXbvKuEZ
1kq31dkM7Ksgyb2bzrfuRNkP6xCyIslh3ee+d+5ETDEIHcc1IKFD7+aUfRYGbERoQTfSlyA3bB+U
U7zViZrY3Ka3FsHJG4lchqarDq48AxEwyyQLlQEs/GiU3lOM12cg5yQiLMTsbZQfgvlxxbc13HnE
lYIudXF6D+kdiaUkpwetqKCeNC25zO6Ufyd37TeC0cmMTfm/lJ3ZbtxKlq5fpVHXzQJnBhun+iJn
ZWpMy5blG0K2ZTI4k8H56c9HqRolpXYru4AqA1u2kkkyhhX/+ocBCEBODklISCWrNTS6ftsZuQN7
wI2/jnrQo5wdQjx0jLqXOEoDS9KZxxRSIoQDOGglnUyzTfZ1MJR4rXrGk19l4Q9fK0t36XpEzK6N
sbxk5RhvavgrKxxVxHdP5EASU5I/RdjvzQm4eNG1WUz0yojFYzvU4Yq+TLILXRKpF3VslfG6rUxx
r4hqixdRjAcJJmy2tqYzU6wD9osriBTYgeBtC6kBsOtxiBpjV+sRzR7XrNZkY8k7svI42GpJ123c
YXRv6CM96U6VrkWo2aSVEECPh40RFu5PJ/Eb49LH5INY1jYMUW1SLOBGB+S+LTFiW/RN6y7DCY1V
ZYTDHx/1C/nBBZSfYtTkgyNKKBWcR91lBYiPb6bh4BGaBJUp1zRc3W6l3CCKcO4jsR2/sVg86MAK
15kMyWTKzUgXG8JK9DvSKUmx1fScmzb7gKz0WGnX2RRxxgwg1m4JMSEvA8j3JtMMtQ2gcv309S7Z
TXqv70VC58P3Qmtdq6ZZpbg+pUt3ANYlfHrAEhE8h6XXJUCZkXqHh7LC77adrJWrtKS6MkyfQFEs
oSu4UIrDXZ1UXyqiC3cmP6WHBFPxQpeDuSoNlbDrh2H3C13duLVUbHyvSsNKWRKJllnm9hBVsBrb
aIf1H0ZOLQFACa1p+nCd5uMXVEn9G/3tbeU78I+yqtkFdp1d6Jk+4LmmsebQanaWTtjbV0ZcefvQ
zIovYvAeJGFFK4UQMV3ondpBWcmvJSpWyFzuli6IQbAKCrpVbWnGPY4oJhGZNZK0AP/cifiQLeZy
1p3EbH5ns4DumsqMLwgug+NK4c5yiGkesZVQBkgs2eL+hBuhlXYXDW0WAi4T966j1r5r6xaQE/7A
oXGcPwNejRekaLEIV6KDB5W2GCjHmVf4C78IQcYTHGdd1RLaZco0W2lgyPo6DLLsVyWUygiz6vIL
gUPo9TT4m7aog62X1HTAo6lVTG2rSTyQ9poKK3TjYGtoaCZEEWs/x1RF3/Va1RxY/DK9QCfnBzuv
w3kf+Y9YEBKWwrlyi4MCSFoOWJA/s6cqYyGapofKN9S0zjhUwAHxl1ZPzDC2VP0dSw8+32xCzjai
MUPdG9XtbsL2eotmshXosWS9aujOLhLg0n2AB+omRsrxtbEsrYNmpI00E/T4gHqs2WRmbz36HHSK
Z5vYTHgIjeu3h86dmptE+f23Uod2Pqe2uvUiBaqdgzWD5ovoKnFl1UhibLIlj5woMSsnpazf6gF4
ZSQGmmsqbVmsR3vCTD/V1XCPVg1rZtGK6I+b6QzpmHitH+D6zpLWaJgs9dHHodOuy36Dmyz2612v
+9syn3s+7gCWj3FpsqysbvxZ4q8eb/wkgn5Wu+Zw45JOZu0THNlrerzOHHUIg807QEK7SwF0ZrM2
v8ABp6s9AiSt7B5CDkkQ2BjvW8J29jny0gUdp3gN+fFXWTVGtZoao7skqUbTwOWi6g4bv34fI6Eh
AtnCaV02NLb1JNQWadgbm8lWQbK0ujmRVsM/eGHKkcBXtO6hve4od0ISVUvoF31Ju3WMOaYvHDNK
MNatMrk1W89cBYzMneU5T8RYj0fpNmmy6Xv6PytKMYzQmzKFEZFrFw0r9WU757ziA/UtIF7gwKpu
HEQ2OdedrA2ScxB9+eQYbNB0gw6yit84fe6tTSE1aoBQfoWIli89OhjrYsSAq+OIjTUR7AlBaMAD
9FZ1OdRwJbVAT7Y51m0x8XgXOhlfl4DF+dd6qNRmKge5xkpcbTU7x5vZNOlFsQaVK7zYKuAnWpWz
QWd/lTQmG/VIHOi6kJJCf2I0t7Apc7sajlNHFIiT6xQasqgi4lDSQLUHhwPlOhqrbmWRtoGlGlv+
djCr7kLPYbhewhDSNjPasRe520BPwWFyV2Fxjwd7PsCa4PJcVFIhlmS9EPzRFs43Vwl7GeScu+OQ
Wds6jckmDnTPqZKgviDlhpOGJmAwuO4mg258lVa59y0MxulPDFGzXjS6Pt1ken3DAVL5y4pvu/bT
zl7quB3i0FlpGDk38KBgO1Aram5T6Ach8pgNR9i8LZxRallPx6aOnRXcP9ffpr2W3LpeQcuKnD4w
NES0LGCh40Od9Ahb3LcpGeHL2iNLHUZms+yDVP6uimlcZy1cgDGSdr3pMy1qNtirWx3Wr+Y8IDlm
Hnqv9+AIcLS81ODZXsB/CRbQrWjFFkz5WaTz0x1b58vYjxMSd8z+FnqrgkUnW5sMqDGmJxVywJCL
qMZvdh0XerKCbhM+WGFSPZJPR8QpJkxHw2qrtYOZ/4UpPLnPS91iQKo0u297RdvHzQcbMlNS+H8c
lqJ7GB3PWTiw63YhRXBkqs5a8uZ9hyyTwHwYQ0GgqxmX1q8aedjKwomSir1JOX8OEdoXVHPlIZrM
5ELVpFRgO4FULUlFuK4qXO4JDpXY5akGN6XBjpaJNLKV2WCybdck2WtOqx7Y3OA89bV13U5Ds8MB
v8AbgzFjLuH2pl/8OEyuUsi696RYJ+R9DNWiK5uJpy8OHq9lDwCebCqLQNw14kfItS5rPBuFnsS/
U/wmN13aSuvXCMT/lGZaxosdvZ+yGYd96ZQv8Hhxode+dNYeJgMGXcxEjuzFYX9HGje8E3qDGSkC
neF8mbze7Hal2eQPTcdLX8KSti77RNcIGmlzySGQYuqQjBVZ2FPaYK7ZJjLZmhWe+cuxSeQdaZJV
CRJsuj9SA+bFEswmi1bmVBJBQgRck+48MwHUThvl/SQSk75T4vQTVqrjNFgXkYrypzQfqyddy6av
g95OWG9CDKuZRtSlPD3aVlfwAkbkbfB37EOSjD1+2yJ6iNyXfmgD/r6rqTj/UJwpBqoXYU1KPrW8
ooEetivLYYoNVmY8gk7pNBSdPjx4cOweqsy7Z/+m06b3qvjdtxhM4Xzk00WbklE9gXCb+z7KZ2ui
F3zLIQKzZj0q81/sC1100Wuad4c2oCvxgHTrrxKaEghWZEF2r4BcdmRvTDj9yrLba2Kq1pGh9/eS
7jqcR5LQMYUyooe2FOk+Tg3C21Erh0+wswEWHDi0nJSCTgNrQCRrpRetJfKHzjUzh3ByA3RNazyQ
gWRELYV5hIJR7zdWGq0GKfizYlEHpojQ3RLcYMgfg52ywdRtMZsMQaJn/88iE/S/doxyD6++wX6z
j+pf/DZFP21GwUktLR+J3AgOuSohgi20OCnpMJH/Ei1KPDSgd4SVTiJ56dlU9viirm2V2V+FoaYl
OxP/jDlJe6Ejfpw5BP0jm3csfk4bfL7RGTsxZWZd4LK1D0OiAhY+fe30QgaOPptD9jW79ezB2url
EgeWOQVWmYgOlkCDZXGThTEPA7uMiXTpaHKn7JD6NO7MRTn2wE6WV2rTBuP/2W1+IC6HfA8feGb0
h/Ixtx2eFZ0cPgKXAf404szMCJ1mn/lqmbkyBcdfK/1aY+BQcyIrRUPXs2UX0uKUHhFusZWVXCk0
btXPLPeAYLJg1n+9QjngVzwkeCZAQWSvy/QyijUJvaLyggICqwVBQ+81fVi6ThsPd/hClo/0OPgA
3Ep4TK/YjlVSLx80kg7Vplc678AtQ27OtQb+Dal4ZD0oJzTc7ehMFZBXj0Ux2Z54rw5LuGB8fsN7
AnktCb28IYqB9w/QZmSHqq4y9Yiwk5+EBAoUX3UTicQdy2UYb6H02cmVZte8K9rX3Gk2DnbsLEdI
BMm1wdKTXZKg3D5Q+KvmW+4OQf3VoA1UbvrCK+YNDdrutsWUqlrWouTTMjR/+E72hZOSzjrfKj5N
rXsBDKhVmKMi6mBLhwYY14oVpeM7DPT1osIH17KA7XBwCOxlryE/wCuq4BaHFMMbGndtj81xSQy8
bB2Id8rOLjWXLmRdD/Y3OQhYbq2Id5ljbPDfnrJ7O+h6d/GfuhnlwG22syiagKZ3ro/BxGYXq/IG
43ooNqJQzuObxsrta4/gP/I2uy3IOVL/+Nt7TSlmAQIvJYHHLdpaTAHtWcb26+ko85B/bPxn3Iem
r0uLUWta1U0+WJK+e9a5M4HAq+XGMtqsOSNaMz9clN+dVbMOVnp0ZU7NhiimMTGieFq4nlY+gt51
+jJgNDzXHO9WZjs5e3tUVbUQnUa/NW0JqNiMQC1QApLqLu0zLMv8Dp5abJKEnA96thnhHvyocNcn
NATOHs3RqWSzHxsrzzm4NMQyYdz9xauMaOMblbHH+dCoSTGP63OWW/Sm3nZjeJQw4rE5FagOTUiZ
J8900szSYPtAjQeyydgu6oswShCaW85wW/d2f2V5WGXFcDTv/823SbCtpVuYqwJyza2o92+zYqp1
khisRYca85I8BfcC1Dh6jhwi0RY+HahzNg0nHh8MIERshvARzlKiGrDs31+yzqXCUgMYqc7S4Hqy
O1QwjubvB3IjoJ4FvrjEmt67gfNT7nNR+wvwe9zf9BY62EYjgNXADJs00DOD7FQZwiswgJPp+dEt
FOaphWheYV5esaEvUmzzbkWWDbdxVFMu1npMbfD5c5/f6Jv+Gw8B50Idz0syILGsECdvnKgUt4Aj
TcyMjyUUbtClRcjR8G8aLdC9RGSL0NYAJNUxxRC0Md/O1rGb4pg5VTA5FWg7kS+SOAeoVu0SKIO9
4fPbOh3IXA6POowT6JDSB/DnbuebxSEfDZmzHhWL8mXjQdhD72EcAYG2IkhY9DGRmkEoNgaQ5Yka
a/X5F8Dy7OTJ0utE/u+ZtkNL1X39+zdfQZLESpRsQ7dlaqr2IVLppK0Jp29cOpBaeEPNYXdrTYUl
3QK48o9YlCAHc5AFAuh5EC1XLaQHf9HQVLxWYUTEe5B7MJNIP3CRWIhYxsugsWxMySD2ALI1rB9L
YtUlZ4zJnHaDFfeEpWkz7TRgiU4Xo46AeAftBq9sp21Y+1/bMiT+stHSSJhrUNuixWSCTde0BGyC
iTJtUD8EITLygB20NK/pRLjlSiM1Z8TiudFJOO8HXqKvBqP4ytmCDZXODd3BKh7YdJtO54MRCvLk
VRvgkwV/e956+4A/iw4TbQjzgXOosEu9C/2Rn5K94hDY0FuYoNuseMa21515J44jqgGzy/jyBQby
28ZCOkzn1AqfwhLeHOQYQ+wzWCvxym689hLPQv8PETNslTxjSQ2AO0O1bxs3CB7IAE6pTKIo+jbV
zXTnaWPDZmoiB1k4aUBXygR/Ty9lXbKhp5gypJeN0IZpB49rxNcpJf52V/hRq30ZYitoLsYCN7Wt
wswNcKK0YmMFFUhmm8ISfI4lQZLW5lTlRHb7lFSo/iKqKFi8PChwGrnVEEvMlp4OHxyoUGsummxg
g85GHJC2r/WIUyW+3A+FrQ0bac2sc5UPgw4zpNezw+D1GQIFWQFft/5YVuvu5RNaaXORlgZNvILe
X+FRH0rp7+jtvTwEj5v2aIPXDBpc6y8nanz8i7MuUrfk0JSPODs3NG/KIQBpRh4g8RJ5MK2aURPr
9DlGra+ug6bJs3VQYqZSBpp4mllyiqAEtpU8Hq8N1+YAmap41PavVdqASrHgxXb2QqvIFLdBNv8Y
RWLeQY2BfQPP3HZWRItM6Z5jU35u2zvhPmCqxFJBCeXPNiGEhyJSfrta+GjNS8tAQiJJMxiWIT3F
O+6RdUrYWGYtjSq6JiOBV/D5InG6+Bquh9+S7nF9TInM02rC7DkfBqKn353ColyEmNpGq4LT7e3n
1zmtWl6E0dRLuFlxSeGdrIa0oiLcBgFCclvEB8ugzGfyzl3fNK8fsXTr/imh/zX8V/hc/EVxNi/n
b7cVuAxAaAYXxs8QD7+TK4Lk2oQFFvXCtjTvW+Qb2TOErrraRbHvzLklHkfldMLx6hBMRvEdd/3g
z+c3fbqNGojUYTKgPp+9BLGUeP9Se2YR3GkaslMk/ZthDPpyFQ7Wsz/WTOrPr/VhAHEtB/H57H+G
HdGpcWPUhrld2960GKYi+ek4gawWdpTyA78rILfVYvj9ynj496/r4gFFY2zWHb6UOG/2GJLDTS3P
iB7TCVe7LUYORwB43h1yR6gmljP+zsKRkfX5VZmQJ6/X1GcbUw9rG4uSEavf98+WvQjpUGD0lCRN
eqPrSu1HW69h/BHxUa5JZHN/Sy8Z/jiyMH47OMFj9RML9aQiSzZrDb7mb7OIa3MNhcQ5JDT2xhW5
5umdl3XW11nxfekPgI7w2rv4m0+P+CmTkPVWRSAEp19AN3bAbgRflLKEFRd2HWJQMTNpEEPuCYV2
0Gb1/vhkOR3iRdR4VXzJoknnB+ulnz1eeNV2MszhAspELm4HAxsAWnx1KL+jE8waON92hVJo4Wpe
Zm29l2Nvy36tkSIdcBDXO5h6Fw1QVfvsm+gMFyoQE5LrYrI9ulx5p+3gwbCYRjaqnkXdwnSlgzwf
3/265Of5C+ajWZT7ELNpD9/a3cgnhGkp82u9KYIjqWgG3dWpb/Rsj6AhFmslmhJSD7FiHEVN3LYX
dh4VJvuZP92GWMPB9hA2HJKp5Eopbb+rqsOzdyMnm/UFpYJ2o2jbf4G+OH+5EGkb0S7T77jJZ+BL
Qi1VTtZwI7BngIJH9m6cOIatk8wRllYO3cbIuz9pajk5ZJEuZD8ehY7xP1Hi+qVyYoBkJyGHkCyr
1t4VZT4CPJKC8yCjWbYwZq2/G9CHfFel7L85gg1/JTTXKfdaYTmHvCYsZAmNX8h17gu1reN5aDeQ
5HZ0kYW7RHjKzjTGdmMvxdB39UEhDFz5Ze8cXpdqB9CuZmIEWnL5itXEtszVYxn186vyBVt1GUrK
pNd/T4NGhAddYlRxSYaRsC8RrCffB6cgG0+4A3TtcfJdHKSU9qjRNrm3Yb8A6uB0MP2ArZIcEOMX
GcCkVgFmU32SKOk7mx7DxWaDMW2QLfUJevIVgZUIHOqsUdUackaGGKFXI7a8g2sbKwfeDVxry2Ew
v7JSpnrkK+d5E5ZbNxMAyZhyoo/DyCLSFzVzBKruy8uNazlbA7p1QULyOAzbz2f+x3nvUNUaL3Yt
rgFn8f28z6HJ4RoVV4vQB/wg3ZcQwruiKaf858uF/i0C6X2R8b//N//Or6Kktgmj5kVS/a//upK/
6kIVf5rTf/Xul9R/v/w1O9fqqXl69x9rlP/NeNc+1+PxWZHV8z+a7flf/l//8j+eXz7lfiyf//G3
X0VLLDOfRlhq/o4JallvHvb8+f/8veunjN87IHH++dTID7/ySh7VDAeBOcZsuqDzjCZu3s9e2aOG
6//doYZhl+NPZhib8T/16vbfcfHhN/Fam62nX6TsM0IR/eNvFMx/t2fYhJ3f99i4eJn/c/P/3OB5
bv/rhv9SI/1rx5/P0GSy4BmHY5BwUdWf1FAoszjYh013O9q9uQb+TkimGX/jgdj/rqrEuzCQfqwK
N+ecottqFRsEOyPRskmlao0z+/Gs3n9Tf8zfxiWFAxwBDymAhdNjrTHQVY6CCaIXQY900K29ARz6
bXAic6FpeY1aIc9XCNKyTYnqb11GBnEchr/TpvwHpyaKZyWyVZUJdU+/u9525HdcuL2lXzVDMFzm
nf99QOx77tT4vpB4/d5Eq1BI4C0A8Xcuat5s6APdqtbrtPhWL9VFmsMzyxHZpSCCqxlKvCvqLrwQ
E0qpxuz821wYIe3EJN32pdMfWhXWv9qsU99KEA1n2GeG8fxmUP5FYWfO3+D9e8b9HgdWzC0dXKLE
ydZP6KVtDwnfMDNS/WhnZfdHBjnt3Np11r7Hbq6zCaKoJ0vVaJW2qiYv2WCts2BPZjdRqrpBetvf
5VCo4GtNxZaTjLXoETNRTmT5ZpAdIiwR6jdV04bUAXi+u8hUV87gB6/WGP/rsH2J2Xh7O5Yxl2vs
SiAUDnYcJ7iEbGOvTrSyvkkst2ft1mvLhgbi2BshsmAVymjol040HdXcVDh0jf6z0hr3RiqjbMhd
Hku2pTDdemkJ7UhTzbXTJA1dzKKdCaGl9itjXwmWmQv3qUfEo5E/fTt5UfucjwrrmKjNvfvS+WLR
dxwLJS6rCsYbTNKMZN2mNhrOrFay1Mq0OAyjBa9J0M94cL1KQBfWumsrnswHku7s+7Si6CBBDEod
Goco/xEUwbRCpvnM+6qMBQd1y1m0BPFcz4BNvvLprny3odmsgxCaxj6VRn1mvLzfMeCyc96w5hJV
Z/pb5Kq8H9A6XC4VEqH5ZTJGnL2ArjcNMPaZGI7T1efDZVhq384b28oaRxRRgc5dIhuJp2ibTrUP
2lCEwcI2xBVq0x+MQOQ8cYiuMtDze99q77NR+/75DHkpft8MKW8+1MHNEKzFnCo/MOltKCSxRWV6
RFtnrFvLHa5JUYQ4KgoUSMhHoIhhZYFmC7SnmxPH0RpdZixZBywipgUYj72350xGx5ufWdx3WF54
zU1KgUbWRWX9HvCEJfe439GeZK7UrjoYWWLs3LkcCi1ROPSC6fRMTfIQ6d1wFQ5jeVMLTAm9KC52
Tqn0Wz/tjSP/5zhWxdU39jOx+/xRGCfLsMdG4NDlx7YeHNNwXixR3y5nI62GJhqCY2lhiTROVzHP
gYS+5YQsXPbu3i07YrzjjeyLL1XmnkFSTz3muD7vwcIyGic9jP5OLVdLaCJuYyf2EdZctXdI0eDp
9ns3RRpXBfBvyQ6QX6SWd2vUx9A7kwFeiNXEUFNlvezp4F3ObdMz3j8fJsX8tZBczIZouvCsE+8f
2Thma6nBOhbG+OBS1V47MrIvPn/4Jwv1672zEVtca0Z3Z3zyzbMfoyQIKAatI8bj1tY1oeW44PmQ
o89MvvfoAlNcOC5TGxQZBNl4Eci8vZAJpULZiF2PU5zR7i+KSKETT6KVyscBferZ7Jf3yOp8QRZq
CNG0KVyfzND58b65M/gFXZsaVnOkh7fWu/FmUAZdWvd3J2Gjy2zFAeGcmftfDGUXl+CXUgk3O5yk
3180LvWEM2VXHgc/XeAUgZs8osW63WaD+ukB8k2+B1vTWkGA/UM265nK++M9C7J+QDxx3yP20j5Z
4KSb2Sqy++HYa1G46nJ3vEsk3vL0h/ob1Zg/+Urm3hbtOd/n0zkESEvYy4zZ23RKwMdOVnA7b6Gf
JlY9d/Kmax3mDHTLYk+LGK6i0WHMnyqJ0hBPFNxCsuDBjsJu44xJtcMJrH1iOypuY/ifZ57Ii4v9
m3WWpYVMBMYeVQgnEvNFWvRmGCQwLxJWYvcGYxFKfNE5+6zqzSWeQ8EXTGkgrpEM3JCeSIPdP3gK
0gg8ht+CA+ui8nK5aylaMBt3MOTQYWujeTCWleOyPaCP33w+HU+zFTgzzYlN2LDOjbXZRvX9AALb
i/Eum7SbvOiWysoXWtdeGs6Vb9HhzotNCB0UUgT8p2n3+aVPxg5eUrhOcxgF2tQBbeyTki0I8zyu
+wbJdd7AchzdnalY9SE8DYsyNZxNUU3xzq+GM8vvyQr0cl2LYyL4EAJtpur7OzbSmI5TFE03FjRq
SKqFQquCYwVdr+bM051v4e1YmDuXNr0sWsL48TIY3l+qHXsDPoeb3I6prl17vXaZo65dM7D9JUgB
Bnj28Pj5Uz0xkRUcMTB3d+awG7YXgYvb+2tmHLnkGEAio5GHB0VWwMJP1ITo2qqNnZdO2TrswuzC
qtqZ7+X+CnTYeYUHC1yfIAkOGN1uAgg5W03P5LnG3sv6/q9H8vL1qNBNnW0GmzT7tJfrDFGcs3+N
xyxvvhZGgq62reVWiNG/bDvLWZrhKOGY6dF3SBb9ZRBKdS1x61klMu1hVcliPUFWWEk4k2vhjtCn
lSEAjHIVPdqdSi7MKV/ShfKIHHfL68yMp6s6wZ4WD3qMPCAvJVY77C3ApnPnpPc76OvNoZkkiAUE
koF2sihByNQtPeymYxqnLrnfsj1A1aXpNA0TLiWETW/SzFD7WPxsYZnYEdnAvt9mdwyir+YYoFeK
sqn99fmQeD/R+Fbz+RfLNobhS+fxZKJZKKWSNhiNY9wk1m+HIPFdBFVlCUWENBKpDY8YhNQbAy+e
M1Ptw/PgyvO2KPDXnhueJ2NR9wa7QGpuHJGqgyxFpFQMo2+c2enfT+j5/jwWLkI4dDziKatO7i9o
Qrc3KlEfWeK6bW05D5WqYAQarrb4/Em+n8+vV5ofpkusE4j6qa+15SIKpQ1ZH50mDr87BU40uEge
TAM9TT8gkIl8+OefX/Nkp5svSuyNgDFNyUjtfpoqKCqkIewG7THmLLFxtci8dSsELGaB8UXM4gMX
duy/tfBO1rrqmqWIJk4YLklrlj2EO1zw4hUKc3VupZkPoe+m8ssXm+cwjtUYEp4UPFM/oIYrg/ZI
E4sCRJrGD2na7SEIrOmiGMuAiGDk9uxpKby4Mt+ztcRAB/D+c8AKkiKcTYp7xBa9kgm5tPlZhOLZ
zmHJNvnYnVmLX6wrT7+uyTP00RkwTE6b72buz2rVsj7WZu9goElreFG4erhFVbsRdVntmaTZ1vZq
e+OLdjh2nZjdWE3sXFAHiiWfqS4MY4ouA0uF15yymp9O1WRbB1HrIQvL4tnMZbYPa6iqeJrJg18C
EnR2Yy6T0vEvIxNrRBudznVd6D/0JKm+sTDUtBcNw7uG5sd2N/X1dUQn+NjBSttEMU6ls1ZlX1Y2
yjXyaJeyzaIzRflJ0fIyxlgeIC3NazND7GSihoNmZYkXVUdPj+/9sUC2P1Y2UDtphdgsNTdhGmm7
rm9vnWKaHrDO9R+JjfieiDrbsPA268QFXDedGu8gPxmvR82O9nnj+CjOkLV8PiXel/av3xafdL4p
LTz2knlBeFNixW2etVOklUdMo5qdP6aEr5J2AxMwhTY9ka75+fU+TnsqepTsPCCqe8uav8/b6zWp
44ZOUB45amCPM+oLbFKhXUofKGbuy/tOfa4J+3FR4yhGcY32Ha87Gjrvr5l5AsCmDqtjMWDBUZvo
maIGhjRTWj+zbf3F46QbCl9tzl7Do/rkcQ4aYm1bcSlBgiJs0Di8xkupX8ooyfdpGyT/9vWIy6Uz
CGLPqQmk9/2teWSPY2g0FUehfO2+L3t/GQbRCAsE5ztDi8szev4P+x81OVF8qDc4KglOt++vB4m2
gQEuQT762kUbU2PDKZHFu1JhgQXbYhEToXdR67B+Ph84LzjSuzVnRhrwunNfjoWcWN5fGl9qbNxc
bhUrv/5xqOTwszTK6VuTO9dm5VhboFt9k0jdvNYq6WwSp3Qu0qju12ghaeLkZoFpcd5+T8w856Ss
rIWtQYf05dblY/Gm+6EZbDyBUPWObCttWdlt/YAGJ3xAoLtIZ1dp5jO8w6rJ6cIS+7FLEcsdiqm4
/PxmP4zY+V4hDQAXW3NEy8m9ljX67r5jGIURWlFRBXKTsYRS5Kbj7vNLfZiQJ5c6KeGDdswnjKFL
FheoN1qqvpf5ROe+9x+aqPpujs055sAL+HHyJjmpcL4HSpgNdU/WALsz4sIdRXpkqOr7wRZau4Qf
UXzHDchY9bD4scCM8nXdm7dVPXUrlojiWs+Q8td1Fq3RP7MXQhnXL+x0XGMWkG41rak3fjzJTdlb
7hFTmPpQWcS/jHQJkU81z/PRYu1CRNIXQz3h8T0VU3yoxLSqBlHsIUOdu9GTAyE3RjzJvAOw2oGj
f4QxtLEsCtEmR23q1g2r4SW5duOym3Ss9KBcrfzB/hKhsykWbYpI2h6+ff5yPyxH8xfAUQRLI53d
6BRTSMlER+pYJwSeBtgtRJprP2eQPDcU7M3XsSek9PMLnoAor7dMhgCdGVSF0G1O1lo9pwkUR1F6
tGTl7pEGkn4+7ZyCnTnvjXoXaoV9nWOotyrtycXjwcYaMhrOQWMfKz3u3H/ppLmgtEQov18t2tr3
gEvC9FjHo9y2OBJtExuLWJKKIS636tkMAnzHUcWsUdUFKwmgqsqO1xQkzl0X1OIpis+9jo/Tmk4e
x1gaVqAs5CKcfCkFX15oTn40pCMePI9uydS7Etclzbj7/EWc9MdeXgSIPIdDzsxgKKdgBPbV4Fmc
GY6lMpNFIaIEeTOdFuROCslsh+5l31p2vjEEM6wqNHNDtFq7H/tI7HEojpeOrVmgCXn8Ih1WCyuF
n9gqEySuqacLby74lm3iOPgS+UV0pjD5cN6hy0jUxLxfQ/IEmXv/rGwDSys7AnO08SSER0F8HFin
OLN/nlCEXx6TAKlhMZrzJWhxvr8Mq4GDeK4jq0kLn2Xn7XopHnC+H0mTcsJdC7NlUUQSsycNxo8W
tMYW6vj4FY8s7AZ08xyt9a8mEJY/jjeHKEEsPYU+g4m2GNYaxVHLOXZnCVZbeDfHe1m695Ccp6t8
vFHopJHrTvdm1re77txhZL7nN+szQA7DFMLczL6fsfWToiJE/27O5Oc7A+xg3TZTS2yX/idzvHid
earehtCNMWLp2nUGnJVl3Rn0/OQ0xBeA02u5DF+L/q5lzWPjTZFooQWjo6fXx7Lp3GU59em6UPG3
PNafQlVqSxVjRhG7CLsn5EVnCo2Tgfd6cd+eATxGBXja+4vjluHErluqI+kVv8kQsS8BxLP7z6en
8+EZz7Xv/Iy5yTm47GTcuU7dTWXvtkfgVbG17D7cTHSmF7wOOHWjZRpUUkiYDTPEPEZCXLJl36+1
KAru3XJKjkkhpicXr+XrXMTDFl1l8H30y/AxxLdoaxtWtDGjod3kuMmRudigimrNaYMnGtI9QJtd
03MgyfLwJgh6sFPMVw5D5CVbz4i+d26abXF496FxR/W1i+CLcyYuo0hu/cM0DcVVNKA+9UIvvu8G
z1roykw3kakITaogeUZR8aOqNsV46Eaptp1nV5fnsizNk9KFeQv9z+Kw7DBgwBHmYfRmmGSdkSgL
z/pj5ctf1ij6pelr+j7N0Pgtimwy53O9yBexNPttEI7ljzBSj0kLZlynifyJ82Nz1UFguhNRE6zD
KFIbDcs9FArCPSCeweA0K/obaDo+kg4nX6H29PpFi573CiWyuVJ1mO6wetY3nw+PD2NQ2GzcVPYc
IgGaTkeHlUFI60WkHzk7NAsVD9odBjnB7edX+asHSJvFpXlH/5ZDy8kDdKXew1mqjSN6plWB0BjF
5FoDLHejeiOM5gv+eNi72KiFjG3S54uOdBEj2+bht1Dd5HmGU8p4JVBJtH6+DptdWjf3CVpQnH7x
vW3RB3MqsKB/seOf2R/+4suDzGJNifaM5Uo/JaD2BJ5Mrt+IY4t31crDiQL5VEFpb5t4E0xWI3nL
owrpYBRk2Zi0Chd1GBdXdqUwI4a9uuxGLEjKuJ/+P3tntls3knXpd+l7FkgGg8MteUYN1ixLviE8
yMF5HuPp+6NdQNv6s23kZQNdQKFQ6ZRonkNG7Nh7rfVF7TRf6MT/OgVec5SjDC5aRtp3E95HQqrM
4lsekB7ILkSSuD2R8qkko07bnuE2oGn88/eyBcj9vgAz82D2gayVBgtMvXfFi5U5c5EklnGPvWA9
xKIeGA+r20JPy63WU3PdGUnw3GPc2hGk6oWzt8oPM0mzJHQwHU4dQiNNk5ydVttYm1lSMiZIC8o2
Py12f/7LvqtpeAld02Oj3iY1NA9/tEN+eQm9vPbIKhnt+9owLJrNdXDuGp1GuWEbfzmq/OOl6Blu
BhNKKPP9vrTO4BXQedzbZUZa69QWxwBBxJ7E5un+z3f1vn78eVvcF5Q6/sMm9Pvaskhk9npoxD3i
i/GUO8ralauaaBuZl5x/sWjX6bnwc3VcreB5QKZ7Csy4hd2pwAFZvB1mVv+7av7H38nf6MCIvAP6
I+/+TnAgGODpTtynyfydWrqp7OPkxncFcW5/+VbfHRx+Xmoz1jDRpzJ63zLJJfkyEh3C/WKVT0aA
c5SgHnfnwpAk31tNF3/5uP/nE88K5NB03to0gmn+7x+3cmqeeF0F98Eo6i8uDMmIwJ98hzsFFKqP
8uFlmW2v36EuPRHRbnzz5YTyO60WXNEuR47bZlV7oh78j4aJaFcjGj5bNEAZvdXZ+pc39H/uPPQ+
mCz5SPpZQd/3P+dpKekp6uxBi6QiXs+evwqrESd0QmQyFfZ4xnsm/1IVvS8N+VLY5VCM0XOlqmdW
/PuHNDWTDqypbB/60XbPKKRh5lUusQSlgSF5QAlCmLj4zLJMOkQddDe6TJI9CaDDz6/rX2k3/6/C
zN/EnDfNW/UwdG9vw/Xn5v8FCefmB/2/h39e1N23z79rPrcf+CngFAEkPB6JHy1xtPPbUvhTvymc
/2wRnrxNDBKpjTdx03/1m0L8h9kpLTyPftp24uGH/qvfBJ/HP2D94RDHv0CV82/km9TuPB7/p6zn
cWHV/HF9ibIC6vb7x2dJg6G3R2KQk8k6SXAIV5mubcBnLafl0wBskcQLZWZnp88TQqW9cldIY+1I
kHGGS9Li5zMRhM9zabdnjknLnd0Or/jld6IxZg716fpklJ54tI2OqD44PvMRc9RyGAC5XS3MMEnX
aYZb7DItfnAsShditgBxFgsyub1tuCUtnEaU4sJLSTM5+Lko4QaYZGEzmSTxB3qtOw4jKSRVGod0
X+L8rZCFrD/TtHN6prMkzqdhoBLfCFMzYUVYl9jum3DISCDwcd6oZSFmx+mLKDUJJRaz412yc7rt
JRYaf6/JLSMRK7MIk4+lDT24KxEJ1krJD0U3z9icK9uBJpKnoUXq8HXK70WajTeZ8GqCL4YlaoZZ
ux/A4iV2ZG5cVUKVkH3fx0bXYLjLTL++I+kkPbMlO+pi1qmF5k8nxOH7O4BL6tyJJngU2OjMGVaB
2zukV2ZJe0k688SAwyhf23JZvCvyyqsPLe2rXa56PaGSmfMIZun85Ju4Da6dIFvGD0XQ8HvnYfHw
izC5+UzCdcc9QOUpHk13rcoLVxsjOFBtoZxTh6TvCGbddItlc+iXKZ6SPT6bLNh19hI/WZ1K5LnJ
/BiCKc4V17gI8qBHEmqinIkPEyTIryScmXZU18jBLs0Jiys5Cg6Oi6wDQLVHNVKRnuAD5o4WLtqE
IKkyUOp9Nh4a1NcmDUGSCj5r0jjAZlgx4Ubkma3iDVwc3uykQYik59VCwpVKgsvnvNxyrFJZ8BsN
/XWws26lp6sJQKpix3xdZpkqjq80iB8A0q/qyPk7fh5IWvlcOBpf8joFkmYUbFgnrMnGexjVLMEw
+itUv2LxapP8QG8En4weintr6vES18DMVzKO3o10GnKuWMHFTa9QvdJdlgiJrIkJ6o4AvPQcz77z
ne2PfgYDanxRq1eDGvyBHXTqJs/2leF4V4bR2Fv6qRecCEQhfzDJZ8iF2iMxPcU1QRLZ4gTXueln
2Dp0AWuqo9t2sHXmkCSFceaxk0iokN/l4xc/bRC78YV73xKvh51QeIv50ulhfRJEacSkz5MVGiVk
czggZIQVEy5Ql/mVXU0mvOg1IRBM1lhMwyGBSHGpupwojdaAU8kkHGTl9ANfSXxCauxEqQawlo60
CExX/TnbqJcWwQUWJ6sNhgk+guxQ8m0nIJm+iSM+7ojS4QNxG9RFSYdjyPkB2OxRMPi7CqRJuev9
5mjldvlsdBIsp/Y4PIdQLspHc+N2uqPvfHDNCuUJ8Vo0ioB1CGxCxDzuGZCA/mQ0NHp3uvGW4sBx
tXn2OtW/cWoJxEFqY3lJuzK/92s637KDbHAC30siTFJPi9r5/CLv0HreciM7QDET1RGAtNWKl729
OXa6o4wxXh90vPT5QdhX9oI4Xo4kLJSD6x+I/djMRJ6j9j92n/+/Ef8vOqR/2ogvP+vPedIP7zbj
7Yd+bsa+9x/BERqqjeT89HPL/bkZOy4h3fRPaLBRxP3cpv+7GUvytmmZ8kOOdNkht7ruv5uxY/4H
zb6LDZW2EPEJiG3eeSf+5KXYttpftmJa0z7TYejP2zQSEuH2578cmshSJRtwmPShVl0CfGxhIyMq
BMlY4xj25SAh0tLvwdv7y4d0+/MKvyZq/H6CQp+7XXf7y3v0TXCabGX/L9fl3NDGc2zqAwmNUwgm
Ij50jm5O9ly4fynpfz9B/LwUlfGPYR0qgR/F7C+XIsWRg9Ngroepmb2LQozPwaAHFik9haB5/9LK
eFfb/LgxuhgkpW8NSy77+43NLW33bIDAA+3BP+SehYLSLNxdiwCeidA8cypuYSq59cOfP9F/uE2X
hi9tdvDwGHG2T/yX20xni8N1TYBO7RN9kPSu+X10y3WfZijDSaWq/3IG/qfrbV4GekJbnsP74zYb
l5vE+ajJFi22iKvMILAYf990R30zBQenLPCF/vkef+9GbV/lNq53aEhsuhnMSb/fY+8ObubPsjtM
+ZDB82X46deWf/x3V3FJpcehjcCFFxd1/bu+q9E5FEmdNx+kX6BGa4bk1GaEjP75Ku/fAK6CbBUZ
gOWglaQN+vu9JE5vVJU7L4dpM5tHkErSj1nTeGk4O8wT//3FqOzhszn4pP/HUzkknAlJKl8OZtww
ZU6WJ+i/IJ1S+/XPF3r/DW135dBJRga+4Ux/CBl/eQqpsiumBeVyMALvBn1Md4T/sPzl0fvHi2CC
Zt2C9c2y9ftHxxPNGYaalYaU85Us9YUjQez/Zdn4p+8HOTufFqsi3d13FxFJXLjK507woE0ghfV9
agf1VaFS9/Dnz2x7an9ZgxksbIs/451tBs3X824NnpNJr1ZZ5ofE0zQEdWrG3b2AmzTc1SWC59My
2I0XMR3PJI7Pemqe68KIl/t/9ddAeo24mSeRx5F5HSvz75+qa68zI8GiuDT3nDb+8uZuP/zuHjnq
Ccflvxsm8P07ZfQC3pKVHwZzzvWLX8fE2iepDbKb6BK/OXlVIoBlNYn77x797dPlBMo6FfAp08h+
tyBLveKpA4R2iElbO4KPlYc1A7Ha8XA9/vkT/Keb3LJ0mJnRHbOc7Yv+5eF34KYK+NOEAyaG92So
vvvKmjaep9jRR80x9z5v/fEvQsl/uuj2SuN/EWKL1fn9onFmm6k3dcWhTvEZ7kdvGD5CoWrOlUt4
KDgzeyRhaKrF27+8WdbfrdtNF4HvkyLi3XVts65ysykPKlDDg4FJ7DxiuH7ti7k9zv1Y38I6dz7+
+aLv3ny6oFu3lawbjJZ4Ft/P45wZ7XlFwsOhXS3/bh58TOMovsX0l8f13cv/8zpUWQiZePMptX6/
Ocaswdz3RnkwRxVfy3xybhumZ3eJWuu/vP3vvz9UNdhpkU1hauHU5m777G8PTeEuuRqtczJEw6f0
L606ZqTbQvXrqxdQP/JKW+SqYemGUv77BcToWKkrbOc4DYn0mKPp6mJKcpgieAQ5DmT51JBI2JVB
y/AC1NWugKAxhiywVhXOlnK3CCODklA40njyGkJWt9jdADsfk3nosD2Hlc7riyacfKkUwDo89aha
Wu+1dgq8fjncoUj4y/JmadFbu1EQZttUYvCihlCJU0ZerYp6To+kQHe9vC5sbfh3JOm1UeOkAriy
4c4fGfLRuUkbO7mv8sB9yTFKvsaQhz9Y2SC/Mnvwvplkzt8VYKxw0veD95rmsItIJhZtEOVKk+aI
5GaDHPdKO1FDzDCntqEGmJeQG7eLlWMWHM4t94GXOP4w9p0mLFf6w8RhLq/uOleLMprIDAxwVuCQ
lUMv5V5YQ9rvHPpAy8lNG7IN4IB4j8VEh3S/+O2Cw85SfPycERbnVPGC2pgTjPWLSFb7JeF8jSez
shCQByVpoJGj7PYCNoO17mNrkEPkjmPdHEh6Y5zkzap6UWlMejWZMcVd67mbQ7S1xKWSLebWIpMa
uecAkZRYbOYHUdeCUCb2hWzSE0ZJAuOoc+oOXozXP26S3tsqxYi7C9Zk4TBPmCnJrMD7llPMH5gh
qZPk1grdltQnJVnXCs0y2ZWDQXJx4TffYggFN4REmvYBHJUYzkZOiHGTGrG4zTs1Y5eo5om2Xl4P
V2OqwVltYFcZzmtH+Bx2IuubJiOw35NFV7wuqy0+ocFm6ugn/kyYP8+gtxumCsq1Io672cELxeAY
L0VRXueSUPdw8KaZwABfTGiqk0Hck0ZKPJ+jl+o7SZKNT86ZX9FjoH58jcGb2IhH4MLddpm5XLZO
ERhH4nOo9Wy5lK8UfZY4QmTJ+kPJVKk/Fcpp5whlSsl0D+HeJ3sRcH+mHmDhaaAsH3djv67ZQY2t
EYotkXpf5y6Q5a5uDXNPoCShP1nZjl8FHl8zmtsV9uIiJvuSEP3EA5cw5lZUjaN5x18nQyVq9lCS
43hEBzj3reVFHrGYRDG0TaPID2oQkC2eO99oLBiAWFyxfgqUTbvSVt7SE4RP5OFVDgYTs2raZuDi
FsM8mvbKEKNEhVzvFVLJEnmUGiBn0P2D/mDpXt0ZYx2DZ8Dxc8EnAUchp0q9jJduQ4KT79miSpfF
kxUHEoACRLHqIrZWHjk9wp6KdJ0NBkTpYGZJEYm3kbdTPCsJ07OtVRVgTEmGvg3Q2VeKHFlFEEVJ
LKmn4Cg7JIfhlRrUl66bZrkr2wKndCoX6CUtgyYogos74Kx1asbjU5MTFuXoKca9PvgQ6mngYGsm
GGd+mUHx6UiKZPxoEfQqn2bZeM9pqkyFbSSHsxQM0g61Yw7OuacD14eNv9R9qEXaXywtVjlYjbX7
Cu2IJA9lFp2Kas/tPhasb/luMvr5GymolditssCgQACvO7JyrUSKe+2IsswbSWU9+AU6a7geWIZa
s1vxGdi0ehv4NQSraFM5BxK1wMJWABSP3boayV4SEC5DfqmjaEkn43dGPoYFhj3NP8S2pC8K5Um/
NWR8SQbOo3xuSKilM11XPAJNL4xh5wGi+TwFCdoimrr8cBEHW3+OeLXL3K1Ibq9LEmqJbHK7OSTX
ljCPxk0meVYxtu89Ea60eyutWaNcK+7GkP5VU170xdqeSpgY8d7gNF0A5gC1AJLBrc7D/ONR60u0
F44e6rPKx8kmuit27MhagALtiqSEEWAnTnyLVLn4OuVLcj2sHv9aa2YTsldNAEqUGs4g2KUG+UbX
3fCulJQ8+UR4BMHeaNF3ElqvURnzXST88xWBQuQj13ejgtAHtATpBBzVYh9wTxbkSnlcKa5prtcz
qX14Djsj1CvrUTnYPIo9k7p8m+va3iJjWApV9dLQx9wXWclzTpSdsSOLrLo2CLL7UjriG2cFhNVe
bN6U86IIspsbmPBFTtwcFcbeRT4rapYf2BwAgneULs3rjyZLVBUAE0OPQy2fLFn8TCOoq0LMrO1l
saaAMIISdEHIlO8iJt4NxLHnszDUe5QBnyvD3tJzgn1Vlt8qnMWchmuyiozhG0nX+mG28+/Myg+J
aZ9E6j8U7Vgf8tV8WVE94tR4Gcrs5DT2vVR1HZltD23dzzKCN3VLQK98cvwiD7UNsL002ivC2tdL
ENDGqU55tVZ2uYjZbBVi+Ltw4OZwC94REV0dbQnMV93kdc9iGBJEW+Wt9Eg/xsEFEafv6giY4Bit
srYJOS8z8CoVDqqV72msFB1avZ4tFLY3SelNV/PaENneJyx8KK66qtuZkne+8un8itZqvrk9RNF9
5nf1I4Lv9qL0Vj8k3diHPkypdOxdy9jNMpAEQte25t551sJWtfaDTuOBaAlBHZsG62NqdXHK403D
i2zj+jgCJzhaQZXdOK3Sz05vfQoATV2JOmbKwRukIvor6YtqFPGHVuUXN60fK4N6ai7TaB4G51vr
kqsZWiVTlMcuwFpLVmDuBk/ztH6OpTjHq7xnmgTuchqetCF7REv2w+CbdZT3i30PBl4uYUqL++xO
wrv34HF/H6cezrxQ5LX3CeVHau40NNyQ0U89RsKyQBV1ndl9QRJJhmFv9/EKF3Qxh0hPnYnSU1Rx
VPE/9Mrj2SZVSJhXtW1kSFICuzy1Xs/bUM/9LV4we+etQ/vBoPj5ksWGnp+Hcp1hHZVxp6DDQLuK
Gqiab9rul4t10W+19EaYa8ZwHdMB2E11Cb8JQeG3Il3lWz/5A1LPnMJiTOpn3BDO3UKw/7y9Ijxu
menOF5OCMIK9W9ivDTL+czA75ndfEZAdVOLOhsv8sA7rifKowGFgGd8NQCdXdRC3gMqtl8Rvu4+0
28nGH4cLi3z4mYxqNbJMKd19mPPqnLWBH3mE6N61w5xqqBUMuGYVlCdG4N+nBYV2u8YQkxb48vng
6X3vwU4AkUPXf5zt9ZERzQZAEGrPaHU+pmiOmc0k61uGb+EWQI0RMlOzubBV3bvpjDZD3/iGhkKR
+5Z30SJI9ncqdt23Plk3vHlNZEzYQFSHiF2Q2S+6egZTasLZood/WN0p2M+zWexSW5AuSQSyg49k
n81lscciKtOd7+n8jCJZQO+WC4nhuuSVtZrl0I6CduTogkMFr9DBETHtLww5sDUmy3M8uvkDEOyJ
EqoJ1ovWnJ0wiE21X2BRvIp8tB7BNlpXPtq7cM0X9xbXjnisvDi9NzN76tkp/DgJ02Ebp1Hd3kAx
YjRUDzxUpT/nVw57GhF1zXjR9HaCrc+Zdy45VSFxIywpErbZcc0seTJIMs+Nsdz707RG3DPEVM30
KwVXQL0CACKAqRJZXbUSO1mO1QVkiv6GIrCLJK7sKG4kwQtx6RqXFNdGH61jIW8zp5yenaZfBMjs
tG1h8xXJMW7a5TXVtR/6Kykr+7JgQz9oJEs3dHN1EE1iLUHCZ1MnUfKtrBqDD6iYb+lA3iDZGhSB
De/R6hE/ShUYEtEsKJS1nRSRdI1Y75HRJZxDSJK+y8jWH04ZwddfS6ue0ksGu744C5ft9DquWTFh
76EDuxKlT3oik9OaisWqxJ72L3FffltTf/g5W15KWOmjkxjVsfQpbLHlJUpFOSmuc0Tojy4PGmE7
v6+U9hYfo9s64R5GqHPDzciq3+3Xkpyk8wy08Ny68NSjwO+SR5esufGuxQN4QwLxW9OYcgcd1tqL
PjCjHjXyQYia0aevhqeAGuetrfG8HtvC9vCKDD3oj968mZ3sdRSWs+uW/CY1xjZy08Rik6Ysizxo
Dx5TU5fDZoej7Mg6lI27LEtUAHCMggvSUbC86nwk3s3Ex35c5jUHHr+ogijTDhkgXhGQRpxfq9Qw
yCrYFlqXhkeiLO9cJdZ1pbOPpDs7F4mKo7YSGUjuoLsoksa79sxWXRGePT5gwPSrI+A24AikOZ1U
LARNZgaCIXbjNBqKNO1vmwLSFoyMfM/LY98St+e7e7dxW+fQmSqh/HH5c6d3yUOyyKyV3QkxN/6O
TJk6GlOlbjlRNaGquz6kPdMiaeRrITiuyG6yEghA09dH4a3W19Yq12cp8oRTic3pSBophOayWfEe
q8Db0QdqDnwCz8wazHYnlOWTN8KEg9FlkJdOOKPwEKEqnIADZCOrM6WhdxQd8PCQFAKGzlly1WX+
V1tD+ubocg2+obTDBZdRHlZ1Op08sATV2gxPqUX2jx/75m2yuYv7OheMe5cv7tKWN40ly5uurZdv
PFnPdNo61kwL7aqHjuFqmgOXqARx9M1kumc6cvZmoA/RWkN0hiU2m2cLkkCUVjUR5/O2b5rL0Sp8
wQwDW+Zd7NFeQjiozctM+cFJKJhgDotihOrT/kjxkD4OW/Z52Ll003GWkFy3z7oY0hoRweoR0X6A
/nOd1IdCxWgzt8r+EztjwkWHZuezllJJAWfsvYnERkvdLGYVn32YHi9z0wKbyJahejLAt/Kx2vg+
SWWLH1TsTFe978YRCqnSczF3pfhfhRzx9uTGk1Wt5kL+WOxDOCrLDjuR+YJ6PX4oarcDYlBMn9fe
eqLD5BxUjhdkjXGFSDIkd2nVQaeZqSMPvkce8BS3lOjws/liPKIlgDCz/4BXejSGdsYtkKYnVTYf
eznORuQbMQg3fHdspMjX+SFqjjfAsyzsIkFBfd3B7FyezK4rvhF6Hh9oMlevyuucj4PC4L6Du5Lu
2y7xv3iEme6rzu34NXowrSGkFF5hiZkt33AF2DUWrMlMpus3N1PAdyxlXJNY76PlmJRx1xbb2WGy
x/UVDVtJNU4R8SEug3gi45EXdl/Oq3xKEwPeHbtF98n0FZr6ci3e7L7Nr9vYX59nOZkPCNu8cKRh
NO9rOaBocOu0YChu19PRBEQInTCr/JtuzSqYF4O4jBMBv5xUCPLUvcr2qhC5B3+UadB8lTHGUaAT
IFogWho7jPthheiJBCjYl6R1tFGZkhmbicFeDo7Uwt6Rb1kBuxrd4Xn0FaX+UjfuRd97LkkkuZci
XmihzmULSYv7fjRJLYGETfrbpFEaeUs3qAMPSDHvgoIkRhtpCqAe2C74Tusx/YzkEFpG2nQQHFff
XZgK2ZZJ8WRZ2a7UMGV3s6XNr2nPoo5nq3ER/8y0UUDMjeUjoPaCIrQBC7FbKnPWO3deDcSI0lDW
nhSv/p68qKKL7B6TWeQ1ANUjgmis7wYyHZI/e1BIoew9ZBDtEidA3PPChNm+TECZG8oBcwccsj7S
UsgbtoLMNeFoec33mDkxAoqpxLWr6Ddd1xg6rmAScgzOMo9V3Z/W6TYQOrd2wEesW2NCEhTKYEym
cG6h4MCqWZeBCDa14HpkAq0jer2cCu2Mw0kST87jVIDKDQFvaBF1U8a6tzqjfqFhMw27fu6Hq4Jv
HARiLJfp4OWJ5HOdpLpp2cD1sV5MvmDcbgmVO0KzMENwnTBXGSuL9hIpFKHvrPEYOf3KY8KrJVhV
nFVV57kcLRDuGW0YqkdLXtWg7XC4Dt54B6m5N2jELBzwHJbahdwnD/HPmheecYlUCLOK1w1NQ/J3
3T0WRQ83wl1Irw4RgQRfJryJ6NadlIMHrb+Jjjb0IQnp0G1uzMxk06ybjBUJSWZNllRKt2KXS+JO
KLGm8lMqRnD26TKVECinUX4HQSJfIKqqApVbkBl7q5CTR7ZsPcoIxeuKHKtrrNDpRXvjaeAaUW6N
6gu/0f2OVoxSEyeaepX24H/H14A7jqy85SAMaJ1R5gbOesQPnnDwI2oEOx1TRxgSqQ1lqHZnerbK
pPkWgUkDVxqMnnhZ01yJqEG1K0/kHHTUiKvhZjtMKfQdcnNcgcy21rA1wehuxI1W057O1nSj1nXx
I8MPlhLQr2EgICOmk361LFGbdVRFvPYVEKfj2FtBe4ZFpiQdv8K5S3I3FWcsRoUO1ZRUaGMyM4v0
0jZjaNVG7t16MhNdZNDcKvbZUDOTAjLJm0ArzjVBQ7vrJ89L5RP3HDyk/ppTYsHBciMkjF13UY0w
cyiBVhh9i9fkzmWLk3E5F/ngvJgtqeXhwDH2ZRqoMsgfdm13Zy+j++Bn9sqvUkgroniyyMtRVTa1
URHY43NqdiiNcBRUzpfVR0DxwTeCeb3ekj42nF7avC3WCDiv0ZNlhzPqYOdqaGiRR9iPa4LXBK0v
Z9f2iQmrsm7ty9WaBJeoLftcZiStiO9UqUbvR2aaSQBAbrx4VnurCPsvSDjoraFkz8QXONd7E1di
WoSTZEY5nNKcj9WNCJmrDXWqIcNULFAkBq4o30jFu/XZjOfQpu3OabrJObLbZtUWCDj5JvZroHPz
7I8+qo9KUNvvgLM1etd0ppgOTt2X5UdTVB1eN4vz+RHe2ORFY0C80o6RIaFJLn29JpwL05+gprcj
FTeLNXc+WKYPybRIvQsYlakFiqpSWytcexlJDjnl6z4GYry8TE1r6bM9oCSk88hRc5csHh1q25gz
BIZ4ZEeYqIA/g53jTOB0xCzqj4OTzdQfKUdrHn9ydc+JMOvktZNzoi9NxxqLfYsRvP7MPjKKSzuv
62+TpVoYW37KOW2dDYYutIQRMJA1wfF+aahqjzmUumqfdjmANXoHXfwhH/2SYrfGJrmvhNkaO8m5
xwiXnDk+bQIM2W+5gwHtSNx3JffNUorgNStQp53y1uqpryRBzTtIzHNyQRL++DGDfsqT7kB/onwa
43RnGNkAqWhdtbiYytgBDgp6lYgznQDCC30V+wO9K+k8CtkU24ddLG8DkrP7xoFpCS1uHY2ruIiX
j/baDc4lHl8MX6CZquDKgcA5sagl3oUh8W/tU4C9ZFFNgevejnmt7un7pizHydKDrTGbGByYVL4K
eKZG6Ofkfgd2OFlIZl4AIZrqypGTM96izzdyFJOxQWyC4cg8bAgoI3m7B1fHo2S6tMxQCOwdlXnf
sxkKFenkPSa+A4WEw0lznFxnN/GcmBdAnVvvrnW9HM5rn1Niz5bLqN0ciD8Ma1H5GM2USKuoiNVS
nhpeyeEQL2VTnWavXb5TdqcOe0w8BnfpvIjlE8ygBgdXY5nLDl1HVe9zYwGLHrY5x/nIRJZcfLNV
XKwUOqsI9vQyjZ4FNplWYrqYhEXMz5MHX1M+7XxrJWLbkHMHY1S0TfKGvkikIcnV/UNAvoITOqtn
PWgH9wt+iNp40Gq16iOh6YBjB6m8/mjrEqZk6y3IL63ahOuiZZulRMwO+S6u7KC97C1SQENYUOK2
dBrnoUBCTqaqWY7fAiyQFk47CZlvzVrjthHTzP4LevvB4TD8GbZlnV2viVbfBaxGgzRumB/3hKe7
WEdzaNnr0AfB6ypEvNzSTp0f1sDGk934bqsvsZI06jStnCGvRiNxcjB0Zh0cySIYa7aVQs/Zvisy
X960pEU9LMqbrEMvVnOgrOyS52BrCXGYHmD3ZPH4jR4ZJ3DdJdo/LpDavEPMall9iInO5yjPkzZF
siD09JBUWjpRz9N9o/u4+0AdVnJU7v2uOiJo9vNjaq7ufDU22FwjtELyNRWp0XBy5Si7tyCAmaHP
UZZ3ss3ir5Qu42WJ3wFJqF+o9cLvOiIpINwkD6oN2JkDuJfhagxwYfPWcOpdr6lO91Wr8qe2hyJ2
XGzdUaSMpkHXt0oKujlWuexz33e+NWrp10glBEZGEgnYBqZ3Y6MCMmnm9gdOxUxFTFq1Ay+6hZ50
WMrvpgpMAs8BDxc8lroSh84mTn7XM/u1zvmaFcVBjk3ZRK6VM1KCmpOUEAd1wV8Vdpmn5ZWoMor+
bJgQnuaGCY11qdssOXhp2tYP1WgBIu9iPTD/WGOgPnUwd1jZ7Eq9lJVf5cw0GVKHAY/qdFlXpGEx
xMoGJ8xtct45lo+bDJ4s90/Bohtr17VV8KksR2oXMx+KZD90zEsozxJRFrx0cTp/UNbmOuNtSMxL
UlXosUl8/G9SmxI8Hv8/Q0TcjQM40nETnGvREqUEWPFiWJmZ7oQpli9OSfICg7ycGVqfm5dl5jS8
8vPSvppu7XGAnuhbUxbOyZNl8nJ+CBLm1swH8vXIV8L0JuahdfcWnUMi4Y1en9KhcBnlx7VcI7iC
gUFMROmpq44boboWG5GEYrhracokTXLRLlKUR13HVRZmq+UOx2VSZEfTV6brP5sNJ+iePRG7J6CU
T/ZcMgFm9kGbnW4PfRRGnAiyyanUT3VStOZFkDn+fOHEHEDP2veoDhXB6d1eSWP099DOm+xim38j
+sxojzpuTbdvMdEyn8y+LPQ+GUA67qUz9xZOy9Q8zcVcveGsRc2YIOeENdEm2RQGDXQWtl5iXmeY
dv2+a9blKub8DNx1JQKOBo2/kgGbLg6tVNg23qFmdguondarB2PIWfM9iRuBEbHImS9xG9co3/NK
qwscwcOXNVBLvq8hLNDQ6oet/qILU+7TxnKt65TNsTmgYMWv3LH33tvujJy/nKncdsbawqUmEjUJ
sEmwmLP7YwG9LaaGJxLEXmu9Mqu1HyEtqnthxkZwcrX08wgAUmGwY2m4DkOWl8N9R4XD3CwujTe9
upVzwtVEpkvV2s8UJbncFWzr5W7JZPzk1Paa7/istwOpzlkcIEQ5YzSAwlv3Pij6GLDA5Ky7IsXU
dqZLX9Ms9K00AarN8/YRIFO+hllPE2mPqGNawgEzuBuWhYUZIPU8mxG/W9kzOeIuPryDnl1ZfJ6B
DA13Evn7VZxyErkaiYjEnEBoLuc5A0bUJQ0k+b/ZO6/eupFtW/+Vi/tOgzm8klxJS9my0gshSxbJ
Yo5F8tffj3b33pba24IfDnDPwcEOaLRscQWyatacY3zjscwmrQ/XYjI6NLXJCKGhhhy3RGlY9mdL
tN7FoFuj3OS62V2Dy5oHmjl5bdEGq/E5MG+sDSbXtrzJNHWWu0TtLeukVUw32hNRYHr7oZG8RMqb
mQhLQy7jduAAPR8cbZH1Rdakghcdc5I/H3NiCkMvkwplHqp/EaTRUNSbQZk0Wq4zeLRgiUvnVOQR
QezOEHXNY91kWIwCaIOqthEmDZ17JAHd45SMzgDiCCzBVoCFaDbL0DhnWSTM57ghgHbh25uIqiTL
xDy1bJ7ZjdY5zvmcxwt5YfZMGHniDgKxjEWO5S4lEtE4EMru2Ez2SUswN8YsZcX2pzpfG9eEJUZW
c0y40VRAubZyUT2RdI/atkTx4wVgrMCjjeykzYmeK7TFlwZZ5MkSJ6b6GGlJp52SFTlYMx27yHAC
s56b7tZZdJrEpwiMpyk066iIb52koBIhxiqe+twX7tgRrAh2yfQ1Ujklqbhz4fnjlBfDdnDspjvU
U6WPJxPW9GbjwNaSe5s9jfyGDpbpN0I7rTqUiZHVPhGimsAFRDsugBYing1YzSqtnthCqjzZrX2U
FGsvpMLmbZg2OaPGvGkt54rQ9sX6jPFWEvhlr2GjjAWybxCJEoNxBOewk2y9Gp4u44UBJz2YVjYS
XiuTmHpHM6sdApsSHQSaZcmTdmr14ZrI2+mB0V+Sb4iFiUgZH8eGFr6amK+E5SrKOY9U/gVHkPol
sWz56PSpddlz9qKsHYf6K2ImATrXcFoZSDKsr0Zyo2iHmI1kPuAsdRI6Ne0JH6wdBQqUu+nVbkUE
tq5SHdwisaXLTTkxFz8TnNf5g1UesUf1mvlIGUa/AQZiUZzS6qRwQm7TpD4Pc3GvzzCfsEa1q/S6
dQ1mUfibEkYRbTOoQZbrIt1ofOD26ewowgXSqWrtGfLIhEwzy4A5huWW3qgBm17fIogmBrApho71
r8mWZoueTww7pbLMfFPT9b9vJkNHoqQVjPZcSRRoYCu6UVJTOyzDRM/Fzl6N44zzrGWz0aVJM3mn
qLZtLYyzMtf2FM3RPY2GjqoAAMyysREUvti4mZiXSrviaNxG6sbIii7dgkZynrpCa+ZLEIUUzmQc
qK0eRNJq5n2OAXs5dkmV9RtoZ5QTCgEhDEnnsYhPZ10vEJOBLdePSx6ZdOxlXR1jWuxFqJqjeQ02
gaFtYXrlkW9feAEIYvbtLJL9S5p1JfnHGjWtPzXlUgd56tUF0tEqVYIypT0IJZ8qPFjypuBVU83R
wlr4no7C1Kh7Sz2NkOIP/O1DsozC2iklw8wAn2wN2ldd7ACCNkGyU5PlGGuEHGEhkabpBErrMs8H
9NOcyoT001AlfffZhfRbUE4P2Z3TzVT5bd5FPUNqppo4zIR+FieNggetar6gjcDVFZlZ/qqZqGW2
fePSqJOTxVfWEfB2niSlp1+g76UPzctKd2mfOQQVq0CkfN1S7MtppAIMy7KSjwPtCD1wqZyu+1rm
cCYctyHIpjL0OrAYt+a+wYHncoxL+7xndnnLbYwuRgpZcRCMpwYyMaNZGghFa9yYZltpjIm5JVna
e8kR267KS4MMFhpXubuWNDmiQb+x1fE+4vQP+ArKR7fOS7sLwhX7CX1Yxg2m93mzTW1zfgYtYF05
RmY8NFbOuEYoOPVIEpi6i2yZanNDjPATHU3nkMlhmu/GxLWepG3G3xx6oKVvVb15Gg3AX8I6z/Vr
dXLy5KKsG4XW4cDDFQoabs+KWWRG2LpLypEzLuxnq5gr5bL1jF7zM4yd+t4Ukf3qFsIuAsUoum2O
QgoR1DJWlGGznp7ZhDGnQcfS4HGAVLToZEiHrHm0O6OlmR4JkuDiGj47gVAdk/Miizrpa00/Mzxe
cHpfTFnENh53vEY/siKvQGCChuCUwYlDNELWKWNYZ2XLs2qOJFbESW2duZllqihUHMo7VMUUGRji
0ledR3j0WQGNLkQl09dbdF2ucmiJnOY7JjZv8IvYHN0Q7pi6Fxy/SXcv6GydWRMzoBHRnhfowtFJ
MRae3M4ehNGq0NRXT8t6MhvGWfBNxV11ZpnmwkoAtPLVKrLsi4KIeQRVkncvbGcDagoFC4Pfm1Iu
m95atBK5QS/amwHDAbQl0oyNl9bMRXO6rB3oV1IH1fS5cZs02xA0npGsbVZTFqw4lK+MR4uC2flQ
TYcqpgL2nXxEfJV403y29mj6sBikOGsQPwlkpmqVftEHO6E66BJr2Tl1EuvPqAtg/qT055Y7fuNs
b0t14pgTVQ5dTwYjhIAtElAMxk+3QK8y9CAt08W1CKPL+7mA4d7N5p73QS9wtGq3OhSeM9H57yJa
+oUVc9Tw9bRtDD1A4YxGrTMjEW+InOeBoL/H/I2pTTIElkrvHplCZN/BHSysB89Ns+WUjKiFZiMe
1I0j0Pn4llXKidDk2ksPuoX66jMUrv7YRaOTwcMoTVrG9YCiSh0UEe8Z+1lZqDqE0IM3bPrs3Esn
JQ8xciFcNW1yHn1oEWMEWC5Wc4r+MlG2jUEdyklN6HESyJn+NBhNg1Za5OcxBd9jQ1Lcsh+9WG1v
RxXf5QUVDj4swU5WPIuFKCnyLDWrPVPySSbp2QycmQmollXkXXIyg/YDdGSMmW+SOa5vXM7spNc2
ZF3sEepV5akSuyQhMUcAORqOEQCnM23okQ1SKrmYaWpbVdRQgiKKXXzPijMghU3KmE0ys0bWvS1z
OmEGYy/n1KKKUMoKkYXNV/acmI3oT2pj6fBSd5PMiCpvp/KZWmRst+1kiYdmEvgMBvDM7X7iBrkp
RqQiYc8Iio69MrVP6lLG+aWGMsbZSMQ6pIgrSQqlvJKS7r8NYPdqrmQr71Mc0cPZDLFx2KP3y4kI
k0uE0nRKK1XfzZlq3Ys4Nl477uIiaAwrmsK40vN1KDlC0+N77ZjxqOyHLYuV0uTXNY8idmVUtTKc
FsOyTgkzEnfcvlO7w2htfiMyAvas1vUj2syZaIMzkXPgO0TChv3Ce7RdHikkNYGQppn5s8kp86mY
YtcMFwNzTJAggE5UNhEY+oy3avYPKJFWfI6ZNBKcaqP+DiEbwjdDAJQ5gW2fxvtIL1zasgrfLnuH
KIav1lCIBOnSUttoKRK7XBsd5XgC7MF24wBnm9PtF722SLuYCFV2rlClFLQlFtOAQV42YqMK01Tp
7wDR9WllxOmGeNgOFaxaZhYS0hxVVx0KFY3X1nRG5z5JDSQKokAMsCWrmZQMeuD1eGLlXjlv7Zis
8m1PqwQmL3C4ch+ZvJ2wBlDGZq9kQobaNHceDbpBpJlPHInXbTxrVoad02MYOCIrrFVCzHr4QgWu
cwRC+sDoso9b6e0iD3nVAwBOKhjOP3O71+dCTY6Is0twrXPj4BEnhSDeMF9ylw1qx4LaaKbj6RcJ
B/WLQe1tI8ASr6oIvfq2OzN1C10kX7UqjpMuexNp47AOxvF5ys88DZl2o+rTOqDMFSznSrsoV5Fe
1/Yp9DnVvBhb2E5PmctmdmiUdtAgjTgLTugFmENnHdFsjDw3hOwZ5X1kg5g9VpxOaeA0hZJdESI4
p5zkDHpAlV4rxV3XLfTp0b/H3ZMimBJeZqQqdLfAZGLt1NPFjHnRg/KbB1plpu5L2i7MiHx4Z6Ot
UY8VtKl1aU7M+2RZlledrLThbohJliixf5gKupwlcvplo5lZ1j3YtBUp8hjauwYQdT0XJTDMRXL3
S0DJ9zDAEpI0WJGiLtT1qB5uuP/VMSXzPPf60c+8SS/OTdwL+W6ccwRBSjLMMaIh2o9j6JGQ1R5E
hh3/ZM4d1BxzXbf0KJjjuy9V6lbpnUOMlHIYbM5hV0vfzshXmihLtItFaoNEIdItw0PVZ5p+Vqup
64bRkgK3W+XiqOSpYWNmwHkmsKwfq9iOs+xoVnFX6hejl4+LizJeidqwXJiR7GqzUPJzumxtdcrI
0krvbAcZzTEls2S+kF2FYq8sPEKX2fr002JRITl0XecdUrtkzmPTJEWE6AlhBKlbO3sOwAwOU6o4
lCAtYkVcDagFfZVT0XPe1+gGx4yTse/R+z16eNzXMGR+cBxUDliKs6c0jB0UTBbSgGjXT0lsTrtI
Uq3Wnz2R0no6iEGUVrlnEKIX7ZOrphVPJOg/xGlHt9awBizW2A7wqNRBp5dkFbnT3470WgxGREUm
6vm56CpOf1uWNlvtT0xA5427lVNPm4wNzDJjKO5LaubbMdcTDdlDii2d1ODZRghaE81JGZs0FnqA
rnPjhtVTZx7Ibhy3toIKNymAwFXTkjCHTPox9tKNVI3Ovo4gaYrWZ8TpGt0BgRhJ8rmhq2wVI6/N
+2zYaST3LYOVJYydJqYvmq+5lFJ27q6vDHHbAGVjrVRj9UoaS/Ga4ooZfEtI6xvbGjw5iyHhnbOU
0aOHSHfwa2TFN2Jwvd2kagscO13JHrW2se5KqAv3SVcmI4aYogMq0SaUBv7YW1O+wUmk4WJJqyZY
SqbbP9yl/+vH/794B6HnrwEf/5mOc/qEKfcpf5Nv+K+/9pctX/20Eu1Azhm4rlZf/t+MHMf7hLHM
XQn9LJ4Yp7Dx/c3IUT8hhzChW9uYkG3Dxsz1ly3fwJbvODb2TX6g0Zix/sSWT7PyjWtLwT3omHjr
tHfOMwYlRjY2jbKDWUz+aVdn/uRmJ9wph5JZmF9PyUPZDTtz1h4mrNKIH+VpM9UHa+Q2jzKm76hI
HjQtPnbF9GBX8f1c0f7JTlz9MZk7cyeGK711GmZrxWtULDeKPt8ni7zpNVEGo7eEi9rhbulrOyBN
jaBVIzmvovjAs+tXLV1/nEDng4Rn5wFpzGsOC4lTZmE9k3auzE/myvdFpxRmrX261ETPahShS/7q
YV+NK5qT4/yY97QdTAAqi3ajd7aHYjnKAjyOe7unzyjG67Idr2Ot5Qmyn6fefJjVFEwG+7A+IMrT
9TtBu3po1XDo3a/5eiI0ZkT7DLJ3KhAU4eZh17C118lnjkWtj1SLUw+RdjoVAiDVpyrXbuJYang2
2m+dIa+hympnfFgl8kXOtlf6hEnBZbYSVEV1NqO1oHdCuC7dSHRgib2dm/EcsS/k8UKDAJbGL7WL
eIKQ9jAxNUZIZA0qzHE4CShMrxVfz3vf4Hf4rXaNMjdiDiUTf7T7K3dhI8jsc0/JtIOdGTtOlMmX
zFsCL/UemGKRmweJM3fac/rx7maqMy9cFLrn8zz3+8ru9zGK3AB9942z9HKL2XfsgzqujF2DrRhw
4qpOs/p033TZjgEQPgRvGC+WuLVeJjoHvjCeQWm6e5Z6ZRNPyPw9umMhHZUgr4lwwyYRoFVa62RE
tsQqlxuBzuWkivRmb2a0Q/w+s18h5W5GBMI/bK7/BQvar7Nc1ws9/x3t+v9JSuvKL/jPi9iRVMan
N0vY+ud/rF6m9sljFTRhrzEwwtTJQvQX4cvgJx7gXnyrq0HXYgH5GyryCRc0AXkuCxhLCwSdf61e
ivnJAWG6/nsVrT156t4fLV/rKvWz59S0YF5bLu58jyBYd315P5tao0RJZzDmX62pjDT9HrLShFTN
SPpe3qPlqK1rL+qlcljDQ0hJnw3Eq145ISeolEiGg+kuirfDaU2FF2Qo/OeHnz7Kyx8v5Tf8EZyq
fA4s/qzvmPsRZ7x9gdRBVQ294mVKbK3a4MUzC3Tj9LXxJg21s/v91d7all3qV6CCtkEylYZSCHre
26uNHEVbc2BWQHEdhya19209ZfXVn19lTSgiWAZOIkFMb6+SJHhzEp0pYjxTQWFhWmNdnfEDv/n6
Wv/91f54Lyi2PV1nu/Nc552fHleKFzuM/FB6FmJlqqjn3pQM+5KskGOWKJB6k/ob0RMfoQ7ferL/
ujBnJANvPZST98k0TeONnTSRyMJbxcivzfLQwpTfajNYpd9/km/ZJn9dykRCB3tHw3H17pPEm1pb
GAVRb657IuPFHjtU8ySV5VU1Cu2PzOZcDfADLBOKDpI6PM14d3cgV2H6wj7CWCpGZUS72zW7b7Ot
LR+8rfVlv/nq4PpxCZOShsICovXbG0QQTtOaTZL6kYYfikFEsSlNaW4auyR4VpXl0SPv4QMH+j/u
fZAW6vcUX+ZprAfrUvGTvx2VdCom5PNYYBBrb5j/Da/aANXsg0/xl9cBVmvhdOd/6jtexwjcwrMF
11nMpLq3YNX6MUbsr7+/M7R/3Bq8HY3Kb/0PHprvSQs/vR1LiBkJuAsFW1AKJLXOLM4bARPH2U3d
mmd5XIU580PIdUHTtHtul31mj4cFhBkbbuFrbXVu2Mvl71/Xr949A8W1pAXHYzrv7qExJZGLsUSC
agCtv2YJVJVj9NEN9I9HkDevryx8blkNFc2771IldZMzEJ9xQXPM9VWtWjNMacXh+DPmbPjgK/3V
Z62bwAsMZ91O3kc4mF6UKa7AUEQ/VNlK033URvfYudZJvDoYfv8J/vpigJtINVsjMt59glblAOpq
uBj29nLPcby/0tKKxnemGDrFV9N8dCv983GEZmFosH2JRIdn9O6KiJRFKzUex9GTzblI3PtOc088
mpBBhqpVXXZKf7+e85Gkhwua2BCvMimc2JZypt2+SWoJzABxmyiQ2n//afzzftIh63CUsfi6YQat
P//pNgeN4Ti85oR5ykCcrlwHw0YxH35/lX/eT1yF3iLgUXYtT313P6HjSdYTGOK4DvzjcaK3P63S
vEju4iiF/Pj7y31Hfb1dALmeTXQdMVOsge8XQAPiWFNaq0tBbbviZBxtOw+qJclemX6ZEnFOHN8L
5nGCFlwXu5uGocudmqCnCdtIVh9kGP3qQwZjtRZcsFuIR3n7IfdYXd2i5e3Tmxi6vRwXaPg44eKP
cqc+utC7/ayiGYxIlQvRkCXDmTJho2kotH7/8a736/tPl83ZhBSukpTxPgVS76GzIFpM/bIcwRK2
iHNQrkSGfYs2fkjhI6RyPpiMjibY/FXy0XLxq7uJ2G8aOpq1Lk7vtrdKy5057VkDM0dZwpn1cFvE
DhqxevwIAM7Q9/2bXXcBvjONLBuPq7377tDtKqUwOOqWMVSGfa6hAfVN7L10gaEZcCxNXe9GNycY
mzRW0b7qjF8x0UCk9F60SHO/YJ4tlXUCUo7MKZMaXubkV8roVl+p7xuGGkk8OOfICZHr0uZMjAn8
kwSLQAuyiR76eh60E4KSKo0bOpNR0El9yq4UqeVFMEBoU6+TKWXjKWXTtcwm+yUqd2pbr2I8bBqZ
AjvSWnrGZupyntQIFQP6f6TiIYFu+63HUbvfjJPd4ztpJwOTIQr8AEVL+oKnDhtC2SmxfTQqb1m1
qkWf8BL6LNt10HN7H5MJHj7dmI0RoXlFa7RXJ6L1WtrVzQnPufVIQWQUp1mbt/qusJ108I2GeI/Z
N1GZIqCacuLracAWHCliXH0EKERnbVcz5rtKlHFuvaNaxWYrHkRdogxAGJ5kxNuPaBg9c08u5aQk
QdK27uyGrhK3A8SPqH8yG6O/rIs8vXLorTKx74oK404L7jpoUrMGAZBry+fMI/Jvp5LIzPwR2djj
2GO1b1ulHjGQosYOO+wd8GAI97vMFid6SEH2svtDzoj9gactPdETZiUHLUdAsHGnFnh5OhlJGprS
GxFn4596GBVbbY9LCSIsWX0weBJG6sD2nmlQ0/kizpWHzsjdBeMfHxvGVgix5MH0jMNOImAwiumj
iDYv6YWWmIqLdmXe0HcR4VBPwg5B5Oa7Zc6r2hdlj+XQ0Iz4qUHQgbLFjKDOVAg/ko2H/L8+JmM9
35pW4Q7bqMExGw5TZO7jJm0jP8b1SatXqyQJWW3GRJlcBRrDWKtsGLIiIWMxgTnOnF2bXdowjXe1
TlYJZ8zUJUNhDfm4C1up4xnwHVmn0xlSLXqliOUURnmUU27cceEcD+2ucGR7Bx3JK4Ky7+srpcoB
Q8yEdp52K2KZUQHtvZvSWCb1WhYCaWFhDIlH+11bcRVeH4/l7TR1Q4gzrVc/Zy5ypo2rl4q24yRq
O/GJaeK5do/laHdKehBsVemBE01p7wsFP0Egk4EQkkm46iXkW/FVQhtKzkip8Oj1jzneiEzJ3fNE
A33FO1KWmDZX6TDjo4WXoyZc4Dtbs4xAQc9d8s2aczzlQEUZN+dgZZGbTFanhkIXWs6YmGkeWYQj
GGTWBzvCdVaXVuDpvTpsEZSivrTLckp98HTrr9RM8tZFJfjoBiw0cCuMyZzCWhZTtrfdXjdDvXOX
U4HsguBOMgaSEHqR1Yb1gnKDs1zlbWrmHKh0qjbTMBGvGKJOjfNTGwk7udZljMs9QgKYEbRuMMWG
cazNAYM8JCircoLsnbRfnjRvse7yWTPlBilefkgZmOi4cmuRhZqq1A8JAEzvARnT0t0xTs8TxrJR
9tzkqB8fxqW19Z0dm6SvVm1lGeinnXpFJjnwuFtUugIlSmE8Mr3MtW3DUICegjdhj4hsVTwnLlOY
XTEn6l7n1FFuakHMBm+HGEufT2lC9tAKwmCoAtCbJTRWbN/hgca6wuA98V3RFatLKW3OO6Ze94iZ
xGuFqhJJDBSOIYibBk1wUmjFfYYxHId3oddJwNCNVcJIDEgMgxzRDGVRhOCByXfR76oks67joSQ8
OLeNzAqYd6JZ9KWojGCc0Zoey7xv5s89AmxdC9yib8ydrickg/Mrkha1e9aq7WYYURcyq5jSC2Vx
UHbGPGdLdittj4SCPUU/ReymSYe25ltsHQOy6ze8L1b7UKA16RsQ0C1sAu5FmMNbwuvGAUVRrB+Q
LVePMhZaF0xgbEToWE2WnRBQa5asOPk0b0oG3mkdtLbnKFPQGgWSU1zIkKjMnafPatb8qA3/Cxp+
/93Q/pZG940JhgH9k1kGp1Xqsf/cB0TFVtff2r4q/8+hw4r88nNP8Je/60ePUAGQ90nzwB5anAcx
J9jUMD+ahN9/RIVmr7x/j2ivlb/7V5dQU+EV0wf0HPRG1FI/dQn5EbgYHdaEDv9CY0jyR01CZ22y
/btg/MdLd9+VpR7jBURWpjgMxREqCvKAbwVNdozovoK7UJvPMyfUZTgjoly+NPFWLTesuSCsSMux
ohM2EHzmpoMYAsrW3nnObJrvB8++bppLOzpf2AYi38z3znLnkjHgvKQjvvFZg1Dx3JhXGuKy+GaM
DknMOBCJCx6PpxTvTXauDOdOfYJzrrMvKxc70yWpVBn/fwRMsaQX3YT8f7UFHSmkAz09b9HDOfMS
LP25Y+6Ao/lq9tVBnRBdS+/WSi8q5Rs8ASxR5+0y+x0ApnLc1vlZIS7NEZcimq2jVW3s8gYIDvA1
HVa72OvtIZFPOnOLFqmVFjGFHq6L+XNi3CwqiLU7bXkcM6hdZ1G3L/oDp6hY7lp+j9zaNTPjHRHF
MJt8Wo6eFeqkMFNjZhfTvLMBo1kXiXeqyY3Ij129n5ITQ57h053hvUVhkpws44NSYQ8HCDpuDcH+
50fG3hn37XKPCgh+wcn6X6AD5l0yXQ30QCSyEwHS4ow01Nb83HSfo/xMJHsFhla2wTCRAqlpmIkg
rQfEhGx8j6JCz85qbavX4GJ/9J/+aB357zMSWDvl/3kpuHrqn9qfH38e1L9HApb+if2KaoHWNmgP
nvm/n3ZL/eRYtOAcaiGamvyJfz3suk2yx9p71NU14ul7kstfA03d/LQOIGEkqRqDTtr4f/Kwvz2B
OmTpeOuVHWtNteM663Hqp36CgxhCajXSjq6tzTMN5NNJqup/1ADnIkjW8T3ZJoYGmgpruMnPFyEN
jX4REuoVbGmdWKjY9g38ng+aFm8bRT+uQuuPQ67JJUjHfXsV4XZKBRCVw0wTqUfmGjcJvMttOkKD
qeAQ7H/6hi9/LIc/TyrWX/fvRfKvy7ksx0yjTTr77y4XTbHi2aADwqjPnganw1rSenW4uCxjOAdk
ILQ5/YB97P3ymvgMCXO2HPv9vKLqI+RYhso18zE/Fc1KCMng1em9MYbLOCL9tQzCFcz5gH14/qCP
8PYc/+MdO1yarQutHQOutx/wOJMgWORc3WuYC0mJWW3EKBskbh9/8Eb/eSlce1xjHeVr693z9lJp
HJGq3LlDGDdzFeCNrLcNg87A6uc5/P33qNlv+yPr+wK+ijZgHYsxfvv+85+egaIqo65L3TLM68mU
AYCd4iTVnfhzqqGs2yhR2T6iiSToLW1wJQTkCA6HHAneY95EBo6UROIQw2uAOHaMbnXbTaqwnbP0
1YWXgluwdO4RrqO+qyfcrrobCB0zeNoaMBzQVRVJsNRddz8TXnZnEqbyyJEvvYlsx1hZn8uA8T7q
ezXUc7Su2PcT3dok5qondgG7BwV1xCkK7TSihI3600JGCALNoSHsQxPKcktzWnuOlnYwN6OHfph/
q5NyMya69zpVuPcDbCmzgCHRcT5NSjs6OgKgZT167pknOJFGxOXe9p0eva7ZXnkwIC94kUPdaAcp
OksL+z4vgIUQNkK/oWSm2A7LFywo7s1szeYXwtA4nJYIpcygd3TIBTFa+weBj/ZZn3GFI8WRQkMJ
VYjz1EauQMSOA2tl7pMc07GtxENouWNi8UusiWn9RI5Oidq0D60eWwTUzwVhEpTZ9AmxOML0yE4I
zbEkoKnBo50XlnU/P9d2GX9THaU5GzPRDDRdmuQeHkh6o8q0w47YWvYNhkmJrYgp+ouL6JCZAsDl
MymU5hwBHmJrR0X2BJeuDJYlSUjW8tSTotZxMZuKghyDtganPmZm+Iok0Tm2rxjM/sd5wKsyV5q1
BCPhM4PFML8pcvtcM7oOmJ8nvBcPtPhVqlLUwwJNcMtUeducKclCQzrOl5KuC7liQMFqmziYuo+8
jRQruaETZfpUAzvAkIZ38ZgZuEOYwkGVC+ayni70bnS6zaiZxUZN4czvExuna4zVOlSqecj2vZyW
l7lASOpP89J3AQZSjl+ztKfXEYjfbS7FjMekHe8UtcWYVWLU1X3W5K4JMMXZ967V6LM/thXp7gJg
5J1Tc1CnD5EX25QT24EwTXcXJ+n4dXB747pVaxLbqmV87fuOEBqpdfARklK90gF7lB+Epn/Pv3u7
ZjM/YMEmhYHOPo6Vt8tKPSxQvExUajPqQUEUaTO7O+l9KenseiupsM+QzfNxDDa8w8918yyNI9Es
QeOdU69NxYUUwE2MMze66Wd8eMp26vLd9wXpjwqj/6HZaQZ79n+uoo6DfEr7N2XU+hf+Ula4nwg7
ZSSzDh7WL/HvKoq0FsuGm8jBjVrph3ri37Iw0j8BjaoGenztu2Ls7yrK/WTRIaZKIOrle17Ln1RR
jIfe7czIB9iR0Sy4aD74hWud9dMeMmfOYBatXoea7Hj04xHqGjJs5tgtHKp0jextK/CZAcf4SQbt
YMPEUkAzAtuKWhUoxhTTmyuhMIOD7OH7+hDZohOM/EMalICmisD2sM3T0KEhHFhDonHcFxoY9CGz
s4ZeUtmVe640PdNdmY0AgTJArxY6oBHm/TidVCreKt8dXe2KMi2+dpGvynDJdVKRwCWOK2dxcHVQ
W7ldI/iEYaIgkM8CAwCX4WsO7qzexuzga3WrnikRQ+192eXwytLCLGlY6hzYzMlMLwsdKeZBkmWR
BJHoWvrUZeXOoVtG/SaDoHqhciBbIH2cA3NUznQvtmnAeK0prgSa6Id4UiwASe0sx73CYBBfEb82
mbzo1nAdtQyshX+E92VawdgU5nxNtJJ9ie9NMT5HdhQDSMCmbm3yuMydk6SUVJ4u3dF4m9u0rDYz
SOKQ4mLF3DhI1fGwz219HiszOe/WSLIKKV6Vrp0PI8CCwI6LKkBh7e1LRMnLLhsSI7kqE1YNX42N
HtFc2keX+OGNYSONoj8xYsTOe2FU9XFqGpAxdgyKxze1Xn9lvgQ72PHEKoO166DgU8YynNqfUQDk
p3TDRgDT04JfOR1bufi1i3EwwZr1nGQASVWgWea9Fetyj/sWKhS0unPLQONn43ZfCj5GINfI6C3z
JMrb/M7JcqSs5OCx7MXsxDHWLWszCDqUWJJJ9TNVDfvjPF30uWd3+IDAXODTb8o48BxZsSFkXert
RDW1x5+e8V/U0dr7QpokcbSZDC3Bl9LBeH86wKrkcYssNILjFIuJkto7XY04inq2WoAGde1R+kx8
scUZ5qgxdVU9dh7awJY06mMpKueqdirA9m7NcRs7wBfgHFmoQ0z/oFY039el318rZZdjW2RAad+Z
/j895mY/R2qWZ9SlaqOgAhdGlF1Gaee6fNMCdq3wbKiJ6QSKel/rOJ+XBYK5UeuZtzGaDlpLm5fQ
OztzaX18PPLV7u341ZssGpyKh8Lby8zPepKtAQBFSw/DEaI6Ih+ywzIpX8nZOTOkU51XPIjbMimg
jNMD5fDB7BzFliWu6nrpH5my2I2vj7ADfeSTGJi7RItuC0tRvs1xVF01MITPQfCBJ4kaA7OV2vEr
gpzZFi8swnE7FNkIqJvMx+KDg8S7+GKHb9pGY+7wDwyyPU6eb1dLoU3OKBNMliJLreuKguIeQNuX
jOCR/Rzn/cFS4yygqMECj/13q2S985SrQ0ejQ6LDHNP+Cx5thWHQiP49UUBe4MTazrjzPvjK3x8O
eKkcjDlPsrKjzHk/vPTg2oPHQnC6YIC+g0onKLewxFQDPiMU/c1WZW/ii9dxn//5k8FAH20QOx7j
21Vb/fOm4pEo7aKp526bLPtQZq2716AAhP0y1zeuMmrnRqH32zHtii1w9H4zVNUYLF4FFX9ZQHR4
33CoK9BddUo+Ts6Yzs3sg2G5/rZbuH6Z7po3gooOjRsa/ncCH1eU0/9j7jyWJMfSK/0qY7NHG3Ch
F8MFhMtwER46N7CIFNDiQgPPNrt5sfm8OEZWJclq4252XW2W4QrA/cU53ylrC3524aDgXXHaBkPc
RU/NMHB2rAsZkJ0zU0euy4BNw4qGMBp1MCR2/s6ocdqNeFLfWVF3mJiEcm4jpQs1ZywJbHCWHbbN
YRtXQnvUkjv67r9fbP3tnPrP8tR/+S/Lsv8PVayoRP50uQVMqP7Hzwp/33L+LH/+r//5/H/+d0te
xc8/l1t//JP/V24Z/3BQR6IxYdbErFn8W70lzH/QeDKH5le/K5qsfx9RG+IfIOWYmzOdINYNzc6/
CVl1k79n0mnbpENZ94C5/0699duoh8LNQnx0f3XVYlT/e9CUjSrDagzd8PMGjm0yPYyFewQ365Xz
9Pmnb+U/OZ4s67eclj9eDJoBUxfD5ov4/S7Mhw4QpDRHv6+Vcn0qs0ZrDl0FFsQbQNNVnmhmoZ0S
081+tWtbEYoCWmMEYDE4d26LQrJCSSEISWSI2JQ6cjD3eRxn3RUsHDUCK5w+IWQyr5S97EprPgoZ
AaG17Mk+QfGU9SVPevFgdmkfn6skSxdcmu0sj4m5xJIZr2BhN5bw7gLRr2a30RQV9wzPCmxwUqxV
MGOR5B+ZgvWkAds83/Ysoa4prTMDbh1Q9gHUEOZnzGlluUN8SKPaiPGyxAN/qZ+rEXwBMKIPl/NY
Mqleib2QnS0Nrx0Tvops6PRrVscOwPF8wj5statLwBF/wJ8E8NqNW6+qFoyQE0cPiHqinKZ5Vvf0
1vUQtP00Uf+uqpHLbWXVWvkwktVaGUExqLaDfA6Gyl4AfMfivQxspdlQDznsGc1tt8laY2zV4LjN
rHX5ET1HzeDY4FWKX6dloBZd69F4IwsPMBf40684K5HaKI/NaFqBKXinFSGffiJGJZzSSPNEB2u/
MJBz6dP9L+VRFTQKrzg69jadhhBUgOYXmEGDIZnBvvTm2W1gLJM8G2hR/+oqOuMLFdnhCjWPUJb3
ZLCfrSUDvtXnYUtGANe4OHUNXAP6+sfBjtk1GKpfqp0LY1Pd052aexBNRNnjyPa61UU+zHvABC4P
qTUcXMwXdA4kuzhq7mk6S82SRkExU7pv5TLOPFwx7gbpZOxYFrSw4qZHoSfHVCB0SDJl4/QFE6++
hHwqbBiO/Nh4XH+AdbiLZgB5axLUEQi0+b7HWEtxErN5MyrBZxPxZ9KJw2LHp8YpcAJ31Ixyjcqt
BkXBkOaVFeUdk42NVFPOozZsVqe9obY55yvrhabrD4T3epGDgRG6x+DlGfZmdOazME+dMgF/qpat
PS07YiAuRJ/sKHesh9oar8DNfqKJxKzftoCCxid9gJ1fLWdSxdBtDdGL3o/A/+7gG6Bzg9tPfH/R
fmZCFgD6eneIfCBJAu4fVCBPtdb7e0sBVE2pL/qFJf5c7WN7dryqX1tfcxjiEJdQ+S33CUlMyZvR
xgp2lOEyglLybfBJYCjUwE2QcylIiRQXpas7n23CXbaJ2f0kM4DKexnGwImy8L6Bb4t1E62INJq8
Y89SPsMBSTxTukdap4dqTa+1iBdEIbY/rup5jgCHlIs58UK5sSkrRNARqSDk7QEgdYT2KhoXAL3D
LsnFWwLy0TOt/p03+sDEEYhmr37HyRICT66va5r84rC+RaWzepo7bmkk2HgP75Y+7wANSxZ+rMtS
s/tKWneEAqRDsDHg6uEfVwKyhE6KK472wocWMASoI7svXUHN1kXrPjPSDvilRPBlZVe9qVlHN83V
BZpwpr0BtSWxCSmw3Umg+cmmg5rFqYmxiG+Nxmwvma0pFCZkDgOsujcwUvPran0wYkQ4paCR0fX8
V0wMuAe88HVFgdlrK3SSofmI3DEKI7QZbdH8ZL6pebHACO0q5sY0hhB9p4InMp291nGBPTFY62y8
ois6rrZPoaSozTZVrI1Or+0vNqLiYnAvRqcdkkXfY4I/qhmRDrnbh+oYPXZw0CG4c4cKu6R9xerY
piwARpPGCm/va+wwyRQ2eLYGYwX1uLjXq9Y3zRyPgNaca8QCKOybiriA2n6epWXvMzntpJnvO4ms
o4/lLkuQx0xyv6y8mt5aiy/gycNh0dZbzjHt1UZ5misZ0ZsSiF3n9k6bs71V2j8mALdBNS1bhQmL
N9pxHqLe0n0d8RYQw/T7ClQFrh7dKexiv8qHPoyl2FCSzg9qJ03Qh2O2hyF4mJ2Fd4oRi7AnYE+v
QDCS3WAjSILubegQLiF6PBZ2fLbK9rs0ub5rAmjqlMAl15FgHEgKs52IpOwlfS5Vl7kFAR0gDxOf
LJeO52587qSDfaq1Q6tM5pBDojpzrdehpk6tdpoLyP+MWZQLmv8ugFSMKx7Khac3WLnGEVCh1R1I
OZhh30U41l3YdrI4yEbvfPDCv/Qp52mg5TnnYiyKMHW03sFdJ/dOpRzw0atHkxGMB6sr38HDSHZA
AR7jov0whH4C1vHcU3dDEbEJSoBSyhDYfqtYivzsgMWfKVXRTE3FyS5Q+CVA72t9NWm+lw1z0i/C
gp7pFYyfC7uUwLRA/VrD8pjLpdgSEr/h8Pta7RoVIQgUt5SschQVBEAxB2bU7NA/gaCrGidsp3pf
Qe71Ijv6WuZ4N0nz11gnrKjHhn7USJrrWGbTUbMaPcxpwDkiq/KZ7KB2O+CmZIpf6HxR/EhQOl5Q
RoE7Jsnd7ZhNMQK6CXPRAyPVTmtd/EJx1AENBpeMEvac5txQpdGB2UgriS6x7D0iHDlm2+EywEZC
yEh+WBCX1RtQAhLdms7hxs+pF9zhNXKjyieVhp1AYipeVUbLgfiJIyTIdq9SuPq4L44Z1wY6Tqx7
9F0fVV8N+0Y1352lwcxSr9/ipnwkluUrAqroTa3bngR5CoGe5gbshhzC7Tyg4jYQIpVGtkNPfMBu
/ki0x8mxqyfTSXVmHrF1P/um0EyEcVvdJfL0EipAvKrFEzkPH+aM0nrBSgBqimZaV9OdEgMa0vDq
PcquAVQolFMD0plsd/Uj5o5A/KUOD5ab0fWYlh26U6n8mPTi+zDP9Vmb05sJQogfjpLHdRTtlTnl
piJ/fms0tYLy2fqAjtRsWBuTXJGAYNVKfnapLPpFb/ttt7ICwc4+haMa7fNeD50y2RtiuKA7+cT9
D1xxMh4s0NOBFRWboWBfgZTvPJQL98kCuw18I6ga9EjlbNsYBFFaGOtRy134qtX4oyZtDy/TEeA1
xm03/8T7eFkh0GV9+tyMBrKx4tSScw98p/ieu+CmIggvcW2pQbqquzU1r2iRH/u13C7CeCckhI9L
dUEhl/i9A9F5LtTPHj69B/76lU9be46cv8ZJvKh233qpPR0ZgDyT3XArhQoLY7BG3ykmJRjaOL2U
pC54M/B8v+7kR4OKzhvWSJxr3sy8R2FGUYZelObRaRGwP6aAMzhWHMWeGeSBTUwnYef7JJGj8POl
KG+xKvL5BFZt0nziCcskaFfTPMLAAl4LeYgsgzrTbXtnWEwgP/N2zd+mbKgRgSyWzglpAOk/dQM0
dqaDzHRRPfJHoKVX3UVt9eif6ebvTdifd9C0JjamQgPzKrZnhD+/bWSbth+heMNyN8Bmg6JqFIOY
4qyXILgcsBKeIl30jhmeJQEgnLQDssQqAe4M9kbA0Dx/wsY4bsGf6O/5/ViaDK1SPbvs4wBRKF5d
Z1FI20HYbB4TlSOz1HMbMv9S6Sx+WlN9HsCIAZtQxvmfWGd+mwvy4egwmexjnIMCTAjBX6cfsrIT
4C1wA/uyLV470y0A4xQ7pRSchsqi2O+WJKgo/Pt+7zcvAiqqu2yc8ZR7n0kaTCX/+rK5wvYvVvFV
WBka0sCoGv2FMCujg2Izl5HXChBNXk2iYuGV5Uy1Py8OuAfuc+CxrnSVfx1RMFiIf9b/SQf6H78H
11CFyjVlk7LNG/zrG2L0wU1SJHe3s01nk42iDmoeLQ+o+SOgU+kytz6Ay+6fGMR+m3zdvwiW/DTs
yFAMCzfEX18XfoM5KoLl4cDVfCxtpLgMgRU0Q1l6VZpGOcnaZqqsTKRa/P2P8B/6+z+GDkwSMAvc
FXL3r+RPY1Yme87g6kRnwvCNv8bYISFyrlbSdXSRcbW19mo5/2TQ9/u9hDqHUSRzPgul7V1l99fX
RKHf2vdFQACv9VDau4o51VC///0H++Od/2kDKVhV2Wj1iK+2HKGjOPjrqzCxXrvSrstAe3I3RbDu
L6UVbDvv6xvwnk39DjXykUNDg2MnfN/Z8dDf/P1b4NV+n2iYDDkQj7j4f3kGm7+/iRxUfWTHdeT3
iTy6ef2cRJRfDUGAgY4K/2lOpja4S3XmJL80pblveh69pZN2O7iZq0eZdz+XkQJKQJ8kLrqkMdrJ
L0sZ9mxeyFgoAXXzYNfzR9GuSYACm4VEm7z1Ddw8RxrN1rBAZrkoHzpr0zE0MJf6qS7Mg51a14Y5
oqW1AckI574VO/CmnWcp7b6WuAebrPejqly8fnQ4r3Xgmxkl4oNj5SKkiccpVk7XQY/eWzUCMFQ+
1V39fdXLI6uvBP9JdC6s6a01Z9BFfMvmMr5Fw/RBQtqHOjZvkU6spl4dFe67AGJXCGM1ASIp9yMI
Z29W3Od4EkEZ8xtF6iZnX1Eb817V5AXDoY0PzvmesRle+xaNesxUitEsZUiRPWlJeW4MAAXptO1s
51DqTmDN9N6u+m2K5FPSW5+pjB6mPN4tk35La9cfxrTl4dJ9lBrFod6+8a08s18fPKE6G2RX2wyd
UamYIJ1Xuub4DIclAJ23ARgF0aAZ3kYARnlGaDD92CY2lK2ZKN9zzlfoUsg6m/FnbdTPnA+gDvp1
S77NIcL353N3ogyIXion1j2n6cOVjNc8tW+JLt7NHJDZUL4ybj4MpQHdTQVl2czdBt4hGgXLy6J8
X7fozBv3o5oJrVx5jGRoKJbsbYrTe20MV3fapNH4WWK68ABk3PR0eirgRchSJ0FP+6ZY9s7pXOpX
ftixWC9dVzwnsXYoDcIL+rHzV4P9EN9kXW9Q9NPLZNWHlTLMiTMmDxZlmm+ryRMF5cvUdzJgIodR
T+UqskxVexwUJgpTf+n16jkelmkj5YzSJ2qL71Wt2yRIaQ9RVm9XUR2tkuw8/Li8nFoGkZI+GKt9
mF3WqtGd/syGeg3R0FNqOlulXVBI5P22KdaHxUx1ACAd2a16f8ZRT+XbZ2fd6Y40whdFdlzyS+kA
TzIIdW2OtKYHd+U+GzCybBoXf7U2rvYW+5AeKrFIdwms60teNw9jlm8JQEFUY2Rj76lTtitGOky4
oehOSGw0WuXFYDq2N+SgPDKc+ZWBRfLHXnnri/5bbZD3DLNihYKPVBVtT0eAWfrRu/2zVUalPwPn
DTq+C9VetzwPen+5b0kTHhpVWT8olQVWO7/wvQZVTTxrwp4UKdI8spdkdUgGFRTZlrpPRZDOSLAN
jSI92V20K+pVvBJLmPEXh2e34WRFGIgYaKzfWE6rvmTM9gD+KwIYSCax2fQkVvSEaHlaPxy7Wf4i
bJW8j1gydKmTkACJ3CMw6eQm7o3F2BuJcbcpaUGmJKtvk9UJSZQRGbs59LaR8W60qjwoMtmtDqhH
KH2+KN0TDNoQQ/izquqoPDSbAO5V8QF3e9ZoXlRrJEks/uhy4Q2a3LZi3mmliaiZSrozwb0wa1zr
5ZwO2oUQ3o3gSoHg9Vk3/aFolVAoA+4L01fkvGkcYoWX/DIs6RdohjCp1V1aGNfZUn3QmcduiXFJ
AINX3XorHe1jwM+RaG8DbgXggr3Rbsl9VpK3rlXHbQ8Qy7NRR9EPQbGvBiUEmNc0fGBMWH0qw8F2
t1pp/bSUiagmw23UTaEttpdm6bpHnaB3oUWY06ddCUZzBET7bOCqp4K4ldswZS0jYb50gEmsHJsj
CWTVo+zT5ozYYCZ/Y80ZC+evBr0hF/+Sv7p2Ah2nm5FrCZE9azi3rgyRf/SKtl9HUlZzVwvMiZTI
ATtI5IyzGVh62k/7FbdGOLX91W5qx9dmXf01rwxJDsBeGHBGBfO32VFPdU6n4OSYc1ITkHs8Opjy
1pWMa/XFFKN2U9Wsuwsn7JeBrLsw64zOL4pJXCuMPeA4+ZBH5E2U0brdf8U55q0saxZGkaqdQlXJ
CeS0FxHAT7xMxGWTptftLTfFmqQaWEEiUlGcFY05UaB3tdQpBYscInZ9cCYH/LEwfOJk44DIGNSS
Eed7PGSHCgmcRy0AM26ipIbHicJOf5czIOy+zXPPtDtSWC2pHHQH58s8PS5jzzKPhCyYpH2Ncq7/
gdRg2mqRhYJEwqtD+hUx3dJIT/1wVVT1wOsK5auABVkipmPmOa4ICJZafqhT0xzGFMiolzi05zdg
OSmjDsx3F2ZVxk+NrcOm0zqZhJk0tNHrrMpkophjdjou+EV1YhKWoQ4cRy9eQfheWpoVZc+jNcGG
17ga3OLCAXg7VtGc+iSzkcMBFG2IVbPcoSvQzr0LFnt2kiqwlTJi+8/AIsjGLuk2qTqTKpXnLPWZ
n1ik/qymt6b649JM7aaOorv4fmoIJudeTsN6XJmdFqSOXdiFDu+xLOSZeKgYmYejdLi4HJVZee18
dUNph/lYNLe5KaN9nGYPJpYpD1vs2UnGVNmPpk7oD/W+exupL557DIqHVhRYjVxAO4/5sHAhZ1ow
M7cKHIglD1yM9ww2Esm65LqM0I4cpX4dGWjPDnFVziqigMCdNMzmBcnK0mxZW+c+hOTpDZ3yTXMH
0rQmHoCAfaxHiSyQVBbbfcdpRMabnkbGr0rXjee7umMJFxaoxpxdSkFYWmaHRgOeos0s/qJ0XmVN
jJTC5ejbbdX4sp2znSsqXALYWYonSpHCw1jm4GEwi5tbVsmLugzL8uwis7hLhOI9Sqv5NBFS+VYN
iUQfpEYbURpx6DLp2laZmwcouoFfC8JDMm0yt/nqTjvDHfIeBfKib2kfZMY4EKZdoN3hBDr3M4TT
hrgfvMbeHI8PlTNP7+zFLIibwxParfXY9iQX12oUMR/JXeeZ5/6ltSd5cEzCD/DhzkwKczkZG0rs
bOvUzPt09ZibzSdfzcecuOdsEBt2X/t2bbbZOm+1uLMDad+5lUMOmVDXWnuXst38iXa3wmsCZtXG
C0jNQzJDS/rMNua6vJ+e42psdDEW4CF5iFZKjlOYjRjYdaL/kg5mZ5qNKHvxiO8dx3yMCA3im8dT
Rjp5c61t4ijQhzxW5FRPK8wJm5hY4vGaPSsR1ZuIjEYWt564QxafmPo2VOTESLvNPzn9y92gTuGS
wOlL6/yzj/lxCNgzAymma1c2QUKQABsB24un4ScSqpsllI7WpT3Am3mYBMgCJt7X3HG/ywyEGPhR
b2E2E4wm4aNsYZY7+maXySxodUa/CrkjZD5PJ7VqAWhM7iFT7qzwpD9JxyGHSvHTtct3xuii+Bzn
LWIvcshjVnrsMjgN03YXVymY7GFdXxyN1IXYEj5rO6JEq+m5QNcT6iYePoPAGY21AzUElANSobtB
fJsowgi2pqLUp2yFnhWzIASAOIWNNFa+a9dMr8PEzrVbUTGZ8LVB0zrXtoj0kz0oxlYZTfWdcWV/
iIguMSriYRvhFmEvqV9xY+I7ZBZcDXfYtfTttTXtPd9C5bkGcRxdZe+m2Vn9YljV74TEJBBX2R39
SDNkngpjkktf6Y9FYcznvHL0J5XQI0/OzrVBJboxUcF9s6buNM5kK4J23k66sj7Ke8xWbOYv0s1e
exPFGYFnAzNT40I2eetXmkTmpC+HuGX+G0+ozS2CWuHGu8DrHbu71MMy/qpy2QQ8WT6ybLQPmYNK
twP5XeURzcKapw8lEZx3zdayM5lDbGS7NH5EAnc4xey5OpGSbx3VzgYj7uqVY3xdIjhmDMTOtVoX
Pzo41Y9CYO3S7CbU/5hyRPV+NeWWnPlHqmzW0CQdV5nyukKUrceWrxvaMkpHtG2YtyqCyzLsJLeU
6LKK9OfubiuH5Z+QnULEyVefAg+XSuRSzd2Lknix9kkxZmlgcuql+DCN+EnXx+JpMczp1Rr7qtnG
zOGH64iLmUypvlICchaicK0o54eFWaFlcJirAQ969qQcljjRzxrZRMNIWJGDfWrV00fWl3jSuou1
ysvcZoQ/NTccbixkSrEl52PYtDYrlbZzf7W5gxyqr/o3Y1JGf5rRTpWE2bRzpGzIN2iw4zaKDwGr
2KC5JmelJg47WUXYxFO5jXsl3ZGc4PNo+Rw1uOpkYpxqYRy1oT4w0frOKsMIeSCGaWwboWNxXk8M
Jz04pKNH/ODqJXN7BQNyHDquABLqn4qqftDZdJaOIOOlnnKvNStfNOzR7Lg9y16019lwj67d5jej
6ApPVNQOkV3sR0m0ihXjv6b1kqwiUJzmM3m6jfqWLj1PyVjfE9ggyMmtsI4L8UlY8IupROaNzTsF
ldFPH7ZGlJ6dQoggjAlD8lS+RaUwPVDWHzUhvR4LCmOfpmALF7d+dAlD8iQTvnAiKMTrlyracPvs
zc6t/VRg59AxTHhWlEh2rzM8XqZxZ+zms58lCPJrykWkV6yKzOxBJ+o7HExq7Anms85jhmsSgQF2
gqOwRn0j2IV7bioe4869QaX+HKX9qxW4Zu3MfbRnKw5TAvgIRxpi31Bo0c3qDLRYbAuHVXyhTgjk
+2uyukfTqst9Sm0D/ZWGCO/DeiiadAmzMc4O3LsVwobe/amnyrWkEh/I3/JNrfqEc3qU+Nyvec1s
YLRfe45gWgp937KF3hedftAq1kv4+x1u3vZVLqKBwmFHN8PJrjl7ptMYlw5DZIRk+jQQgDyY5OyR
OjUxviXd1l3t4z0no+6S5rBYHJDGHc4skIj5HcnWu3gQxK6P8RPbDQVSJHN4ipAN4HTyTdVMeUxb
cz8oY/kOLZMs6wy12KLofN4KgnjCJrOZwC2r41MvW7QVcXcmFdN5HvFHsG2EJYEuIw2bQtU4G9D/
S6N7xcI/78hvtQ5ET9JTdUu1a83R9JMq2ok6/TLAdv2oIYSR6We6SNDWL7UVd6DO4hcJXHBpMAay
m49Sb6+Asauwjy1lTzB3EeZT0gVl3jyjuvkZkXHorTxjQ3DKn2aaw0l2es2fWY13yWSHDl77YMaL
sDbpIemk8MQcX4u0ykjlvpuHSLTD2nS2l3n075MH7OhPzjxc+IbSYLTK3TwOu25g35OY4DNEsmBn
lflW8jhm4H3JRjJP0Bm5FwbE39RlbeGGOC/gPn6xbxyIf6v3qjCuiTYaO5GnONVNa0v/S2rR0Eq2
YVblz9B9tuSyXJc4Y+tSrM7OLRPOqZRFKKGCX03HtL7vcwWIkHLuDOPKhFz6VZNfOtmgC0Ws65mK
+WXaGS9hG8l+taAEyKa55aPukOLNgaMN6rEqx21eAHRJqAAPCVn3P4qiEtuefzJa2TuoYDQKk/1Q
c6uesD89IcGcPenQtQ9dcxazwTtZ0zlIRPMipfqyuPY1Luc7Z13njYg5iEyl9XVDPJN7dhkabmhS
vB5Ze3/DmEOglJkdG33Gyq/LBVdQetTmnph3Ky9abhiBYXjWLmaT/4gJaApSUwmSXG+4eigRS1gb
NK1gSpTRnb2lvbc5jgloYhqJ95sjZNycKNBG+sDg//OKaHnoluYlkcUT8ZKVLzPluRuLt9pIdnyL
UJlN/sdSXOemeqf43QM1JvFcuY8T2zkPFmQcXCPuHCDkLn3GaOxWeiU0ZfM0Tu1LsTDmUTr5SA4D
ZWrTHnHhnXR12g3Z2O6iOwkgUYdrFGlHVzgnx+1uVVYQ1dGZr0ZX9n6rJPDh1fKNyDkmrcUlW5MX
22B91aT3pM1lP0fFp+HML1mmbi0XUVaql+8WUXuvqmFZ3jSq4CbU9oEtRcdIr6w9i1Mbikz2MA94
tDXGjPzi+Ldxo36HQZv5SZ9t9L66poPN647vJgVqlxHx1pWZ6mE6wNZs1b4iiLxemSjN5pa1+cUi
rGAZOuQzBLZQ9Hzi7NktykjlkTX1Zirckf9kOFs36tPYJK8yWX9ycxvwt4ssYD9Btl0kw7yrgWaU
ziN63SebK9fV2DVPtjZunLHfwUO5WDMVJcns5DHMCn0gOwXqL/b5NPabpMVSkKHM6RBpULE418UA
qGutRb1hYxqWvYWW9K5mB3ddBxOPIGNhxVj0mRXqVinDRXG4nKrss4i7B8R78CiKdNMIsinKakoC
opSvEii7V3TmmRHCbXLuWb1o+QpA/txdQV8BdrXKTTEz3wMSngSZy4gORz6ls0U8ZoHiYjLa9ps5
t9/JBTC3dFgrT8VZ8Y2VdCg6WBGBqq/M/jDxKA6EPuM3atXrH5xaPTJp2qLospjFw6KOD6zaToTs
yIPeDuQfqrNzs83lZZqnNtSL4aMkXZD9nL4lJuiApo84lJWDkFDqHXmLNtmVTnLG8uEizrM+nQEy
SN3xsmVEEqYzTI+aiXurt1FfmQXZhOgVDrk7vQLuea7hKBEmVz5YKrnjqZo/G4sRcUFUu6K0Wsxx
kemzfWUsOp0Qw5+byTk3kQ71R9GDBPgKorzxe9/xCADT8oSla1vgkPHW0aFgkuN+MtaDzDtqqIQd
8Bh1xDWR4BKstfraG5zqiSOo2EXak5chGZWLIoClb3uKAx8pbugokBnqdMGkPjChUd1uNytoTVCB
PIq1nsOCDdKJgL6nRU7kkRqxs4s1GgJyQ7FQrJgoI2fmnip8XEKfWI76d1XeQTgEOABoANqTGB4x
D+qtMzjpCEVMlcMyRz/GFvGDkGv5NZeacrJJGvMH1Q21KTqixINEYlXLTYtAtEh3gJniWsid6sa/
WxeOSQ0/p2qIq5xagAWZyngsMpk7wsgKF3t47ojm8IpigAIVYb5X4Puy+WsuEVerZ6SWFSxwqyg5
HRR9XaI0WGKM7tkCZ3VdCjW6Tgrs1KatBjL/rHsajpYPOnXWMHlzT/z2MVY5LHlybqGAsZjJx01K
IrSBGCuq5ZdpDYavs+970BPX3bS1bnisetcyIMujfVja5IbBAQF3aXyS/7nsxpWAOUo+2nz1vZqj
7zixrb00zZdVIjhFjQXixCl+kPtEFDuBBRCVp481R/mxJtY1n9Ul0MTwiqzhLXUtQm4oILx/vWWa
Jg1Zmf0oiW4NtUFesD2mvmpkYsdCPt5qymwHfYcpaV7EtyLWFO5WPr7V97spmW+tkup7gLUitHTx
0821zB+FRocN3kWBbHOkkRIhIQ/M1DT5JpOcos8mXTl2josu1kOjxC8E6KUbJIchSV9VyKYQdaRG
xT6IOdvKPyQuzMVIqPHKyCaDlS1ptRbTBhMNTeiINqZwtT2wl1e25zwcdbLGBiY6qPSo51pc7cGg
GugGbfNrSKKzYUyxz0CW5EpHmude65sTAGFwQi3RvJ2Z8J1ph8aRyVlhDBboMTm0sb6MqDLzKie2
xWw5GxDj+VUVY6nUGnmRU/Vi1ebEg7colCzgvRX5pl1lx7w1lrVv4TjrfK3XRLk1x7SswrZDp+xp
7X2RZNGWE6llmNYBiyTB7BoZzwSnzBsAS3SsebOTojlXK2EBZkQ42SpbxHsFe4/e0q9kexPubZr7
sbI3TUIBTkTOunErQFREFhOOozfUQBoTlVGjtbVpCINBwdteTgfWj2+wuL5KEGcev470m9p9ESC4
NMd9grZ9KeIX5g8XQJ7FeUFkGxAqI3c843MkmsZuJgsdTRZ+OJEY9f3D5EnriZUyMNMihk8KtrdV
7nu3YZpRfhATtWUUzrjJLABmGLZHfLXp2Uq/L1dUam40I/i+Az3c51anT8lX8aFM46s7VafRoqmw
aJMYWOD4JRbKtHvkUPFblIzv40TyDUQkby4ddaOt7outd08T160N7Agu2H1664a4xrd9QjkZd9/I
IFZZc1VGGE02iTkGbbbhLIRk1K+IVcJ+rPYw1k/DqH6fdXFrZ+2h0SPBiAFciLv0MRjQ8VyhL3KJ
vJoMPRzI8SIzIb8VZdeGhKFgcavyX4hlz2qWdFvsYo/5NAm/snIVR9lc8JLkaLv6Ll6dY9QiTjMz
qrM8Hz/1kpzPZNQCHc0sbiIWbngcSbO46sm3UpeJz2zmoFQuoURFwDt7Y9/8HHU/p4WGl54pUUrf
aL/HWc+pBbXIV9JkV2Nxm+rkVtuSpVusBxzPx5jhaSe6Aw3lbpjbb+Qjh3W3hs16T6XoWbo6N/Bu
pFf1JMySFd/ZyQU70/2q2dOybM0m/QZ3HbIJGpZ9Mdu7nizFXJ/3iWbsiTZMtm5iP60zuqdO1Mc+
WqqNRH5F97giB0mzn2RO/2rM8pci12tkGhfq8TcSkI9aE9/H2Prr/2XuPHYkZ9Is+y6z58CojCQw
0wt30mV4aJWxITJDUJNGYVRP38ezetDVjekGZjeLKtRff4ZId6fZJ869l9gnuFIPD4Nt4lC1rziV
brzCnG5IzAHedSn2HGt6yavlgfpr2BC3saPZOKP9Dh1iDKGhm0bu8kn6vDBMfbd4tN1ZTqYv5rAw
XqvG8VdrSRoCrdtHl2jrJ84ottPFlBFX5ZinQnVs5skO2GS2qkInNxjzzz4yeHKdyqg0BvnTl1by
EiSYZOD8xYDOGoZtrRHdHYkI2q5uY0fWUr9Y2brCy5pgcqx7Ow0XMQlPhWj1x7DGmhb7mrTej1Lh
lUb3nvlpjGOB9xknU/vU1AxINzqV8dYu3YmBk+npiAzXCN0Af92czFKZrseBpBw+kq5HqjdUzkyY
MwOZclLj3nbEB4PSjqcxPfjcrXerZ3NEKGHuqek+e6SUd76t3leSPdEOZrcD+R4brtEeNM3Pd2LQ
BJc74hHZuxvaC/kHYAZQENHC1mdwPBhr1amnrJU5SHnFk4frqCjAn21lfFkq80NcEVjUY6m7mV3V
4MqISZlBvAho9F7M6xh51pqC1LrYQ3IOjonz7MXpQ+xRxHXrJ0NMNzKb1ohWwtf5G+PVX1/bH9tL
vjQYe2j0XnJcUmQBefLqLc6xDNRTTyYpJmjbwm2ux6SoftdXu4iiP1toDPcl59MGlh7nVKdbw6AM
PqlNEID0GcMi4X/hUBj/yVfO8qC22p1qbZ+BJdpFUDpZ9ZvFrpn1+f0DeXX8CslQn6ciPZDHQwT5
kt4gfmhRiyqCLSFsCesrDumAwqShGcST0n/H7+BllepOLN60nYmPqisksVOHnNdtZtSarhd5KwtY
JyfIXk1FF7oWHcYaPFAlhGxWkEum9lNVBhDT8xiSPvuW1P0nJoiUaw2rQY8QHmcTJ26OFRTPrDPc
60ZbkVd6xq4vdVSu3OoM3omAyGW38UlX31CHnnOFysNOFm9r+eROCqc7rcYUpWu9w49vjgaLlS9m
e+uub/Vx8e0KW43plC9tS6IfA3KCwW67MT8Zjv1G7LEknJu8+qxP7ldbjxdjyX91SBGbyVuOQ+/H
zCNyMnI0qbHKHR69ot4FJYmTZZ/OW10XPCnC2WED50Uu0xJ2fg5XagxvoMf2LEz9vuYrHzW+TbOJ
+ethplF224k4bHwvcu+cD8ZO4YC4AVuNn5DJ66vO5h2YRmNXVt7n+O9NBf4dqEjnL6GNN+SD/MZE
5FIFakmoD9YttFPkkdOq5BtCZd/JgP5OO3t4csYaIUPdcygX1spKHjqEMJ1bHDzzrVDV2c1Bm+3K
ID+3WO+zNLEfLTQAw6boXW4b1tfbDmZ/O3dZQGyXeoU8v3HXaxVy9dZo/FfMI8jm6WhXsfBki95y
M7ZMMNg5LTpk3Hksm9QC9mpP0ljlccmoVBASPnuT9VBUJFFlQWnt9SCgWaaCQQls0ZV3x8eP5r5P
46sfnxLge6QjWntozGtgI3+n5Mx7vwa7THkQzb7Z9d6dnbYIWaYlIYZvas1lOY+OlzBd9ZGCnsv0
Ou0SGrmvDfG+bIsCif+dRQB7cVkkvqlRvc6oZozkmvLYapE9zxYDymjGe2M8se0nyM5064H4UxHY
PDQ2O/ICOVQaUg4tvz3LI9dkaLDOiExJ1xS5JJvyaVikjlY/wRBsLIzqe9TUNkarOL7bgW96k7ne
0keeS3GH0KbggewDygzaqDz/Rhmc1681/osYglPBi3AwM62/MRbh0icjxz1gBbl2bx3j1pKF4CvD
UV79RA/X/04GgM8a2/CF+bNL3VS3pmEf5iowmi2zvy9H2xZbnJzKvMFQNYzHhsTdOfXH7sRiiDfG
TJbgFy6I/F6zxD2ZwVcp/mCCmS+fkzWO/ucMfPKa4vucRQ5PAr8WXniHNaFIfRwnTB5Da62Ki22O
3rI187IhxmmMl4vQQemEPuV6vZdTQoIyRLANkJO0IBs+/RJmcR2BqE+uOQ57K/Z0txt16ucHbs+Z
130VU7wrOrl49zhyBcG5WIWvf1H1Zc22hytttnHJ0bkhCHEy3vM+U2KDbIjeFe29FAwbUoZwV2tG
m+qZnXCYQdhHDtxYAbGhYqqzzl73yVKC9JNGaj47Hul1EQIPnAPGsjawfBx7nV2U9Iz0GBDaAzuE
DLD6YiaTznuCsgsoo1xqStwUnx2baWyBC8SJ1XqRb+dyars7F91U9dQbUlJcsS+eH5qKzfSpd6Du
w7J1LOeUOHFmXSYPnRyzERYescoZjBSdbRBnt4jZjWZzGj+ZYtUTJZevxIWwbqp6IYqcubUoLPFo
ysV9v8bwLZHdaogFu2cB/GB1RlkD0+XTzk9kx0I07U1wita0Qn1lR09IttMOHqZcYlo8rRq98Z3R
8tB50GtYdyZE+/goy1U6hz7JeGdYFwPZaoI/vRuPdu64QgF3W15Ki9Z/VssYGhBwPjuuMjfuspra
/aawPMn36jzy30S9WkfXkI13u8qSS4RjHWw2MJtxOhRrDz4qRuKUWWpCA2AsEHN8gBGmT06xEhck
Cqle6i5JXVZm5dpcWqH8cw7f82WQA8q96SbNgcXCdAOxf8ktFpCkCWEPvRmNcXioVNWn22auFftE
dxleVqNxKBcKgDZGfQZAP3l2SDGYXZ9GVY0I4+Ik31V9XbIGva4t/Rm/5axk8ryZ04HdLHxETUGE
ATpJurM0qz8QI+afLOdi2djjXxyT2soIHVwfnFfljqLDRFAG6mIVeUam4zKWHag+r859xVF2HUOq
H7vu13pP4CXH5SRmULUcoNc++r203vDf4I3IVg+NRzrNgDoJhlz5EaqUBp4YuhKyLx9G96D8DGWD
lsb86Mr0uchm4FziFI1l2ljxZCliKavpJ+HnFrc1YxPGbSlB5lHnNJg8Es6IQGh0nOeeeUcLqVW4
RDyqxSBkyccli5mtk34SSU5SVJ1zs2gy3H+TK6nu5zHo713HYKpDeCdbOWZYzJjmZHnx8plHOeiL
wbqbc36dLYuu8khknI/vcu4Mn41lwbp3sy6tywjqd3DKCqHOihwfAZyLhwdlQ8FGphccnmJOipNO
u2KiZLMBuCiejX4Ln8/+1cksXl8AEo5OE64KncNf2l5mYNpLZcIpEE7M7qO7wvRLPJPy1BIugLaZ
I5LVyssw9KhebDK3or5pi/aQLWRpbIl6zGBt/cF4dhENJWFu2/aBQOP0ZmDoe98IJFAObQI2mUAI
7W7wKvPZukZI8cuKDJmKUR77eFqedNqY94w0GJirlmnlthN1RdBeppJjY9o8miNTQIdJFWO2vdQ1
J1tbJeMdYFbzDmzLEcJkqSfIcHX65UA6bTqEK77nJJjPXoyNSbXY36hP7DS0O3SCQ1aYmHfHixEw
ogDn1hnrPOY+dbcj27zBN2b1h00QLKT8mnJ8lyNG5kwJTO6hbma43DQE4VqNz/s0N3L66GSDq7d0
Kr+hG3HdichPs7+kixR/4Jyo/pXRMMNw0uQOvoYvczglULvMAhPsmvqYTIN4FD8V3PE2yJCWE5Bu
otT188x3NsnKTDPieJm7XVYjH9ssyCrzq/5vlJGqqUZOwq+IZ4Up4RhNe+N3uebjrz6fQXn9iWBD
cHU/pNIvX1kZlks0mT20pzDARdnzJs5toSVnuClmh3jUvvF/RK+GW8ImSsCBUcFE9VyctrkMNWKO
yv81EvH7DAKlL5mHdpmsX4eMV0/zWaqILrsyHL186msJ8AkAiIzPWfzfhGQ67xB2/NnaooK49+m3
0lBwsLN5iY30MehUA4xARu5znPY3zlDiIUEvTrXeD/NzPSzpe9C3TLuEVxHUzt+3rH/3wqofZkOI
P24JdVCOuvqTSbNlbOci2yYojXZqIGBu5WWrHtmeQNsJQ/2NLBNE7yp8VXvdyZ8Mt7LLspDTjCX9
ZO2YwpWvoKkpOiQ3TXhnVtAcQqOFHU7m7D7psu2Ng8Oq5ZYpzBhZk2r5G9np9Ei/S7Sva3FYORMg
8+Au+fPSxfU39sy/NXldkWQSt0br+EjZn9xb3EYPPnvD4px7HXA4vuHIuNMAIW4nuy1B1zaEyVWp
67XpfZs2+sZumgDPES/3AKkMDIyyUoObp2b6mSUBsS6l0zcvWZnRYK6wPVtWfQUC4BGF7TWF8gFM
gshWpZIHx44BjIakMW5c1YuXTnvZZwNxgmW3g2HdbmQtzJqPqbQTou/VR6JSeY1Thli7NGG2C04o
+GjnpcOVZtlXTW7ZLQSp9yglbnPaii5a4aCJf2e8wQP1VzSx+nrUe9teAkaYlXlvYU8HmrWQNhyR
z1tLANEq39p+ycqBuN7EOhlD7f6woDfuzKTMGeqLkfH3368bs4DlLYKQNoSmWM/QXcGHzgbzU6xI
0kLGc+oxTTWuunKwO4YoMEfHwhCcGdlcccKUtc3HmMTndG/HNrhN7wH093nL5dNwQ8McufwxcX2e
8HJq4DGtxT1agu3+1I8MD+Ed4a5ampkknim40z7RfHdmBVDvf7326jwv/nRANSG5Ue5ZtJJTd3RK
IlxSBmOnujV8qlaIrc95GW3iWbVb1tsKzcA37UV8aVAeh142LzuREAqOeb7eUjawCvRWRo6bWRCz
t6mM+dqIUzO3zEnrfF+R9ddvesS5dYQus/xDIi8vCnsF9ExL3Hs7s0GLHgUMvX8AlS25sRNTvk48
yBxlZtlO+5r0G7WlUUjnp97yLFZ4dt3Bk7ZoRIJJjNbX8PfFGoY1XV+ZppSvPMAuMCKtSEKK+zAz
fI0Rg9Wrqbk7qZ9l59eIFEtekcFkuMX/9OMLrLgRisnHbywI5vtOZEue46pUo0Lgd8NmoKiIT9hW
eVIHL9JPkj0qc9yKCJEPZz27r6m0KS4rqi6xyeno3h1zrhE2EsqODHxIH9J+Xm8hrKwHDKaSLhQD
GRvsYoDnHyScLK7QrmidKDASSqRuSdMHTxMpcrKHat3ptlPvJTuj1zTwkBVk3UvXQCl3flt8mSvh
agGq4j9MeOWFHQAVeyZgVlGrdRZfLZHqtujpy12NpwKzMjHycamXkudnJaGT+VLDRnDTrI1+NKul
OxEcld2y5fw0cf7QW5GYgR8lI64br41VLJKU8pY3tKwK7pGiw9L/IILU6KJ/3P5TpmGtkWTyaGUA
7qFylvl+1Wmqtn7c8QkfmbOMZyfBEXKDBxQdpfdXbxdcr5oLKR69vav4pHSkRqSMmf9+AybhPBEN
6lyQg7zp53vZJpRcdnDt3KR2uaQmq+H/ceaZB78oAj6XCOdNsZ1lkxrDFi5L/CmunxUoeySOrhDL
bpBrbl0kIYTFZVj8Od6tRHqdXT0EEqnMyAtUxC3fBNknF9Q0LAQZ2F3ZYm1VkE5MN6zpjK1hGouD
Smf+/D9OAZYysTz5OAkkNEhFO29hWAv0nn8PMGQG3uIyiRozfxsP5DQ86NSJGZGUmcUPA5EFiGka
fqT0sEMly2FlhaO3fq2ba4Q5wl1eCN0bAxDaxGStOK0usSu7EbxOoISU1eJsUf8y3d/6fwvCnsNH
vFQDieNnRgR2dQ+fFuTbgUQL1A0+7+4ucT0nOASpHLq9Ka885MSDuieqhcNrWXkuIJ3L4tWosrYn
0ZNJ+aaH7uFTDaf5jZfdwJAflgOHkHGQBJUMFFKbpY1Xsa1T+qotlm+8k4tQZX2jFtIYD7rkZ286
o6jT0CA+6o3PkGSw2czY4c3lrJlMxR0UCtZasOeWEyRPA5lmFDMDLrwqq8k2NWUv0FlnBWqO1rIW
QiNcuGiCPGrX2KdmhhZ9AxhoDS8uHYgfURYhXtSthJQiRoBPTu6N5es/3sOOQXyP13hS6MNYF8Ld
tPxp/NpRJ32ypRztPZMgdsICE9N7K3NLzaniD/5WpEIAsegZYVCZxq6/y23MzieBfv2BfiH29oRU
CMQJU1V92pIhJ2f+slRba10YubrTIJ6Tmmy8pxk6Jz7R2fPxc7qZPQxQVPHa2wEf+YzJSx1WXhFD
DeWTdQdnEZf0iSnGHAwXcaSiukbHj1tfHRz62bQ/qPL996KNo9w3YKgy5DVXmtdIkkeDbAuX8JZX
Um1mrpDydpwchB42bQ+jiE1AQPljkrPFRmk2QCsNP1ZHGKzncSK614S7HXk6b39le1fjqH+XgZJ/
+s9+U//pH//l/26X/s9f8V87VP2HP7X/bq4uUP3/uv74z/+Tvvov//Ef/z8JY7VRL/43nqFEYoDz
D7/rfzayMq9f9A8jK59sBCvALNs0SRdnooN89h9hCzL4nxYkj0PYKMmfGB3hVvVvxqGOzb/6G/qI
K9q//Svg8yH93//DJruB29ZGamvy0GCN9f9iZIVP6VXG/O+KUMzTsAvFYcvm5/kmGoT/JHNejLpQ
SoIn9V1XzzCWbLSyuDT2sbasg005AXKIEdHtPKzo5WDujx5aHJxCWuMA6aLOUzeWX6WiPgNuye4J
bH6SuIJ0W+UYbUR1YB6H0ppw/pB6uFALdT/tvBJpU3TsPl0Kgu9xLOkd3LEydhox33NRL94VV4B/
3lZz2+2r2X5tMV7gdlRxdu+xnryeKllO+xbXzntCKOCnifj5lOMUrDZZj5ET39CI7+rKNJGOuCva
ExaGVZMcKN58TAlKiM+UIUEzuNabynIkJ4Q17/sprekFquZozcF8bGcPISVuzjkggCcfYOXsK+25
Rl3l9W94CfdHNxP+uy+nHwpQBswZ4g5wL8sZwgIxd80EWaTPLlKYk8DAgXZjaj/7Cult55XsBuf0
bkkZUwc45aFrWsGHhuFP1lFbJAheQz6AmAGwtd95YG9OL/Od9nI8JpZl45djlGbw3nki3wbjs2+r
O9+HR2g5CD+MMjDCXCdy4yvgLz0lH2SjurfZejGdQ9LJ7wlnbzA183GJ1Yfy8ncsnT1IrArClQWN
TCF+E53hSHWNLpp9CfpMKnQNMb1Zve7PxKWWMtlH6d+ijW3KX1nGsH3tfAOJSXZxld1F7koPXFdn
+ufhycNr5NUZ9LEI3KjGrxkBxEFWNq/iFDliOZSyMLfCh6GUiXOCIPiapoFhT5BtCw33U7UfJj6I
6UKgWOkbN23OhplpjwKxXgnf8L+bhZrS7h601TeHwXd/a4VnSwvnL/uAOX1VQZhcDREwpDgAeb4T
fPIKc5mV4OF8DHFM8w8x4juZxvgo5Kwk8QcsMpYYlj4I2u5oYoK7mWlqmMtTt3wq7AlJpIwp6iv2
vtn4wIrT2BaTvcdHRB8DQqmEYxHPqIcsxFRbh9ViUqoxzyeshHiifexW/nMvGMNTYGBK4xSPq5VW
bNNGXrB2ysG6hNy4E6MMAVlILKuld4aLmBqlXGafJ1c/ZsAUG7GAPmMTPO5yY1DWpmCFD0HqXqbO
eaLQXd6RZaOemOYjLuIE/zQka+EFc3TjbLhFU5PdA73Erzqxq7fBfXTTJd57HckcSSkDBDysu6XP
EiBEld3dK/5NhO1ae7SdAlrHQA7HOzJ2rOawpqRDDx1R11savpIyT+kTzsEwq7DCx1zEwEuePjR+
n9xxZc8hdnQKDiRDfjUUGIqKVp0sB8slfwrs3wZcZWioGUmMeWNptz4UffU4JWaJ5iVYjnHfyksg
4mR39ashujkBB+gublPSX+eDYLiqDcxN2/43A02M8/HGKZiIk6kBEae3qw5uO0F4ujt6B3i4sA2S
22IxAFzzuon8QgV4h9yVdfXTG2wOYFdWPv2IQ0eGSYlgr77Mgn1MyJGzHPlNETIFzVuGdJRIrPwO
r6BfxKVhnN+Np37KnkzNC5mMVpgrTHLrGZsn/1jrOirLG7LjHuYpvy2X+dRrj3Vi+kpeG0VQhc5g
wYQ5y9OPbE7okVJo2qpUr0iCQluWYCv1t5G2LjB5JotLgBnsoVzafVZyOAfAOm0gfkmK9zMxjDnS
Z1ghzIU3iTcYbDHycBDGJSa47oatinU2uoZCxqFcK5p9vGo7rMTKbIW6k8XYZgYfvzB3iRojQ/8N
X+ZJVtmGY4aTj6pDQCRtLPwGqxLtwCAU1Tk1kRDP7MkzIEyxchpk0IbruxJXLe9QaOgmwnF6xv8i
028gIvvFw+oNh8eKN6zk9AOENJwiO6MCRlWi+19F2/+iq22ZQ1hLWLrJbe5DZkInzVs7c/rDNCWP
drUsB+10Lav85Iz9cZSSTrdNAt9/Vln/VuWFuoFiepjFOxJ0DsRY7/sBgYTwl9MsPNx4RlxC/YvB
QNDuDK6ZQAJoK5c1nUX8gZuECz9kp6TOb51RD6eq5REKig+rnDKeuTbq1EieYKyGDwxS0cL65o9d
LvbHbLDbF417lDhwbUU/vge4vxCTQy5ilQKxxGJDSKh4V/LcORhRzXQYfIBT9eia+ymoT3L46YO5
f+Xp4CDM5HI7e9h2dPlU7wvyv73epVTsiVNlfMzd1t5iQHm/wi1hhBO/NIH94gVFfmT9P4eWWyBf
HG3vLRbTGfkViG+WvDEJOsu5jmLHnjbj0uLX3DL1LbSadr1qrW2PHval6mbnHtP76n7tzL3v5Ghs
jbiPsDLeTct1Y1UM762IkTJz5zn7NPZAwyWL8HK4vnmXBIJh2wTTAqDITAtfpA5NStEfstYzDyD5
wx6NALYA8LFphijBFYibzKSiG2pQQSr1VgYWy5K8fLQn6uxusc/S6nExWhp60PZDB1PYErhGIIW6
bjyKlQFXd1vjDoUI5o45HMkAmIbvhjhlQ9E728Y1f/AOP9oNWtpULWnkSQyafEXjIjXy2RhaJS5M
ZJSwnLVpIELP2xdFg0XYoN7UfetdGuVZT7KzrF2D9zpcIn1L043ixuS0xf3F3BpzbeEK1CIRJNwN
wHrIw55sjQOhhuq1tdt1z2wrkop5Z4JqL069g3UdI+ApGKlRB1vVw11PTpQ0foasOnNCBUd3V0ik
FNW0q1UwnphmR4EgAhBnPjRvZrW3DENG5UQ0Ywpj0ulmU04p5UBrohMbnWXfJ/F+7updkTQgnSy1
QmcQb8olV9K02j0Dc5YMtsnylZvJ8hVAIXkiGoqCEg7XPuD5JtEtlKtLlzYaCfO1QUWjJGSTs3qL
U+KA0bmxHXwJGCaGB6I9TFhz+ACiE0On6HwWluWOPr2MGkTuPp5yxI9OkRewNCyIIrF7TmNmAyAH
aMLZoTyxbr6RLqt/wzRvraSBLKzb4EYl9F1JId4aE+VzPWOm3OEudZjsheQP6pFLIqmatHebZXAC
WXDwCd85ehPFwqQXf6O88TnGpnlbTdXHSLV/7JEBwkilj2UKJoJh3jlxsxRlgoccDZN6cVSAAltH
4P9Xl735liRtB+DVvfLMHEwM88fresvspvw7F+6wwyPQQ9Wax5g0MPHFp/qPBtF6XNP2oTd52ZwC
/UlPhcWEiC6y4vD1vI1vPFGQsnmKdb9BhoaDpNxjnPLTGNp8QHrGTTbWl6Fsj2vNsJ9l7SZW/d+y
p9yKwWDgWJXdzpz9cTfV8xHtwDfDH5ye0+BgrfqjGixovOvgaKZf2JG6mP6ekMTt9Eh0Wc02jNxJ
JceDtGDoiKNdP3orIxw8nWOy0e3hnA1iuTFWCrZh4mPFWMN8CVr5CT/Y71t3gJs0MxpiBHfstcXM
RwRM6El0MXikjYrqrh27X26L9W6oCGf9cEg73BBGg6W+U6j7zPTnQy7XPQXYkWnjk+ctN1m2GJEz
5u1TlTmgU6bvfpE93+Bb6NasENAljomZh8WcNFGvcHdAcr8e3AWLRwa11veQQ7Ejsez6E5KtExEy
P71vf5qM7sJWJee+hF+K2w+X/e59Q0Jm5BL2y0TWbg6l+4O8tGJRYN/7/vI2JMLfrtDMB7dpXqtr
byJrmQK11ANq32HclY71J+2RrCfzeqFI3HvU1F5ekDy5sKpF9HuuDWFGmFRVEbrzHLdHMW7H7FZO
aE2RKwHYSIr2AUbdybC48wmFRd/F/Pl+ZPd8MVSlosEriT8oBuY6KZ9/d3nEoe5Z83JfyGHnP4oc
ot8BVreOp8kqVuZ9eSV72mJ5XfOeEXf+iP3trckyn8+6OWMsiVY2kBaXl+qyUHrIa1tnwjZ0SfAS
nQprPi+mO51sqph7dgPrXVKPa2QOSXp2sTM75B61vQK5DTu/Erd6MncsLjGAgCk160u1QiP6qYoQ
qlGpcZ8nGsNZpyMdmJ9hRwn802XS8fRux76xLVNjfKZvhCjHmHNLI6t/Mk/Hz3GTmI/uWE9fdgZO
jxPWdGspYYElmrL8k3SxdZPiQKqiWmq4vTbTVF6jek8X3e7z2LI/M3fszqU9swvOKV9Ghb1vOVjH
NSt2TVcGO1wXNtpWPxLGFlkVRL/LW1BYzJNxr9gXhCNxaqhfjrlutRGvGC6a3HXdDF+SqzgcA2ar
mzJfj4z59ktq45tKaxJWamFmrvLdsBTlwdfWeFPk6qhH8sp56vTteA2wciapwqRFMZVzemIvhRg8
6z+Hq7CZSODQCvh+GgGH0eYvK7zgdrBthVqzn8RlHc3bssmOSzH1e0SrDGSTBIiVcbwVED5YBGOU
eC0bji7tLyrQF9iFnQ/AG9hQG22y/rqmJYFmGzhOBijrTw4Gq2qynTd/yp9cJ6iOjibfUPgToU7V
8qfCnyBg6V9/FXH35IKEeK3NZc3yK+FL2QyhhDIK5zbLH2gMjrk+GKC7TXGURnnJanVcXGn9ntjT
4q1ovqXY19vpeEuLilVG2X13VUB8DiclAeQ0lgwC2FBsZnj+JDCve1MvuSGbQ56bJrFCWlCWTHVn
40/a45Ki2Tu1uNI5eIRue1ED0VlXQyRUW+Wi7pqh3pW8mk9KMkCpLHnQvlNjrVhhmlmdhUsVM614
QOGBilGsIeI312JaOU4zC2SvrcyosVGNjMNg3+PwZm9NFrvsIQKaS7EGl1zTaRaN3SKiWB7YWk1f
fU2kM1ukJpwxv3giHYDCYLr2CDLB3mXHUL6L0DHMMAJV/BQw5Wf9XHplxPRqvJnh55+rQQ83Ao0F
orpkyli5eOmjFbcyKtZ02tFNNvspAIP0SweepcHOWI+mH7PAnvQnJjcIP+DehCp+l0brxmGfODy7
poc6Lh7GJ9ay/pklU3d0xUCRYpeQx2kTJay8zstSvNnueD8oxPClXsxLZY7dU+sBbNooegee4U3Q
4WZbXVdekeFNSGZHMsM1Kjol3PVYzA2wKLY/W+ZpkLezDz86mdlrvNBxW01j7LUU45eTU9MgJfUh
/e2PxOZWbUteb4oAOlcztd4kFi3OtkVYEKoyAADI6o+ZXIoA3UTtK6SmhT55skO9NGUmLbsG+oMp
3Wl81q/GQcmpwsEDX0uAQQxK/delXUjDpFArS9kcCOYK8LDg4Q608TErbhoyvJ6bZTiDVtR73TGY
WTqCeJa4uZBZRkaGKU8CpSdyMTZjcYdIjSYVVTj60ZeeQ83vWotrtS4vOvkapc1llIws//TfZUGb
hIpkbaxnrRehlRPyucYz03fnDSPMBQux4DJh6xCRKA9OqSx0gyZZsZshZ48UQ174i1PfNGbz3qfJ
uFtSxHtmyrYT6Yq9JxXixuK6sZDu4fOIRa2WAUEhgpVwhlapFNWu1iWmxQmFVO4VJ6MPbKbnut6s
LjTaZHwmcf1A/sI3Jm47USTP5Helr13gkhPdGubWBeTZABZYD+Aw94CQwas/Sq77qYSrzSp4UQPC
Gs9c46sxDbAX333xPDhgzAttMH5vl+T+2a7kbl0Ax6no8SpzijP4L1aoWU6tkyRP5mjdVQii4RVI
bu7NR+rUFHGIK85K+q8tFl67OaMtthO8uQiPSxxEasq/9zz53vbzIyYrR27+W41wd8Zhzm2bkHy2
Qy95kDGl2ni+hSiPbFo5PZOQcxUMyLndmcBuXnt1EcIDVMgaFhMwqecRxwOlhzOcsBW9QTOa/sbM
htHhoOZ8x8I/+ZWkqDemnhhnRivJrrfRVeB+QGUhsTwu10ezT4zfCETTC27mSOTy9NTC0YdpbLya
zEe/VcO9MxA+6GISselUinzVttNdXHxVCCtoA80wAUNN1nEHc+dGnS5fYSGA0er620mvuEictNvG
KEk5qp1djZXKc9Yl45aQdO9afOI5EGhuEQsTstnF2aDNbBh6b35WFTPKmqQmrNnm5ojm650ZL79d
jfKi8twSn0cEY7EXyJ3V+el3vUyPLPxs2BouMG80dtdXJGyvFvIoNLLDsI7Pk2JQJTragUJ7Y9jo
mSifkdGmyniNUlzdAWmYCo3Lo2Vj/8RkD9zfDPZF3X0xiUkjEui80HaHMQpobbYuKHK0TsX40XIc
bjhtnt3OOcq+fsw99UAcDH4Pi9c+sJ6lo1qct4qVK57y8e2YoahLJzved7OYQg1V/airzHrMpuvx
WWO+O8W/GpVc0OLjJGQbjzpOrbPXr2yh1+E0eG6AXGVBR1LjCxEbW8AlrDcTlMk969pAgNkj/T51
4xC5PNYvRpJ6f1iwIsVKSuZ8NsNW4A5ElVN3N2HTwiy3OyhD/cG6dls3+l+ZO5PlyJEsy/5KS68D
KZgUw6YWNo80GmdyA6FzABSjYlQAX1/HInsTLVKL3FXuMsLDnaTDoPruu/fcrVX1/maOOD/t8KBz
gheqkB/ox8+lM/7yioduFkb1HYzeVQBLUeP7P7H98LE2qPFa2nmIGygCwKd97IPcgeolyaUGNlA4
4pnsu52BFizDpmPCnPR9XVTHoU271RjrgklCdzQOKLIy+lBk8iASknhuZUyLPjTzheXP3Ip42eO1
QGzKInonnWzlY80XOGJXg1V/GPBO1oUY91xpSb6yHSBDp4Y7oD8r+A/QO+3oNgppLLb5HDOpVA95
x7p/1KXBDb3Wz0ak+iN9EYd4ALZeBUV8x0URK2yVPScaGTGB6wU1cfSfWpIG2NXxgBJi2rSE6eUQ
fsw6x+HjiG1EfK4OsWcT1gEub38mfndvT9NvyC13lHMISyA61GxobiZxZl3k598ysq5tYx07JM0Q
6BDkgGiDFc7B9/rr9n4I+o+fK/M6EN3WfOhc+1LN2txM0KE2pmfl6zTjLjbgjDdZzh5ds84vviD8
1NZO+V0EbDHs6QGeD6E7Pa1ASXFjnzqS1EoklH6Z7tnDHL2dYpzWc8fryYU3s67q5tT4yt2KrOMF
pw3eEG0lCILZuzg24dtV8yUjW4riCkqmAqDX+e+dX6lTWesIcIleRuO4yX20c4976KMXGOo+Tgxn
TWmutS6KpL/kjaQ5Qd2ELiaZtLypXjb2z6J/xIR7B11/PVaI5NyjenYw+a7Pqgr4XXso/bHgPEe5
y3gzmf0VW25isVS2WjPelH4N0bxKCT/Fzr1RY7oKgVpsPIkCAu53LbkX20Y74usieOlaXMTYanjU
P1UkRRqs7k5/bkMDTrt1CwNNP6WT/jiNR9Lbzq6cl/m+UPFWVc1K5n69I1wOd+AlSGwcf3hgGBuC
bM3wJ3+C3niPuAYtcCu7+yaBttdGmAooE0BsklvobVcssGrrpMQCM4tExzzk20H5e7BbKRRop69g
jrbUh6Cxd4BQWR6DiwPTWW5VAtoB1/0Zg3h54S0OGzszk50thogeFxq6rTKW5jacmhbR6a1M7fjQ
I+LwGI7Os2KCXyROevQqD1NZDZ8qqNlDdF19Yrz48nLnMZYs1PixPg6s67mkWTgGiByqRZx03UNi
dcOSZZpcQwFaRQH50AR39kpzsUkqzZWKBPdn0eFhmdQwEuzjQbPxKuwsTA5QaMbmpR9zmDyJZv0O
Hax/YoV6InZ9sTvp/zBePtTFbJ17GjMKghzkXxa+SNJPaYt9xdVpvG0zpyo+EZyJHiaaO9bcNIkc
RXT34f4qHWhuU7ONbqsC7OvGwxDX935rfpFFytdjWhSI/cOOTQH58Np9VFFzRJ6ceX32WxF2vFAr
X3warnnnE3aE04lPdOUWgbEfQdhwhILHXw6ZGTInjX9UQnVrNM5vFOJM264pHhBneRf0aLjEoRw3
qR8IR7QbVRT3YV7tnAytVFOdhpfBXOOW2YXZs0zVCmXsgXeisWzraaBwJn6C+b8ucBlDgLYGfIkB
yKgg6pj1nOxFeC4D65CSQ8hwPNl43Gx4SkAvo8YaWfECeKwNGDCpwCJkDI8DBMKF08drFRWbcah2
hgKoaQJkmJiBGH3tJf5degcI4cM7nL8Crm2HOP+yuluWr2sE/G+6X9Cp1d2E1x10FcUEUyc2wyzP
dTmGO1ezTHCNKqYzeoDql/ZDsM8awvteNN9Jc2i21ejyz5MOF3gUhoucS9Si4C1XiPouCtpX00S4
sybyPgaQmJ6c5mIiibSASjJdZetlW1lE1K6EjTjQXbhsLDd8MZ06XiccaGQuh03l36u+OQyVfe3Y
+AKkl/a6Rd5bWDOggKn3Leb/4pxF4Z0K7EvWo2snQ7qaGYjUEK9oIIhWGkA91I0ZQJDTgeODdDs0
EWRYG4kKVxxKggHOgNWJ8xiZNrC5LjwkMf78wS+IaJpylbnWmel+gbXG23nMMLxvCCxTqWSdnNL5
LVobyWLkhnLDP9Kbt4l68KHks+dkD1UamJFPWGMz6D7ZVlwS3YUksrTB7uTuQgK5+zLiosP6KZoW
E5f6eGXhk7vvMK2vgjq1n1nAHuPM3nijtWz99J4jc9cGPpaophhPkIumDLnEr/KFDFs+/pNhbplF
+HYB4hSlqd5t0duPuPbfBjXre1B2Uq0KN2jXWdUQS+twmW1lOADJGAiYrSkqjxYp7LWrkcpLgreQ
oQGzUgr05T7SasJtzfzeKtrUA6N4QbFVK66oxpIQgzw6MknYPcHOGOaEBpIxXY1e9Gkb7h35bfo+
3/ibhU3IHUWUECQ1HF5UpYUh++eUo03b6dr0wc31hdhx0zzN9W0l0B8MooPg9wjAtSX6qB4vKsof
pnZUD0SsEDQKxqVu3IL9XMPCw3AwL1Izffc4l8x8uM/n8RJOGd1zfQfjbdLxV+989l7NWllmOEwd
jF5W9yXcu5Hr1EDFQj3N10ChDqSpcyiacN6FJCgXST2cA7qsoQnJzN8kTnsWKXWefbGGudetJAoX
jGb7O7BqfTbGNIO4ypecTd8hRdiD2+LIZT6lFIM3Uq+hwuQJr3LCYrMiLZJ8KV29xt6unAYghSDK
FJMraRUabPA1qxAG6nTDnvlkCjY5PwbWDyVzHvwCNxxYUJh4+TKQm0C8gTI6vMZirHgrXAfvhaEf
mlrBE3Tv8nH8KFwXHRsnDfHDg+xKcITVQ6qj4ABeLVy4s3MQip+HJiJ4JNO+mytgCzOrxr+l1kIF
qJWhuHdrXPdDT7ISgI2x8m0aH0Kz5tVKzS2Q1aB/mUodrjwduvz/qHzRJgwPMEEJllb/KEV3Jr21
C7z8SwvnqjpYaWldGseSIE1kZFSj3zAlBMpv1CBPHjC29igygLByaI1JQMNQKmzeOmm8Y8HQrWG3
MnDXlX/2rQKYg9kG1sIvYQktjHz+Lsn6r9ombjYOJoWnWSeU93hE9ynXqeBfhKMO9rKpnVd4RreM
pDfE29ii1GP4exuRQ8shYehP/KX1QVq8pxZ+lbGfY87ayrtrcBIbW2nVPEiF8QLywL9OkV+e0xZJ
cZN6jNaj4/DUVjbsZ9Elpxj323042O17nvri0lRj+B0NKZj7edTZCbGBovg5YGUxgawksJFVfF11
UuxZPkZr4UPkb2UEBhncBsGZQVRbC+gou1+fcp9JYdsR+cySZPK2E3nFb9ebCa5EPipOTVXwliaL
gLE0TPS2l4O+65183Jo8dhvLkd6FfnfnLbZve1tTqztfuNxs/AaD9ChPo2MNX4i2JM2jZJOzHipM
6A+jdSeqOj3x01KnDnj2h2lN5v08dP2mI2AC93LgWpODj4sJ/EeDDeQiy+btNHXdQtSTeHCg1HxT
lmeurbJKF4rYGJc9mqy8ArWf4fYU5d5rKLoXHAM2a9Ro40oN69Ad3D/Krfa+eTbD8Qyrhn2Gb6Uf
qSAWmPn3YiweS2N8HQqbeKlI/O2ouPSHrrotWL2HCAjyOuV/GVz53KSiV8eXMq35JocxOtEzkt1N
ZkDoOAwRSTGa15so77lYm8+tCmK9gkEC5LSWmOcV9UiwA9vllNYDW5KErUNNjMQt4OgbeTGSJ5uO
ph2Qcejb8L6K25WoOLocIwG9TZDLt1t2vni3vl27zpfM/vhjbIwGHASE7Jv8Q9qMs+RFNHMcsQ1y
Xs41gCAOaXsulrLDSyrjAXXOULelobdHrg8gqPgWV//At57g0ACpbBRfNO9jtgG2bFO2cYH8Seq2
u0ytZcFQURUqd0kJa5z++1pNLg6c8PsgxgFXiGJ3AGVqIIDkF1B9g5vUAvonPni+QQqxvc3DZpAf
dMcizG/QdAlQ6gPWNDi72RS81s3Qr0tRs6bG/HzIMkq0TCeYKSUujOmOHBAO+YCdBZrxBEufG3M8
gwag94Ixsu8akFdeb5dfcabgBBr1cPR1O2+UDYSIeAHgRTXIddBO5us8i2+OpQ/fCfe11OKE+sAx
XzuG9zlJkC+085YcaFN5Rtzz2G/m8mSMsYCtUY+PlGpF/PWGBkqDaz0bmqLGFeLscBpIk3yn09Tu
LD8oHOYBr+NUbo4xuNgSNnlanZXjFyR0o/77luJ8FF7fv412LaiIgfwxLxE30ettPUek4GGJEyb2
9A5wnNwhV6UrP+4eylw3V8pirWPNB38/WkSnOl7Lx9LXzSmULmYjLKjZxmkLWoDM0vgmTJqum6yP
/5gk/XbSVpqdnjnC1/dJaAGsjsaHMrHrFczVYljn7RhdEre0N4UBU6q8RRvMruUYwy7CoJVfLMnf
fEe2kMvzmuHafxms+HYL9OWeTHa6LjyKLhtFcrHz8Lu4fm09ThYVRaIrOlZUzDe3SK26lAgneJ6n
GV/YoJ2F7cSfubLQLCxS032mFYE9N3/Ff1cv3a6h98kX360hofmpWp1Ny2pgkDvJs5v32l8FMU53
v08uGLOAJeH/qdh1+vGwL+NO//H7Uj1Z2CxJdEx6GVdnTGv8fVsmcHeIsvdzKIf3uGqqX1PBzoDV
lxc7p7b7s4N5B6HBTIY32QblTL48JGpsJUjKZf9LE2d/F+WzuUbEHddpg2FOFF76QM0KLOy8wCQy
Dul1yAm34aoq0l3aW8z7pM2jq615FZEyZA+fltaJz1e7mgOTkPyM5jWFnrt3+s5RSxnfiDbtGPAd
hPG70fnTuaTiZxujkSwar5F7E8DSRhK2Wc5j2W9s+L/HQDcGF8IkWSVDxPedt+mqpgjpquheeDFq
8K78TtmRyc4D/6Qbkz2RpEQ8bwrrGZdAiupYuOKSBN594revbtrlywS3LX2+1OfNVRDukt4KHkzU
MrCwNCldwGkO5yKd5o+u6Fn5ZnPxHtJVwKrQCe+8DB+Fb83dqm2x+TReam6crKEfA/IJUhhdL4Pp
of8BOj/h36ffzingeKZVhFMuS+5JKMHFp01tR+uTj4jQF9coMsatjot0Q9sFG4SZELCVt/KYiy5c
a1pVgb87y5HjYUn+Pjm1VsBzNUKrJL+XHcDsEzCCnRBfaqn0RyxGVEFwEOCN2y78M0Rj9FjEdvOs
Y6otgWCEX7EU4jfL8+E6Aiq9tGKsQTYLL9+xUQjVgqc93JkA1LkMBUF+bfiS5SooVf5dzIN8MVjQ
rRPj5iYMm+zOSNqXlFApKObc/0z7sVreBpp11NRBvIqsajw5Vl0gec8opCJXl8mpsmVbNPwzU3kb
bfCuDy3DJjEIMARklHTpTyQ1bOPCxWnFTKuCs5wrd1fZjl7FztD9lq7lbiZCkvuuQqPjFciX4Cex
2hWllJd+GOkfl2RN4bwikFoY93JMtxeG10TuqK8gdos1k/5Ti7dXe6ulTgEVIK9NXOVkhaI4JFUJ
cN7reF+7rUNl21x1310w1NAgbd5oymXnOaCC72fD61eAaYbDGEOXZJNA6UwpxMHLVbfpxgZQSjj3
JxfeAc7XXgws6zp3bWhlvkUqnNZszVi9tVeniRHyGWENnp5VLMdrHTxaBKMugk6rp8kT4AATndNJ
JtybD68srlPu4tscSgu2Y1sQ28eN5xpo89LKjU0V6/ZoDTq5J2rhrMKIi91gBjZ6WlnvoFrCmSar
GB8LgTTPOpmKxY7ND2EV/Srt0QOCEpq35R6OJ2mW307qBddp8ouvUeEEX5J651XrIqS0hfmdCpqJ
NnkRABJvqmZjlOXvpPuyJiNXduQB85AigMEzVoL17Mr1HDwqYsjfWlmX95Po6z8M/zhlsBPGyt6b
pAy1t6wcPFHkd9Jfq6ONqDKG6TwBQATl6IX11ccaeHumQGFY+eDdpdF9K2ONHuuoxzAGA0MxfGY+
pyyV+avp6MRhq4e3VpnFetKYaDwvEkSd/Uj+gO67BZjIOD1KHJuUjxXjt3IwJVh+av5B+yWKiq6y
bG4wT/ATxquEq3uDeSaYS/IBp2nLXTNwvDsQcqwD7Kn5MbVtP8eF7jeQ/oPTVPRcKrxqPgrcBfQu
051AfgYnj8lSB/QsrxDW4BJBJa2yq8F3eMCXYUO/M7p7ywjmh9gIvE3vjObN6jXwHmggrNtGLCh+
cKDMTJqbUAE3RuNYA8GSdDy4w+hyrBgNM1B6HUdnRcdm/TCRrbu5PlO+Zax1q1nWYOFcvOJHHTdE
RnNf3dMuARG1o0N4VTpAc1yeEBhwqd0/2hJNdFHpVlzhczvrtpn6Z8PuvGdXdtl2mIEL5CIh+juN
1MsAih13ONnbgwv276t3uXp6UwesUrX9trTnjGOhDp+bove+jYhbcFTTBlol1jrnN4T8MbZH7nfY
+42WnK9nIAsxJSQPZiaMNcBXJHdf8sMKJ57kIqBsyA7jE8NI9WDlMziMOL1dOIl0AkUaw2sMpPFa
NUCuYeMkuECq/MHs6o+gxWo7zVzrSDLnaz78sMCjCtozYNVTOlv+462CYDM15m2R3yqSuC4eeGap
VGycXKdvZJ0Plq4aqrE9mhuU4b0PSkEbzTr5g8FrdHGExd1+Gv3pMW0sAydxZ9ls3lFA79MSzxNG
AeOU51GOUA7KYidlV91VpIPlQoRzgdnAiyEttMhh3Jhb+93tvOQriVJ+AkSw/xjTiFzXMUYluYw2
QYDJyOWjBv/ERtJE6tXxm1PjiBJlUJyDKmj2FAZAyZ98J9mJPHbaXWigxo+MewvST0xIXuJd6sqi
ci/KqRlQE/kueoRMLG2S048YybOeR/VhoOM9+GHSHL0WM3CRiQk3q20FoLm5do1wEp4shcxkSIt1
Af+WoEAYApqN8pbVOdWwzwHC9VPOHmdkQWP5sAI0BZPoZx2dHnos1unkYtir47jc0sWCrolhgSUL
dPf8uY/jd39mYN7MoQBHnwlknYrm2vMsWMAuS7sIVlk1WTsiWQ0sDC8RJx728EW0Y38/Fsrim2fW
hJcMrCCB4Yxq7aUBjuSoD9ad3biHYfDa54hv/Uggpl9Q9tS9ISZnuLt6jMYOHs1VWcNxps3DfaTy
E9p2gEl37BtIGbUvt7UuHkGIXmxhRHQs0PU5BtF89H3Yu2oW0TLpqEBLfITCNrX9lY4ZOxlWM2xs
pfrsU0gnS3KQtx2+ne4aU7QkpGW6qaBX7DJ0n6ccMMWyF2JeRbfa7xFm+sWC/74vMQ0fJ8lvPSWT
veln3NhJ60dwrhNmQ6AafLwV4eynmIv0UVkGse/WsZ/dkK5UMhXFfRxQBNarsAJfKorvaiCNtCAL
L8+usFj1wpOghDwovdsKysXzNMfmh4NF6VI00YTFgxPDM4W4ppYLHCqX5kfa6uHkumD+66k3L0Es
4iXPeHEhOVre182YvjppTOcL5ppTWBbyorlbHFjfozrbTQ72gImNs4OtehyA7kEgCNZlJvxLqP1x
lU52/FRzsXpVCgV7crzoNMRq2qS1F3xTJZq+u3iOf3QZDIsYBw4EX6dkgHILOFlkjujaKbw7Z2r9
D3jH02J0s4xwzCRDSFVpBfwt9ZNnytBnmkwidGFD49CdRFsClRfOHkU4ejfDNL/GTjBuVQMfe/ay
gloqf/4T1yTzzMztjqmh/V1b3sxWkHknpOXBXJBkJKUv+cINErRfBXbVJ0GFNkX0VnOYKkcdAMdy
C3A4DYl6k7HxLXdFjmPEKk/NCuNf96OTMT1qEAVfesiJbN5IQ5jRRbjkwgJPi9tVkq1nJ2Xg7vHk
/SkahzSma1vkAkIUQ8WZ9kktkfwmwPnABXDctZo4d8FK4gtTenvM+jTbR9L34FB6fE45ZQOzphhk
SD6Duhq2SciLLGyDaoNE1x0C5KQlr1M21BGBgpbYC+0M2Bozb3T2mpTKB1f55CfE1fhs435NtkYR
CkAXMQcUAGqsPWSSQgx9RfwUw/7nbkW9+c7xR3c1+fyJju8GLAb1uGVIr86jTdhmbGbN0Np7BGs8
H5AbRYKgOhvKdMu5WzOI+I9WnbLDI2oWO9r6bO3QfYGr1+3G3nKWMTzSJ0tWjP9jK5ApM8SZukpw
nKl44Afau+P9zerNB36YMuwOAx2wUsx0gfH0bvU4aeaH6MCL3maPbkcX+mz0rxHUqCSdldCSYGiC
RnUtebatce6mZREMybcUpbtzqiHY2Fih2ceE5c66FU8KPkJctkNvPNR8QLkF9UW2b24zFsLKdBBN
PXxFoR09ww8qBSotG7vRD+rvhqa4jUhwqNkjzVzCnKyHOR/RSuybHtyMzeUvmrJtf6rncNs5RXrR
/uDQTABqd1Wjpj75PeHTBOl7h3b+DTPyBtrkRYa+QpbYoWYD5qEpw2Q9w/jf2akJd8TGloL/r47q
AweQfXVoOCp2wpLus1f3+Rv3l2BZm6SW/2JnHTaVmcS7noroXaGc7jedcd/ga+ZFWVQuRjplYDWx
dL+GwIBRq4/mdV+PkPj7xtiWSdzuW2zaKwU7E21r/mlY7995YYldUxeadQ70Om6DgeWwVqW47Kln
Dwron20EKcGSDXHRuYrFL2sfm0aK1D6Zos93U2a4FMHd5ugs04c8hvGddg59Sg1QikXgj/J19hW7
S55CNlZci67cJM5BJ/s/MszGDTDYBg64kTzJDlPyWvls2kcHO2Pq1P2pqDHbB5jIaGbjA9J2sXws
RuPNy7lJUuVoH+jiTQ6VbNrncU5GEhuFe42JCh1IKFcr3+zGTUrj8/Uv4G/M5K4vd+0Mj8ypjXCj
hB9sHIrNFlLh8U2tZ84ntvHdLebQRUSYqfSYmTaMuvuCRydXuZWRlnBUMU+LuOQJ8327+eDtUK4Z
XeYNsV4HzG1hq8VfrpABQUUnJBbTqw1nl3V12FiebJEE5wRI8Cuuf/UcY5RZ/SUx34yVqb1tyu1n
C7MTM0jLYPxX1yZeQGA62Y1Y8u7TCP+x4U3Z2nJTvZUMMtueZNG/617/o2zzWX4RX6p+u3+GkP8Z
iP6vi/opH7vm56c7f6r//1f+I8z8vyS97FJt+z+nl08/LVm66h/R5dt/8e/osh3+i4PBI7YMcwFK
hE00+N/RZdv/F8qWS1+tMP+uraW79/9Fl2kl/ZfwLdsNTTNAa/Qt6//+Hw7sW3aZ0eNfHmcBIXth
+qSNxX+SXeaX/7OnN8CV76Af8UU6xJcdPO3/bLPlLh/UJugn0lDDsKq5CUK5xFgbay6ATm/eqaJ5
sFz6HuGPnShbJS1f9Qd2wB91Mewjcgl1i7KINMVGHwy53aDaVXbc33IorBdluOrD8CrZD2Tha1R/
VmCmYkwmNW0sk8ohDHmvAxIwZAwQSgAYJ192F6OtN35H12Pofwe1gzrNCNjofENL530jKcXp0g8i
yzPpLxKhuduPLxzh4SJwBL5bp3mJtLdKfCY1Vt/joqT7yCmTY9057gq8yKnMIWQZ7T0V9vQj4vla
wjXb01gNyMwm5ONmySqqUPyTvv0RzvxB+I1PLSZGWG2b2hhIYHt6k+eEVuL5D9S/i5fxbRkqzw/u
zcbtpx+eF/Yrz2k2flL+GnNa0ZrUvzVNcc+nvsSZ1C4iEX4JWkhFvJfJy4j2/UFehWKrDtttLzDm
KR3bGKL5ModuSgESx8p4IovF90SLR1frBT7rhwBr4C2sBFh75iYj6pn3HnCYfHRZMiPjO04B3Tk5
OuC2sCa0l1Lqq4tN0+H4mO1u2VrVOeOtR767fCdqBiZBjYcwi32ihiXpT+7mVtPINVQ2xUbGNjeG
jtLtjNqfpIpMI+aagH6heL4SKjo7SIFIY4e2SSCzG+qx6dOHGF/00ojx+HpdttRU+XwZI5cx3ztw
yLZYI/jFQe6AYuvQnQ0aBzDtE1JZzEVrHPmsgHEIUL+x/7aQwvN0XFqO6u+xlT8agTQeswZ3Gav6
vzFu5dbu5xcAWkdoJY/gzDnw6/qPzImXCpZgv/jUMNlOqPSDH1IThQD4IgOLEdlJ4k0lQc/bkz70
aTqv8xEqcpHXEk9xi96ITohfx916XnvfNNFvbTlnr1evJdbHVVPBHx5FdpGytk9YUzb24PsbGJ/T
hiGDlqQ6PMtm2nE1Llai8w9Jgc4Gv/POEi0qkZk3qw58C4xL/cmIP29qcLILq0r5uurkDUsAbkTs
DYtMuiMsRHHK+uaNlMQzt4aznyfT3yUjfARtjrqy2Ocz7pSpT991b5Gt4aKzNh31kvUZn0a7utNK
k9Jk78awL/84KajqivRZ6nvpWjrmLkzP6Gr1IpKu3ndsAJdFX7NUdLVF9HCsjkZKL2vbetPWTZCk
pBXevGTsqJKATfGtqbiUkMLyzhCrLu2PViOfvTAeVp0udkWd8wFH4IYazX+Wjl9hmZ3YPGIaRIja
qNZY2k3BLMP13sAWYBHhKgd7i1OVxtI+hx9CzQp/ltiFcmxW5BEI9eXrJL/A9qvXOLwZGK8lHWBh
+JFaNTU5dfoVa1Y/Dng7UtgJmfplnsKbdd2mPPWQLMGGpH786NiDwk5k1SfP8NolQZ5ize243dhm
nOy5iAJ1GYaP3CO6iSvDetNh8ygQzad4itCn+3rhlrG4U10ouBCK8os1ILsvJpiVLpx0T30MvF7C
PWOoh3VQhOWq9KuLM7MDmuNDfctguW2dHWDrr3kQ1L0OjSPOL4JS4fdMgC5N9UtekIQokmrFvedH
ejQVyoIKbTOOLrGn8EvbB3eYjmTkqERh4YF5kYALuhx/UGXs2g7OyyQ03dZo9WfwUxTrBMR0SFcW
FXRRY7hPgp4ACM1NlhljHNQY0WPaV3sRHPAp2XgeSjCwoXliXHmrvY4Kp3owf1IQHsz3vL+UHaR/
MiSGg1nSUmQxfAVzM57w5WDZL2KaHfySCtF2RC5iIz8N5aPw8/eseagmZ1dqw4YSfYtUgrPvBpys
M9FSPOB7XBq8v3uwsS+TZ7dnSpYPpQYY15cEwnWLyx5QNsPhOGNpcfWmZ+bkfGDzSWhbfcFLZVeT
EfTOvORC7JwNRt61CxPeE0EHboemH1908Um4wGTdC3bUzyaC5a73yfrwWwLI3DbWrdKkE7smtHZJ
ZUBZMlcIZPiAKfLoEu+gY3qMLXnHsvkF1z5J3aE4ZEa2Z7xeFKJBuzdIClCtRlqg+5n8gC6jOD96
URDtbQ/heIyxnpWDWmZEE0qTM6aGLNgFzw1weqJaRy/T3yZLuJlQOyxO4otBclax+dO0+TMDFch9
txG08vAwASAvNl6Cw1+yB1tJDLubCbtsWCowbsj8ixrryy5JKBhxGAYwuOsHdzDfMd9i/yqTZVg1
n9nNyFKy18CumXkbgInE5UNOoGHW7xK2pFr4rKO3dYsUZnYwzNFyGlTCWUBY6Kd12Xom3bXG/Mae
7jW4hYAdDcFbKBgajmGP67ITajcKgikJ6Y0DmOkUgCpSozsbzOJYKsTKZwULH5I6pIR90h8zcQoc
ODrb0crdv0rXnl4E1dfvE+PlFWl0HU6Dv2rERcQbfHAAT8JxqQbz0TEwnpNTekrNAZ8epUtKdPsq
qt1NQrkNFyT4chXwE7ytPmbxHFRUq6OPsPVxUaKe3DgGQBuwY9CYR94dREVZ/+jWc06RFejVbAgS
bpP4TNNwS6WGAKBpmI913L3ak8dZ5j+APqYOenBe3biSS9EYZycmGI+juDxoFCTmEuicpE3R5jPV
7Wmu2UwGvawUu5PGu3QllWGhue9Hm/QGZQI2uR/BjoORm+lvWFkSLd9nO5fqRSpjUJvixZdYNCKS
BHYOJgQ4n27DzRRZAKQGmkDaQDHJWU9FSB1cXyB317hoVDRq+tftbUKMmsOZmAxA12yqoWx4mDJ8
zszqZNJlPVJIdeMMqDCC79k/xrbzMcEjDieYYnmz1xLYues+tzmsAQtk25waFGDQNJje4gBwC+FH
rwF731GJwzlPS0UOnwWRuXDtH7vNt5WNoyOAMo603g8LkQF3Ffd0mn7l1F3P2H2VhzI90GesYj4I
Pq041NAUUb+LpDpU5H/yAByYxtjuebATu2Br4R5hhDOyjZxYX0Tu/JCV6FwVxQhZoestsdLnysJI
lXpaLJ2k73fYxV4Cy7NXLkhHDnbvApAVd7j5J/a9o2VynrXT/DsM+izrKt3QrMC03O5yK9470qZz
ouTKB9J6Rivz6nCj8d/mZFyHNjrjKfjTtA+GqR+V660yWkKU81jBjhlU/FpW1lZ1ECjDhk1cTq8o
bXy1eYcMicSZNqsqJRyNMS8kTyyJ8LHAK5rpt8oCisU4qng3ZF79XvnND7XBR6Ghs0XVqcWPoe1+
y2Z5C/6MjLDaZkJ/D7pYS08fBnd4n+tdaMbbqo65zWPYKsKTk91Rk/MxTPapjU+m+xB78xXD1LGH
HOKCJgsSoAJJgy2YmHAEVgPLOVChscHYy91mivtzn8lPj7tuNmbFsgkD7kyq/GPX9s5rDfTeGzeD
Cqm4Fjg6ST2qkt9mMr3fMuPB5jbtniYyFh25P5ACl8pproMh/pu9M9mNHcmy7a881PjxwmjGdlAT
7+Uub9RLd0KouWLfN0by62t5RmS9m4GHBLKGhRxEIhEKdS4neWyfvdfecP84wkyj28O7GozWc3Ov
WmOEb4MwjVEii6eOOKc8glLEUCrBmBo8TGpRLi1uODf+9DbS5hY42UscZ0eLQdVuzYMr3efYip6q
AtfVHMbhGscfcVseWnF/KU3xFoc2/kJqS3kk9LupV2d3+iSit/LIpc1jizbuIZGO/k1f+M+dw/BS
d/2erQq0YdVse2XcDQoNonqlHvN2dPxP3kkEqbr0Hp8n/lnAOwsOI+FaR/qjYJe/9qp0IzPLOhZT
dS2wysEgyBMldReSdOu8BcXQtA49bz0rjdwFQ39NMfXTcwyXlxNFtPR4jIEZXw6D/zYyKyU8ynCo
3GaFi1nhSbkO0VZqEWw/Zn9lDfdFPEDHa89Yy5ah7A8pz8DIGL2FRS0cO2375tqxZTpsgIazn2F2
DlkLGd6Djys4bdSrFbCM5bbHMwMHfC+rp37+SJ33xDZ+zeoQG/ZFOGsILLR6pBFbWBvJpj+Wda/u
mjL5Gsv4WAqbUDguZ5vebdTjpeanI7R1InaIbgUlmgQ7pSzfIMbvKLVel9WrTNxf2EV3eVIc0LfG
E97bBbj7c1UT2mkHteehzWltxsmKWpYm/ANvMTb7G8L2ULedr6JmrR+15Y1RKrlkYcg+U7fHrMJq
CPsqrKNdQ9lc6hkvDVtjipvHDZHOFDckcVqDR0MGNcnQ4cluGEmRBEHlcEwHzUW2LYkAWweFXhsC
p0WqoZfbUfVtwPOqZAAqnNaz1PDwu9Etj5V56FZup9WNqenRw4W8VJn3GFTRW5XDQ22H/jY05amq
6+dhzvLlqAq9r7ABoRnbzxYSFmaeYV4plXx0lfVASVy5hS/zHklmSQXZdstk+jQM5FLwU93Qx0gL
gtG8sqh8y1NYYwzwLCuiEckTDlPOoZV18Sj2QVkSmOo9oF+e80F36r1oC3tl9t6lSZKar5biHKT5
V4r+OIdskCEhLZIEwssMSJm+P5pogkA5i6SloCStcdWAfVkZbGh2roc9MgGkvoKyOW9Bz2SbeCjb
ha5yaPcYR5e+kxT7rBUJL3kcvBD9e4xqF8dXrGEH1mF/TrkThzzAjJ1sog1/HMwkMKMWQkIw8Cgk
XyjEvYxkwtJowrss6ZajlvdEXBeR469pD6/wWuB1LutfyiXyj78nyEpzOblBhgKC7W3T6KA4sqDl
MFEnaoXgTE3yMHWbyAHe6pSx+xAPFllKgxP2PBIAzDlDhkwrY3nV0CFrhQ7RlLjM4cCpypAHqy8K
ohAE0EHds19xK/MGkyGTUl1nP2nOy8l5xy1HtM+Qpb4nks2E0QSj9GtpeLearlW/lXuHoiSPZ62a
8p9RILxdOZWQ4epEQ++Sw8881s9BUtzgWrna7dV+bnm0zb61yATy5cDbHAoL4DKqvuGyQ2zLCYvD
AarQgx2bO5xrlo9YqejfmzJgCEpTqcCjJTdcTh5Y3PlrSkZhiq/dwoxZrYwmaxmyPD5na+qa0WDG
qNfECoCC3MDUd/O1IOsDqpRQGry4690jOCRhcJxapQgMsU6hVweDlSufiQh+9D7x2NE8DG5xsngn
QpV+D3mrFa7xGLPxpn4tXQcYHDKYLRHdAiTPTTLxEG6DKUCF4bGcIK+DV73W1LLXQ+5dyD7cOaY+
hA0FjY0Pycg0xlWPAA3/pjiYpjoljGq5LPaNjn9Ro7GGpbHHhb0jYXmw6o/MCZ7G1rsMelha0t70
HiI2eLyBYqoWXjNRzPYntu1lm+UfTapPdRYdsuktdPtlWUx3Ch/UOKWvRlHdVmm9sxnaHOJmuR/v
bU/ceSVmyBiUKJ2m9ErpW6tMLipPUZL6Szi81GNyj6cZuhpMQ9uD3RtNFhbdQTMwli2PWIO6lQVh
iE0WduYmSybclhHjKQnHPmDdOWfTMRiHcyb9Oy7LVcTa2goDOo+MXxZz36z6Fx3RXZW15QH26X3K
6uk0jInzXPeNWPflvKKoA6NNplbKaN4yehNFgJ1IluatkWCxC3hOLbTjH3AYPA1teEWB6HFPK+Vd
oAjB2QLaXlrUp24gUmT288NM3dSSJCbJV+OlK8xzOAKokiXIOBA7xbJo6tcwnbD3SPPe8NuGiSh7
vuJCOygjVIBXjO+9v0kHwHAhPqgJIkxLNQC1W9rHz1dNSDkJneRJ6u3YAl6wR/FY9Djs9ixnvWcr
nJ9YsRFeSPPpEMwuQAoYIqiBlPBEDg8GJaCumUm8lYIhR1awSoikhjfRzJ56sNyHsBgf6LB9Hcgy
L/91VOn/VjkfCf6fyPnxx68mfv9HOZ/P+EPON9wfCPlkhF1BXB1vpEK1/0PPB3j0w/IlJyzTkmxY
fRNK6Z+CPnI+LTQenyWUicIg+aw/9XzrB5RA4QiKIGzbtlgR/Ct6vrLcf0CRkhLGg8HX85H0TX7U
v3388/0+pkXoP//D/L883aze7OZl09KWt3ENB7JICj4Zc2wdj92i4xmKL0gXnKMMIneclROZXnz0
LFadUd05G0/pZsNzn+Aa2z8MLx35cRwuc9CKVTpDFF65cyrIBEYMQk7p9veRzLGTTQVIg43fh+SL
DNS0LVXbMaffKmakzEiA+qvBGxoHWKVn/KLRj2uw6sP8UEbY4hZ9Nuu90P0oFqg+HcNhZrKnctuh
4mxHSdVB21K9ZFjVXvKujsydVYXJI1YbgEq4A8hVFG4Pwp1+H10lu5E4xERnGuq2A1kdoB5NAA8N
7eSPOmYW4WL09FuXshYcUly0HDB71hGQ6oafYWxde+a5c/bbIHYssaZD8LqiaEv/O2jV8DS6hm0f
ylpbm143uJ/L2YmdJZYSbhY4dtD2OtF6Dy5SG84rMh5yZeSquZ9Sod4LDJo37KATsb+qEe/c86hK
oQ/FoJFmqvrr2EA+JesJosYtQOnlxL4TvdcN8Yn0iRoO4K68etX1sn8jeaoPaU1W8ord8OZVN+BN
mzVMao79s+YMzeJ5m0Cu8LixU/KIJfE+oGgRb7vbvaFbU9qSDDSVLVovxiQWkJfkCc8QS+K9suWR
Q7RJCjumGtWe/Kmitz5rzo6akVx0gh8LaTR9dSWM7RVSiFviEk3EA+vhcVqwc8Fv0BNpgTgIhYyI
MPvhcTXodjxnfAm2tnZr/aJA+r2YVGLCEktQN1zH1sjPReacdeXnMd7Zpn0caa/5GsQ03uE0svpt
XoJsOsRh1VVbqTEYg7WHi1Y1AFetnKfGfWDHxa8CVt1XZHQ6AI4nOKYEQ5Rfze3JmaahkBg0/pgI
H5E1yh2rDCpaCgAPvP8C56jmqqegszIaue6z0OGGD9vpBau5zQBYxVNBdjUvXiYvZGkua3x+MFmo
ZsT13jQbBmsXLMyInaOyR/g31WhMb1fSFacnhj8Du1lTnZQsaYop85K/tyjM8mxDyEoZ5Ou8ZdaY
vZ+cpK6+4sIlOJeyeByOkzmoDJC3iymjT01m7qHua4pMGmqoNu6sCxRQ3dPSnfCF125NrG0Z0cA7
Qh0yPZrJ5RBBeKNsgnRk79LnSKUzE63I3eBxVCL/NkUi1Ua5CkAiKCTjtev83FhC2cGUSswERwBt
C7JEetL+K9x1NHO4EMSwhKlN3od1e182kGgafO5vgbx6PKgnCMCjkValgTaoxu8mrEW7YlpgYLNl
blzaGlzlIjCpxeus0EaPKYqrt9VAZbnuReaQBKBhvCcR3ZpFLTvNlxM+z36yXkf8ITSFcSiw/V2V
Mr/j4spcQrpWv4M6QRFyg9O0YoE1l4/+5Ch7PVlt1YLONJNv7A3BOcFhZ6GABcEEywr0yr0vgYZ4
geTus7BnG94f3r7ZXYH+wQFQDWnc3mM+6+NNV3qspLpIWqcaD5V7R7kuQ5/fTHS+utxXvDXRwmDT
zcxbmH+amvAAPBFgAF7bvOZ52OypfZ64dspCn+FjiVPcFE1DoB9XCmZAL/4I+qp7G0ZGdA7s/Pn5
q5V6lTpEo8DGaPHpDZPhrvHQ+PV9LCW9jQkR22eM7uI1TzJurgO5QdZiZlpDJEvAWGNZwUA4nXOj
g9ZIR1kGTFm6OTz4xDVpWcQp6i3HLvPPTQBGFqmrDKt2XYTQN+7U38LIrLg4EM8kYDPsn0My3eJw
mdB726Y6VnTceAR2R/mTxTq9fEaX2OXeNcAxQoEsKI+q7Wog54evAThT7UGJUkOHpXViJwlX3iYI
vcpx4sHQbEdX3FD311tXPFi7Yp3dpTcVWcq3xo/EHa1lsTgUJNXNVUShJhdr4MnHKYFFvyMp2h3J
+4TzpZjJV2z9ckgR8sLCWySE51KugZQ0Nm7L8d6hh6FdFGKQVyNtQeiS8d2R49ntukBQT033zLDs
26I62/Pc6A09O5ZY9V7aXgz+kOCvB25pU5VAIIzitkdEo89s9++5DQzGF7OLxdD0T+e26S9TG//9
nyYM+4dpOaZiJLMYwvi/fx/a/B/8SyYmn8Q4H5I2n/PnzKbUD0QnT/j4/pna8Fn8fWQz8XT4jHMe
A9sfH/1XRrZ/9F+4kg0tg5qllPAsDBgOU2P128DWToquuWbm6hjQI3xq0Pu1VxjxxTXD5sFtnPHy
2+ty+QNL/3+KPr+UMSzC//wPfvDfYPXXLC9meYD5Dr8CsT51/fhv3xCjpZ06Q8R6YswSqGKWQUme
8TFQlbX559/pr+YSV5mWsHxbCWZey/GVe51Wf/teArd84nV07GB2lyFO9YqdlniofK5uKiJUPUC0
jtzrPL1GyRCU661AFKZ0RGzyxuEEj9cq6tLYXAaY93YU0CiPQ5Fuv1RrjcsyN2ZO2AVQKiKripCr
AUUiQDGLV0BV0ocecLmxybwRqAAdaJm69ccYVCeRC81j0Kx6n7xtbpaf4zVTtrFL7YZbx51pF4dF
N5b1rohhfWyKhBahVZ6mAUhdy2Nx2uZebp3Y0OTtpUSdlfi+qik9JlU4fvYAkA9Uo1Xue56MpXX0
5tC9QDANjhX2ls+MpTi8QduExWXLluKQFdPwbCECJmHb2dzg06wEcy1oLprHVEHbcFPwHIBBeC0B
PDQ2q25NdtC7tUn1KqJ7WOtXZkRlBguYEUF0d317Y0QbzOytMIg6LBtt5El9GKc+q1ejwA9EvR6W
UPNATplixoU9ghCncS01KV5kz+S09kSgjXWHWs+mV1g0UdFQmVSLLvbwtq1qQpP6tY4SXR/tkGTL
o6fJ5bE9Km178BcJjnnx7OoxhXpVSTXSjejGgfIRozULj27jC7tkZeWMRkFL2RSQBFSckGs45etU
tM1s7ZPciCr3DDrFydu72Mhrlw5yzlXM6FSBUsKOB8GaQLqXke3OF7erzQIEDwdwNz/PvduLe0gE
df4SJj52SHgpzGb0iKLGvtPlWbLl8jtvmu74BZiKVlXS9gC2GWTaBmBVRc4WO5OIbBga0rSn+t5V
fZtf8tiwzkEHN2nTkqhkt2LNzUsdTryJ6qGd8k3VyJJSrwQQGQaD3rdZszXRsAKTD3Rp7pwk3w0p
Y8FyZCsbbrSbN59zUtGH3sF3GbazqFT43Dd5iTmEryaQfydMEeHZIOXCfloGhFMNXutyJYuETqja
RZFEZCLevHAK3aHdGCEt14FvxztFrDZfoYcAUSAEwtIhHRAnMVrxghVsTNWXBiZa7YHY2eUJbqen
6IcDxnKIpyEiCFkJhoqlsPBPPvAAbdtdUFM+S0gPI+aC3EAuTw7BImTGMdKOjcHd5uzDUj0VuwS/
AoWd7L+qX6LMrBReaz/BeoVyrJetNJsPnow2pB07hquPziwgT7GRvuqnOC3mfYPRgyrwtknbhrxA
gCV72ARjZzj5prRH21l26ZAPW5vKDvg9QVSZ27YV5Cu6viJGoaKp2smphc4zOTR6roKYwxqe3AiC
So81tlzgvmrTTY6PdEnkCjg+B0XC/BRrY++qYqJfa2V0qX9J/cpvdxVL0MfUDGV4DLiQva1dy958
CHG+i3ZtZJmVPJdlMDo71Y0VljhlEZVO3sbCMEivgJkcuqPjUQ4NnYQmt91ETsagjA3S4kI4sXCW
KokMYuosaqIb3INZvUUtjr4IRsMWimY7J7qWMcMx0kfhdYOCVIY7lOQS0a9oY0NLBRniFTVNuQRP
Octr8nZDTupuRUaIpWBqxv34wLuSBO4U2ZH1hMuC/eDC7LIQlcoafW7Wb5J22TzdNpVPVRw7dDJ/
9wFFJRRekxmayp9RwZJPvpns433elxwN2aGE4FWpYsQjZArJDrPswNTqr7CmUxof92AFQdl+DKAu
YxUuocwblv4aZdTm9dO/56O/z0dMNf9sPmKL+F78Vdnic/6ckZwf12kAixsGZkaS67zzp1FV/PBt
15c+pxiJUmXzkT9nJNv5YdG+Y2K6Q3u+ulH/e0iy1Q/Px6j6P7KpSn6s32cW8tboWdRhMZGJq1jG
mPb7HGEFNmvMyq5WLj4Sf0UJMzK2AHXzbnghaZ8yH6aXrIqGxwZMSiZaFsEzD8zNHM+ZyeqVwPMK
G0x+5eQB56SYw60WiiWHsZYDF/a6j+vBvxRhMrWHcTSNacUidHz+7SX//4xeRCb+8ougymH5lJ7D
IlTa0vvLL+IBuHZno+H+r2fw35Rl45qFP2TN+1o3166/NIu/Ytn4BzcX9a+4YpDjRKSpXYsrouOL
xo2hiVYkJKD2yCp86vImvjjkb9QSPSEjaGkC2+9GSAMi7BDGQTY58c1oT166qVUusV8SYg53WC7H
etdKbJYLLYSB0qJDYmATzbKvbIDFXucDTmCv1cggiuIDefEhDD5bUwyg2adlBSLZXFMaHZZdRntL
BHpAhxj+QGNOQbDUgtwYJWYdnkHqe0GdsL1LKKzRHsoBz5Pr7sNQJlXaDsIpBHYDGBe0y+oSqY4B
zSfGBYrSHbxqAzBfU/jHH5k0RufdOR7ITno2FG65xIx9dtJlSw1xlztmu8NVaGDv4lR3W/Q1Bn/b
Jlm3NVs5c69Ev//yYrfeE9SwD7Ccc+aupGhuMnto3hI3ARmLMUDxIhl1TdQhMtlv40KddzWrnDd7
1t1lYKLqN9nINnBFLHw4eahsJhpKAVAJOY8CADNzr8R2AqdkKjExsChhjj3n8YAXjkKQ+StgqU0w
CKbld41xteWXyPQjoscAaFtF8hdenwRMcorttpuM5ERkNQFVyELtttYOpWZ5xjF6pfmJcxU2lKYQ
yKUHSuj5keIkpe9dJ+xmVsY0+27G2m7PIo99duqaIBuJ/AFLg6pj+9ZrbdNkK476xBCOD29jNpb9
XJTS+4x1MDlLx4giCPJtQbdQWfD+xA5cDPx0oY9wSuMQpkymmylEdW3G81xEIBSMguT8akZdtG4N
w/P9LecOKN+0fc7fGqqORf2UZ1qoNz4VOrwTBRvRtp+vFgENCr+iLWqthPDfGP+ZSjNWUViphrQM
1qGJSwcB0qbCshu2HH6uXZEpjyCMYMheCwVsZgaVAUViI6agNiDqTdkN7z+UMt2k9tawepHikTXY
hGVzoF/oH2v0usm9/uLXZltSwtN1L0ECGsEEIaEfyUInr/TZQ8CIvVH/tAg4j5ga8AviOml6CeIU
+PzNxIRGvqusWMrXvfnZM4NTUxkVE8Gc0vO24exl3wUF40dSluWjI4dlCgxt4HJg04BNdgwPImg0
HO/Q2ds5z1woEWUAO9kDCel5LVrWFDyClOOPHRm8+3RZdZ9ZJSqfTvoJ3j5nu6Hdsz3CmtQK+Htr
lx3qBy7gwdxisvde/Z5uQ9x9I+h0v6o4kfj+QJFNGwIjonSPXF0SRCXt1HbAFryn84/JfDDVdAN6
5uoObHHCL2mIdL9bNPvkBvIA5zj21vGmp6/hCtXvKVQWTVMSaeXezaHvb6tzxvxrz5UftsEaBFP7
ASSnfbGLELCgykRAWL2o020uXAMvvLK6ckUiLwTuzbPqsaNsgySao/senl+IOyXSWEvYbrjTB6mA
EuTCCMeTKSW8KxW112uT75diwijgy8V0ApXIcI0F7xcK+gSvo+le6Kol0JzSsNDhO6ZtcGmAGnLW
HYgldRAuSEOqJ/096WIdoNMH6Us8aWoeHM50CvZ5nTOoIxLfR36XDEuTSDVSJcCR4uCLiWV8BIsU
kFDtUxUxxgFtXKVSPZWRDm1tC8cxY/MSBqYFXZdeSpadppljl0ecm0EQsPnbdKmZxxsYSkBVsbQD
hG0s2lB7V7vebe6n1Gr4TabfJYr2o8dRmQaVLHW+ZO9b41qQxx9uHW7o+Rf5PCZIrnEkeBpD2JOb
rIyBhkh/3hsG9GYgBU5OHkIWJFK1xHelPTG+p15qHtkoVRQoBNr6tC3JbpV39fUM53PLKmMqLPHq
dfKB8HN3QEqcnqJJZQAW27a4I0nknclvyTvIju1345XyQ0PrajZpqmy14OpNYY61LdJq66f0bIA4
5fLvgs5p1hk3bsiGmpLwJHd5VJQg6uB88+7CshGEgCSrrgUINKf0w/Y+Wq2nJuyLTVUREYw7t3uK
LTcB9YZ7hDf74NrTLjAMij1LHff1xuOU9bOmsq6HsJSg0soojcd1oO30M0IaIjE6eLQR1CWlkyuv
zqxHYHL811neDd6+6yFULC2uj4ujQK0DeTTYkdX6qgCzHujVgokGslTIW2zlagBQS9Y9oBgG27Lh
hwE3u+im6x7HXFDSXrC4uEzNFUGVqiiTS7MuGm/97/H4j/FYyn+69n2Y/rL0/dt//8dobMkfDHLo
V67tCk+Quvr7aKzsH65SUpA3l0h3rvn/6icVm2LTND2Xz0QFY9j779FY8fVYCKAVWBRHCr7wv6If
mkLxm/w+HaNaWiylYRJL9Ei+HT/F79MxUgWx786QxJqNPFzOKp3xFAZC/SoAXgyLgqEvWaJIyfyd
JVVL/Wqb9BvlgYvYADMKKzzWHaFYmCClR+7Gy8c17PYeMGEuipyiIX6Ag05hAgGUqbxPb0yLYDPi
N5nh6SGyGXu/N9BblrCmY/tGiSB4kpab+liYGoHvhxNfBf0vdqLr0NELZ8xXBGvNOr4aI+vi0wFe
4AFWgUvuXzG5xNmLk5m7Vv8Qu92I0wUr/AgkDSdk5l4RI2H+rcCbDGrp1xhn6p7jNcVobt/ej0GN
GztPIlutgA5Kzu1+l46Uxpj9ALGNy29Mj70/NuLiGWbwkbjCZgy1J6mwm3JFJt1zneXs/JyCToft
1EFLoCkkMEli+QObV3Kz3DBpyjYmcmjhOD1miYPNsbeAgFB4KPUY7njSRp+t4TyXgTp1IQ/2cLRv
ZdZtJzDByah+9XF0V3Po5g5UAI1hVr26xE1CGOzYluzsjtRI6qc5Yqt8XQ3d+lRpU4QT4c/0jVt+
rJcgtXhN46o+tinQhSQ80HL1PuoT+9ZNQeQtpSQzrTEECQ8WX0wdwKKxIvfe6exbPyyWjvRu4fUC
qbZ2bskhoXU4S6TV8zTXx4pXWB6NvKz3umnP8xRZGDonZjRXR3dU7EKVy+ZE0QDa71mRnEA52ZvW
JWgc2D14g6v7iC3XeAIhYZ0ourgVXU+4ZRwCd9pFqf1ApXqEKyd8dqJI7RqoNHe55FE6TLhrQj/Y
hbq51pcyV44UsC4l7vDOaKrlwKS+4EATwHQ2uLd25MSTpOETW3lMR2oWd0iN4tYNiwchzZVs8ucq
7UKw4zxW06bnxu/0Y1UvPWwNTwNa3d5xGh8ibk3OD1vNQfi/OOWSBnNsyG8Wx0mclg3WOPZUtI0q
YUgaxPelN51oj+Zsw6PceixD2s/XFavdZmXqAT4lb4SFl1e72G7uY0TCBSfZYjM044ljqsNhCn9k
MpenQdGlzN9+FSVQVZqo3NnOdD/U5Y5gdLdCMC22jm89mZneYOrm6BDk+tI0OA0x+FtLM+LEFceY
6AxbURCCzY4dYj71R0wgoGHsaR9l/XwICgeVted/3NbFyYiCfWGyS4wbUZsnVQRUakzhNVsXVx+A
3NAW6/ijGVOa7P0o+XLhjFYsZud32F/qtmOQXynEhT057fiAvGcdnVhfleRxVwWKaJffU7HtMbFF
ICetipUANhMADtFyztUxsXFzOokRHHG1+UuZT/aK38qnjDrEmwtd3Sk3VsvcYWZfWpn4GrvcxKon
M5pegdvfljAetgmFAyQNIj67LiqAIFpQM2pcc0AumI5wO8M6w2Bl4RcrupuErTHTgaTIQCqwYiBv
6+2UDzYXW9HD88Fuxy599mk2X8g0xCOrFVWm57w2vk2jP7cYbp2AqBEmOsNRl6nsHttx8FaM048p
KRDGv/kq2j8JTtVLcoUVWXjm2sZ6neiyNT5yVUuGPm/BAHSTmEJzphA52cWgUJ8tdfALoQvvNBqN
f0S3OcUlt8I09gnVBaVxsZxo38TVKS5a64r/QcLMrHNGbdECW3HPHY2GRzF0FIoK/pqhQ2SJmeS7
SHDjIO7i3B3qX4Tyg+8mcn9CQV0DIBkWviITiPbsbaYxeAmG6WgS8LnB54htrZCsRuHb3tBoeCpN
W+FyLq2SbAjiIPleo6CCinOZaePZaCzaRQtMhcZwmtIQFZCQQbcZXMPccGLhndWXHqIt4PgqpraD
GhUir3aDpV8fzGQ+ttag1lxPfMgZxYtZo3NafhsZdyar4oPpWhm3miuKIykf3C4gTMbcWbU7DBIp
hP+eJWykl7oVW2VV9inlYXlTBV27cpzI0zsYh6wftPE9krrlnmOzuuaBEZYtDM7JfaAk7Y2Tzyul
QO7thBWf/Ezp1ZtxqEHDZe3tjNSBf+Km952evXpAyszvbwpKHeab0Qd8ntXntJ54muoWYwqOEbi8
z5zVu0MYjN7SpMZ6HRFNGWk4X/bxJ3e6K7U7tI8jZ5d7NVrhlxp+ZVW2ZjLmFTTaNr3E3Bwoq7rz
O3ZI5kjBSXoLXyBaiao+x7NFKJoW3Z92C8vKL26zSN073nvV2cNtKCA9t82umYNzXbdHUfbtzphA
RDhlnW0sMyo//LA/V6691xEVQp25J3l8lwIfM8bNyFqupso9xOasCuYAEBgCenKMhXwCwE9b4xM+
/BOy87nuIvjcSCu5DH9x89XU/tG/yBo/IhlrZZvGT4BQfVfmXQ8Y222zDcPBy+CTeUmg0HKC99fo
QD612un26ueJV7pOPzniLsvqUaoPTyfUTlqLJvliGcVak3BHmG8Ezm7RHJGUlyPowaoIHwlkcJkR
NeoxO1y96C385QjQWXdqjIfcYHXT38SAgnoe1T6JmnD+dbXONbSZOS6SPPUyWaLh6fUnZ+bm83Nu
42XPHcV1rod2+KneSbrWkUv2wjy5zChSoRFhV8Mz0T0Ha/g40GVJ61Rbzo/7Vo67DmqM435mRNCo
irvA6FiniOI5oXYX9mBuvNnGba6smYlfmIwE/Woe/GPeX++KLxAGVw5NmZm/ltZXI4gJcA679Bws
3DjcQ0EHezw7a6r+lqyprn0Qt6QsRjx4mk1S2fnl3YzGYUXWXppyE0nmj9E/V16wbNN81zuXuo0S
m8uB6FiUyCMVJ9ho9LXzVEg4GH7KLMKM7C213ZCkT+CQoPKonQhI3qntFW01DgrMVouJmndLNn1W
ZTjsNQVFKzcYtzAKznrESk07JnhHNAgew+Hc3s21IW+IaRb70mB3FQKdW3v9Bj9ReyyTjmu/6F7b
yVI3SVXS28DelvysE8QNOM74Pm84XyYlVmrgR309n6UH9q8ZYGSuG+VNK+mWYiC+xQlTlOk9G9Xq
eVQ+TYshf4HUHSqflDZoPesbtOYFE9BNyKcstOWT2c2JrlnWktBgv4M3QrZ4YmudElnyhUO8YLr1
RPRQo2OsbJ53XH83GeE0lpJgcXW15p+lnRavFnrhnvMf724rwDbYOIw9iRitpScj0hXOjesmL2UY
MR5q6Pew2KLY36LZgSJrbyw7e5R8Z6ANzcJwxDaRuItj4ItTBz5VnqzujoUU73jF0rRXmxgpk2fx
KjfiJbvaWzMWmJVDXhjsNslN5FKJRfMhtHCgauW0mcNuHTAcT7G99Em6OfG4y1CTIqjRi5ERD+4Y
DUjsOg3xCtBtlY40t07VQ26VJ1qcNEZT9dSK5uX6WUChnsWYPsSJ8ZNOqiOxlHvDFN+dMTxpn7KS
hpEARZCUaZ1Sm8UkdcbE9gBHmvx7sqHK/igyc28obNj4AqYIhVWM8sG02qeRnnhVfrQZl5dr8XIk
1MRlDu8A5ydeoTe/129e4x7DXqydGZEJIWdjyHBbxNXTSNmU1du7vgydDdVw7Pqawl6HnVBP2rXB
xToG3G4PGrUzE0SDzk/vgiCXGaXZDXrR2kVLEUYfIYhXzgTfk9RCgo5pU5HDoYAA1zhu8Zb8BE1I
D4ZEfg8ats1M9OgC0Anjdd/V604Bvwr2fqHeqEk9QNBdowSu8wC6jRMJfli5drIGLHnp7UPaiekq
xeB+LQfqOU4l0dvsQayyIfPuikq8429ZoVIvyKquPO6OCQqjFQDHaL9Jsu5LwE5G7b+7rfHogywO
s2HrYMwvKJleDs74YaeHwEB/AUwYsf4mJxD5ZycZxlUOuSBQ8wHaKdAH4J6GTmk8GZmuLaK6PrkL
1hVMyjtMHLJeKPtVaCpTqmktZb5xdQX1oNQb153uY8jDZmud0EdvA6y2AZMKd5k1XNKfaFfriie7
Fslasspxh2Hp2dltFVxrKc6lwCZsvQpsuvCOwtJY93Nxx36BnUm/KMuG4Y92JF4jq0D9xiNcoCTa
TMYBZn0ZiruZckH8CjtC+DTyekjI3UrkyU865o+GYzzD0nZx2wN6PrasSMzwHZ8IAcqJRkrHOaZs
9JNOP5eDorYp4+kxE+d+rCaP54NqZlhE4SnBHb0MYuPbUdTjeA0J1GsMqA2ngwNtNFsRrZgEh5f/
Yu9MluNGsi79Kv0CSMM89KIXGGIOBkdx2MAoisQ8z3j6/qDMqhZDKtJYq3/RZmVlmVJKTgAOh/u9
53ynSl+SwFK7g09mV2+LScEJx6+bidOQYsb3RpcYLITqyF68mwv/JQ0jMFGB2Y3zdVhYGGdzYonV
tUEArOTO2SS+GvDxXiTs1Nd1mFPwJBVTfw7LOnuyxCZT8YK12Vvt5yzrFX7kY5bBibxB5GsoaD6n
qTqGgxVvlbacaleA3ART3dLQYxK4GCOlzhLp1HOGE6AHSI3uxEBPCoddVv0sckZklwcCApiAH6iI
XX0f+TXs8mk5agEP4JuVhU/InDMOJWot7hRt6hfgWafztSYYaIQd1wgiasyuDVaILwxPpKW+MvRa
RKcBpyskmUa60Mn9uFfmSTl2cghLj9x5MiQyMGhOKs/Im9HdTrUH7coLazbJrgLxgRYXWgeK+V1K
UMMIWwKhNwQ+Lxf0vEQ9KMDVxzqCp1hQNP0uaKBUOSz7+PKi3szdTpGWbpc21Q8qeE6AMHXq0wNC
I6JjEYmCA/LCsSXcO44u+MGG20AAOz8QaZKgkJmNm8wwmDRRnye38Vgmt2C8tLvZ8iGdaRJRP7NY
WymHO7ysCI1FavRps5wshnFRNmipFuerSk3ZwMmFCstzxmEDcqwyqtAJeg35psGCQYet57jJQble
aPmldmvGYN5JwuihyUilNoCHbKwsddrR0PDwIx+peenmjMSlOR9NV8NpM9iGrignVS1T3v6uM04U
P0fKTGXR7dlZEssHAxTwYjLysXQQS6XLOj5orR1EUnwjtRrWsJHpgxk6KshHa8w+eI6SjBC9Op2C
dWokkXgzDBq22cxXxcdhnCUNeUhck88nzC+koqdMwCSjvYmmIBeICJmk+v+bYKJ/xAI086li/me5
wEVRt+H/Oj6/vP4ozkUDf//Zf2QDyl+isoj8LCqdFhoBao//lg2omqJLMKwUjmyYZf4tG/hZUFVQ
YmrawriipPbv2qgq/mXyi4YpyoaiKsaX6FaGpZxVRlV5KbLKJkVYKrS6fK4/nHQO1wv6VIBwaG7E
KZQOEC5pq1+EwfQQg8AOY4Rps2ayPyCIOBS2uj7oz7MgTKDw6h9akKGSphVIGVfLbDIeCZWCbDBp
pHJ31qMSCED2E2lt+tIV6ntX0apLdBYPpVaqp2Jowzd4C4ld19WWDBM70kpOJs1Fkb4pUKezMqX1
lYpWdNNimjjN4U5Mts2UZDdJSPGGGiaKMcIgEFYTdDEl1+THeWGDnsrM1oUeY1xrXUvC2SONhbya
TGE+hhCFjlGWc/JXe1r0Yt7g4bkjSPwbcV9E/iVHicYJITSseblAuknuZBGcyK7IFY89JUw9CO4n
TQvloxFMazFPthnq5qz1t12d3rUBlLpGpeAcqS9IwCYCjhBjBVkQn2jpvVpWYMBCJQCchHZBaokS
Weh8Bv6LSPpRmcKmJNmEPW52b/S4dcxIuq2qWVl1AXWsIVdvFAREFJb5msDwpMc+3NfQl6dgvq2S
8lUhgfogpPltUhiPc2bQGh2DlRLLP1BoObGEiX6chKs88vdFTjED2PjE8pSS1kVI6UWAggJlGJVL
ZJruUL76Nb3R8q2AVkBjqHldOBxu5Yf4bJsKxzFC8zQLbxHv6hh9G9EzsDvYbV252ijnP5DsceoY
YgMfVHob1tepzC/4qV+gkqzGm2g0OQpazS1q4OeWLzqKsNVYIMmKa37UDL/Wyooj9LAF5XTNxF1D
OsJFU8vsOtRZBRJCbzvKeol9OAHUTUn01mItJUMEdgw4fqVoiTiraJKWRmY50Bil9UhP0h4R7tic
RAmGEwW2NTlcAJFKOZlM4RMbeozCQo91YTAuNSqWWN/NPaIYAL5s4QIu2JMWwYSssNXv0bu6GfQp
zt3Zd6oPW5g5VFnKGmyGeUG2zqkjE92W5H4N75a0wc7fDDEnGp2U0ph24E8yEaUZqkdy8R1yjOmq
bV/a9ZyjAuOLy2X1vv7IOe3RCAU4/oYFlNqWgxob1nhFE/oqbpr7IUX7SoPUVppuT9bRmmnu1iK5
YnT0bhFbT7wfafU9HkDNGBiz3EAT1EcBRD//qnpjJdxIeKham+oQaBQraaGoyDwBOOuXGrrbkBTR
FDabVe7MfBXP9x0EcAsIkMWhVoo72W0EI7zAk3PVpCqNQ1PCMFJv6ARBdevm7ZRHngh93Ea4+Up3
lqADnodnkJWtKNZTYIiOyJsrYWagXPtI14RFKqA9zkOpOVknqoew2k1awiNwJE0b3UC3qGnGgDtX
M9YFYceYIKp0rfTSTZrrXscefAzDTT7qJFjUxhua3aMlF8EFqMlnjTSji7DEXeoXFybQMnQj/NV6
ULsqnJMxtnZ+f4gCmXN7LOZenGXSdccB3B5jfCJ5oSaHJqHhXQPJcCwymZNA2RZk9hC33b1UuNg7
FTpKWWvUp6sCgjTPh5K0yT+VL5McKq7ZNeQ2i6+IinYAlS5DfowNGa8YpsZnqw1zWFXQ7eQerrEC
NUUS9j6FuxZsmGVRyixqXpkgb5mzSBes8Umq2NGBxiXTRDHbTUUlj50kJvQYcS1NruGe/Q3A6yrD
1QsyYJqNHa2hByh4a3GmADTH1NYTDtRWIiAjx3jGr0Z72uHEFZFzO6Vg3lKg2WYKlEqrBlewjPlJ
TIRdqxhPU5btR5KYL+osjz1DywaPD/Aj+Ad4buMBg3nvTCocM1h0iVqsAgvFqjofkdFAL0lL+AeF
toEZdRmB0WI2s9CXXX8rckAbqtkp9aeA4Ag7LCvtaOhrpGMPY4gFLxwRIqF0CMUGXLC5bqv+dqQ+
Y07jvVAsIWrV+Aj75hhHlcv+y8aDiAYnFKxjYAzdRarmwk4wW6D2RHmOqPDdtgKFgW4FLlkvCRyM
+oDXdXiOZszFOO6ujAYkiSH1aCikN6nH8udXuewWhvzSAM239eDbEEzxURGT8SmqEpBSsX5P30SC
4+Jf6v2toAXqroPEZoOuj3Z+qaP9SKv20hzCGzLg9RXk28Cd6ElRNzV4ikRNFkJAAoXKp1An9V7F
+l6M38kC6dw4yB4Na6xopTxy3unXFD1wryKcbkXQwjKmfUGMLiKpvJSEZh8V+ltQEoou6j2HW0vd
RUSnwUaGc5zEveoYZf+Ckw8eWGm1DjExdwHalXWl6y9TQzCtpU3qjSiO1VWg8kXtpImtgdSawTZp
K9VV/FK4S9uo8TrqnxBESs2NNYP0zmWmWWpYfkNG2R4bP+kIciG7YY6y6gL9SH09hrFwEbCb3RZ9
I14Fgxm+4ZNLD9gT88sq9enihULQrC2rNR5CaQwzW8eofpAaUpKycArvSwSaW6sqZ6eaZ+U71Uv/
kPIZYUuRLJyhkdlKlKIEQpMblnf3gRkUz3UlqLtKWY7Zkt7hmB9FD2Zhcm32BZkCudiOOBEJ0GHv
nV4n9PZOJqqQXUqLI0YRAnuppmKCUHtlRVgYkVcXzZtlQqwQO9xsquknz7oawy+TF/5zljUnBIvy
flamZ8Hy2x8JfEnWmKy6tboGOiGqX9sf612sTwM9nHi4QvUdeoOY+S9ET/vLaUGVtpTTDY7cFcUf
/BM5FdewxINaN56qVeJJnNNwF/BWs64jsLukEUHZqNE5GafpSuueNXN0/MDi45RnbeqBpD7RSOxO
pGxriVcToxG5GnCWKxBJwq4pUdCNnaytJcyDPYVpdbiwYrQ8QgIgHlZ3sBMCNcDvQCwzIH1/JPuQ
Lhxm0Uh/oHoznsKkem5RVrnpRIwRVmbBZu9YrNtg0jj65UTaksST69cUveedbPh49jq2dDTmtcek
kklTZFVE4BgJqMDCgi5biDQ8L/CgUKAxm9USG8I3zGqee2kU112bvaSTCNQEwmCi740JAyJQry2Q
bcQv6Qi3bnA1c3iKs3QvTHCN9XTYyvUQn7ouA6XWBpibg5JFSft5Y1vbz8Q18TGy29bioQgBxs+h
vEM8gNS7TpAQQgsf2+LKAHO6J9XCQ9R1TWMeB58mkd/FvMUIviINcFgPcfqDpEzZ6UYjvZtIMWp8
cF8KqkXkAiE5YFm4UfIc2mVh7YuAnl9VysVJsIpjAfIbd+ZdlSSdxd6qukHthyhNv7LC/SDzEs50
oTijqwCpc/FCbaidZVa5yszxsqrapTMgFQn70MF3yU4quatpAf1TKO406gxUu8FtTNsOC2pJ4n2Z
ltHaF6LrISB/gWiJcRUgkM0i/9s8U0syCJixYzBfO2PsdOgchQVHiJBJXfbX+AA8Uwu/KXpdHbDC
KHYZSgCvu3x64FDxwEd6H+s0UDuggbL5VumadTJoN27HomHq898+CzniiDHnKxENjVuP6JN1INOV
NO8663ZMggORc6tM0ZuFtD5sWgEXfaQR0zrCnaNOB2eDlmBzP1rw+iL2gmljuZzrLuVxzql1sWEn
LNI3h53RGhQ3K1JfrEEF/2bFx6pdPi7tNymshINiJsdci4CGD9gywGdpzZ0Cqd7GDX2EXnSYUDMr
IBfRI9MoktPkxlqSI612N1WcMowCsqVk7Ujr4/sotpNEa4vmiDSg3U7qirgmcd6T0wPlMyudwWQa
da2Ve3UdJqsko7UBPhOMJXtvvl1CQHwQLzF4zwaVa02GQcBfIYwUe2odTD6YNtK4WIHnUzObkEVz
fkyrXQUEIt7jYVIO9VTRaPq6lOpD1PXL+L9f4HvXEWHO/+c/sjb+BwKxLRDR/7lysEYF8JwSQfor
QmP5I38XDATtL4Vj/WLDFA3tJw3jXxWD5bd0dN6WriGPp2Mkcpz/lxtT/0vSNFMRFROnJM0kHAL/
EDQUfkvEii2KkoapUVKlr8mpJJRZv8ipNH0pPPA3LkZRRIs0sd7LqXw2PLFWFm+QhsPtvC1vs2vp
gT48mwKsM6Wrez+SXbZDt3CQNmBdi/WwTjbG3tpPr9qh/0Fz+bK5yG/TrXBKf8Q/JFfbpLd8w4yX
4RsxVtVz44kONAGn8qyN7JRb+ISetZ+3/Q+se2T4oi3ZYcO/qnbUaC/Vt2hTHJENPVuhC0ZfosX3
rb5tD81OWPG6n3AkrujAOOk2+SZfUVf0/CtKtavimihCL70kO+CKyn3RueYtmL6NynZklZ+Kq+GO
8Bh+h07bwVyPh+5bu62uhZPyAiXWCVfDuj3o6+RCW1Vr3203iSfuyNB19Lf4stjxU14oe2Pjf8tA
5NjWi/km0H5F+0CELY1DYJJ2pbPOuOaO5AIGBZZ0slbaRrzje1jtSuvye3eMdrCadsFFeDntrBN0
zkN/4BreZC9f+VuE6zsKwR7piCfDNuxyld74t/K2WPMDOo1zC0zMyzxUFTvlgCPCEVfhBVizXb5K
PNqaLgqZ9fCKWq3uvPBB2xQ7aUXPx2s33dG/Qthpc8p4MjZ036ACuRwyEasRGr6K6LITmuEsDS0R
9OimC4/IWILvqbRXcmfYa1vouQ4Nzb3CzzUeSCNEsfXY3kw0oVRib23tYT5km+iq3Fdr5BTxFv6S
S22c6+IgxG2h27Y1VtmmWAd7SLW3zZNwQdbQJSPcWyvAV6IXbsXJNrntyRpeuWtcKxuq7vEPuK7C
fbLvT8PafJuOmAj6e+uardS9sm9v6hOfCylcz3R64DbzgxJ8uIEhsJI80S3XnSOtumdzN+3wpLuW
7mV76STcMD/pmYT5KQKctmLjfuTPu9jK7GCl79PMFiFK2NGaRuJjY6P8vuovIwTNHMkuuGkQzXV3
3ISdTUFFuoWGF+YrgVY8oM1DvxqoxNvZd81lN7gOAQo4wfEyc2zVIcV4NdvpytikP1btLVIP/Zuc
u0F8hEJv7p4K6Be26ZH45zSe7JEID2BvXT1lx3mfr1r6/RSfSFq0ed+YRgTXb3GoqNIJFyzgp0Pi
YNqvu5WkP3RGzZv8JkB6mqy3FLQlW2kNHQO8mGNrX740K8MZRy/dq7bhEGDttgRz3PVX0412l6FC
XHoDe35NS+yUIB0wXC+dyyfpjigsydnUhTePziRj93dEwJsVMuEOPphNlEjDsY7vnmi300Z8GdXG
iZi7sGXW9Cqn52o33+fIAtGWe5UL4C/e+S+A0S5HOu+5p/dcxq7akh1hPKe76KTdVm8RjatFo3KB
DMBrV9MuP6jrdqWIr9odRR+ICKfuhrh71Pu0Vk7wQgBO2fMRot9KciIndXUYdyxHq4IWskGXGJQs
3epIdQWV5oTBjn4bkB3VcsFHfb5VUVX1a+W23vEK2/odklAJHFlxRXqAQZgdhQCTo9uxuFR/mNSe
vHFFWpK8q6JVOG6N9Jg+RzdUWdeWvMKqUa3HN8HlUFZ59xQC2G6wS7kSPF7qbQhGsqEb+sz9FR+a
2pXVe520Pid7Let7AZCjm6yxXOMytOcN2XCyeVRSL/8+CAhNN9CFSPay6/1I3fYRTJ6decM1Wj83
kFwdDj4RVrNHUhwzgsMECo5Eup/gZyfYGAnNo680uKn/4kfpCvzJTTdvsvASSnJLdKqXfEPNLT2q
kD6P+V2VbbN78MIz0v/ANjfk5Iq1PazFY41/62k5u4NS/paEK13/1iaYnu/JTCg2QwiYziGGCXM5
vev5obNcbaaw6yTEIz5zr6cbekTmZrgZboxvzCknZ3Zf4O0iNos6oW7Xu/YqcW+MLR2Szp5hEqPZ
Gn6E5iEgw01wh/vmXrwSNbtficBrKPfa7boTnI2Ca+JOuDSvm80Pi6MWyVQuUvvyKKjPxpE+ttM9
VKcuKexmhf7pKAXX+Uo54bkeNTt/Mrq7jj5UVBnYbmCIY1gaX2KHsjn7TdvYkn7ikK9+TZKmp4NQ
MY64xZnIt/w9D3jvr0JwLPR+eTkkV0DF5nXlUbaO+nd87Xbkxl5PATvcsm6g9gUZfK8Qc6xwHl9K
EB6lMjaX5nGgKMn6BjvB6F3hW8o2/5H2kt7acnaMHsT8QTrV7RNIXYM02uDQvCETtqvyRavvLBIk
990OQK0qrt3KA0B5gpDfj85d73nDC9QdIEY2b6JNmUG9D+AOHSVKQWUpuxjyYIIfe6J31viH2G0a
LKyUCYMrkuBijCk9ws4oEi/5YhFW/oJ7fzZzpBkqXo7sXnDD4QhuO7khj5gSG1WbfL3UhHfddnBL
p/puXlNVhfDntseKxKLclr/zf+0x3U0H/wTDz62+s1PfMhQPtXSAAx8Q9KEUpsC+1fm6qE/htvvO
MXXYd9+Vy2Gj7jkRcYAddTu5LA4ApKqHQbuUNrrbufJqiUxwFGllIMqBpggQaLNUskMmGkFU4Ya5
WkYOZyJj2GiARZN1VW5jSjkzfvNNq90PshP86LZ+7YLCNAQvz3aL93sEE77ehTsmGbO5P5Kchsiv
20Tus7mhzC5hbzFXg77z20ux2KWE6rXuD7F2RHX99W35bZHxv/PomXf78fVrcfGcvTbn/9H/wO04
9s2P9uPH5x/PwXPz8n5D/vMP/b0j18S/VEOSFwfB4rMFdfKvDbkKAgWHgmqokiyJ4Dv+n/N3od3x
33I+NCwVS66y0Fn+2ZALsvaXjlweg71h6qauycpXduTvLbOmpIBnQTPHT2hSuxWXPuKv7gazhPIl
hSHt3jAdt7OJKV7Fsev+clP+YM19z83DXrjE7WBlVkxdRqb8GzdPxXU8NlSseq3ah2J113f9faeN
HnIKGhQqPa6PBzy/LIaCwGJx1AAYoUnGwoX5BY0yKtnkxwGGydbSxRNQAn9tGXy4vjgKmj3gKxxi
NJ6uuBybfh0lTsiammIKP8AryFYRG3mtNor6CVJmeQR/g2YWMg83T5bovYoKxzrd0HCInY0ikC+O
ExTSIMmdzozPo8U9mqjRAXTq7RjHVO7S+pNLew/OWQYlSk5m5hp4z1VFXW7wLzdwmoOAdGD26Cqb
PFfq9HZllJPgaYKMGFw0yk9myPtj4TIejRmVkRQRpYe8vAy/jmegzfFNndKRoBgPhl8YFH0mThgB
UqGvPjRa6hqAClUiN0o0zq7Mn+pCjuORb54WjrtpVhNHxlD4X4wiaxLd98VMilXp/fX0yRDrkYnH
J6xCUkXiqfIFJmMFl+/jy/nt1ZIVjT487AAeliafz/RYtXoquJyeU9JKHcjiydrqQdCaSHPRDBby
W9O22ebjQf/wtGAcIUjQoGGK2jnlSERjvLjhYcfJKltnFbZPrarCKq9K65OJuDyOX2c/DCheMIwn
mgwHBPvN+xspWpreDZWiONjn43VRmMrWB0rzyShnd5HJxwrFXMfnvHjQpLM3uSYvvTD7GWLt5F9r
Wquu/YCDMk2bMRe3VkLj5OM7ePZ+LQNCdqAKgppHN/FuvL8sjYZZORLBRyF/2iuhpfHULGOXUoLd
VgnxqV8fTqbyw2zk5dLPX+eqGVQTk3TqoONg1y9il42QdcOdwa0qSE6npiC5Px7z7MlxibIuLTwJ
2ZQRm6hna7CCYaeBYpTAI9eFbalaNwn++C9f2N/eQJWbCDj2/MGFmBQaUIEMMg7NNhAzdQvBJvZC
vwJiPSj1J8/tTxe1LE/UsRZT/PlzU81l0c+E2OGlx39tYBpIgSH8F1dlLoOIlq4w9c88h7lCLkIp
mbEzJqj2/VxI3aKWOQ+3WUNNN5G8Lz8qvmNMRZ7XAtM9m42GKnQzr3TizH4GsdpUEy+VyvFrH2Um
BI9oKfnpi6QJe+b7OW9NaBK1SSdNCmYtFFXOnEnXFKuPr+VsbVpGWVyhMmQrSbIM42yUFiZvZM4Q
Ac0aTbfMP3owCDmWKYr/yQX9aSjNYPllqyYx18+HwtkEAtRInXFOdSfs1PGmkSyMCPIUP3/9qrhz
lGZ5m7C1LvPyl+9xN4MkL2dUir4e3JYdwuU+kumeTASNfjzS7zMceoqkUKJFucyH+eyifFFqoy7A
VpJrAWrGXuc0O0aF8V9cEGs7mczsdJfLen9BoVIYQwtWHUuD0BxnQZylC7nDW34hwvfeff2arOVj
z+deVXmx3g82xHmFMJ1kE5EgAtgHSyulCMztl0cxdUlXCJ3UIdGIZ28taGREqryicK3K2oub+XFR
+H4yvf/weODbKNpSR1cUkqzfX0rUS3HoSwwidHnqwX1STwHqguPHl/KHmf1ulLOnA/kmifIMEXXk
D+HGLFPgMqjMvFQejJuvDqWyiZBlE14hM06lmfHrzNYGYZyqHkWJNshgAfkUJm4ia/F9anbCJ0/o
98sCT8kCJ4vAQ/F6nz0hK0kSeVABkpharO4TOvV4K4PombOE+sna8PtzUnX6G2CV2KIw1tkdHHxZ
IMiBoQrWVU+rJ4TZstR8MsoycX/ZHbHY0UZRWLcVBAjYfs5mQx4DZzDhFQOJIfH5KHdF8UDehdnu
MWIrBJjJQmp+MgN/H5NDCHZ4thM0jVgp3j8wOqyZPBRULXFWKLYPW9kVMAO6xACzYYfw+8k+4qfD
/v1FastKJOmGZeI3lM8GLHg6WOYqxEudhR7AUEoLiqRVUuNrrcn8Jgy6lWCckTvqvD2CSVwapfgI
+LF5aCUTqbsfd4R8lrnsN+j1ECKoGFAIeyRSNF2rePeFFfoqfT+rSvD01emtcdoABsrRVwSHevbD
13ETkGDA5wgqcpnb6QwQkEPB7H8XSN3WPpkPv09w3iXO2JKxnG24Ze+fTVNjPqtL9nnoJdsJ6awm
39XEpdZkdVjaPzkG1GqC1+IPx/o/zAQJ2wcCYCTIgF7PPhWyH8VRh7+Lp540ZNGHJFnmfZpQwxzz
Cc9eWdRXH9/O5a88mwuSyGAai4XBnFfeX6BItBUOdp2+gEWQWae/TrMIXgoiTlShfFTV4ebjAf90
jby9UFLZsIic5d4P2Ilq0wgVn0PiagS7C2gdjRGtqsiH/E9+08ej/eH5cTOpFBmmSqDBot3+dTFU
YNwY6BnxdHJWoUfWNuWtMFXJNlYj5fT1sZbPIaiMn4zcs7FMZCfDtMTsaWYzevCEhH3Wkxqcoi32
Ph7qD0/NMOXlJCybZC8vNbVfLysP80A3YYQSW1OWblUlxh0qVJGURFPCWYm8LyUN5JNv2O9PzqSq
plM44QVc3r33gxam3M0UiHkXdByNqP+wl4mDtLUilIgLzXj11Ys0rWVvwZVauko3/f14gizAmzPZ
onXDSNuwLwgn76K6wxuMmCX2k/FSkAlO+njU32cMvXRRVjX4wPyDdvYONuqkFgaZfU49zOkauJLq
VEmVOQQmfjY5TS7g/bvH+qUAQWGLI8tkcLy/QCW2DNJhECyhTesQ2E1qdllZWIRsJZ/zbyk5oTdJ
Q44Z8LkOh8rHF/r7HKLcwHwVudilSnR2oWnEtzCCWOcYSM6OxRLFWqlULm2y7+ILQUvjW1/LtM/2
+L99x/E2iDq2CZmFjhrc2VNN+mqacvL8IIlm1nY0g/RgKaH5yXv/p1FYQ1WF895CvDlbZeZ+liex
ijifZwuHMSGLzcJx9skM/W2uUPjiRVjuoKVJfEvfP8C2Hete0tg7SjWq3GVDhkEMG2sEsv+/GYqa
yk80tQha8v1Q6dzVbaaRAwlfRd/Ieju6qjjRjo2Fcf3xxPjDvWODpS02FJXlRVt+/5ejUSZFJsFe
6KbHUkBnJbLakL6cFl+sKVPK4+7JFImY/tS8zrchg9x0cZYjIs6bgTak6Ifpkw4FYnI/vp7fJvrP
cbAQyTgAFHZZ768nEMYaJraG1LCSIxgIpt8LjllaNZYvCUhEIcjNqpWn8pMX7I/3kXVPR+hjUAc6
W6QTYkvwqkzEP2pWtSN/IH7WEoWovI8v78/DIDTi0Afe1Fom6S+PK6jnuDb0ATGHrnTIIEvy4tAD
5+Un0+Jn6efdcsV9VESJlwlWn2H8dj1A/0gA4XnR/g9M2qRhcJuShWNnWrotRGVTRhRv8oHsM2IQ
1gbqzU9egj9d6i8/gXG2dmAVbQw8lhwIO4Hmstnp+X2nztr11+/or8Ocrcs6wLwJBjOOV2Ucj5ll
3inZv7IP/uNe78/XsiwfsFWX3f/7xyb3/Uwc/bLXmuDurEwxKCG9CJb4yWP70+yn+KCr7O2oU55/
ZPDZ90mHHtfRYuRNgzpK13ihBqpS7PjwPBiVf8Cp+dkh44+XB4GXRZHdHhXn95c3dVphiQXDqnOU
d4BX4/k+DTrlk+3rn1ZgBd8eB3iaK6oivx9GJzKEiiX7O1/UCFEtJnU1oQhl4zoo/vTljwov80LE
XSrorF5nHxU56tQeJTSlgnJooaKEdJcVEuK//kYzDptIDvEKVfTfTvBKKXVqwYKlzGYSo8NRgzU5
PNEn+7nf7x0n98XyyJooi3Tc3t87oxjVEtZkz0yYMKHMGCb60LBsUyqyT9aoZTK/XzrYUsnMPjqI
VBHVszuXTghfdY6SIC8zHxAAQpqynrJTqEsFuJ2s+aQ+JS0/+7sB8XdaKvBJdnBLie9s7UURCRwN
txSqJCIkT+TKasVzyvG/5mxl1e1VqJXiPQoiC35JaaTyNyOeOgOcVCSUNx8vJ7/dZ/yh7NNpaFIq
oRlydp/rXI7DskCmkRiVsIoMMVuLFDOuQgWVzcdDMU3OLtzkdfvJxTY0vqvq+aYZk0vut36Eg6/I
BVbKKRd65NmTqjYPuVKKcYoXc6jQO86qoBJHzcl3nk91H5otlpR+wcpShsW4OJJgDF+6zt0ogy5k
k2qoXaSctK41OovaLhlxhtp1OUijN9UG0bdx0up7gKJAhKpawb0g11AM7ghwNn52R6KBmLR+Zrun
AMZTe9LSVWygwIUzPRd5NNYodwPMKMp91741qmjuQN/5SDbF1No0WaiiLQviJPK/q1ba6ZnHV8oc
SptYowgEmlwQx4UERTJK5bsvT5kxOROZBfnVhK3EqEADChJGObLJMipwVm00xLlBL8D50Eo6YrIh
DRTl2ESxjzh01puw8yqFBIFD1id+kHoWJrkxsmP4zCQ64dfqiOzVBH/coSJOfSfOlWl8gVWYRVT4
wmrAD5uPPdleQTOMkZvjTo/vlREjfwVNdfL1a6MvLGtbA5HQLotusIxVRcBTs215wLLTToUleQDK
JpFLV3McmENhxdVanTrdukjIqyQasunH8uAnVTWdhrlOhTshgMiz9/u27m9JIlXIp40kcdcHIcI+
gcT6/LWS/ek1LjpBPigdUBTHDCPd2FWGks5HXU3iGnNFPnTbICjg8EYxheAHy68SMrD7gVQkI/CD
HyqbKnPJjCblFjiAmgd7BZZgFAA/z8PoXlBDYjWJmECS3KtqPb0QmUZP3wZCEMZPvG2JD2kA3PWN
7wN920laaRqrJpFH+TEbpSj2MFXU+vNYhyIBcX0ZZaRvTzgNAy/JGxTyGJVH8RrdeueTHQEI/ZRD
7xi8bK5ErmfIrbdatuTXGo/kYIuGngWoycQQYHdVGjgWEsNXV0EhCqeGA2lCbN4QjbdKVwNGTBuV
vAEZzlb9WkW++KgoYWPYqc7PBq6mbPkQVFFereokHw4ingpQhzIQgvta6KsWtV4EdVX0B/RcErQF
yZbqJHqQaxl9KrhmBE4N+asQfygyduTCBkXgYXgTmdvAYBW0hKPyIvUZ8QQalCn8mrTHQhxheH+Y
hwUe5jaWXkS5SSK36CcYRqAvR9gouQlRT+yGBlqXIY4IpJpChWabky6cpZj0VuBWQHZD+IEIS2wW
8R0cxBF+SvM4rPwhaR+NGJbTMcCoTRjUDIHMQQgC/i0PhKnw6qSQbstBhScCUM3CjFFqnLkwPpTJ
DnqjOK3AIQUvQ8ExxZMzGSVyLuntkzHHGqYeNsOdUwcAjhFa6eyCKABXNw0BOdPRSCDgOdUQjiG1
17m1NLvuybK+KAvRb1bEAmlo6jIzFN1e6DP/GJa+CbzFb81mF1ddoDoBbolb0CZzeD9HOk5MI47j
yc6inP563ErqHQs/XjRr9K9Zu+XEyxtdj+9In81ZbsxKnDcDa+ZbLaotptesHvcUDeJHq2+ibD+R
/ojcrKl0fEUx+3tX7JLsFVS0dBf2NKptOlgL7QyPqLCmiF4FzjD6hf7UF30kXo34TZv7rJzEa7EW
2pME8QOltoD1Y886lJ/6WeuQ5WelBVfRr5PZoRZU3ZRtn0AQzgTzrQdeXGwhjXbV2sLnGx3w6ohY
h0UtWJcw0IQ1yqDgVRkkCfSp2VgD1vgK1WCbx+T4hewYzZUUAVE5wMCzpJ06iNo92J5GtwUyPR5i
kQO7yX4/FCpe9tGMdtP/Ze/MeutWsiz9Vwr1zgtOwQHoLqDPqHmwJlsvAdmyOY/B4PTr+6Ovs1I6
ckrteuoCKjMfnND1pXhOMLhj77W+FZmkiU1TMZ/VOsaMqUSVGdtgiJxqTWIS2b+k9MTeAN5bOVeF
NGILoqcqFjjM7AY46IdBf5WM84GAFpWPHlvHUPPYS/DySL+YxrUy0vk6n2mpPbamMh8DT0bZHZKn
zDrNYZS6R5Mb/6ReCgdLG2S+RdkLxmbPXtIDOQhUTVzoJGfP2kQGRsm1csYi+pxbY/a17hv7wcur
QEKPI+dyDW3KYm9IeAe021EPfUM/xomaT9LIVXGbZ04bPhB9mER7P+dxXeF18iHzkNX8ybFn013b
xA6lp5YMnQZ4VlugBiTsB4NZI9p405JILTclCe8LbLCv8wevzB17n4V5MEP8RDZ2B24dWPpQ17wl
QfSAK8kYEwYsxLTtwFi2yG+7PjXMfTuxyr8YuY6R53e9PnGNaByO3Zkvb0vWHkEuyHIy7KJhNWVH
ZTHO1Q+AKtbEmakvnobY9783oRe038ZssBBA9UgJtkDlM2tVz0ZDkVAXnrhn28gdsk4lzIdrdiul
joDeRONJzTPqwBvsUhTQeuyAS9lR3soHe/Ei3hiBNi0WO2CnDWH0Qbtf5vz9p8xy6/imALTjHluV
VbOkAde7xTbo/bK4JZ6wCjF4xIFmlcxpUp238TBkOBoByhxFEZHT634OXDKsE84z7UNJHl8HNrGb
IT4gqXes/hEYb6GeRBep6FPS14X65pAiwyOUyFhcNEUUfHcr2fOyx1clThJkG/gqU2vCB+/1RrIl
4V0gWPFAT6AY8AI+YYyLY9LcUxk1LGNyd3r/aPRyy711s8lEs1vQS3zwdKaim5FPWu+nvhnyy9ad
Gws+cBH3+zSaHMzJjs4fBs92p09T75RLcg4hV1+ZtnZ4TrLJ1WSJ2w0ZfUYwDwQXaB/F6QSrVKhk
Up9rAnTg5lgpsD7BNP40NechOCoJN4TPboVEEqaqtwqE87nZH7VQaZ2NBbOivlRTCxF/qAe+87Vy
Ox5MPNm6NB6LIjOGPX65aNhhJZ7FmWsng7/jXJlb56TtlAjSu7HAu9YTr7lbwrRQYEezPV5Fysjs
+95zjAvSJoBO9oxzu291aPbDhRtNFd0WP3MtdRPb6EcgbQzEjXaGX1tXPiFBwd7s3PDJ6ExT3fty
IPrd9erQRqKsDS22vJ7oiBpGWrnGOpPehEOwG4iyfKojSPafmyrCco+9ebr7WUwvoth/jmPUf/yv
l1Lag//7r51uL//Sf7zrnPv/UYS7dF3/tSnu4km3+qUhzlr++b/1txx/kdIGnBqZibFDLMLCvxE6
P3/CQMenS7lQcpaw6V9+OMP8i4mjuShIkRUtodNLt/kfAlx+KGiAA+VxeXtyJqVD9/NbOfyW/vn/
XyYG2kt75sXZj2nBz18CGQnZFyjcDs5+HolTcdJU8sp3AxeSV9qvlPo6Ne10VAf2kcMMF88UW08b
RHKTfW+N5ha5RL/p/AlwPYtcGaN/DwtCxkusV0Xwuil9xID9N2O2v/7PKvuFbRLvrrLzp7ZLyqTR
318tteUv/TJfeuCVEAHxX8YjgbCWzu3fa83wrL8Q1HKYxnlJTU539T8Xm+X+FaDkZniPMApVGZ2p
XyuNn6CJ5Ud04ok1p7fyJ+vsZ/rRP9cZM2h+IbqhAZNFuLbIylmHLxqvhL6YVVrRHI/LBqYH0ilJ
Ylw56pU3TfMtzl/32AF+t0M2N2/iSA8P3kxudOHF8onW+pF2p77cEHaC39kd7ebBcox92dbVVZ+N
xo3bqeCMwjK8pY5tUP2l+V7bA5D6rC4fG63M2yX74buqxXUU+XT3JsfsN2PZN6dpb8eXiunNSUwe
CJxcDugrcuTci6ClyAC70y1u5MB69gotPpMW0F7xOoJmMI/qJqoX5/7IwAEkZ+J0N6lR2iPY/fzH
VKuQqG0o+JAniIy9t+zGeZ5JtVjcYiK9bkeIhZFTQ7S3R9eFlpI7DuhWwUkt73pR7ZxeBcd5ZU1b
6UTzZw8C6soMcmzyjdk/SuISOZkPuHbMMPZ3mnTCaZV1Kj6uyNV4zquetMIMnKQ2r2o5WHdeqepn
J5m7e/zwGBedyDSPyPYOkZHVrb2BXMK5cUyb4zBIsbM1BiGNAfr8fD1R6q2YeSXfXuyXV38vgpd7
0Ovu57I0UCstq3bRGy6mg9dLo8xmi5Mw2Hjh4VtPSGrAF2kEmz/fOt599bx+SfXf20633+Gk1erf
drp8fuqSqvzv4BnxaOv+69fVOa+rpHuTFrf8pV8bCTsC2i6myD5dGBpaPq+MXxuJ5f/FNBKLNu1C
zAA8pP+5kdhLKIZLTJYbBkgIeAZe7iTLxoOkDyEDP7ftP9lJDlaLj5x92ZcCwWJhEvBmFODRhex1
8pjQmFvl/giqbRzND1qwvJdfvBVp/i8XQVIS0LheRKnLMPrFbgXLxI/MMXocggzqEsz+lUoM48Ss
B++jJuTvrgRbj8krWy1Co9dXigSyynAKv1hTDgfHGsL+U8fIN/t79b+qzt55xrghmEwMkOnyIp16
I0eYw3JMvYa9q+mLYEvDRN9WU9x/NK9+PaRfPjcuw4wGt40AWHU4eLWTIAmCxvkM4iOl3yIdUDSp
hPcKqzSMjW4nfb+mhz0VH7Tnf3fhZSqKs2JZg+byhb74wjIWoG5dGMUw2jeOVQD+NFVSEXWBbhBL
nr2p6W1eTEbSfCBked1D/vuW8SAQMc3gkhfcMlJ6ceUqYSLaWvPnxo669G4s3AFcqEfw0K7StmEe
dQ5ZhjhxpZ/vKmF3/pb8eLqwLx7i3+yhbxcsU27cWCiPUYAw3nz9W3hTApGltj/rNHa3mGZumxoy
UZYVH42q3l5o8V0sUm3k/PTMD97j5C3Ekx87nwlJbXZSi2YLZIuz2BhFx+/fEoNSfukXNQMjuEVJ
5iPTZYBK9Uyx8/KjLT3DGMwmvoD5iuBvcomL3kjJC30VgKm7SdqBEzj9M1Qn9BzlCUS5qVuZHtDB
lZq82QHmw6t9pTgBEelUyfSrJGQyWenWc56KoeNYFlldizKobEoIO6QxkxrGM0JS0zTbwcpuk0Aw
H45y79RpStMnlbaH3N7OBcb4QSrrW2BD692mPTYYyMspWGTHyqJuZTAsKsh7QVK1N9DU0mB2rPk8
ELM+S+Z5GneFyIIE4rmun8Dv0TlUUJPK6yA04gfHy4ggyR0IL0d2GlFFuGlK5nJmOf1l3XiEWJFk
B7NiRn2IVItp943X07tYM1nq6i1Ibdmti2HOoDXlRfVsCc680CjTvD+Wrt3eTj0n+pVXt+CFc/is
PhPpSBGeUMfmmoDDalw3raghHcwVfHbaCT6cezmN216MU3/r055yTufSm8hpyZL+MTbK+Bk9jghW
sk3sjFgsy/fkk9Uyrv2qqVw+zb0wuotee5Lm7Yh9OiYgYTT4YPeghmMyGzvbic0bjA6xA0+c94xx
XWlPeSmhGWOpwpmOV9vM2ZUUSQbNaF0QwhsSGuTIrgPNNdV129crtx5KZVwYszDa9ktdo4Zyru3Z
rYPiCJ10oT6lZmtpYhTo+knvhilB1Y37sOXcs+6oQ7vktKD33Jg7y6U8nEENCBB7QQ+gLgKNtyom
f+5gbuQRUTIYx2ZTWuQIgy1HgGhYuLsQploYKOBRejYFJ0EbvaPJnnR9jYAj5yTuyuO+JiAiXoGf
Et1tPk4zOGTHLNofc+vQOEtRBzXhuh+7tpb0CqJST1fCTlLPXGdOTXDn3ksnMeC5LUwCru9UDPYC
dqVEdYcFu6mdeuM6XCqhkxvVVHWYwMAmd41ZXMShmZmnPVhGc6+Yzf4YpmqYV8RQBOdh7EX1cWUV
wYPT9ozbO9fLv5OMaEc/UHlq90JNOWKrtpHEd9tRb1x2pHbKPSgtI76fgtgmQjIoTXvvU+XOV7IS
/TWvBRFdwjc05hUhZwQlw8z3932LVn9YETlj8WHYA6Dn2LZqvY9njsiQ0sCjHxHODMZ+EORwMyaK
LPqHZdx89jLbbFbFrKAykmxuYXSjr2Njtx79+msUZ2O38yLCHTc02Cz+UZdR3Iglm8jOz/Qc+3YH
gEiSajF0vXNrzb2Ul0mHXWkXcEQQn9MpE84tswozfg6LrsHtnTROD2WpmCxLrdAZ2dVDU1khCMqR
xz08T83GwyAuuzTszns6bOCxe5OUt4BARdjUd9mctBjYCNT0h9vJqWjQwzKPQGQZtAPEmYFphO8y
pi9fWql3NSGCL7fkVWimCUOfXyvhZWCVEpNdpxd2A8bU6GGkJ6ny6tWka/tswLIRI5Nu82vLi8cr
3aYpUP9WReGmg3mFJkpIziy0wqwfuuED3THKi4E6MkPP107t049cVL5qVQx9fF6ws6g1GSBZske0
zBs2KUYCo+3Rk9eRk4/3amxgko0lTHyYW5U0+Yi8JYsjQiS1Kt2+v5WRL+4qY27KjRsVLnFN1dwO
ux6/orezDSm8FfK+pFxLGsHnEckPX9Q0OAbbfDpeWS6pX+uwMkBlZ0oawzopo94E3CGKy8FBS01r
KyHXdLCjRyZEQOtEZsgvpp1W3zQdvttRDMT9+bGdfieYl85erBL16Bmmec6Mh9AK/CdA67TuzAVM
F0xfKr6+dtOIFC547ChDrHyrCh9FWCakqrtteTpPUUdGZjmoBzWo+MsUiOIr7bsa9nlbNl+7ojLG
NZFJ1XE9llWyjz17uChHay6OM8M19S4YiwDKvDMnX4VfiGumCPkdGUTOU1oY5G/2wU8oe0ez2Mpy
9RiPjGO0aQzf2KHSdFvpJAw2vOYsIlz91s7WdR94u2EyZ71iouP/gFIXkJXKZWAyNMg9NrXZDqzA
PCwh8Xba/DQjhR3XDEHJBa6pFc11IuYcQMUgLWPHTcuYxwye6j7n4SBBwe/If0hLJoerQtuTuyk5
eVucKLPhwpzVcDpTi05XEySmHzrJgBoZ/XCT8w0MREUk0FbKDGTkOY+OvKjS2W42KFvlvC7DeUzZ
aBu/2AQYqUBf8JYMYe8FjIvJfgIA2o8QI8Y5i75NqV9C7A1jB8DSZLAX2t4yDG8nkutBMHPWpulb
f20HAZk+tnq+lw49xRMd/cbakI5lGDtnKgXspcYvwcuR7VWTD1MPcs8/3QK0CFSfbbOi0meEmiHp
LxIFYrgxZPaZR6a09oMsCb9C4U9AaJsvgXu+XYtPDuqoX+LG/+m0/jvl+4sScfPUPf3b97IDq7rw
Gv73v9886efk3/5P+/T1ddT5z7/2C3gAnoD/4Fj/2bFCJvyPs6vj/rXITn2UTYsz9FWeow2AzKbO
xPqNudJZVF//aIJ55EPioAmxiSFcDf+IdoBj7lVB69vWIq9ZPDMBdDR8qYeHPbozsP1JScgbqzJw
+UbF98QNASGVLXFMo7CSjd3O5JTahm2yvzvdBIRwKqxjRlkUAtS2+Y+2sKabKAoJVKDWI9EosNO9
Hc8qIwgsZtjjD5INOIyao9qN0rXC/12t7LSNnonfbY4DZdyVM3UthVl5ahXTQkFyZPuQpI1PGFxi
PMvANT/5ZLHveN+mayABXxzelcS5dQTeBXrIj+KmRHdRt1n0NNq592UR5q3ixM8/BdZUprz8suwY
CjD8HxGe8XuH5CVbgYsZBJ7pDzAPIGDytocEqkv3SkgPCZehXIIlnOGaExc5s5mmoFo7supBkveg
rfswdvcQW+nHxWMHwwe+dpEe17DP3VOpRgY/GZMc4DHUQTfg+eBVo7CYUDXDZu3OqQaSfeUQIQj5
GKYUeTnElnR+Mt7ZQrfl8SzT/NRPlPpOyYE7hyAcWpYB1dwKpnJ+NwLnBLZAmeLcFCm133BUlo3M
2IirjJ0G5YvOi/tSNRM40MUr7jX7IJhdecsoborERtR1Y8VbXoa66X9wMEG/DNrYDGrVRmviHNht
v1u84/QVen1ReCFfWGQDyk2kBpO8KVoSAc3zsRABnkLMpQlJwQb5Fuw/tm9Ug7OJACVnGaciqwyt
8zQIymaFh7NNGLqTQ7S2S1M/DwOJ7KuCFXSep0K1x8sey7tGED1zFszKzlZEX/Vya1ij9yBFEBkw
8oOm3zTzGJGwPQThk9ZituhXZoTat73ozuqcKi6gzCAseyfjrjB3/ahhseZQYtdaO2z4nZu7/SfP
LXqWFlxL9ws4+mkr8P9Oq0q3ffgQhllwGzRZRdBYGusdMbnZNaH2Qf/Jor8qjuFTtup+MALvXs5h
+gwJ33EvG5ICH0mlLJP97ANRJjEwj9bNGBIhj4JAXAW1l1L+1gbpdV5TZPGdGvxsYvAfoEwf/HL4
5uHH5+hsMgbfVLkffFMNgQIrv7a7+FSC1EQGBgp7XneEboH8GrL5c+cIcd7ElopOZ178+coIF++0
PyY2kODSmDVZ6dFwSdh8Px71dT3BC8Ibs3Mgt17XvD7vxKLB28ikmb7gb+DafRnEYEszne36oQi3
nBaJasNRBu9+HgNNiUS92iCLIlmeGdRdGs92Cu52io/bahpM4jTqSK5FNDTjdo6aYX4yg2HJP3fm
JR3Bn6L6BMR8o1CLJfG47nLHTFGrdPUlzHOzAfRDDPdtGdcxyX4Ta3E1QIh2L4sq0Ry0J8d/bscS
97FB3ku0sbGe3uo8jcAkBonHzAjM67SJGz8ptkXm9bvEso0E0mwYFtuurUAi1tSmT3VWuEcVwQWX
vm/17q4ojeyL1A6KOrQ7LiCQwYKZupbWoE6j2uXxT/3E/T57tXNVI346CcUAWraKmvSHH4yUVENe
EUPQYYbWa3+OzWQTG3lSnUyjVW8QZbTQ7JRfHBUmwXKbqYrK+8CY7M/z7IGbI9K2eqCbKb6MFqUg
LXYPkZZVTvQcayGVZqn4GbPthEJ4xd+O4q0zekysy8TNdlPj6uiUA5rcgDJpLmfthQ8GGysJCCHP
0I5spuK48usw2QWN1YE96yUAwmIIQ1KniY3JKxxtnOd3Da0sauKkRO0ySSNydmgBK8Bz3QzN3FFV
5B/bTQhMlmABN+/QgtgB6p2+lCyfvQPIlTioxGC6sev6lhQrA9BvD0VtSVWxiCTwKMA5dpi9d1aT
OlElbB84o5CKRWp4LBoY3YzYHY80PNtUBoVqkRI9Z5MUF02GrK/8wXYyjsSNKJqeg8zQ8JkqHpJh
dr0LMl7y0hpXZglD+rZpbVWBnHIB9q9wFCBdSBydUuiNvqvydelGHM4akjZabGfCaGAd8Fq0zkqz
HG3ONxptzrCNqfqHaje5QLPYdjSBPAL9YkonIyrGfeDmGK5WZqup/jb0LpYoMw1dfThlSiMbsjqQ
UI3ZleGS8wvXzQ2LBs+0ZXwTscNIhtH/2Jy5KV8op2rrkZp1ym4m3ygVVGU9hZsoaMubpAl9VDyx
JkJhKKALMPosuvY6DaqIiCdQRMNRihBtOhKjUj9yUapbYwy7EfKd7+HiaOvie1yQKrUj/YGUcAtm
OqAFZ7Qf6zyO51tjWMSGkedz2usNOxP7QrmSA3fmJPVpRCMnW6cj9Boei5juSJDIAlfSkNNQWweG
srs9+I2KT4ZnUHkbxQlAfO7x+SBnmFpv7i67mXJ+pYuI3N86LQYgiZT3RHsNTUkLLaLt9OAQteId
E77kFWeIIKLjKWEjORsKjYbGsvl3ziSJJLl7QZd5tK8AjKATAgwE1ZdAJs+7TkeMqBs76e3HSDk+
mXnWTAQfrYZUXQw0sY6CYQouO+4ovMd8RG6owVsCEW0uexewIsCG46yF+k0gwJILdAmIYgCfiYrn
0sSE3KxnqNhADpcW4zdlyahaB4UevuSNEbXrQo9EOvUGqMdayp0fu2yb7ZTE5Ea6dkoK5sqytf1o
cSYnEyFkGPeItS1BAtUlEe7djPPTlI6zd1xgtUuuwzoub6wJOtO9kY7+AuNGRGKfsHOE7jZvvKHD
M2yF7Q+34qbuq4DUlm2VMuncqKBbQjRY/Uqetjluy31aD/m8C1SmsnUn1dDj+eSJSMZ13riNcxK5
ZvqtznuvRv4TEaxEu01NV32BCPJRd3P+mHojh+M59fhF06JavtO8FPW2ouRNjkm5VeI2Kg1RA+qk
21TsqA0lqqxRj7u6iy15hsHZmz9ZwRxZt8kUE8g2N1WI7ppMZfuRA45WV4T3llddPfqPae5CdiTX
1Hb2uktYKqVlgx4Qg1vTp3EKpEZ1OdPMoSNa0CDUKe17dgeVC8JsQt0TcmIsnZHMJ91kIIqMngra
ss+StW2eF3HRij38+jk+7oIaeH9A6KhaezM6S0SlfcctOo2haVEqWkNbJxIkMScGtgbqrvjcGgf7
oczH9NJGtnYbEOQM1F7SGCMCZXCmtfJ6qvDO4hVsVtTDKp5M/v1B30arJnedZjNlYfuA8ImwXzfW
Gob9IEDfYTb0sstMID67tCyBZldniCDnZDLUCam8tCXtcUzIwzT1iVRm8CRrVfZrQzTBYxNJPWyg
uIzejdGrItugl4DHOWUTcMGZAt/r6uhIaoMucqpdRXiNGO9q3Vv7Xpp+fJTbRf2JKfIwcW5VLNGE
aFXG1oE4Rj2Zb3uJYFK2s75sDUs9+3EyQP8zE22vl9qRZqUBMxIoltshmXJZL8YQs+qDyDPZIqok
ZN4VDiAlPQPlto8MXZKbGCAuOJ2RlZtANxl/PxdZgS6WrgnGdpvWDG9aQgDCY4AK3meaNOlpRUtN
rSJpwhjNZiBH6yEzxyfRNhOiZr+Jk1VHvUh2gUIkTF0tW/8s8Kr4nOR2q1pXqhUWml8k7YjKtH9F
lR4+IcCqdkC0WBKdIxO1mmyEemsndcdhQ5Xb38bz4OujuYsnwik0G88UuekRzgfN4o+lF279rh2/
ZmaKIpRMaLY+ZRhOswsryyeWWQy6OkEoaoEVRfWMRH9kY/9gZnPgEfOhtxHpi6eEOdniLPUOpoxz
vhTpg4HbiNk7yYeoPkn985LwzB6HyiDBptJEQTOVIK4ESD45bo3nzOsYxtIt0o34IxPe61nW37/Q
T0wTG6jJgfjgfFq11B1ka5c053Oumc0iuknJC9/kOejkGOMBqZHUzldO0lVHM6XG8MFn8nq6+/M3
wIyCFUrg6kHXt/z8xTSN1zfN/YStuy5MeaFI8yZFcVI/XvQNfjMte3sVsIgcwAOxjJVAI7y+SpfS
nMzdZTw4ObByPQ7RpZyi6z+/CvZvE2Mtzw1G3tdXycBG9H5MDY+vdz7meOJSaMjy9P2rvB7ILZ+Y
cHFDAwBkgAyz6WARiTHg8JYGJb0BTs9so6iDODs0011K/GK1f/9qbz8532eOzMdHp2Thpry+Jyfg
nN5JVIdGGfLQ0Nsbt6ase/XBOljGiP8c/S13heyIsDi8zxaEkZ9yohfroK9NzUuHlShl2ae7yhBU
jch09cp0aijJTpfID+aNr6eNPy/pQ7s0EUMx2OTU+frWFgUfL7hisYaW6kebeM6ViOP+1Iy1d0sH
sfjGpk9kisHz+IHcYJnOvrrbZa9Fy+D45CEvy+X1pdF7juD8MItmbshbM+NQQWL5wAdMe4Ddq0OK
MW5U2839B9/nm9XDh7woAPmYBfqww4F95Zl16GGlX0dZPrBTY8+hVaQKTVZxlNof4EgOnGZ8xi6g
gEVPhgzMgWpx8EjYdVIXiRVQ2/QOr50uHHkxpOAX7jAMUGZxff+aoYS4xxUry71ofXmB7z75/P4y
frO8+D3QKCwqDwbmTGhff+AYVlPbMTANpl2w1CTlzBHCaqmloFVnnkPspvfhmv7Nt4wT0nfshQxG
K/Dg2UmkU8zYydjuOyHukfJbEZjulJiQTV6aCLUw3c9pvMraMCou3r/hN9/zIinFnh4uzxMP7sEH
b6XtcgYGJJL3vjw1xRxXHAoD9SOKXY4w71/s4NOFBiQWJeLi0/W4XHiwnCflaSKuLVILOJ+eat0v
uaSB9yVXWYq4n87gBxc82JWWC/KqYKul4csdHl6wDtMuhj6UgKjz6YemgiSej/fzN7dFyKTPM7q0
g00UEAffnwiSPK4Zzq+7rKi3ZNuTv+uq2F9XA7nyHga/H+9/jgcLhj41F1wux2JFpHm42WK9wvuC
XgHXj2M/5hxYH0Y2PzomYkOM/bSK+4kH9f2LHqwULurAmnFNyxU/BcEHX54SPmP1qY5oxg7PkhYM
8zb9nNs4FP/4QsJG7ceDCFkDodXrZ5AkS6u2WyIH8cbA28+jCYoobg48qB/BE35zT7hbF1YoF1wU
aK8vNZhMwhIOAatR1imp1twUUUXpJlz+9P5d/UTHvdjLl89vkQKh9abbuuzqr6+VS0+kykHZUDvc
kVWnZUDDk9nyedqIGez/7EfXTqXkxUyCHmNwMeNlYAI4yz1zVy8/r60xH7bv/1pvPwHwFNjRWLbk
FHqHDnNioYI6VQkt4pljnTRBf+MlSbfh8qc/vxS6ID5nbt5/82EnxHONZUyynNX0d74e7vpC35n8
+c8vs/iWkdDDA3vjmU+xWNakuEaM+1OY9Vaeb900cAmAaPP/wocXMAYCicRKZRG9/koTjSKyz8iZ
HlQxreNklhcBhQ8Rqfzp/bt6+8i7ns0Iio06hLx8eCkaLHnWYpxZU2WlR3Sbeb7HntDJImOPYb5B
JBN+mm/vX/Wg7mfNUmzzcvACBlPczMHORjS1gXJJgb3P47Bam5w1Lwah9WWoOtZpHA94Alt9nAeM
c7qgKT6olH+zOuGn4PpGzYH153B1clgegsZwlvd/X9tXvpnbxLMvtUHhYZD+4BF9ezVu1USObjrA
RuG2vP46C+ycmthUA9/1dAdFgsa31939P+wFby/EqM+nsiKrmLegOFg3VjoEUR8v7L15/PkkMDj7
Lz0JaPEWIB7leLDwTV/fD0a4MfFILF83Hr6MhO/ovhl1z9iKP72/UH5zR9TlMMJYK9zX4UIZOiIR
HQsvZKPSk+XZLszk5L/ybLMQMCpQj/IKpEB7fUe5EFTADXPSwI2rU/qtzxhry9M07p7fv583hQNM
c1DcYATJmKL0PvjoREyKYtrR7khdKz1yxdBvPr6b31wEdiDiImptdMuHF+mwaCZIF+Qqx5x944pY
/eCJ+ggA9purIPJjawdEwnT0sDophqphEoQcOkMmds37pTxtOv3RmfbtAoANZ0EWpwJio3CXn784
l1HfJokbk3RlVx5WOZd76/faTSmfw0xRwb///fz2cu5StqIpZkh/cDk5qVL6E61Suxqmu5yseNIh
aQzknj9u//xSaO2oJDlMA5c8WHNOM08WowGURkUmx00eJtUp8rj5uGoW9dL7F3vzZdF+sKzFUoXv
5u1ZMyvScKLpTa6gNN2dwflva2IF3vzhVagaXcQQbAyshzcqdmPO2t7lMgtiy90pOq6ooIM//uC4
Ch8a3b/ldcw76/WS0HUKrmTxz0Yc2ocjDeUGxQ1B6p+oJd3mg3bHmyKcqyHiYBOi4Kd0PHhiR+2o
wIsaXDlJltw7ToV2wXSaTyQNMm9PvY84fm++Ka4X2gjzKWWwNhxurqirgoaReojYl5ay4dl4hnDG
HP3xN8V1FuE6eGV4zgeLT3K0qVJceKsYOep0ahYjx8FAoqeL/nTlLYh5Ol/UZ/SNcAK8/rambm5r
NyEc1y4arHrMTmFNpEFBtOn7tyTelDJcaanMQjpU7BeH60JFmFONmGcXCWx52ofZeJ5IaX8tUCOc
1cpBTjYMdXVZhww7Ddd18o1FyDD6jtZMydOJs9RbMSAhbKl0TOMUxpQ+Q98AQxmLMGJPf9IXGpPU
o6jw067h1qsL3yrm+zic6B3QZpzuUIJVRLRJzSDKbxb38+C7yTUjbTqrXYTSfRVn6OWPM8Wk4Yj5
5UMjByc9KaSIvijRjfHOXk5Zd+PQygt66spZMbyp+rUwS3U3zHUQXaiukO6KMaBz1UTYjDH5i/gs
HK0B+ZwbyXTrVo5HXxk75ve5H70CbpA7kCfUeuMRIfRVcEG6sPWYoh5lbOVrmj7vfx1v1zEMWwBG
Nr27pQ9z8NyoHMxmqgEW6YgaVmVGyeDpw3X89ulckLygrqlITHq4B4dHyccBbZnXgxtUtJMQhcqL
MtTUkIMhL6ypnj9o2h3e1kIeEwShLBxYzgKHnbOKyGNaRMJANpKpH2NYuPu87KMPCEm/uQobKf1V
OmT0pg8b9WlgkP6F3GPVjg6leEKZNQujuHn/Kzp82XEvIRozeo9sBLTkDqpwmSe2VrEpmd1rUmNV
HcHfg5+AdNv78KDxm1vihMYDSulPIXxYLmRprRMIdUBlB2MJc+e1EDG4/HsT+COtInlM/O/QOffK
bfcvI1Jf/VP7/0bBTUv58I4Jr8qfq/7ptZWXv/G3iNEx/4Ljjo+XZ0j8FB3+8t/Z3l90MVzimpZV
/ze2/pdp3A2QN1ocGunu0WS1lsXzS8Poir8oApZ9OCDIJHDIc/gDw7jFIIZXxIsOB481rif0Caye
pSEWLj9/UQOOIZSLJnYRk3n9ac/8ati6auquURKRfD70VmPsnTqCNwvi00x9a5tkul8TxNFdAj4q
0qMq8Uy1a3USVOssiDv7SExy/ISX5MTx8nSHyOTZaYVmOJg2O1MtnFWf9NFIjeLetMZ2DfXq1CYS
6DMhSOF+CmWKuaR0N37pngvPCPdMktSJqQK0HIXxw66H8dzyphsP96u03d7ZQdpACFyG3YDOUjFc
Jbm+md2TOFm0Ua6t7+aqiC7QyDOZi5zBvBJJlZW8o3qE36kp7QDtzmB03xY+TXyLizUnVlWX3lHW
TADlAajczsXwaFd1MK46u+RFO+OfKzZhIyciOPvQPLJ0NSI3mEjksyNRNetkBlHVetV03tvNfTcV
Rru3bXJh6gpPwLYf4R+tY8N3V2UyJscW3Bm58lKyoUXWRJep6u7sIrYfgki7Z6MHkQzJkcUPI0qJ
yFlEl5ZqyrWGIoP+uk35wp7ybBI0/Cuz3+qm9C/zviDTCW+lt82yUV6S7V1/DfDbIBcs7NVYQ5Rh
O5TQWZy4P2mjUNyhDoMXADesMLaxL2Eq4YK5VkiSltBVAXRJlOnGm/hyAE81ijw411mXLX0NbEkh
qZ9aD4S3Q/Q+i5HZnwDy4wQoIMKs8tBF2BbU/bdYLLogXVHTtm35mEkBgi/KrGrFqABdtmeI077L
xGmctjhS/i9l57Ecu65l2y/iDXrTZTKZTikvbUkdhrajA0mQBA349TXyvLovoqpRUdU8caStNCCw
sNacY9bSJ3EvyuZLgD5nSGjYvWW3Fz8hj4F5wjxp1HW/H/CZPuvosQMopWPZzlFSK6/6soeRLjY2
I1rX9rWeV0bOgezLu7GKyuM639Q3tb9Ae3L5xg2YZW6LSi5nkn6ceRzRdQp0Uoj4QB+VUcrQeYzd
qdMpI5bL2oU/cp+IcaHzKQbVoWKvhSmCTz31BjfJe331a+2g5SUBswuqBE8BWT1GBokha4NYhcGu
DUQ8+FXqag0vZbSXXW/4TxRaT/6aB3csr8QZbAdlVFDt8Z1YcRe2M0rhLUvgsn3m62YnYBugm2xa
HyTTv6R35xRj2bIjY8pP52xrkm3z3GSVZnmSeXW3qOwc1U/wu72TznrCY1ERxQ5lTwJRT53D3s33
vjMZZ2VTA5V19ILCczi4IQYcNREyL6JVoYoS75aad66ytxjTqth30nX3i0FwcdkY5JkqTsFk9a08
liKf44A3wZesL0bYQWgpH/Sa3WUdvppuVktK73OXz8PO6+gDGuItQpP0tpBUflrcKqln6y3QtX83
9z7eAzRacT7YxJoGHqxFp/wLdhP+bLj83PC+pGIe3nB22licgic8jx95NAts94oV0uCVZ5JBtjzm
46cCo80jE1d9ylFzhEIDh+ei/hP+0HbInSbKY2MA6icNdeyN0HwPGtheU9t6bwNCu5mbUwASqS+p
y+r1r5e1Zs6Zb5FvPM2rfUSadbNM1ETYLZ6YUzl2TbJk5T182cKGieplRFdUqwtWWc/iTeMErWOK
CYlmZq7VQxsyQ7TqO3AA2Z2vlwzIR+Ptc1ccyFOod85kP22zsT2hDAlhzed/Jirzsyi85WhYpX8Q
DJdNZBa+PMo80PdWKZZvB83ape/6o0CrtrMDGe4nu5u6a7lsjhm3LPh3T/okL1cGQfE3lXUfGy2Q
JDYeJ09R8fQIeFwg7F5dPbFQbBlvyv6E1RyeOhY3GUq9+9SM+JJ2jZLhWYlBvkuyC9goC7q1qccu
Cv1I4mwKbdHHthEWhAEEwjL3yzCsB7jkyNp4NtKuK6wTU39yw7ZVsNw1guROdB6EnNH/RsKZpZsU
7t4G+3cMbmylLNzseAs6Mj5do7GL/ehZk7nDT0lWZxaBpsQeshfzSig3WnUoQoF9L/tI3hnNOu7Q
LG/POONclFVORq+dTU7OS37X1fZA7e9Ocgenx3kui2BE8LmUrpeoOSi/fL0FDzTxotT0mvqae3W2
CwgrhCjsXcd6+Fj0aYbSGXv+cHSsdl90fnmVvg8UsQc1Z/KzmZi3S23Y4iFcWpcVmMH1drq1TkS9
ZTQLXdw1k28ndl4RsNeyVpUrd0OvjB9tlhvnwhy7R5FbXmpVOnvcRvaz0iFxjdVkTwoBj9/dlb3H
Wm3ah2ZexZ7wAPkwyT6tZyNx0PabQnDcGUZC3yXf4zh39gQKrHeZ3VdpO002BcLYY5hUZ38U+XPm
c+4E3ku55j9L/HcMimfjOAbRcEBCGcTWxqA4HnQViT2q5MfIYenpQt4zkHl0TLJ7HOGq07Qa7ksl
+r9jbf2dLau7k8bc/dLb1CaBBaB+qu7RCRcHVPv+0WPlPfcGbzr2jO2lnR0cR6sqoLy1OJ9G2z5G
gDHvAroNj63fVOfQW+mGCz54u0HfiwlKPhqCmyqMTOunFYIX6dqMVF4SLfuocq9lEL1Gre4+basv
jv7osh4n+30wUPK5neT8Kittx/ATeSSK7MhtZmNvkf1TPw35i9iq/F0zYJyQF+/shc742i3/jMb7
tLjhn3qkjrHy/Wfglrd/ciqOdmASK64aZw8TTfycyXcgy9wYcNku5q53ySUghfDOaZZwV5hS75yi
+C6MQb6Y5ly91PUiLyBnHZ77djuZkkIJM+JydXA8Ep7beOkSMdQteQ74kjK8eNpiy17t8C5zpYyl
uZ4Ja6zuTJODvASCcMKJP586vYlfcK24doADixF1v8kueK/yNhWDs5xndMk8aVH7GMzZui9V0O1V
0QZvyxItDy2F8UMh2jcwXSjsnSDByDfGuHjdZ0Nn5d5kanrszKi7IOSvXsIwXy8bw6992eUrhJWw
9zAvwED97B3XsBLF0+EdShz0l5v/+kUpg6RJTJ/tDm+CfZFW2XSJGurlwoMkZOL7nfiuPbMAITlE
39sQdR/WYpbX0N7C5aREMe8NuKDfC8FCYCf1OH01Y+49+/jVEqHW7r1pPPdRT1EYM8sdz6AU3rQy
vKPDaX4huLXnplmYT1EPIT+WGEFfJ13kn4tfzH/rNW/3Uo0bTpDGQo8eGfX9NjX9cQvX5a+02vl5
ttrgUvdVeciMSO8L/vfvJpj6M3Pt4u+W+38qjCa7dvGnIyJ9P801/jwzX/xnrAxqH7Dz79wARHQy
3wTIuPvMHEquYUMSnCdorV5oXNUttiPxhRe8VuL2hVcLm6Dp0M/Rbusl8xhFaTuSIblXSP7YT42q
OuEkWS+r8pxzMBb3azkNRySXAZYJsJlOp7ZUzrVzvw29jeIGE51yuGG2ahv/8owgbXc3s0jJpkYq
oegQnv1h/bF2wa4aqvqP8tibcV3776qfh8stLPRxCdXPKpjzEy7I7K4KunFn2H6X9ARUxhSL0xvQ
SJG6YfmJIGndozLAk0k/MS/CN+bsaeeaJ6jQZ88nEjrsguxQ2KM8yIWY7a2+w77R8wma42s75S+9
QhKOgpHzLlZV9WiOgC8rY9tN23gfirCLrUIFh5zBR7zhMjrga39sQ3M69sH23YXGfSlGel6qi3bS
XtiThibDLXubP5pmuetta2+4I/W1HexHVyVEZR0oQcoTxt3rUDnyANNuPHWFW59Zx81DuzgLrS2j
3Fn8/MVQPHX5IKzU0Fab3KabT0WOvxg+ppFCEiyuXYF8XpfRmOoNYWvpz1WCMLqMvRUAYlCs797S
tjGlTh6v9XxnhJR0xWb9AoSM9Wu2n3Tltfum19N+XZ2EsTb+iGXfm55OTaqN1qynPVrW+oyP969V
yTMmm+iEXQrdt3aal2Lrs5NeLKxEUT4kTT2Ls0IcDc0ui86TXAihrUoj6YpM7CD0yt1qZ9leBEt5
9CzjbKysb6fO5BFtenuXdwb8ZM+bMfYMP60C+alVAWmqnXE/wMBM7G2p7/rJmXdqqJpY8zyP1A0k
vGu1fGODrq4NCtEHduIfreqHlxa8ycFWNpWWrsU50O5x27o14Yc40IXqeXJEeye56sUDHuJzjgkq
NEUeDwFm7DGMjt3ikglgW6zo6DhEQdI5GEtCKGpZX5AiUa0p7KZ3xX4SOYZ/Z6FX5wY2I3gmsAaB
Vj7tJYaF0+CsY7rAu01FN1UJY63tKKP2p9H7ik/ZKJNgbcM72mjZQ4inGekoHAS2ZwiCSTE4e458
oyiunh7GYzk6KuW2FOwI2+oOmevvNpwte8+wtnRA831cKfmTwY6Go9DyzXWwrTe9sRyZFqfQDIo3
xBXiK8qvJY6lIZb+EvKX5vnS1npJlD/aZGIBTRBR9swZP+Pj6O+shX94RDmu7ewYgf1MrBkKMmrr
nvxxz2rfvL7iiMtxJgx9f+wCSjVzmVIIkuni83NcrQ/CqTV0YeddVOTsqGqpTxifposxqYUbp0dY
e21zKFJhABve1dZ4XoMqtWvQxnB22zQvNsruSLwC7d0bJmV+1mTHYR7paeLnT8a2VXsL41S5VGNi
LKFITEwYSa9tkRrGVBy2atpu5p0uZs8/2diCnVa1hPD6XjybpXfccAfGa4XNGn/eoxZyONbbFByL
BlGtrsbs6HuRYuc2hr1NituOGL+q2QiSbPWpWmsf0VipdqUBTbtwHkf8UgAyHnPPrI5L3xTHelQf
g4SE4DTOV897S4RV+8nC1nAXNQ/T/GfhrhobDswFbZNJVJlJb2WcvvIDlxZe9eaLBiEKX7s7LmKh
kzPLndn6vzvVfBmBPfMr3IRthB1119u7jjtEPbqJ9q7LFN2Xof8DiujPLI/KvR5HkQjPv6i6Amhe
rdeFXg+EVjxBvsayaiPfkO2wnRzJU2nIagC+vEVJUZjrpbLAN8yid2LTRrmu8emA2sV8tuU4jlyP
nBU9DxLvh20n3GsbAr5NnUyeelI+hIVKzffWBprZ1iUE6+VlzVp3z+HFGAdsd0wcU9yaPVpnfJ07
bw6f+HbGlE8BHC59E+YGEKbD7bT53h51pnsMLKXoHwz9Dl8gFkssfcei65oiDhiuxPTEPngi7stc
xN06HZUNkXSxseZsq3R2kjqVdo3q99mMIaBqxotQ7yHZgMk8j8ujTd+KHW8bEtfqLgIewq4vooqp
9A24CsY4Jp2iw7S7RgkWKsqZceCiQtgtMII8cp80O3Vrjmer70OS6Oohga/yOBfjQyOXh1xM3Po4
N0MorjhSFvS1wXJmvwFBDoH21q4jlBeiSzT5+zJn+/Uj57V07GtBvyb2vQInIz0/8pcwKuEaCfeW
7txjiKNoZ8/Nc9u4N+4FxsVlvnOhpx7xRzxE5OXFxRjKnxIfcuwAJr9fMXYeIZX+LcEx0I+S8oT2
mznyP45Sg/e2MtWMSa/L45bgOZwq7ddcLFw1Kj66UrnG2TJM/9w46J770fhl0e7ebW63xUFXzHEr
XRGXxGocwOfZN5oBwx7fGoGkjtwASrU+ZJsZJdFi97dLR32ljL/dSJ0XVu5TSAKSrjN1DbbNoPWR
z/sMPxovo5I7QEyvgcyui/Ah4Hq/sn48eJXx3HAjP/aqfPaWkdajKZ6HQjkXW+iTbvKnsGuZXjXN
Washzb38HTXHbxOnTGqJzkmGrSNyoWlx5dhDlPQ226E9hfUJwsYQiIYqFXZi1jRPdjvwatglSMux
+YrNQ1GEcQScnK8wvLqT2C8lsstNts+V3bwyaHJiGfJSlg6TOWiQuJ5cYp/XH3PUm7HEdgAMccWz
mS9hHPR9UgTiISrIyp2xBICtwWcjV/fBKVB+qPwtWCCgG90c+23+KApHQVSGSoMR9W+br4Rj1JCh
ClDt5vxJt/Y4ZMvDZs7PZm4EidH9qZvlewzIL3IG6P9mbs70KqrnsCxeqi386Y6BeWg6HSSY6fWx
ZHiaAuf+Fo5Ib5hzDCfEBA3OAScimGN3tunf1VxkCtAUjZk/jWXN8Rkan3NIUpIfPdKcdhM+xTIB
/ZI2lpHoEIeNjSjWqNSToeZ32hIQyKUc4rUFk+v6OU+1z2jP1prjaquzQ61xns3ebg1+6A5OdNaz
F5ECEGdF8xj5bbmjsBOPjHmASliiP2A0g45t5wldYtTrejx0UPlTHwxL6muLOwYVXjHoODeGi1mq
KwZaMCZ1/4fR7Hs+jOla2d+6IePQzkKuS65Nm7AMjgPdmMShEYYBsekT0my33YyFTpTrF0OAn0W3
gnesqRgLVf2aA0k8FT6TZMln6FQRJaYI6F9mvZ53LZDh3BchDrfwBDhn5sifnkTu35jHZAd0Dgtf
VOpF0GrZgdfp9lr7sEUUvFjb7ME5WTSGUVZaO9juXeyL/g1411ftUkxla+m8Cke+c22LEpYauKa6
uu8746Xb3C/c/L+Cdk0wy/U735lvBOcSPjUNmZ0M7CGe8RkDPl3iUGFes4oqHZbmwddKJGvOuqVl
Xe5Kq30y+MUdOCSsz4N9ysz2DNWDFqlPXNXMn9u1LUj7xV3zvam1tXcG8hn8rkZDsBl5sukbOIx8
irTvjd9u1gUYbxGJt+GKtclpeVtdhdm6pZ1S2OpHbbuUAg4X85unXtJt8Plr+MZvctYQZtYAF14E
9i5f9JMYIptXah5oMb1k7VAlEiprWlRwusYKg6bWUZ8s0vgbVPPJ6Os/ocQ161uPEM9OQzB9EyO1
oN903svgn6zT4kEDMBuM4ghT/IJmp4GTEm6E7/E50tyeHsigyo4IknAttJWZNvPUJAGW7LQww2gf
0cECU+LacWVxmAZr/UzPIja7Yi8MCzrr4L9Xhbhoaf7kdr0cSvNuXudDEQ2PZe6+rbV2oUflt/Zx
dl4psEfxR1vlL0Sv58KbPxg141j6Lu3oB07Mr9nN/HfssR1pF1twtkzOog4GluoLOACj2e4KPdWH
2tQSL7HrJGPQHpHIHlblvyMA/wnh672uxuLIjCnh0wqP0Ndj9hKMb7bEoQSFqE7sQX8pgi3iprI/
uEo2vDPbS4weLAFNrjpReTuQ41cni++cR1/+khyNiRnU01k4AS+AIfrJ7Ynm4qrhHX1reVho9H1X
t6Zv3wxPejLoz4vXcHGeQml83CKmY1kb3d42SX/vJeWQ520wCVR/zSBj1d30FXZoBsJ5MlEBZN0u
KLJ6X5TwlwZD++m6hX0cGu5wob1+WUV0cZ3oDm8eDoFg++w2A5hQB+ypCzYrboKmhihu9H+CDboF
vLUiHXzvAUkdCUhZ/bROitmMi6d1yl+7zH1sJvdxrdiorRqA22jiSVo2WPfeg+qcjfO17OPRlC7+
AF/jDVfNMaTkiA1EwxRJ1GreYj3B3dz44zhwl6JKJkgYHvY7Flek8d1GdVKMkHNXfxE7Mxyj54J+
BX3upXsQ/fjzn4np/2m0/L+bG/+P1Nfb3/vVST0AA1EAzf/z79/gM//lP/b/gGiepj+Dfv4zTkL9
e4Z6+8n/7f/8T5zNq5bgbH51Uwtn6PlPDlj2v46Cmaj+T8PjNmdk8d+mx/zK/5seo/L4F4gbHHS2
iaAAxfe/EThh8C909tiYcKBgdUSI8f/prR4IHPA4Nyfivznl/54eW/9ig6C49lAlOB7qkf/L9Bir
y39TOfDXcVihD0dix6uw/3tsfaZouqBBbq6FS9mXB64KYYYNdiN2vVmPC+3tpiqdxJd9s0zvK+4I
EkPKmuMsHkPbkG8V4SnmH5/aM3zwpT9rPJN6+Wn3VhN811HWmce6alz/uyabhnFX78xbWuXjtp3H
VsvpEdxJ3aZgI4dktAf2DUOJ7GD2lUlohIZZwrRJDpb1qEE4YFx1Nn/crfRPXsWIxbry+qV5HUcl
l0efuW5zRwqJeJ7V7JunoNhEuc/benwC++a+162oDDzBUFV+uFvlNHnCaTJS+GYeQ82a6fmI+R75
lBVDEGvKq5UPbDp+7UJLXSPCxnqx+qtJR3Cq8pdtdAOqkkX14W9fGuGdXYEU2S3CoSuXzdPMpaFY
Gq4XlqAA5bbaXikNEJSs4KQd0isWk5SLbWHAf2kKy9z2EAMb9dHQBA/u8yIqC6KMvG485vgzxt91
xCz/VBgVmToG4J+vfJOK07k0lgeawyUlX1cE5dsW9F3SEIbLPQC39i8OjPEweeN6gMaKYXCrbPd1
gbXTp2GTE//iCnGi6ePRUcs92JN43erW3lXZYhRJ7TGB+FOWEpeLaAGTJS0DWRXnxAO3cbktNnHW
fonalkUx9FG6jdV2n5NqxAbFHMC58+elmksygoDk7eXo6bWMa2qWjEY1KNgMLtoA+69rty4DBcIr
faLdK7Ozq2YxE8FiG8eA2KC9s3TBMyvZ2NIa2qN65UZXu/1etwzfX5omBB8zEQIa1bEPQHF49EKZ
d/fKa9Dp3i6g0suTG1WC7Rhj15bTGAjHRd2LsLHqHzShcdWGfRap5CZCCo8h2ybSgMydwvD3nGe1
ywi7YvRMT7KGHDMvmiLYqqxsSn3AHkEyRzSpnhsVqrvNmhf302IlOD8WadbFfm4HGpQ3Ck/DWMKx
Shpz7Yxr/81dJrM+d6jX/CTKAqIiPLAhzSlf8YM/IqVzNlZ/PRjLvgMZ0SNUyK31yyWBFtS5XJfp
RU0NhFLdhvO4j3wyrhJoDTQayXRag2OUlbQD29XVYr+CrRxj0inKEm/7KBeoltWc17Gz4VL/GMKp
HQEFd2CryKahS5WsYpQRX7kt3OpqBsO2NntjpQoiYsq3ZHH2zWox/FjJyhVFgp9pHYIkb2W1dTtR
TyMlhOuvbAVx0TFP+BHNZrSszNnqUv+hidl5P1XgLlBQyDCpTSuuhrrKQakjA1SgFDvpvctwc6Jb
TzIK4UW5tZ8F1yK0AuaktK/sLpUNEgd1xlxPtXWejMBvAMwK8Ewv/laG62HVy+B8SaLOGNXRIiML
zMQg9JrRvGcMYylAOYpAFvE2w1734giuVrkXEnjSLtxU9kxaYx5i18/chnuQuQ3U2S5NgAgcyK1m
goR67h0jiB7zDhwA6euh/J2vY7g3lXYN2kEFHnN0uoa7G+lX9wkVgfvaGC0DPbCZdL1IqvbWWAdj
6Xz4YafZGL1y6A+TDs3ggzGP0TE+N10wDZnUHz68qfLQr6XZv8Ib4pJW1w4wHzp17gfpnyLpV2s9
uTWl4iWr0W2O61hdyTKrt7uF5lY8VAS+sJzK3Dv43Wzh+8KTTjUXWeX8vBGt99Hn+XbvdGUbcy+I
Lh40kIcx6ohQLbfafHCR4eXgGxnpEJwAJBHNZBAXUnYpwFrjM98M9VmPvXMqSzyKzASGwDkuix9y
4a71EHf8LvexsErcaGzP/mLNpxDpB9JMmT30G0ZDpuRz/h6CbUvqUVj+EUF6vwfph/TBWpo/NbTC
j8yCYANSw9UynYxu9U7TNnDDyFjEzsPIJf4Gj1hzlwofouSumQbv6lZF95MAJvMDfQ1h0tPY51e7
pKR+sY2puaJ4GBFV9FqegKn1UcxDQM4X5KGafje43VCdQmCT7bmWmeFfM8OcugdfldMLIFKbiNll
NPmnPOdZO32RZvaib82sYd2HhGi3B3pJCG9MQ/iP5iZe63riIyG779XMFV2fGkgQy6/I2zWu0OUv
O1gd41tuG4MdE1pUqR+6X+r33JuHac97MHdZBIdiBydYXntp6c+m1f1pAczykJsh+0JOvF+TW8Xz
qoRxFuWU3/Wdzf5Dq/RCFt6QvbjubFx0vvFE+gYfSO4NJXqWZhbwvix7PBB0VfdxDWEUObBjfJp1
O9xNkxs9Ztbkn0ehwuuyFPo81MTfFaOoHhqLNRmqIKMtQKzJheT3jXcwjm/IemlBDtq4hhuuTnvx
7At64ZfRHWwWmV1DOtIhNw0xMrRhaNqCHxpM1nJOHJLdlL99Qx7LCqrTNuY1HZqRqelSmUfwSLRD
HCO6oaarMSaELfzIp1V82rr39xADWDtwNs4ZRstPWJmOZrS/3Nur0JdsodnaGIs4uYIDZAny8hwG
RsPs3QJ9q5EUcVkRE9QqCNgQf+bg2d+2ieh1HzjbEmxksgyTCWt9Yt+o3bX6vjnjoCJ33OLNZkCB
VcqJFYru6sXstuoBLRzcqdUJL0u19cep1dWhUVv9VjI239EB91OUN9E9lT3LcrKt76zixrBEdv+S
RT6ownquow+UBEHMmW7dcxGpT31N9eSqzYHy6kT3DDXC79zXf2pwEntirYInlbvuYbLK6SIbmz4q
osinwYzq54ybEa28G5hjthm7zMwA70XJWES24rEvXR1TycL1sLIyoVOeARKb2/PUBtGRtlN7YTNG
gZDr4jAzvUuZlyCmzQpNR9lzwIc1fXiJugIRVzAHr6OVY743R/9udZvgyaiy5oeNxOocsSzZLskn
64BOu60FWrvxttTvXPdHvhEMxweag7id+n6HPfm167Z7vbqCx2ZD0d61YXv1I0pSNW2HypIiQfHy
6SmkbET+HXLfAUbEsOI4Wj1dzGGy4trMf6lZVa/hYIFM41g9Vg1xJv2q7f0oHR6yoj8LxXVc0kZE
W9I86m0pTyMDVZBkSBuA76A0Yja+hZk8jMHS3blTC++wx/HEnbzPy0fWhNOlXulE4hAg5XEeO9rF
9+6U5X8ITa2+HLQ8zwEinf3YMZmY/ULfVdmK+8vjtFjZ7MKbGotZ4e92s4b33qXdZXpuxIdvPkKq
znnHBKSEdknnhZ0mUa2bgicqjmZGtnjdiDZptiXYQUZqvpzNWfykM6Dj3Jq7DDTCDO7cqlz1JKkJ
7xystZdum3TKYY18aNiADfViANAOpyHcyWKILuhBYG1ES4ep33+j7q0e1VianF6TKI7OSi8qHntX
Xxo52Xtbzd3V1dtGSikrFs+zTx2eAbC5VwovFZRZfC1dAIJrKf4ahq8OpKZx7tDR8V4UvQjJ0MAw
vifEspeMlJv7wekw1PebnFLO120X+HX369bY2CF+w3/fD/0byzrcDfCoqUhLhfzTipJG0e7KA2Qf
9N/seyY6kGjX24x7zUl78ajdPMqhQ1e5+R8bf+1NVVcxBbR9Bp3cWpgBU5ZxH6Iq9Jo1zsGKgU2e
EKUWZXgZoSj8YMSwUGFHWYplor2uPHPDav8jmx1PzBOyFIQ+YorRoW1nbh7QCeat3EC4WDCp8b2v
fO6zdLHr6aJd9ph1nu1Phr/zyRxbzg6/bcDHBe3fQpn3deXq1OdguTatUDSUB32x3alBNzuuF2vr
HxRes2fpTXjv0CeemmgLP/xifAPsjbo2mxibFNiJgSWaGeP69q6j9DohYxWpaUbtoYuA9/tG5jIv
DotD5I/zi+X2H1MNh5fpVZZM44CeuJnYcFb0p11LRO9YrDAfxmZ4zvNKHL2+GIBew5ReBTCyvidy
cVctmU6GyOuYgkbtyQZrsbdRAJ5HyRBGZc36MS3qq49okHl16Z+LvPF5yNtPtZYFVeFmHjC2+CIO
nWVbEmcNzEQ5m0wrRAR3xMNZl6IsnxXqpDYmy9A/WTWL2K7slzoK5SsgQdIJpFt/sP1+wSntD0S3
rTvXp7YxrDDpe7h9vgqdFED+NwtMH02qwz04j+5Zd5JxsuCzHpysTUF0149W1BS7Cagg44HCTSgG
hp2xyheiXpBWO64+QwWbd+Zwu/82rvtXEA6EZBkLDHI02jyavmczj1Y8GRzjwWp8zNTDsROygcU5
iOxLK4RxVICsj3pb9X7U0uPKYTNnqmWT3eMImsXOIqMjDYnrPFtI1CrCFBhzCE1rIp4CaMuEEX6b
wSqv5GTUiBr8Ze+IqH/hlm8RWRr9s6yXhquRg2iu0E9OJfOnHOXEC80sl6lEFF2UCRIrzxxmKQZ7
6U5kw9toFNF3hLTxiYYlRYC7cEWOtgbHjfaMT2U0dVqJgD6mqYoXGWT1bm3E9IK6/dfoRjktOFnP
tBL6borRsDcJbM2WD2sw6wcxdPUTP7Q+E8QRHNlcqxMxKO0bl90ZJrg2H7Os9y61K519S+Qwqmq/
OuuOIkRMDm0Bs2kOI4lY98HSdhenWn+43At+RF1ZfCFurGNrtVB8OFVAn3919zmKufPmbO4TRo7X
zlJPJBZAAGLGeonMtf9mirmdOWamo0Vr77NEcbpHriUfUEit75KH5Yec8aKDt6SqKwCcXSgO3uFx
I9n3RnFtKrZdcBDzt19QEIS6SnJh9Nc5cOdDp/38QmRGdwReUtIkR8zhBIHe68Z7YkjmppAO63Rt
bJ3mGcy30enAgulxva6zhRuKZOPhoNiHzxLQOmqi4XWLYCFsns3emdOkLFcGiRHY1dVHRKmyIT9N
taTb0U1hkmGNSWQOyjxqrfvZGjN059ubdNp+r9rcZpeinVAOiqzYfPmzDT7YUCb37aHMnZBpM0pQ
STJ2jNHQOgWrenQBmx9oiM/vZQGx1AKizsA2WhN69MjHQnJjs6btXrsInqGjgMe3dn6yNTVyMYzh
jklVk5YSVi85zdY1sob+P9g7kyW5jWzb/kvNIQMcDgcweJPoI7KNbJgkJ7BMJom+cUePr78rpPde
iSkZZZrfUZmsRIGBxt3POXuvvapH6nromv298X2NEAjcPiUag+x14hiFGjrW5hj0RYGLwb31SbLn
k234jB37VdtRfIiDlA4vTwKE86AO6AbMYfFzRDVaBoce2MKR/by/qqd2Pi/g+s4RUv0rgruoPR3X
cNBIvBM/vjqVbRMQ79BoDp7iycOEhyi1P5FZ4a/a2u6fCDor1sGYWk9L25YPSET6DRFIEbG8Wn4d
8xk4e1PoTUpgwpUlBYpMTP3pQQdxfIdXadgbv3k3iwMp16rmreMxdYIa6n7PsZRsQLrhEwWWBTa3
NGNH+DiZbrWfxAhcREgXnLIWNd/IabOXn3HSNa/Fov1wF9Bp3NC3afczhMl7Y5rslmV3YMrr5+Qu
sFrGBx+I0Tam8flm+4u3LibL21ZepTjedMNGpWNVrvRshpPNIZrhdc1cfVZAKBkqQ5hs+5cyQ0vg
cg65bxPt7BF4mr3te9EntmRAyKSyvGZuRGAsOCha8b7NWb7Oruxgcg6DHS0bC8kLrJvLrMjuE1g+
DaN+Oi54GlJ7uMKNa+/pZjkIFhbrNKIqQvQw0F9WDMnNgsIS1CsR7XGxfCfigeFdGnF/22WScLLj
L/RS4l27ZMO2cOjYrZouLO8xgoCQ7pNL/mdr5o1yvVcols51MAKY1VNDDV0vLqP6kO8Wynf1ec6c
+QbOQ34QxrbWQ6a7e4+h580MCH/XTtVIJs5c7UigJXMb0vBXEoTncOXUPqaGLpjvJn8RL52bjjvA
kPWTTCkTLwNvc1P4IXDiIvXu9OzOezYQwRxiKN9V4Ypo1ZWlu9Htkn+pAmt6gF32HvliuWY4OR5F
QluGQbXo9z7Zs7sUhdGWzHRvdSnvb5TRAZOfcNhZFbYjFVsBs9oRUinqnCpgsm9ZZ3qm9MGEgiKe
zeljMtDzoevs7W1Qg7coSUHZZqW9bBpgequpje3zaBZ0cUC4H5J+ma5DdIeoblyUGyQCoLBkvryy
YtIJu4rdMMzGZk2iU7mbmiHEj4BxN8wy9dV0U7dpM98gKFrATEfaZecTLjxJVTkk8xYD6VTC6few
nMdnJ83ZPWLXtRidBkQemz6JzsqiVLe6BChOHV7anDkJeuxJjHrfa4v179LbpTdBQ0cd7aiXhNxH
dF3nHnT2xQxNxrfneFs1sXXRhp/0oQ0m4j74fAukwHaxFzFl7SLK7hhnSUxxlKA0gvm17GZ/aN9U
qS7nZ/CHr1bbJU/IdGS2YqcZn5OWclaKOtireSqutGNz8vMaMjWkmThFa0XzJ0K4wUnhMirGwvI6
xoW47UfOm8hIOVFawfQY9HaxLeVSfK8ZvL/bqSP5a/jO1zjt4GXQYT5Lcm2vBz5i5l2zcfYBUtlP
6PiSNRlX7p2t/eFmAit7VMqiPd5LGsaO3V5ib4l1h0iAwqJFTl7V7ZnARH8neTupUz0SdtBnrlQk
vpbEKa4bsljWQ2xXL+0wTau07Wv0bFOw7vRyjWGN+sRFatw17nueZeOBo+33IO2vmY01a7pG3wLT
36Y88AIlgHHuF7eRJE8hzRX5uDDhJQopoe+2oessTjm85Z3ifWTgTxhHNvdqHXEz0j74JCcWdEDI
vGxDcwZQeGpQV68xhZ9Fg8+Hw+vToKpNNU9vcWx9aWuXkxOegC+kIr+TdZPTrAgcTiBZQzaAKO9m
B5PbKLnjHCPIvqGZma5mt3u02hADdlgHxXqM8DaNVhbvrBqhWqhy6ipVNj+6wile4MsfhMeiqdCP
b5Keps5QJunaqtOUsr9yjQ8G0HlFD1TtKMy9Pcv24yTpR7iKKTfNtJsFx7RakUxuHeHFntNBEdo9
dwFvsv3ZIBf5pBGQbIyNK4uGORGchk4H4vj0nhzv5hqfdnSjAldttSMf6KE/E1fj7BrLevZmz7uN
An3jjc2y4XtKN2E6BfdWFlxBt5tuadtgEJHUojBRbnJIqd86yYLY+8209TM6Cl5cUQbhs8XaREUq
ZqwukESHbTcV5QNZ3MFXx5k4WEF52VZ13R6nfGq/uoO4uCyEoNT2oHC7bfXo5kaRB5O3R9vocScp
9g7RgvAAsr3YMTIJ7xUczyvlo691ktxHzh6OKPOG9sH2cOPCpxofaslHOS6Bgw8x7j5FWZ6vKIVI
ws4vi6zMiRcp0UseR6903HWUxkSApRYfsRaiPWCUJ4iItE+gwi0zXFBhxEEk8mvg0GCF484Fu4Jm
g1NZb2QZJWfUk2YzlrzAPbovRPtNex/Lctm3GPJvgsgbnxBnWHsM7uq2Bc9LF21W7o4cn9/X8+QQ
43JAZ530W3w65pBRHj8xiKqR5+T6BO06PXQhIfcM0Lxj6dAMjur8ekQFs58COtKItsq1Y5fRtSnG
5dQjHzpV/KzvS+D/YHhDTFER+WjI/DShQQuTfEI69jDVBLuNWa92FkyD53Ku6NRmuuUZJLDQHdDm
T0j/fL2WlhdetYXbUUsMfAnD7EzrtnFYjyPp3WCmQRTdRiOhWyig5w1scnvNCRnZlMwaxdnOMuTD
uPKGIRhNl7IKbov8YmohC4n0n7r94iNUP7ORxJCvgwJ2AbvKViI4PNnYNveqhV9ruwGLgwqo7dCY
IdWrmpuKSCaQXP2tFPlj5JHF7LWRc0VDIvLpnDGKz1En3tLXTda+7tOnrpm7HdhouLnKSvOtG+hh
6/d011dulT6lQ/dICH15B8i3u+WHcD6Ch81Zu5jQP8ce3c1yLmp2/bneD2l/gWaRKEssgXfIRUkF
z5zqJhjK6j7sAvkqEgjaK1oe00MmUQAMyAdXRCUMBwvA+jVTl5ITYO/SmQ2TN2vuX6tc50ir3MR8
ojEF443E9uSuU+mw8UQ7nJqGrXAVNrhO83qu0L8S0E7dFG4WG6yMEVg0Cpq/UMLH7Gyioc5XMSch
RAnijF1m/KbLarydBwTrfmE+g/m/4NQ9ja6yb99IPBqPlHczzUgOSX5YnInMuy8ar74ReFGPS+4P
97zqF4WoSxbfVizJOJ4HLkTzxpjSpNslG1Gh0tAQFjo6N2qaM0Pl8iGDiK/OYS7dJwp7Ja+rslYv
c+aTerfW8VChfWTbdNY6nbx0LcTSdd/KrqejYgnM9uuALCn8lX7YeZ8rwk+Yyc5G6kOWFtDpYmmQ
KHp9Kr45ZR4ypO1ENNxLLB3NKonEg5EB7rG+9JHAT4QmNLvJG6ZyHabeJamgrUb0zAXq93gU7kPb
6aLetVZXP9cYrhc6leTDTdNc3TOJq3b1pOKTxRgsPqa6QlacTC25XzNywq89pjciAueRf676kRdG
cZi+POiXHnbGjVms4ER3rD+zZNJfcEDUrvDJafRGuni05jb55nvheWgWn0jxHn1MQuSWqYJ7w4u0
cqoU+XTLrOMhLZU78hFE87VTLw2zcKd1nywhqnYHop9AicLI/torovo7yOrxbEP9x5pKxTYercj3
zoasmc9pMrr2sc+a7JxRwOY0fbB/okYLkmC7EBx7K8chWU42DabwKZeBoauTsDa8YgXKuzUBh227
lSE80LXKGCuw/lK+FhOell1PBy1h65Z5c9smnUVHChfNo68XT+0ykBvDc4KszjoSgRIn3zpL9hRp
Fm+PVxNsUqVt/UMMFxC1ktzXxRXDHbEZ6T6POJodnKGtvsxsXjuV5xlVdOcVe9wsqAGrEVgDI/d0
oHNqDU8pNucdN0xcdZZtNnmCDF4V4l2OLOiXJdEz4bij7tOHwNLerUepcJy6sX/jyJuvF6j7TJnR
Zcsx74Dyo2NevNzsWqZ7+3oZ7UOl5XJDaqJcGwEd1h7c+UfIRvBYIvsX6Og69RxAIjjnHKq/2WqR
T8s4Bi+2juptaKU+USGwnNeorZPrXqjy1DCv/lZ7TbdDtQbEX/XuuJ81o1pG7x5pE22hrxUxwnS9
YL+yytNqvvGH0X0fWl0eBs1wKh/bF/xHLKauPmGXR3Xdlq1+6ibsR1PRTPBMC3vTtpfj1SjEl7qe
XmP8slepcpwfVuZ1xyQPhvs5SujzpDGnXVZowhQheyKl6GgJm1Gd7GgI9uQTlnRTOPWWvEXrwAz1
eZ7x4yaWqm90PPEKW9PsbEpEFhvlIFsQnAxuUr7KY+k7L8WUiK9aCectU7w/CMSSp2mY1W1oZIhB
g1kKsaMIbOUcHXAf5E9kiixHZjOPHLsFCnTsLHs0CTzidEHViz+tXPWIPK/c1A0OvP3+IyIj+1nF
jCQDkjJf6mpmm00rt970Fr7cVTygYUg1eQosUfYtqhkXJEI9vBA4lKMLTqYbW0zDBtlDfeMq95kV
STx1ukpOZEJA9Jo7alaRa5+ZoVshmc9CwVCmIwv80p5elFc/52F/solEebSK3kORvzxE2n6f5hj7
UpfSdHDotp4q4ugo0bDs51EKk6CeyUehRbHm261QhdCIw62AAtGxr1raops88INDa6vkmBce1Hlk
qGq3sHgRMljWn/IxWna4A78tsWDJYHGM0RAr8ZB2sOOVpFUzYxDcQRXEnc7R5vLR5QXCU8QACnz6
0Y5dPq/Y5bAfj65i/oILxjhabGksvRk3VhxDs9pZF4GZ1jHC32M/S8Y6pdce+LwEzH/EwOXlEF/w
It71WAAf5iAKt0nTnmOp3HPu9j3K1yL90dWTE6yRI5l3hNfipmt0/TbpxX0cWQLwY4TO0wCq8wc6
hekHoS7+gZgAcRnxPUi311eNHU3X5Lu82GEsHmLh3Gd+7z2nYbRlV7A5/rnFMY/Ct7iGZBwI3Vwh
1FTpvsLViQu80hvLQ3/iWm6+AtYjHjJUnvdTMX2b8+R18F2aboUIqwPBf0+QY+rd4Lb6nr7lMO4a
POxPUetcgylm6CsbFV2F09Sj1pS1u7t0YVeWz4g1Zf9Enlyhxh78lmnwxCxgmkaEDxKDVe7WyVUe
Z5+DJEnQN+ZZ94m0JDrPMveeeDVm9m2ZA3ZQsDRiVgyNBP2wDIt/3aMfo+nniV1QLXKL+iXc2jay
+dVQuoRx6hC/BrL58AYMLDSmMtsHXWs2s2uPr7z11mbhhPaY1eT5dSGKk2TkzwZJNB4gjIcbp+/k
68TM4KDclvPVMAEA8BmZP8ZWnjwyKhqfPHr0x7SN5gfTAYpQOs9Qzsgad9KQVuKlZpRwyIrws91G
CuMTqQmmHrC2oGj+TveDfmxSWrmzZhOqGK7Uo5e817LENhmlJWa1AKXsvsvNEd9C5l8v3Iw75LVL
e40KB69mShgNWZ1Djo8eZzxa4WbDW8a4ql30I29L9KXraosf1yXunelVRztPCgb3lpsoKp+iP4SL
8I+OjvEBWFIdLLVk68bNumul0j5FpjsnJ3uJi40fkMKRN3G7bUPh3bhdZ24qZ8D8Zhi3zJtU25Vz
yv0cIgwH6jEmtZY0oIiOE/OfzSBsazotGuXGjglJdVDKX64LkYE4cKzJDEReKDf9ktl0sxPWrCkd
912VOt0PALWKEFUc/mi250JnZ1w5ortRrfaefGSraiNxtpL5MVDU2J/kGETBGSxY7F5bik3xkDDc
HdJtWNo5P1R04Ywj+cI4fxrd1Atu+hzV0ZUs3WhASV+IYGtyXFhv3SykdYeWrIjPjHLHcdtpKbtv
swyHHBkYWfDlZ7THEV4WwDsVgid6nJldrQZ4K37yGja2k/9ILKhXW4a+zGHx3B88TrCn3tML/sKG
toYcdLlRVrvcVsSKIZnNYMrSXH6kH7MMawdp4VVhqvnW5ps/EEJpEmgbJTLxzkE9M4VNvHV06V9y
uPEPpXhZeltGj5gSDxX5M4oTyuTBfcgYlf+gl2S++mp2Xz3LK3yaZ0JhGsrm6TsdivmdvEvn1EEl
eh0ct/NPY1k3xX09U2ztKmvI5GmqNe/c3HrivUkTa93Uob31UUYxsok6xJxRjhGl9Mb5h8JHvpqk
BKkwzaUhuY/cbG87MT7yVlPgObsuoCYq4745eOwl07asjcdW2DNueOig6/wIJjUcjZNT/kzA5FdZ
auaIFgVCTEA6kjbb2Wuw6V/FSviqXzOU8OY7L23qeNOVWSbEdQJSQXzutVPkFg4Fwv/eEX0mdNOE
ykw/PFk5Xm7QBY6Np7pyZ7/X981izVYGlV6SgrQqAt37wNkmPz8FYZiHu7gZ8f7tgqDrH6RobDdD
Xmh7BUzpNohp+Sd9hCpuS+xKvZ/jqXjxjWiDTdf0EyghLJe3tLRHskh9/EbzQ+Kabq2i+CuDhOFL
VRNvg0cjQlnghnSR5o3jRwyat/Usy/iFxbHIX9qW4gtbfVscwmk25Qbbc4RXbwgd+gqV5XfINIo6
Zs/Ejhp32yGozXCXQUvLn9AQXXxCWYM0/f4/FyXy/4qy/wMs4fdbgVw8/l7/JZv0pq6679X32NR/
VnL//of+kGUL+zcwiIifocdBOvAFuMTxe9v9n/84oLtAgMKXvvCPA+nz//w/qpf7m+fhbAoFzxIo
nAdb87+67MADiQMFDCYYiul/RfXi3/8Z6iU49gGF9H08wAhg1EfOpeVZROtgn4DZj0mVaZBB/9UP
nWQXSaYJw2rXIP0krVVsOYHiM4izgSYH8X9dfCgckaltM0/tdigbctqqOFDXbQulYJulc5eyAM72
kxRLTjdXGf89dxlOrInbCIvrywKwGQuPzoMG4oJkSJrvvpzEtOfI6+9IKPU2AfW1pqWeEOtH7OZw
JysaMyu8yAiTofeCh6XtzA6ql2iFGmdJqFRlsKuHpV3Wcmzc57K0Bk0d1k/e2l6WDM/NZL7Ojqdu
pBsjnqhR0Dy7UocpfhSyNtd+JCPW6aZmQcBfVdBicIiHs5hrgTuILfvAxME9M3WW3xWFtrV2pKlP
UluXfZmsUMBJQRqgCejAEoRuB+Ipyny/2VR0AqgukEtfkzbA2mI3TX9bzJ0I9iipkaqYAhFHuCDz
P8hZxE/F4sYnPGQLOviiIAOZGWB5SztZYZjldn+xis5jZXAFiYT9XF/5C8UGzj5qoHUXZo3egjnY
Okin57UG8d+tG5vZBfdGDPd20GgC46UenuFHFYyD44vHPPaiyV+FUYvSpPexL64aOec/8t6TN5M3
5YySpfvmVb3b75FCo9CmCgmR8SBpNzdzXDqnS+YbKxqV+iEsncuBIpzOiP6CfkuOZXkUuQPuaRgT
BSTEMrAQagxYHNYdnnOSX+OKSV+004SflOiIm+sj2z35fa/kimG2xW8pOlBRnAQfGAUWn3jBKXv6
QcEOCSy4AVsrqkIGKAxJSD43yB44jVbmfunMAkQOagYt43roN5KXLzhafuN8KkXh8Pp7Du5fNKPx
Nqa3lG3jqI2bdWwhUFARTnsLg8Eziozhlc1Xwv2kyM52BbUh5fogiQWfaQ3jb55DmnBJ45svnFbp
vS5dP93EuQVeDIaa4RRW591DHndYSrPZ5hohTerLUB3thKjT4lhWqjCYgTJ4vgypOENYQZ/ft2Hl
NxBDgUgwim1q2kt0vzJ4c0YyKGdeQiqv1XIFz2IpwViq1G3ADpFxdJDdncyG2rq0SQa8TZOdfk9o
hdXHxW6Gm5AY+pPHCnTwhZXRRmE8UG6AtpgS1abbHNvaL/WOJjRkqrBClkMLd8DOvfTuzRxhw+sY
654zskLonmcRtLU5lahdy6S1z2Vq29Wxca3punSzkZe4si/9Mh068qkr/Q7QhPAHtfrfLaqbj+9s
JBcu6a98Q8tr+Zbq/vuft6jf/9AfW5S0fwtcHwAxoD5iamysPv93i4JIiWXIIV9K+vwPRPb/v0VZ
jv2bJHXKxqyo4PxK97/kSQRhv5GE4QjbwfETOAgp/o156GfnEP8Z1CP4RxjzwJxkM/0Amrb9zLMg
YY2rySbKI2aiC3klyGjttjSN/nRr/iYh7GeQ7R/XcnwEbTBSqZwdfvCfGZf54IdDWzA7C0JOruvI
BAAi48lNvrU1NEE3oC79h0v+jNX8/ZLAObFvBUDBeQIf8K/E+14OraAILI7uGxpu1rYCufIPwNy/
+WGXcwMZE5d4kj/OAX+CdzLUljryZpo3cVglR9IL1FoBD+93CQW7x45UVdX61zfzbx4cdjMb4LSQ
l+SwD+xheh8NiD38u1GPhCCWcxmtkWliHe6QKO9/fbG/+4EhyBqh0Lm7HKd+fnJZ5GpHELNEMVw1
twAvvXdZwxbB/t2c+tQA+//1BS/P5b841OACXA0pWkXo8Zrw/XwgavNC2owncKexhV3Z7fw2JVFD
6pH3qc1IPmfdvkp0u/31RT++LJeLBj4GP19yTc/+8C1A4J9qrC2YWRByIEEmnacl8fgfXpa/XgXr
n03dRL4EH37w4acNOFmtxUbLzPY73KZ+k97o1n/79U/5+Ha4RAz7tHI4f9pEgskP7z2TCGQ+Bl9T
4znmOaQVfp8LVR9bpy8P//pSvvD4oEmN8f76e1oST5Ns9DCrxpD9OdHRekFWP4+fMbT2yz88o8ub
9vOLQegD65UtaISziHy4e2NKf7rGcIOJNogOEP+jl6QZ+hejs/imdKDWwe2Y7H/42D6+/9xO4O40
UQPO84oIp5/f/7hTWiMEXhidqe6ckh55ldGiuHaxNK5R99jeP7z/f/OSUPgKj8dHuBAuq58vOGWB
RroIdAOKSLANUzc6BP48/cNn/fdXIXYEtxVJMR8/69STdIZKsBWuaIB2ZQ5YUKCK//7mhQTqOexi
nsteJ37+LVGx4N+0LxpsI/S+zj0L10Lqc4b19Y+kr/Qf9fIfReLfbDN/XTsgNhMnBn+CH+YEH+4d
uCVFl0VzOEMyy13GfLSEelV3/eemdO6ywHScWJ1/wJn/zRcXCmpOD0vVJRPrwxcH2FmUBtYHPIXZ
35req3c1+RuHyFr6519/cX95bJc1CnG04ph4Mfte/ip/2m40FtW+cOH6kH7Q3ozkzu+rChfKv7wK
cYKQEBAaX2I9KZR/vgqdODuT2BUvcvqZgzGZPpsGWsDjv70Mq9Ql+Y0wAgAJ4Ycfk+kgDYMuB4io
GlgQI+TRitbOv/0xFPWw3zhwsUEr3/7wAYcCsxIiYbEKdWZtxBAl67au/M2vf8tf3gG+WHp5uMRZ
CUlz+XAVFDtiCAKskb4MLOxSy3JPKty0zlSb7X59qb+8A79fKiT7hgOVQKj589OxpzidxwztuIFV
hoGJ0HB5nBsoFttfX+iyoP604BLR9XvcEmstclL5YVM0lJQ1JGFk5IwmHNb0ufMPFBxowoQ/j9gs
BSHLa6X9AgKKnKAyB5glp3/9e4kK4MsCnW7zCP0Pt5bv1c3i1KdjOQ1TfJqjJmSA5pZN/Q+/96/P
kM4miYeK68GY+BhLQGZXiVc8JAt7qqtdEmqfymvpD7HbiKdf39q/PkPFBfBbCdfhlHPpXv35O1aL
42lTTvhFh6W58y1ZHWrI7f+w/P7NVUBoUWT4XOUSMfXzVVDvqNEtiAEnzxboDHC+FbqD5B9uG8FB
H14UCl2fepxfZLOZUMD+fB0vzbJlQD+xzoBCTPC97LKFJZfodz9AZf7FAjgMHMzXnE83zC8jrAna
RDLexy3mskdlWr/ciUlrlk8LVBUuHHSKGxGVuX2d5uXy7nsDQbXI+3LzPYqKGsJJJFsa/2lrm8fY
bQfa9uzGBp2JZpqJMt3JzcmeogXeUJu4ukhPbTj4hGmQbTN7/mqsEwhktyzSMXxkLUCQn7NkgtU9
0nhW7ob9TA9nb4rm4WJnIoZ+qareOft+ir8WKgsmHr/Jw5D2jzczz3Uzk1z1yBg/eUlt712mYiUu
QtM2d5EMLf9LYhi83Nht6eN9JuOF+Gf6KjZWkLoLD3kaArBbMMnM6PpmRtA4cVK9c1prYk45NHNZ
os+m3YaCIWvC/VCNQLzo1omIPTX3an/bTSB2HmqCq5Jdgjka1SDRGugKwLWnm1xE+pw5iwMzPl1Y
Ez2QDjRLWg5XZK4HjbdDPSAqnIdRbJ/qDqDjs1B2gkWrmUxavBaJVHh/gsoFWhpDuF05NvxarGiB
7g5GDj6acKcG9WPUGIO9G+Fsppii8k05OekzlFdrOQZhY4mNnDOZIIgwdXrvzwkKiASw16FegmI8
DsZ3fywoSO0NqKOFhlPh12gjx2E22KnTEqvYRA7NOe5zNEZQVEpnA3uoqDiH8l8/J9aQIihAe0vn
v/QKcr6J/BwRSpQFMq7kopqvGlHc92Aq1dMs0eAd2xZ6ACwDWY5huTVDjDtsM0OZ7PrNOGH8fgsY
dADaX1zySW+R3ZTmCn2/524bK2MQnZaA5YzLyHrtNkWLxhS+MWQ91mqmLCIl5QsLR9CZR5Tsffo2
G69x4fZXdmDCLV6Czm0POVFWEK5a0BsCsnqpY3/YxroIR38jdGwP7yHo5O5aBrpov/calT0No7wL
l3gnZ9e5tQkFSk6w3hPoNAbp7IG/RPstt4PK20d4Gu6D0tY/rFbhPkLJ2llX8UgmMjacFiXAvXYg
SEtKPtcdvi0ZLVZ0EvhcrWM4LWp4s8dSVPu4D7GhiVDngmGsVyq0wRmt5xByrId2fYlx5VWoiY9m
SAt/vSSpjs/wyiG5Ol3IUBkodNPusXrV7xAfOlhIHd/wt7J1kdAgtamuuiW252tybyw4ZUEzYDRJ
cmDkMx/PuIGoPqBIdeP4auqDrnhAmKzkzoAqEtvE0ggPHDcBn7YkyA5WGPWCeeVE+dBsSUOS4Va7
eRnsgUaVzZqVlB2M+Tu3AT7BcsFTReqOtHjnE/I+e9j7/CflVuJ7QidDFHm+DeQEHbkTKWGLnYtn
nEZ3o6N18DuKIWr9/PsCuJYDcFII3IRlLZ2D14/V+MUDetEeEyoegLCWKd2rpi1jed9jjEJ3Uvd9
+jBiymuOCsrtsieyDRow5DOsP2HVhS/a61I8B6HFhL7I6u+207fxTdLgEqAfKqt0C661brZjLIPi
UZuATr9lo3DjAfXjqxzCDoRZjoimHhmvkx2BSxXupKgu/VwaiD1I6BkXSO1ma0i3wkOFTcF/GPPE
IZigTUCHh3yNn2vfgs5nzUV5bntTIf+ZCus2JwnikYUfYFeB3DPeI9Bi1aiqllZkUjb5U5PrxiGo
I5jMHpSwhzYtCLLmbo6EnfD8QJsylzcgw1LU+sG28TLSe/EMmGAnnUaTWzJlJvoM32emdK914ly7
YWeZWwenxrFmvZCH2vGybD37GEG+dHGfZNuqX8IvqmDjXJMAOaofWs+JjQzWqborPL9mIBo9IU5K
90FpXSttpwYYZlGo0zI6DFzj0e7DNZs4Gle7Q3O4laLvIPEOg7NsIDsCfGtal5G0E0K1W5E30OEc
42txdsbK7HbNnHzqTnqI0WROqvFKkgaYeB+1bSNJiosiE89dZ0yyQb4ehwjsYjhSE+zoCwuVDX9V
KIhdO7eicbMF9O+/saxp+0bVfrzrY0/qNR9LY++aNPLydeLX0v86ZAX+islifn+aewj9K55kTb8j
AbBBU33hl4wxA44NUwkmLt5Qe8sWdVX8eY4cWmkzrA/IBM4wpitceW6xtsaL4COehJrXC+L4Zd2E
yuBCAI+/lelcjGteKFS/uLFGEj5aU6IVToTGyZV78a5jD/iazmZ8zJxUElBqoZQnuJi0kQYdorMS
5OGhc8ZG2GwwbIXZqcihJuBasVLmObXEj+onA9TGQcORwZjsZz8EvMeSIY2DGbrty/mNaUwLHlS6
Y7DNje5Z21UcWKvRdhglhw2JNcDGClEcbAx0ElrBQL06NC25EmIsmMXbQxixIg/qJeiqpDqmZWX1
2zZxUNrW1RiptV+n85mu34yFtm3wRhjoSgzMVFZcdQXjgrUCVP/JJ1hHrMoWCgdE28LONu7Qz/aa
mMRx2cAI787JgqCWv0/iOSCVcbitNBgUzG5VHs4EFywM0tsxp+K0PVV/Brno8MlXC0b8QRsf0Jqn
3Xf8wYRkWKSvMeEaMOQiAEKKhU8c7d/aLGwGGxNkONQAgFSvs5EkeDRujWgqCAlQqQsBEtI2GdHD
FqPuraoyf+uj8fNv3dZZgh29hSnggMSMkSYJVtJVz3gNsZf2c0SzcxPp+zgCeHiHfLwJgegFZYdc
LhuG8Qo54OJuLdb3FCFTBeE7zwusTYUes+lRLCVCsJrEzOxWZnIZ9rnsMsLdbMm7A3NP4Q/v8jC/
ajhLdE8VKrqSLy2VUYq1oo8xyllJK7FX1czc7GVX4iWTxxqFZBdfC3dOvW+knRE5giJZQyQJDRup
Wg0+XaB83ViubL5ybBE1GNEWwjCEFXJikPD2h5QNsd0PKlbeIY0tYINNUcIdjCkOCZWoeiBvqq7g
SEkqwc/aIo/mRDxcgje9NA5d4dqfz0Gf6nCTMpgrSFdJ0nxnItzdTDhRJDFCc02z4dCFJSXRmeD2
a27BlifjnbrWbaFBya442xYTWbAb3vJSJ4jROIPrXpOGYeSDKcfh5LW5yxiIFeoa/67EQwSIsFuj
xUNJG9WtMVviZ8IBvKBwP8/UtrxuIuydnR11hOKE4F1gBjN1jrf8e4tY+7JbuTpW7/T6URTV09y3
69l29X2CuwdzI3/zhgWQrRHEVWXd2sZGwFoSPspfDwWMWg/0FOJt66TZ58j+H/bOZDlyJE3Sr1LS
50SKGXYc+uIO31fuywXCYDCwb4YdTz+fZ1ZXVUZVT3a1yNxG8hTJCDrdCcDMflX9NOIJAnICT29n
sEkkyBr31QIVrPtQLOrDsquhGuORBOy6VFkwvNTwN+abI3VAQJWV/QitisLqQkra3Yj2tvYiKxHE
lmxcVb+adMym2wm1FOrmXBePqPOGtph6zYKw3UzO1SZqLxZGlo0UtcdR8qrrNNliLe+Jtrtuhs+q
AD3OqyPOwOUZ3Xuc9Frum5Akalz2IRmRKKr7r6zVsc6HU8VtmNQJXrku6fDGhobTPjfUDnyWqWJk
ShzFEz5ntuFH4U7Vix0n9tYMyA4tRCpvKGVJ0gptNG2Ok6O4Vy11y2WJth0VLEaGoIue0E1O8Cor
PwY854e5MGE6QQ2BojtmVnQdedJVTx7oIRtyl9NwKXUT/OraM+Ua0pXQ1iqyU3stSAwUS6ewBiJU
JfjSJXVZrHrplMx3XZGELaFmx6Qvsg/DfZQU2lNth454IlqI1VKptL/gqzOuY0OoBdCNqd3HiRdp
K1v09tojC32sRW9SQWZNNaHZtCq/mYD5rn3HkZEtdgottdHtGm8BqT30Z1lkxm05CMDCm10y7hJK
mfM7Zh7DV1gXxY+s6ulHyrWG1TO2Ukz8nhyLj9F0kbJDQYCuWQLgBGlyC2m0HIOdqZipV8F4yWOa
ywf6KEVWyei9aROJCczXuAL5ESPoPWsHNlT6ZBS4kfNFpU+hzh7bUHp7iYBvcFdqlWiglLAB4iuO
CJznnMze0+Bwe60yqpx6LO5G1pAOsqzXsEn6R5OjoIJa6bSGL+eidLmUElC4ZTu67nrSZH8YZzbt
SxjJHEO4W2MuOtGBCiFTYbbRl6o16MxV6c4fY9103wmawoQs6UKhPsDFj7iotLqjKjIPIdzyyCgO
lh1E0TqnUrnFP05Eb5Wphh3wnOvGcxkb4pm4ahXysM1EvvFubsakKIx0BShPnAvTyHJ+DxXsWoLF
+fewC0pv4xBPf62szIh8eLPZOqUF1Vja+uy90uWiVVedHq+Akxfh2eobaMt+fMxyRLJ3PltQsak2
1BRpjGy9F+nY2U9RpQBe4ii9ZR5qB4tLYOR9vw7NeTYPOb7cR2huHRlstoIFGBumCd4d4aEITAL4
MMe3sSvQNtQ3YsNAtv6Uk2XybLMTNisOJDuLg3I69iuGTWzIS0IFt3aeipNC34zW1qLaCMcy+02A
HXKcH8FUd++h7dFQCtJWvgI1sE/FxDchitKyVMSD3T8PsRINN4eorRVXHHsHxqcWa21XkQuiRLAr
F4yHq9avVRJCnWkqONJ21hefQMpmnnyotHCTrIQoR9c6zZ6wczeupsjDiMAGNJeLgSjqBww5FUP7
AkzAGMR11Ab5MwgWbDW6ewXpsGSZdsczSY/cW+llrVF8N9fj/dwSSN/MMOogDAFXiTeM/W7mbCh7
FZfhYG8dZ6DKoe8ZPONrELI+k0YkKUmexHZwycrwtVAu+I/Yrqp24Vi5/qiVNk6hqWezu2hG+7Z3
yxLMynk3jr4za8kzWz6qu6qINRSKscXNX8OvCpfKLPJsYbUyF4vU9Tr4C52pPp0yhN0IW6xnzuPI
lDIt1urK57rkcVjSW0FRR0j7l5+FiYCQ38XZe00cyls0MDo4XmMFedJqd74ESTh+qbyGbRiOIAv2
Q9X337kuQ2NlgIynm2xKC+g67I21PcSxFghHS2YJv7uS2ZYEaltsqEhl5awlCR3q23oh3nMitriE
DUJ4KyXaGbd5/Ft4KJLXLIiHcpeCQXwD16nYNPWxIk5tzOmkBSeNpmidHo6pM7m/6g4i1FCxJenO
onInHUDirEu/nDmpfjI4SPJ3AdkEQIeSTUtwsGJMtagTzuqPKds4EtrVoNvaKxyzOHpAVHTIFAfV
nN4Y0wBxmnvQ3pa3JLCM4FKnQ1yRPLSHH8OYYvIBspDynAaCt1a0wMF/d+z4mMI3+rLqPv/B5rZ7
w/cd6S99UHXZj2Rk9722HbbQC2gT1BxMTZWUD1EUVvVGz9xbsLlFrGYKUCcvbdjeU0/hUh7Xt1iK
LS4NA5SgbyTajUBnUchRWfqWz/mdjqdjXahLUZo/OO+Cva2c70Wmj2+J5zar3A29jQ1Wv7ltObWK
6HI+AlLEeWV+hq45RYdfiJTPQVp4QMqgHxZ+38TaVbNB/62wl3cskhWG8mVCkOyNscStqMFhBLvR
m8G6/OKWI2Vev4FjctKzEIoS0SMUJd3F6wz5wMlMUjYCG0KnycRtrhi/CLCy0Uqf/r25MKc1xBCE
HQR+20PM+mmSOhpji3EY0ylBxFPI2uSb7TT+mzo0r4JOIdCh0SpwrPw0UW9sixrnKKGs1nTUnpMJ
Hnk0vD95lZ88kO4tnuZ5nJrZMaP+6fInwbYJW2XqLcZcb6Bi7lYjwu4YniVAEadJpzNUKvc8OIKN
Ptkm7cllFfohSFTZf6Ig/NN82nFcdCYJNEoKwxI/TdsLj84aigrxw3ENLwMGv0vyvJ5PgHr8k5H7
v3opKWwG7jfB03R+es/4+E0J14r3POuUz7SOt9QIanNPgLP+7Vr5/+bg/wC38A+3zT+Zg68f6iPs
PqY/+K5u/+R335Vmmb9iEfDoY2YzjvVWcn3/7g2mT/5X5Fj7pg/zFWR2FOm/moM1QM86XribHPnX
L/7NHUz10682Vx4iJb4sDMe4Kv4LWP1XWRrW9X8rU//xIkH2wb+Kd/kmGFu2a9k/XSRTWro6JkiS
xmH2UEi9W9hGTplJEP57suR/vRIOM1R4Hig/y/xmz1qhmUm6Sp1pOledsK7DnJor4Dbln+is/+pN
YcfWb1od7/BnxzNWpa7VW96UYDGkOx6kgbTukXku//C7/hca/+3h9HdV8ve3ZBi4QORNduIz/OMj
Ehm5bkpQbVAydZhU1LAjh+iRPFRua7HOhOnL//0Fb0+Hf3pBTDWGg30NdtdP8n6fhGbMRjxdWYWi
wqN035MhUSfNNcw1RFbwfVHT/MljhA66P4p3vM+bCH9bBBzBkxSP+x/fZ0D8jVYJiqJMaTpXrZ+y
r6KaAsqfC9zMUeQ+UE1IZjvFc2C0DeRM6Wb7seqdM6RKi+MivESrSvMXGLANlC1FFSDy+HXG3Uwr
irKObEbUzhNQN2VoOw9JT3tiKW9EP0qGguWcQ6pfYKhoD1WfuXt7LNO3TOe45egMM5dpfTuhKugi
vugVc8spG+VrMPftUhmp8wbBJ99EhoaS0JDPuJDDcj/JJJvveNEZkTiz4pivKOCjw7adjjBF2w+H
ru8o7ZOlMJwzo6bkQN9Bv6zR2WCsELTg82D8OcYWifDcGA+uUmzYJHv3tI21F2lG7tly6mFFE2y7
tu2OHliqLsdnmG8NjS8qvqSDy5ypsuOdSZXYlijkh6B3aRvUN/xY3Tfhs7BL+aG6VKLTUCS9EGPa
QqWdpk/hSiLQgqaq9cxxeaOZgYs4xVnF1+yOAgIvrviAiWR1FysR9JnY9Zh9a22PySluomNE0WjC
WFKkfkod9WtPGfK9NLPh0QEytIMKZvnQse0G3Lj+zZ4NbZnEZKEaYByGPwexdhyZmcNGwnukBrf7
ZDYM6iIK5KNmVFAv2Knj/J1I7RztUqVb6qeDneI8Sy6fZqJAeQ18PSO9JJkKr21GNZx02rlHNDXS
LWEbTUL0oWpUEQQjnpWY5MbcEdI3ZMJ91TftA1CympEO1ACJupo7+zaxordQGrZktMGcZybNgOJD
aYwxYzDHYFB86GEDuqdsE/2zBzDbMYpsuu1AHj0mW0e7R6aTpJYxejIHMQVhtwslI5ay34gyvsSN
MzegILvvLY+APZ1N0CWEPTTVwjCUJObUqq9OiOaQBKG9swUfLjXLdJOT44uWIh0i+Fb10CwrPaFF
l1K515oM3I46Pkqh9T5adQziqMjp+tnnhMY4FSqyb0z9QC5IWs/t0JdXvbLrFSRful7KKmAcTNTv
ltd4RTUUezeP0mdL9LRj1HX2PnEyXdWlQ4ng7H61sihgHsXOqyxt6Vt2Oz1yzgrvC45eINZN7wnJ
Wx8Woe2y5xfhHlpbcRLcfeOSEbx4MuZIXDqjCs5Sxi6+9LkYH6LAgshJgen3mFqGy0gz+HKenPRA
+h0R2WqaV9eonPbOJCKLf58fo/nUImBUK33yKJBvC9qy19AEW8HRzZtbauMiFZT3Km0MQIkMg4i+
g83P73qhJxHKCB6h77SfD9na6Psu2BRz7RYbyighzxvIk+UpIq+5xXPgJU/grOGAhlMmvjc9B771
JIZwWoWxxJpfu2UanlhS+LzncKR0KJha830mN9H6I/4TZ13AvAb7FqTmsLfjCnAJ0/urAOXhJPhG
NpkOWGChvMoc/NkjbrYtOPfkHxjnOvgdpZn6lnebqd8stScwojgHMvJfA70qQ1DuKdzoX4pcgPMC
3Dp+5D0eLEKzjcVkW2/Gz07QOLkBqW48wzTwHAKaEYnKqpke5JRHxmNCs5W1ZLpC87yT4/nfYWRA
jqBapBppTzdk67MjoL8qDN2FFgdPcZCqjQBIueBIANGmaY+WoKVqCjnKYoiAtdmqYN33lOFQZlj5
BFv3pGrWNUmJpSym4NnghElXYJL8ACZGW9Gts2WiLhn8Em+fv1i5zsKEQrQJqQdVBaJ02nmC9j42
qAGfx07rta/EcvpjbTKzaatYLgWR82RZcjYrIWctuPgfKGf1y1YQf5ApAkmSbOR4y0REHuG35qLI
FTNYciEi08a9zunuqkJ7D9e/RjbrULDZFF90c3rubp8RSSJWoJVLstlphwPRxl1eOYeM8nLIY69g
COINnotPq5YfBgGjpDU3UvVHaVdProj6J9ahTT3ZW2GH2c5WykIziAmk07ICP4iIPEWOu7IoN7Nu
aYvenp8B7SHwBWHoV3SCZrGiMjo9sUpuWk/9aEq5IXJ0Mc3Kz7Pqoayzu8LgLOkJczPYxoZGte69
49mA8BA0vunYO6eHzpUWjXkG8f8jMofHGxnRkVwkXnFX6d2ZAbBaUTHzojQdcTmYaHGFcwpEq6Hl
huuon7eOqA8RlN9gqqmISqLPUVBS2lFe5X111a2rwqK4b86ey9vYJbMAXKXURoGuoCArMJayLo6W
Nb7FtrM1TNwkzbiECrkkFrbKoC2Ybfuhen7iWR6jdLrkptqrCDGDplL2m9g/zbZeN2pYOYlzaZsh
X9AMdw453i9yoztZsFEeOCOusMduakZ4eQgrybYUvAY8uBTmch3pOYq2XE+VZyycbHoLLK3C95bt
h6FFAnSzhS65hgPabpckKkt/KDUo1SP9FjQj2IuJ2tylHNQmKW8cHIfhOFCM2zhSW2Cj3iDrgiua
1FWLkvpFujeKpGGqSxdTUc1ImTMlxZrHbO5AOgJNXlOrszdjouTQqBhWpdkjKBdqCNIC4B06NB6R
dUe/q5jdg9VEH1mZfi8MUd9HJp3aTjQtCHfvEzvkjjKQlOz4wcvdw1SHxoW5ewHRUUOzB5ZD+KxY
OZBtK2WItYPyvNZG92UKpi9CbmxQLIK0XYnQOiGxLudmoN+tlc6d7iTVORZJ7mcZVnch1Lmq8pYM
stbdibbydl5pvYJn5yNrpoPngHi1M0GjXw7kumrb+151UIdLqFi5RsHnrA8fujZGJ0pvnX03Ddcg
LrYTPDs0KH0+pZq1o72t3FImv1NhMyIsa+8Ga/1WdmO/yF156mf7rkDhhTXAEMQzk+QNx8gy0qpz
BonlFcsM/HSVAYdr9A2BpPsipyex7eJXYFTNWo3R60SOi78TUvDijndNHz9jOLjPXfPgDU248Chd
4uIONgyv9DO1D6fBoV0rssFflEBix0mcpdHvcPfdMT0kYEBIXyowcgW1xL4XFQMd4+5Jztm8wmb2
TjbsYJtqW47DpaytYj11+tG0xsdqkj/SeNg6Rn1fR8Ez6v29YRnnMFVHJ4uuIDb6NRwL+hZnschE
Rzf6NH7aIvYnoiJm6u68Vm2bIdkgbBw1bteF6dJd3KTU+YbnLEHidF04Ur38ZowEE6lwgIxLp/vE
I4hR7Dvk5PtwkvnSMp1LAksTry0kQ3lRoHSWdPb4MprxF4jisZ3Ft0IiQRU3KBzWbGDDpcYlO2Dj
MfDgKt546NKJMoHrYHwM5QhKTcocz1asS/ORhogjEZDGR9DjWUjCchHH1BUwJj9LvrhwTRKDbapR
da5cb1FVSBhkqBH4Kv1Ja+QOOaJaCYXfMxf9tPMGU19ST/BduPwS04reKjyeS5lqzCdBwFthZ+8T
YxA8FJunrDQfiqgj4hn3yQJdLkfNsajSVPQR3lkKXYeRFGkV+E3LtIQS0rn9Zx+WtGb31amzB20f
D9pq5tbmUvFem6x4H4FLUwIwP8wj6lBlKObFDotT0871uho8Uu999mK1VBax+3lD4DvBF4YYYEs+
W8Dy9FI3cgsBlcJxGjO+673zTW9Bwzb0IqjyA8bltBr14MJjamXafLxZmLXryoaWUdv08yaRHa6V
W1lkJ/sHhbkChrS94/3zVuzinMTVVzY2B3jaZC5tSCqiZmYMzYKKiTCFtOuZ7N8STKUWvllihFlz
CHo6ZpF8tN2cdQ1TW1miLyYp/O3Zpju2EFXCnjWsfVkb3cIop6987mBSZHB+CgOJcyqqAtNPXW9a
WAUw9kA0LWQjxmdyweO+CTXrE+hY+ph66txQh7cEiZU/zB2e7rnSCn8A7nJE1+UgIlq7exaFI5dp
zv4Y6+bwDRs2tj2dPqNVbpTuQ0yg2i9Dzny3e5GrLoTRz4yl/IJmPR+1Krae+9DyftCl1G8wZGko
GnlSUamQkqaMsKat3Mabl2GfRfcRg8OPlJE1fkHjBAoMpLpwU9K6evxF26/T+hS72O8aNrgl0CyL
5YFtNfaBAApaU3s7cpyMYkk9Tru4k3WJNZicL+5MDk0hzYnHKBgT4AuS4PFA9yYgrvkauDYD7MEa
zyot24e2bayL4aT5SaUejXCkLeNWmF9BJgn9BzEaco7CvwxTrtHSa0tQepG3YXKaHiuV2g+KJpGV
MDrr3BZI6aWejesAQqGPAjfBoLT6Cxhd+3kCIxJQWdJxiJqq5mQPvXNoYiwn+HKb4K6CDuenkrCz
gYQgsHB0YAki/VBoUt4xHKBLwouM9IQnIn68YVMp9hFiqJe0OqVrrljnk6FjuWIc776MXIU/HKdT
qz4Z9G+EOrIj6i5SEq2NhwgSW4pxHEwm4KGIfgOy38CzLO79fToMISzT3tnWdDOfrKDN4FuLr66p
gf4IwMtmELmPyTgaF1Kl9QPEG1o/m4HtWS53kUVSHOb6dySUYBXyIGFi7/GLHpFIIlGV08FCXr3H
z3WbajjJWG8aEnqFP95+U3uQw9oQcoNF7Jr0KwDhZJqOApXSdH8UzWS45colt2JdKbidpu5Ef06M
m622IaPQw9gKgQ99st3BWNVTSu9xhi0nRwl3spKJlyZPjWI+e7VTV760Zk6MwhoTA58jzpf73ISV
Zt2KMKgQ24koxIOgx2W6afXafSkmy+CwBb/JDAZsuI5drrD262xEI2NdBEpfS+pJj+jh0YoircZ3
x14AmcBSZdHrTjo4DzZdbltrCbhxS3Eh25O5XyljQkOODL8cKkrUchwXpYQTRtlNi/Slu0fiNdQV
dcG1vrUzydGjuXTyxg3txcG8JONIe4rDryut+g1vddzDYas2HPkfph6/K79gdxdMMdYW2Mn4M8NT
0oxvpjt/2QDBFxP0kkVvtNqq1yJjH1XBxlTzvZtyyCHcug8rItNeGfbHMZxaP5ultR5HRRFW1XV0
yMfqVLXusOmyOTtQBJ/tISJLdpiG8UqXyefI/bwJCU74KFUA8jK7W8UkF1dw5x4DnU3whPGvQ8a7
paxDUvTjDczYBlRcE6Gk+VHrTyp3qnVArfWuLS0UrhyH4IK4u3bGymUPrlxDBNBwT03Q4az5m6dA
01PVgq2K/Ot6wrwmqHrpULIj+84yQQhZk71yDdg5DG2W1kSbqOI6qheld/O/uWI3x6Vz5FYeWTAd
YwlhiA8eLM8Fd8t5BCyDeVPQ82qO3r72BnKDDLGSl6bMewNVNhx2ncq+VWVj+3bWpiuSvf2qcdOS
CqvfbKShha3MyP14aD7iaSZy4AI7LGNXgzUXxruIEssLbPz7JAxt31HhMxpkiIthSFeqnt5HKDqL
SvTBKtdLelqSwdmGoz2tyHyzWvdiXeaMIfpC4uvJi3od9DQzjMwJFoMLG91yp3PNpNbnVEkOHWAC
1QuAcwBfgmzNLGta67qJ8sqyhh3DwVQBblzVAaO7UAsOHNQ+hJ7+UHZxiFwezcOcZ+dknNwTCK2L
a1EdbCm9fzNI6++8KRrp8O6NH9LEho5LvCuerJ6nYEaTc9WKGDRBwUNtppq4F5RZY/4Sb5IH865K
wfJhtHROPOLxJdZus+UYg+MHRCrBfSdbjkmsryblWDRnWN0q0+X4OjNeXTW2Ox2Zg+eXZIQE7SRJ
8U0LguHOZDQPtoUqQfpjCtiGrgx2AW+eUphxBv7VmrQXm/zPLo/yvS4mZy1UK+7hbCYZvg+tXoa5
JtCtOhZLDZwupsDuoSg048BZvFrhP61foBsMKPN1fUqGwgOu6AEXp7qQwWaCsAqF3qtuzmA3OGs2
JHM8Jc+0T1BPHqDQ9qRVlzdDla/rOs7QIfvQY8k6XMJooIHueTaNMxR+cQGZCp4GVjiMLLx1qJjG
QDlzilP6WU+0zI/xDm9GT2l7w6NHY9aynCEEsLmKMfvsS4g3kbMMktJks6hpcIxN3Z8oMVpIa37l
cqBURwEJA8kAGI7WSMyZPVvQiNuDpjuuFJONciPfc8T4rdFKhs7GrYKsLK82zs9F5ObuusPPSEFu
lC5p5bCvfZ3lZ1MZZyzs8PtmZ8IUFQt7Bw/5CWDyEx7khtFnxEG+hEeSTrW1oO6XpwSXBJ55XFs9
RTOt/UxBD/kWeplEPq9nTolDWuy8roAZW705ibsly3zFmf+ej/03tlIWW9yk39SDi6XHHL+b1Wyu
E0Ilq8B0OHY0zbcoHPyWjsBdHWsc8mrR7qQarCv3nDrNICaOWCzNbZ7Ixq9gq28jUBUruzJSqGKO
Jkjellhth/hkxdOLAbxbQ/rnxDZMDwXByHtzYMBRt2EI7Ujl9kpv9UsFizRcQEx2F/kgB5Iaw6HT
O8DwVuG9BM00vpAT4ByFqfpUdmyes5jcWTXS7efCYs/M8YFOlGdi1ocSG8U6y1Mfti4rnArthRrr
Nxqca9I1w6bqx73jRJQRAbmsbZxmpvteT6yjBCR8zlPb3ukeBvCtOJT8PJ3v7Sqrlkzg11bCKCQW
JW1fPQBDMNqGlbS4yOP4blCNzwDcp5PHLy2uxaSDrlzE1EJYZyf2XvHLHEgOLytT3xBi3FOHsHXn
/HE0hbvOYgiZcbftSp6XhHIarXvso+pJFd1Sle6Wmeo6wujWMQ7x8n4fNjSwR/aaTrOvFoGgkY4/
2YBPtNl612/820H6mWSxnavG12ttVYaKEqZpfklA7eLHRcKh36CfVtUt/ZVpB3xBrE/ewXDwyQX9
gGfLXY+oxVwZV5eeac/Knyml8aNYvYFlhIbC0fh2tJnDfVhEy9yq1uQU1qY2tW99bqN+6w923Swq
BU/GELq3nzz7CWvF0vL0VYYpJE9m30vr9YQ3bpFQEuEw+bd11jfHWQ6M32nr/J4bVX0ec6/ZDjhT
WTX2mCCr18Ew9iR8NsD5d5TjcfYLxl0YGn5U0rZupmwRiv4INGfDwZRrNTCORQvpdUQJj6jg5idN
w/KtSpQf4pZn/YDCWV1RQ18Jp2GLCVm0hX3MreK+uLlhPdEyWqENJgvatVNKVAGSJDn8X8c+jrhj
I7tfMvO4GkZlLMmJQyhAN2rdtealxZGP8uRZwSMed3YZn8agH5s4Xo8xpWCDeaiTLqWBvXnE23id
aCJiqeebMH3msOPpGOvC8Bh6JUJTnD/gMD5lE9MvVnSj1f2Zhjt/tAXW3sG4C6OuXs7e+5Rry4yb
Dxoqb9jSthhaVoaBn9W2x2OqmlPjVjwvXIjU1SFraj+zuJe1clcEHPs77jFvRPjDd9MpgE75XZWF
R6NP3oemu04hXutYb/d6QtBIWlArPQytDQVlZdC1KxvvWNeZI0bX2wATrFlR9uOdkeqMtbGLmXOb
XFnw7zK7PSm2lLNIGSDojNZ49ylW4pSex0NfRPc1QNOFcvoDNqFV1DGIzQaxiSNvXZnyMOZdsWwG
r1gydroWVn40DbqA7XC4763pIcoC30n0Q9wJauqNZlh1kJEWrcfTNNBI2EWl0a3bWGzjKODsyXXF
2XYFvPfdAAfIRKJ7K83uWQG62WjZCCO+cQ6mTmdlmKnvYuhYXbofY0ToZ0h2Zun51GC89ZFzh2L0
pFuFy+S9e8dAeZgxf+3QIjD20RqANojGeWpBXk/9tI96bx0k9nXyki3NZTwuEXtk7EW+Cry1I9U9
Jvd5qRP0WMp4PNSm3FlpTrrJenJn7QJYgqJA7OWY7M2HLi4aqCPU54XZaejzr6SkWLvWN9WoXTwb
wmDTa0vmLrsAyhAW4nFd8tYHrbxwNvENkVKYSQmLN96ndn3fCcS8yGoIkDVn1r930ODm0pbuU4Z7
c5MDViKu5q5CVMElCMoL9ehHpdPGTib8BQV7QXDvkHvdJaPJgHNFII7uLOIHGXIO13C7nmdY8LvB
LUN2Gr3ePcxx/pgmw7iEramtbk7VCfOd4tgFUmvneHSZS5FOxwFk0CLz5nOl4naLudniKFpnu2aC
OAtjF8w6z5BtWzvyabrpgiKMmNBLsusLB6TjLhvJjuhdwcDHxSi7GdjOvmoJRmAuOm8+xDhtTrpl
4cBqm6xeYzSMVlKp2xbIhaYJj3LBBD3dpm0WPeRzkHxLDT25ZlPN1IcAQ70whkBQdx7r9z02/Kvh
RII3E3vhNg9S8dX3gAHxYA4dD6KAHEoY0PNVi+gb3WWB2gYxHqpFmYTd281Fygo5lMNV1h0luKOH
rX7V4tvf8r2/dVmgUxZQqLsa9ZCMre48GLE3v9ia5V6qvHfPmkdeEe8iJ2YvDmFO9aZYRSobr4wO
jbdAi8T7wCR5Ww6ZR297FlRrIkHBMkGGo2cihB8JXSmnHzIe7mt+M6uJ7c0qqBo2VTprWNGE8Qdp
YoOJxdz59tiO1PxVBvvxiadP0o4HqxuNNXKCzsYu8O6tIMvQmBvOjRmbi5i+FXKDkikJD/Z+OJm9
Hp9uflR+R4U+PGdFMC4DTu773hrcj4j+6zUto+NjmGJIdd2OHkvAm0+iA1RIXO4rTFkFaJqNKUwa
WADwoldbgjrdHrPjfBzi5nsSRe9Oa7UXqjgqMGdp/djlpuiovWz6ozem5W6au/RBWQxWYTgylGGu
6s/46IjC0KSbIqWInMlPwIMSUZIBquXM30Apl+ByPG/YjVqTbaqm5fkjZmftYAA71KUquIF4tBF0
pMdAnktm7uuRsdu9J+b0ELdwLtkVIA0Z91EOXZIsMX+dLIL0R5dOrp7d9svYjPMuM1LmZE1bND57
2H5lUZ2yHOKJLgpGqD6EpBsZiGFDHQcuFQqOdp7KqLQXTj+W1cKKRyYX9O9e9GlAMivM8ICtfGDt
GILbaoLjYjFUYXeOSUoC3pbJIYjM5E6Uznut9HrN/KdZh6mdbdg7YQXDORsvRMnC3oVtexY9oSGu
AKhj3BlWCs009R6o+YJcAVi++T7LQKhl2Kl8DeOyu5Dook7AtQvQrhjMNv1A3xo/rT1yxHfoajMb
EBfxlCCmqyjkQWMwPjkFajT3hJrbvZlWWcz9ORMng9hM/Vo+jsm2QwDFPx8m4PlcXZmPsoIB7Vuj
MS9RDJkAtOHsXfK8ozi1mrSJHWM7nYn8o2rJsH2VjQQs2seR71kDqbW2tU4xQh3fU7PPFUlI39IS
ppTWlAPKSEp98ctc4NipAM6uegoHIq7lUFBo1IQkts0yAzng2YkdvcKx0sLFGKFs+Y49CmP3SxvJ
WtZIkauwx2CFvOGGNH2i6IuzXTs4Zn9J8zRpbINBRUU2CJx1zGstJ65xqAzVFD3f2uzq352G/y88
ef2Xajv19ZfTR9X8Zd0V3z/auCx+Y4N+lhU2FLLyv6NC//ZHPGZ//Ulunrg//IFKq7id7rovNd1/
NV3GP/07WvN/+sW/fP32XR6n6us//+Oz7Ir29t1IGxX/aLXTb5ar/56Ldv7I42/xxz/9i9/Nebr1
KwYxaGjSY0YuHQ+31e/ePCl/vfE5mCSDqzVNccNN/M2aZ/+K505IcAmENxzu5H+w5rl8DfiAa1k6
v2qIOf97a56La/P2H0xR6EyewOH9R9dVpfNDT9jYFjZr6x38wfdGWoz6Ulf/E1Oq/Run6+/GMl6L
jbtnwWEzbHRU4qZ/fK2mVnJSIY9gWr7wBHRDzRycl04gVWrEXOl9YrnBrlKbnc2z4tbyS4L9gbKb
4oOgeHEusVHg44/ynZtb+HxMogWJzr4zi/QvT7PNbVWNL4yqjD1CvXaNO50hrs0DL80C882YQveh
dEso9hoz4BH4d2P1X1S63epeQ+MzZgK9/D/Uncly5EiapF9lZO4oMZgZtsNcfKFzDe4MkhdIMEhi
38ywP/18ntUtlcEuyZgckT601DGjAuHugMHsV9VPwzhhkLeSneJgyxejq+JIoUezPur9GXVLoz9e
26q/wSbSf8QKYwMjg+AtxBh3YGNk6YCCnk1x8jlnLAp2mo4W5DWoCCgMRu9jPALvS0h+/IiL2Vaj
aWki5t10b7qAjsRW6whrznIsrPGrPvlYk2KdqQBNMihraDsYi3shN1mlEsf09xVBdQTwgKbIUtxH
qa9SNzwlD0acG2+PR6/uuSBhvxJrm5sFZ3kwh870vMjSkOKa8oQulQnr4bWJVHQzFu7wk2BYwKSJ
NyAHbFGrH3bu3HmfiEGfiZD68a1u+oUwnO2dlyhe/Nu1ipv3wW+yOxdMG5p1nI3wu12LPS6nz+cV
Ectnu4VMFTHfl3zn7tREECJTFTwvnD4dILGANTjFiPl8cEisnrjGj09XBKRH20xusZmMn/nnCFxd
gVgkcqRrWNftZol6Xk2LK7LvsrF5f+5guBYEi49dPQmM6+i8aXljbjCi04ZkyoGyu6QqqGCIuHCz
q43XsTeoFDCjFm4ohNDWWbdkHYl7Faupn0ieUpvDZ+gfcuFNECWiBaNzJgYf1nTYEGQsx5Kr9SRV
EXBS0qkxlhsiHmtAzakWlpERCRHQ+g11ht8JSKXUU7oZJxr6gJyPMT6mhaFOyPewJVhBNslG33t1
fBsUEi14o3L8l9sxCp2R/nkTkc/OEOKqQB/PLmPm2W3pHO/cRsnmZ04A8FoLNJpdToVbdxJM8Dax
0DXu8U/33TvpiSP+nKbSZu/UQedT8sbGcMcbsUMtNhEhyFvb09zTv7IooeZ8FCakMY6C0+lFl84f
uAYA7XAlipWoCRCZTWh9AmKpU7rdnlgFYIbOQ3w8Dfq++uHnqnheDPtNMBfuTJuHCxFkU0E+7vZh
YZOI4o5CHCmG2UyjXRwkt8xZwp/cE5k+a20s+HLLY7YHoCNGRK+clzeT4u76YxdcMtFiJLMvBvjg
G26f6qVYhXMv86AI2RSG+np1CXvziCpKlHU+r/LAxA5ZcmKucVuNeEtQkn32LX1pBHqBVv1TDp7g
0dY10Hv0MMwVrGAec7rAgZUyT152BKYzompmYT9q3+UwsWQZhNo6GpZTanF9PCiN9rq9EiOHA4FS
8R4oSysE+y1GyWlTxwWkVce5SdwuewbkMiTPKo/U++x6w0+3hPZg4pTuw2ZimrolmUiqqyV/yj5g
BKRw0nkqdWZLaq2kmy9HE2ImFBNRp8+9HdJu77IZW0+bITF3sA8x07Vsg8lHw4H/hAWcZPu8cnR7
vjINmndDnFNyYHoib3tRzc1wLagv4HkhjBIwZI8pYQtVRj80lElDN8/UpRwS4zGQ51Gzeu1Zp1xu
ijHNFOheCOPou6g3z0MJvZLhUTQez2eLoICgPj5IUovkkho4PLhBNDHbWGvR090sRec8SGVoNScy
TgtBGKbhxp+j8aLIqj5muqWm5zDrZHkKA2cMAcQTjtlm0kFdQ7yy4XdbsA/bQi71L72hYR1I+cca
Ht5yfKrNcZecCHfpr0rmXMlrM5Of/AiNW1ef3cgs5q2JJd6VAlsgBWoIppO5i3IOl7e28Zi6bTnn
l9ROpCMZtf1StmK6jxD3sm8LVQQYBKYg5mSOfYSOmI0Xp3gAtkcHdnFM4DWOOgxmyadrvmcXdxi+
FWrKhD8S6lb8/fEpFBkqsxPkJj4S9fDlGGBEYkf3mTtUI5/2ILmBedh+dMJm0wQes/umUw554Xyp
62xbOQOF2buE2iFWJBF09nGKxIJrfS2gpzxhl88ti3OSd3dtpye1I6SFWIUO2OhDbFVQ7ifVsWnO
+1iy+HVFlZ1jaGz9Uw87Io7tnmQwUW/Z8A7lRTs8VxwLm4OopVYHPHw0ViQcZXmiugDbl9/kAzMk
HLWdvito3NGndWEGPHplFbnHirHCzd/V5HbR98X6PVBw+rTjctc2EBB/4rqW/UM7+KO8Wqpgrq5g
YbtUU6FrmmOpJ7Wwl63lBz3EI+XRj6KQ67jD4jamB5lTqcS/nvk+ycxqup6mBTkjDcssvWL9naYP
HCpVvhuLhDZiIBDqck5ZXy+mtZvGHRQnJfmG/Lm+g4fk9OdpGvs/W1cny85p4I3sMwwdwa5fbTrc
DIuSb54LauLTLF2c/tDarYYrPeDmuYSXEMizQtRVLjYNqnO6nVhGBbWI9dL5B26Vmb7W1mjDbAPL
1qpp1ljeZw/62jy3x0adrPrmOw7bBXYpFcIe3rScNXX1ToeyTRlSVrbUnH+ZLUgFpAe3ADuO2EtO
PT0/5NKvXzjvdskmZo67z9YyA1Wdlt/YM8yfXkO95NKzbG24O+2JpoeHJxmyDPnf+tpgoziRQ4fp
ryWgjBOo1XuAB90ZYXkyjULRXRV33i7ol/ZsHJv1qS7ylACiK8Gy9ziVObFi9AHvQnxRew79IHN4
AIlVb/yMesMo9L6FIfpnG2D7a9V06bp0/GKWf0f/HE/THlB2IFhJioRhRTd0yQlDhvd1cPqDL4GR
D3GRcnJtBpL0M610MG4Y3KbUNvo6f65xh7zMBc58fAEipUUiJELFPBZbHrZRyUtOLmwynZIcXRIE
3YmfezTOJxJVn2PhzlaD5IZuhRIbM6BdQr+iYZ5Q6M8o9t+4TezNjGUB2SbA32n0cGXUwPBG4tdh
tSrNPlXDerM0ZbFj5WvPO7/zDq7XOz8TrS9xfxCndYpqV+GOv459mW7brivO82Ax96OP44484+AI
VjFDY41NP4daDxhwo4b3JKB7KvkyfBszTHqpy6cCqgAFrU64mewk7lpKwXYwSIOzzlDvk6d1dd/G
83IVu2F3hcRgzuoSdABmPH+XL4k4SUU0sZyyfeqbuD1fLHcMRGijsGohbLq9vJ/7iHqRJm13KkFt
OA5b95jcKfmb6+SZh9fsgmToX0A+0dTtzPJqhg31WdPqdBsvNsD/pAF2ueomjepH2da0oOaOc1r2
8adevOqUSei4YWe842/OKOExDaW/mVieynjGL5VG+tVji7sZB6YFBLxpltE4JqZduPJQ73qmdz+G
KMZUOfNaDyLrXfm8OA+tOz0Fs6lelpHw/FQM6py0KRWZVde8d0zjEYz75lxCYDir0/KeedqypQKa
HWAfp2azVlNNTRUzqa3NtAN/XfowCTpM/zjQsRA1aLp7lfvmU1oJtgd5GEeTx+g4hLRD8KGA/jVr
RRUpqI9hF0pRFDx2ef+xUmpD6aN19t3I9hTAyXNeeAFnnNLbOUXhnXl9hBzS41NDXFuGTyZ5Y/LP
tM5/x6m//ajvSSF89Bz7/wec9ckl/dVZ/+bDDH8+6P/xx/8jheeH//A96NsQrxHqA6bC/3nSB4z/
DyXhikK34LdSrGv/OuqLf5C/O1IYo4B4tSZHxn+0zdCn/+d/O3R7EN8UkrO5e0zvESn9zznH/0MM
70vCCkM02BFeLSGpLqYOPlnAP0MYUy9GmyeUv+8E1VQtrKOD7xbx1Z++kX+TV/uVSev/8yoEDXH3
QyLnI/16FYPTtemKBGexae+gdhzaKPtBk9KVxua0y4rxxlHN519f80tk7Y9rBh7/Y+/nQwj/MsWo
w7aGdW4dmqwXby+c2LljAxJfehZsxDiqq7mW8jeRtS/5vz+uGRLj8EOSti4x/V8/59QXycJkmDox
J/tOt2p/XlpaoiJPlb+ZnPy7bxTXji+O4OIjrvPXK7mNlwVJSHEZ/SjTU1MLhyVVlN+mBA1yqWP3
VImJk1RV/w7g/V8+I9eTGqOqZBJBOu/LbxmtuQLbJju8deGII1L37n3VeMf0TSzZV/z1r/hf7k+e
HdZzwVAKmjdZwF8/p8eAKLEuDIsAUzy12pZhrYtY//9xFa4UEFwj4ii+0ORBFi/gxnyzH6DsXYHW
SHdOKtv937uK5wHhJQ4dMKXTqOZfrkL0X1mdwQQryRrdRKN0TqTr/z0yPigRrgKMHFI3NDoWni9X
ad1U27qkWw2YAwpR5U73jaIkrO3c+PC3PxCUdbKXILaYW0ZfUqHHkZPnVLXdL+j42yhRjMwqTiF/
+yohNmnJD+yFXuR9+UCGUvghzFq7bydMDQ76DcfyNfn7Pw4JU0FaGjXA9Y4r7p8XQnAwCGMtUP2J
PcDGVqThaIL4HV736+3MwsBazxIYsbBzkv6yQCxerrvK5PO+o9waM047uwfqBzv9m+Xh+Fj8a6zq
M7wlqB0eFwcJmh6v96+fhh/BjAMHhn0gLD1ocDpPJX26L4kOca6Fha5v/vpH+oO4/MsVmWXDpAfu
zz1LperXF0nV1MM4Eq/MLJTJslOom65TnDASzs+13/5IKKg9rIgWYF08e8GWM7uEl7v85pO7bKC/
fHh4zdwvvB2FxwidOfavHx7g2ToGYzXC8eMQum1sM4KYGdcAE11etcA1OBVGaqcJdcqTqTBR9XTU
58JbnOTJgqQ/JR+LoAntHH/5bK866vrWZzqudX+DMyysziP4lzhUVGVY3odpCjLmmdLcOXORZ4zK
4L4ib+rVnJb51N5Yt5jGk3pqzaVoxor9vUrnkCQIAEjF81Wdpr4l5pMlBEm285KF6Q7DjOzxqg5+
sBNtmiIGjsBxd5Zz6buNTc4YpY9X/cxsyM70ODOeuhAJxY64AhwCM7ZIZki8HmNJgTY70gqUTmh5
S7su35jCNIVzIVXRh5cB/UveLkmc4bLJmtVBOwdlu7WeaB7DMMrsNhO23UdgYSlbJQd+kdeLyXdF
UhQPUxYwNpriZLmMeyXa9xpeTwAp5PjI+gWTTFxFsRHbdXAbe4KFAApfU/YVyP3Zd+ReTUPw3QaG
5JnkBBDusQBS7tO4KbY7j/zhTaFLOqUC4+gLDpqcUBSia74TXk+GgL6jZMugXqa7KuoSBqKZ9Bh7
kPkD0OlyWkX9nIM7UQU1znmOO/pCFHNo9g6f+xNWDX4KQTMSAywb259530FwhK07JHsP0Phr6tro
juyoenXSKQDcki8jAz7NVHST60lMB8YIbrvJcneab23bTi+gaubPVde8mQfAkUOnDW1OAnhQRaf8
cfqfgIuz8ew/azhG6Bc0enJ+0za49KkTKTb4CJxrkOTtz4IAVnqaU3hEMa1vlnLbYFbs9jLP7Tld
uxxh+uAIj48bbmuiXqk9UUuT4QWShLYdCGXfDADmJ1sj+xwUyD7G6SZrBX7RGIByiziwERJQ4S7m
TUGz1DxmdD/2aXVwijx47ZOsfXaqxf8+qXYuq5tw9POwuY1EbNcr2H0MQvd9AA03w7xP+2oqozt+
Mqmxw00Og1e2RdOmjuboiYlUO+0BlqGEZxP2o4vQIcByMIGP+bcwBQmBrA+7egvLuXN3VK/jf54S
L7jWRYzlgc7uzNnoZZHrZZImOZEtCh37+KUIV3OdJDP0tlkD5ltl2T60/Uwa3a79DNs04nSLft2N
r840eFThtG5wuzT5SvzEBHibsBXU97S3diXFv3F73TSyZ1PcU+W4kaSdiZy66fgQDDBgNybMowca
QUvvbFZD8S01lQasUmnVnUA+64orQJv6xVnHDpRNP1NATLB6psPNAEDex8zG/O2wChaitE69Kwnl
6iPI6A7bDTqIzydfynIbpUzhTmgx6TGjRhjH8WAbH8Ztl7sMD8IMOjs0XzeYTmQTxgTiZRZt/Loe
MRQwAbe4CD11ARYML65F6+v2EOlqwoQO3glSTsyTtkPt9J+TnkMC8ywyJDpqLxrJBROKHUds1uf0
TTTclJNjZkIeJnlHzekmg+dF6CuK69K3hlcZQ52euQRjm9n7GPRYPSmjbXIwg9QvCxrBKyna7Gl1
e/VSrjNmnDihoYXJYOUjcQEpvi+jEbsnLQUl0cRjKBUUAHsLkTVlvfeWxPGgFgX6pZzU8jYtXXNH
siYHqQSosYOnSjsr4YmV6H9nx1LvVSPjB6GiTF42DgL/FhRXRJmfDsTPRuMz3g8JFH1QsgmI1Tjx
qA33M+t/ckArCeoazLmnMXwl4oHUrnVn3jio07EM2OaMVdp9L8EzQIULMDNtFwBLHyYbHGxdZegi
7ETui7cG6/OR8BBtc3YYLeW4CCN4H0BlsX4sPI2BKnR6FrajPnAvBxo1p5t/rGKytERLnBs4BobR
XgxKLHdhXYQgojomajAJFJSFNFudHami9s1jDXh3cjrgNpTP+7dokV6ynXQBEy9hJglAknfQXioJ
65V+uvSGKhGDJjXDoYDw1sARm0aVvg0gi8gNUU6R8WwMw7R38sglyxu7xX3MPc9YMJfOeMhMSWvV
oCjnu2DUWVwX2HKIFCv/2A6elkO5Z/7RfbpM/Medp5OGiGiQHYF3DOdvgEB5aDkwPMpaVD/7eWxv
cseEgPLbhWniytz2x1QLEMHTkNOxO6/L85wOfb/tYsmtX8lWvSe8g5azkmkfo20w1iP2jApqw6Jb
1+DwE3g0XWw/9pzOXk0HXJ/mN2NZw/GtcmD2YsWpvoGV40ATDmU/HdN57V0zU7K0kSBoNdDAufyM
OoL1m9I2Gi0rdJZLOyiY+5JD363sxwIjO8522GOTv3invk7b7yHN7dNmNm5F45HTZ08lZEl830GD
oTVd1PKJW0V5O4CpjbkEChdLipNLhj3t6imaoI1gogXRuOguLCcX6N4pjzb40uDcJTncIu0s9bXb
F33NeLwqiYwOhMUqNBr/qoMzfky5izzezr07XlQEuHt+lzS+pfqGZHDWD+LKBIGrN10R20fWHMpI
eLFH3/KJrRcRzdH/6IScDmVr7IevVgag5VLmy4Hg4nA/knkJNmkJMPIKBx5aUwM0IaLSd3Jeja7W
54GhZ7td9GDvYpURMYdR7O1XHPOvrBYlDqqR9xQCmSRbzkr3uviLOFrEND0FMu71d1828ucqaKMd
MAnX27aQ8qkh9olSYTIoyQ2y1ibIVErkuLPXbAPEm8ZXCiWXvxuXOH4AD8evFm9AvN2bNuu7D/Z2
QFwTZJ1HJ+7KmomwsFcyaa3Z92EYr7tu7HEWdcQLbt0+dh6cyiXjFWE2vhxMsJZbyIvjG/O3qdsN
cuIhs2opzuKuD3OyxT0bvwJdfNP32JnYE7vDWQ1HIuZtGxd3HDBhzfh5q6m4n2ncjOO1WfeTEQXb
Jx8c5wZMGmbftgVeQtOn7CD3T1F+RmmzcFErmW9swpk4E6WiYXhTBqxwEMsbH7CljoqHHMMXiBq4
Km+VdI/RaqrWb9KpW51jxAQra2qmFXNcnmcEVtVSi906WfvYd1V4ZTR2xUNHJXW5p/DExfu2xtIi
HJCoPnXYN2R7fiqL3o49nAF3YaXiHeqUKRvZtp73eoyOkmkapsjuBX0FO68hAbmH9YDUbgaf0IcH
9ZhMdI+6zMbDgc+JGXt+AhXb9pIEZdyReiwkwOZNEwGM2pCF8V76sBfX/drgb6VuhY0YFB8eAL59
500IxKqNM0/VI56x6BbiuFthdAX4sRO+HG8wRRDO8xg7jWiWRXNilmE1exNnZX5Sw+NsjizYBD2c
FnSHEycm9s0Ujdj8tT/LnQpd87PDoMyaIamDZ6O8OLxRpwAjtWOijBNWG1XvXTAORyKF1u8Nrkp/
23WYojcN4Tzexf4EwsdHsm1whZCIPtG9IhC3rAySNyrBnnWC/BLcsZ8boOZ0dfY4cjro9k1oFabi
Kp6J11J1RgasqH8aO5pLh36eZgfMAjsz3oT0w59QY8bG2GehzPzIt1Z94J3u0DZzDKUbDW7nDT3K
3BFIh98NJZV9cFbW0SsOReCdlj4p2FKLir5x+qG/l8ArxjuIk8y8w2UOABUA3LWQSntMwnDd68dx
XKoHETB320SiC57iKizfZxgJ9MQ3SXcWjSGLMIXRXnmWEEFj2SwnPkfG2nQlBwPSR6dFcN8CPXCP
LFdS2p6T0V6hsrh+dY0GEl4CT2jJ9Xs+zFy3jN5KQQ51G5XHEA4y4vzI8yWwAjn1/JmWI1vfIlrt
D1+VU7hVnN5YYmlyzU46YNuXygRHjkMxL3AKcPr+aIcpHElz5cMLVBfzHKQGk8i6yuU9mQVFt2kN
LqB2C1AiSi4PYPknDYuctMtF3ztQwusxCd/DoqvOFfxWy9tIDq+Dt9Qeq1oSX2JHKa+TxVMPOmqn
6xRMEyHfIO9uUnyR0KmJU7Gv5hx6mmqv+sRFONutM9IWSaSsmb+nTRTD7KlXDX1YkTzftKNVPwfu
BE4jGeVqm0DI5EdGKey105TjO4lAHDX9ULOhHdEWOU0mubev+gwpi7qD6WGph+BhzI9PJnzl9DPk
uHo/u0OZnlsI3uiQyaQ5ulBaBSSgb1AWSfeTxK+dpb7NtahiIv6I5ds5maZ8W2HnOau7uH4rwoU0
Kf1yBCORWgkp0hBvqKIAEjGCEYlrFBMnqH96BciprfRNyI4JjRej8IBUtfGgIf2IgwYwEk7H6Fk5
YGp5ca6L3pOnpZ6D94LmR8xagiVTwCYiz7L1wg/rMduoOMYwUmIl3XSlazivu6U491rCbDvoFc0z
LrN0ucjbUMN2AEEh98V4xLCaEdwGtq+e9vQ2DN3HFkbubd7kS8nnsAZgr1HOSxtM9iMiq85msCmG
a94oc4sNQlTXaWeWl9VG1WNAjr0ChTtnn7HpTLsf57r/qXr8XMM4Aysu6rXukXwgX26IyHafVAMI
3DijHxDIpDPotTdS308uxxp6RZrkVFbKTbdhsIyvgR+l3weh8fokJmHKbusoBWYT9r5k1cFGfuIP
Fsx7jIXksq81Uwuf7TZu+6VbCWooFU3nfeu2M3n1BGw8flH2CBH9LYC4+ka3e5+X+7InSZhyFGuI
VvHsDgHuIFvPASKzHe+Zc+ZQW1zcOttpxqO6U10Lag8rk8eDzM0AXSOEonISzLYETIMlw+5WvxLl
FrRK0HPCCIOPgBPOrQiy+cNx2hwTkzcDMS4Ld0XSrhOSLZKU17oZs6ort92Iarv1zJq/xujkP3Ru
O7XR/uCSU5Fh7u8EG39SOPjdy32j8HpsB04w/LOCvqxAsnbwyi+zyKorv2rjR43Jq1YPvdshrT4G
Ce7s3TSMEPLBNsy4TR7W3svMLTMIgstRXhO6Cviv34NuFWdpkQLacYTp3kANzi6BHWGTyzGDUbwJ
aanw4IiRTRAknsGQpCAEiO6EjDZb0+j5nBpyP9v7fu+Ay09SalOwM+Q/fZhdJS9g4pwUFuR1tMlS
7ETkXClrBro2iyuHuPWTI/DBbWS7NE9iXvV9bunR3vbAig0Utzj7Phc4xZgLNsRCczN/SqyA731e
86KTS8kZSIezJeZjOeojseZo0HPggZUoQb6PW0mCL9pWfjHd9Cq96R1Xs+euUkPCQeEBSgAFpQd4
Kvp5HhwPHuIclADiGqbF24TXzdEstWDPYhmIeM9mQ1mfJUHpd88Q70NxGa21l+0b8umsgBb1ag+r
ll9qI00J7eP4fl1ZO7QUGfkyG0wsLaXv5IozYRzml1UO9dxQI0C64WwEmAQPxAurWB+OBFuyvNaj
0QIWQUKsvuStt20aRZF6l6choOQpMg9zlg7NtxyrfrjDUEa7zIbAie3P4zX0hgeTTjNRoVnNmIDW
ggngpo16PUCPidb4op2BYwEXxMiZ7UQJZulbVK7clJumxdwWQxzRrfNkenBut6pv6+kVj5xffkva
qR/jk0nGKjjoFGLebhGJFOdtgHe728x1cSztyOo0WswRgrJmt8QHQnHADhZEJ0OgsFBu+oXmR+co
Ps+8IHFwia66dNt1NOA5/Ciex53sIvJ/mHz7iMmGtAy0yk07LAHYC08wV/g5DyZC2EdqMnxZIp2s
OqF0oMUoMKj5yPMoHJOeRGUgGl41ZfkB+cdejXVia3pfhgkERypzvR6WoWG3OBOvLXglADXfepkO
OHHzAWomNFlHt4LYjg1Hg0fWwDxIts6qlx70QDGko9qalgXU5fsuvOo9nMYsYNi5kKRCg2iqj2pc
j6sIs7PauyCnHZUXQnY5NCyb4Po5zS3fwc8ssDCfajFmruSGzubucg6Tbno4trz4AyM05v43+CRE
wKBMlh7UCxcgIIEAEhgDXlNa6rJ7Xla2eMKM7sttkfpruqMxq8sfFwe2zyFWXdhdFMbzsruZJDjf
hD+riBP5EIcXmG1X6DWYTW0FRCRm9o94Lxq5bFjZGyrXCFZh/Nt0Xe9ibWl8R50VSCty61VRJZ+r
2MR3SDzYOfezVVGZQTYzeTGfLa6d3XXfk4RIwgNQkJ6mgo3NEsWsuFDAkpghc0oiKa6E7UUHyNln
hd3MbVuaS6D9ijcxhRCdX8ClSwe77v2gQoX+7/MK/I9NCLih+pOC8l/4vd8+pv/1+vGj/FG//2oe
4P/1H+YBmNH/ALZBkTGoXNRWD5HnP2ICvvcPYKmwX8NIe796ByQEX/pJmJtIFyEQAfBf1gEP8q/w
BKFnD1v/Ea/9d6wD7lHS+Zfk44UIE+pYm87f5YUK0PWvOosU3MsjDpSXEu84LKRk+T4him/auiVH
6Pfy2Sd2RCMd1sSrOM6CO0/o9MfUA0jceBEpyj99g//GZfCrMn389/gId+zPwBQHCHlf5Mhshf45
Ya95cVn1aaTLuvNV9WARCkxlf32p40f75aNL2rJR1iQHKr5G8UVfy+iaQE+Y81dIIWF1xgiAna2H
6MEzNe9n02zLrPyNFB4c/9I/X9R3XWZQCN1HoZKf/ovEVkrlI/vk8m0wx/6snN6rswTnWLvza+o8
D4EwbQIEZvT2sdsCoOv8pkmw2x+tlTLxyPz6M+0eWwqOwMFT2dHGpIANLJE6aFW1jawAt5DIqZIn
sZ2oNMrTgDBGiosITBCEl806NeFbCEAFS1I7Y6dWx+3/DigMlAPTev5LjLH5dA0EW+d+jsDrwfPz
DzZbWcQHfvqOuLQs1oOzWPbYuKjcn/BBGL/kWKjebZP5epuUqzL7OczxP9MrlT9AOoBANEzHjjPL
k/EwU37E3HGii+KUV2BBolaybyNW6WUROgRjqi3bOJyQACYIWSTNAM8qjCywNpetvL1QnduSQqdi
59IyfqC7ztFDiOwmunm71gymN5Wf0YC32kVeTXnER4YVUzUXpBoYg0RaY1jHrVbdLWjk+W9+7V+V
YlDLLukgINl4ZniYIbb/+nCRZcWdV5n1LXXXnrEweLNxWJzfKPhfHxmGai6CZSjw6GDq0Kw+f1a9
F8J/RSti8dYGbbUdU4EJPihIIBgmn3/9yHxRiI+fiGvxdIa0bR8DRl+WC9opc4MD1qU5kaeXi7Vq
4GTjYuLrLJuHPWDg6j6b04wShSj+KEniY9OMwuJ1wNGu93/97/k3H93nKw55gAOPZfHLP8eS1mUx
Wfjo9MqhsDjTSez27alZgvU35di/rhY8qCxHmGUCGoUwIjGH+PVbTkO6OEgTVy8s9tTEkATaDnnI
23/5g6UU49xn2nmsyIsuCTNUj3/nkx4vf7wwoS3N60Rip/n18szQB8sITL0wVKoZZFHI0cwjTKbC
S3+jvv961/5xKWw6vPvII1K2e3wH/vl+CidABbmL2gOMVN1MBTSREJbXb54NXmF/Wgj/eZXjLcvC
GxLUAkT/y1UsYu/CdNV/AYuZH1s7zBVz4ngbrxmcyFY73//6C6RV+usV+d3wawSSdycmJP3lZunb
ELh146kfqGPFW0XxW3JwvJQ8eNabsb7UDJKwUAO/Dil3HCDAr7TKMWXDuBIxoEshCFc+/bvI2kFl
TsYpaN6gcDhqM4Z9nu4bD2P82SB7AlnIsvXbHEQuxt8271Ce8kW9e5yY/E0fEk240iSyzyaree0k
LivmAfNg/r4mYHEp+Es6gsiBo0Bh0Mm97Omn6V/JkKvkNPR4M+zdQAOnW9U0P7VxmXcE1NKAvbhx
4m+Gws/igEO0CE9WNLDoATOJvpJdqRv2+xzeaNmjT7ZgK+5M7V7Tkvaeq7VueRFWwXhWq5GD1NLM
/TXlUm2xtWby2sMkFk+ckHxxox1qg3qadRs+MvvlD+eDLBvQeyLBpABc5XSMVkdxbCINdOoFCRZ1
ymQjfdXEdubMCwrKPU0bGaA+M6fPT6mAVPImbQnFnZZU6vgncQZ6jltxLLex75LER4JPz+eKqhre
EWBmD4R9Ko9nwMJyCd20FFvVChPvGO5NHvDeI74wkgnndah2tXsT1Rldx2HexeYQ2BYKgaNmt9+u
iabPh7JZs+wqDT5un3KC+rRMgeBUka+0W90hnUWpSCIedIprtrmouomxVkioCb93T1wZ6lR5rOOK
LpG5k6cVuPNdUVRgfNIaEOHGG9jGg470owf6u6anqhFYAerAeLd1EplqD4wIlaCZOKtu+jjQ30f0
U2+nYE/vABeQIoNqnHe7YOZEsytp+js5ZjfKW2LOBBJrn2jhGXS/fNytQVnDO1GwTA45o56noYu6
72Zdk5+glBJ13jEuuZiwQMT7Ajks3I+c9d5HsIj1pqPsp94j2EaPq5Hp51zl9I3GneJbijiwcDs7
WJ43+AjTp7ZPIS1585AEG5DRxQ2ejB5crBDuCcQpp98z8fYPibLrk697JuNuf3S2a8qp0IGEzE6G
nqkw8hJIHfJv1EueFCO1e2cl/9TbKbbyfKZIAeE3aCb6GDCatVu7TIhAyIrk0zw2QdbH9H+imrXL
H6DoRO4rW6kwey/Y+YTfeoAW1wki+SMUcWJyo1iK6RL3aJ5fioh87EXmTdNMyG3JKTteoEuTwYT+
GcxyLmgdYzyxX/u4zbe1zaeHBD98vo/6WV9V4Aweo9hGL62DNQlKsF88NybiLi1U9385O5PltpF1
W7/LHR9EAJkAEhjcCTtRnSXLsmxxgqBkG33f4+nPB+0b95ikggyfqIoa7F1lEEAim/9f61vgksWE
brVEbcHmpdGTh3DE54AvNnPIsO6t3wZO1j8yaowfdeoBGbKsyhdwt2mN8FgLG3AIlP5gFWtu9ERX
Gs5dpUzzK16NPAWPQpemzQDHLmVSosvhxw/lGvEnkn/gp8WD5QOFMYeZ9F6oEkAsuaxEmiNjsdYR
dLNn9Hj0RGXd2Wtms+7rfMx8BYycqiUnVfEVwFr40pVp+zxOMqcJSnjmk1Y70S5oeryJALRnlhrN
im8UCCl0hUSn80Xq+FQti2rfYmxVd4/9ib6ZpiEnAfkR86jarMPT43dm/d71Q04ML3JUGziLpd6K
GDooDv9RmwOcEeUvRq+u/ygqDquyiUd0OKC/7ktba76FZjdLb5IRXLCRYdRlzoC0E1tZ9hi0AT0Q
NDC8iSwxqNTk9E6X9OvJXeVZ0mfKOGP/Gq25PDRI6g7LoMLCs/QbX0dYwRT2WFrMayvYCfpP4HEc
fWJ3MK+0NIaLPMSUa+ngD+n4Rfk0CLdGpEBvGqnrUjz3fOA3Pfu+Oxx2NVtUYUT9Ko7xwt0wZYF1
yigpVzD8+OrpEUUFJeVkaOnYDLn9wx4ojix639MeSjYB4TqVaVugIElo/fRhlrzGVMy/I6IOpmWt
VUm8oTY+0vgMM/e1oR9Wr906gHhbR243LprepgRowuAtl+agYfzLia1+KKcA4ntdU/Gf20okmpFx
DdBiSLKgW3UavpsVHTfAiWFa16Bpic01luQZwjiMh0DvV2Iyeji6I3aQnlyC72PEn7vOaF7/Soyc
lb3W+rRZ2m0K/23y+5ZxRPwfPm7R0OHnkw0zikdUt0m7dMlA1dMM8i0umFauwyLR72TRlK8DNKxx
4WD7u+7buffgyQpoZRKogkxtmIVMmhBBG2qkhBYjZsnImTMLFUB7FGisVh7hrTbx2BVWqgg0q0f9
fLSfTC3239Ns4MjjFUFzK4hoJvlrCJ/Ru5DR7iP6veM4XljLsW3nPRhJi/iR2BoNC/IQZ/B5gM+V
tSDyvradVT/IOMlpWtSG+sMxe8IQaXpqJ1B25OuuqaZ955vNtOnTcfgWWX73HdRmQeqFVo3tqhDE
zSJosn9RlKdFKn1DOquqTI2vdBPtd1is0x+M4uPG0TzmQOquZUHIlmOnK+iTnOT8wBmeQV74xlXr
g3+k+eLOtaR+RNQnKML21z6RrttJdM4OCRVnMRNQ83NCIU9HK0IYw5JZhFNq5SXTo9kXxJRZNq5e
WkGc9UYs/W9RO9YPTUaGHurMEGd/n3fe21AOI4/MGkod0ljWUR0bywacMKojTSXNrybl311wfor/
sIMdb/0kwuebf83MhA5CXnpOtqk5gvxAgVCxvk4qQpAi1AB8vMMUD7bPVvdWGgYBWFI/wH3FzHTX
Ok5B6iERcxpzBK3NBaVG+w2GPhU8MurUNq7pRtOFNml5ZyHKQGS04fc+6GHLpWqsn2rk+iV9Dj3H
muWWwY7givg1KmubEUnPZM9mKXonWEExcRFwKJZZ00aPyJpArZWI0+NNPsEd5vF37g8j0ptHCZok
mJWK4FBDis3XaVD3d5MIXyAo5Q85eSgI+yi042RrpgoMGcIEBGHS3CFpiAmN8XM32GR63z5RLVVg
Sdh1Yq4eZh+o4TnMBD7fSbAwjGFwN0NZza1HBAF0Yi03XaSm0adrJBulz6TGNBUaoWcv0NEnX+xO
q8sbsy7FuE6JrdDpuhdRs2bUDs020HSxTceoXTISvfvJNuhk8Wk03+Ddso1EJMYsGNK8xFdI7AUZ
5bsuB1xPaFI6mCs6NfDemsQefph8pwAORUnrUx+YgQUspjuZuPq3eGoMZ+XbyG+XZHGG1PBhtOoz
YcgvbyJ8vBuvqic49LR5vAdYhOm+0HMw43wxCEwJ8SEIR588HkHQe+XwlsQZkGW4g2LIaaqAzWqv
PIOa9VoAGpPsGLSC2R999Y8gK/NH/BLNfWyg3UUw1eGkdGOtEzvK0YD/kJLZd5mZqWWb6GWw8QbR
988xfAKkAvlMKDccEpU0k/3FggoEonDmFTqLbYGszGrynkAR2i/PUYfreIHMp8qvWoErYqPj4qYt
VlRWT9/e6KeNro3qLRvH5LFpJYoOzLT5NfmKc/sTsMhXe4IIdKNXnfPd86zGvx7LtC6g6ABwvEW/
Qvzw2i+iwkOMp9qy/troGU1JHwWDv9HwsNpXcZozTxl94b2HcYtGjIO5fEgnM26WomojdOaNqh8S
UH/NtSmYNrFv6pROEKxl7hKbvZjWI12DgEwHrLILDGn1I6UpSK3KAzFW1aPxM81T910vmA6Whp/r
JJVjG68Wrc4ehP4RCK4lsdXS2CgzI/ugRspxj6GQZcGrQyJUhD2F4JkhgYAHzvrNQBwjO/WqKsaV
7XAcXlhprj00NPWICJmV5KwkTvfLiXo8oZizPdpUeaO1W7uJkAW6ic3BpqhjoH+W4j0UozkLEdpg
7/l6cW1xhrM3ZVdGT1ACpwQ6RMh02XB+eSy7DgBtCPSDjG93VL/dxgPQSd+DhEgQhw9sY2JEB6Ko
tmaUmSsUEL65SJixmId9qb8BHh63I7ztp5JPbW0hJeUD5Gj8xKBw3uxY3U1Ah/TsyRwYZRC1bec7
p9gEAndfETPOYtzuRSYgrVqj1z04lVaTt+YFGtDIIslfBFOad080Rxyi+iOYGi1sAId6JWCxvGDA
Cau7rkhDfw1Qghsb7KQObtK2FQ+OF6j8drSsDn5dGHWv8EFcF80ZICMegxXcAD9ikDEBgQKpUib/
oggt0AddH+YoFrKoo66G/ARYk9X9wEVqvAl89GyfOcMiBWkJ+w7DYPzBQMBvTJK3NK86kWfPmUH1
aBUEEdrLAIg1U1kMTBwZeP5sF2VBVDm+t9va9Wk+ek2Vfp1w93/jVEqyKMpttfDsRPuR6RnfIbFt
1QuH8+BFy4tsZwGceev1pH/pkLXTCuV0fFckcCkfO6ft/FlgowE67wzRPuAIm57NrkvfRj6cfsGm
wHrtRtU2G9cL6FeGXUOkmOe4fv3mD3X2DsjF9W6kEJ5+qwM2Ay6FTa8Hsh7FP/kR1Y9U6+xv0VAM
Txb6whnoH3d3sdTQ4WYKtskC3Tbl5lm78DWtAcEshjRwZk6HEdrXgQppwOa+xtmmQWvh5L2c8yym
8T3vwjcd1Rs6gERGt6CtbPYGmTOt2ojZZJE5CLPJacGshIpvsr5XRUs1NYR9v0EKTb+IhkDggtQT
CnFakBaM03zUp0UW97QL3UDWP2tKNIC5ez837+0wsA36eIKOqOn4qljHUUzlqx/cAfqobLXvonbS
7H7k6SWrGglUehsIu7DXJT9UrZ226p6w3yKebVMbMnmX0p374U8BGGGyFSC6KqfP7LURZ92fMOtI
pYv0PAONoyngPCPMuWiJssPur4GfA6L3KK4uqKLn301kKdmjz0PbWn5WkAU3f15IeR33rZ+qVt1q
Yd8a0PCq7MbKQXVt9SzveQl+2MWboLQRl06EpxbslJxCLTk0s/hJEfXWJgcqEG6MyRyaGx+OWLTu
SykztjSDns3AVzfeTQCfK3r6+JdXmu1X4XXolEN77SM2LG/diDj0bxQgMvMlRCtUrXkgatryXpB8
J9r8xr2pmde3SNCJb2RM7Ihbkl426Gn3XAhD/uR8NCB7QQz4EkhhssnTG/b6sMTxvdNvd5Z4Ugxj
FZumeU/gtenxZ9ZleqXAVaNd8EeaBuSSJfPOIs+/xUET/egYVhFEfRVBJIqtmE+hCPN6G5rk7MKZ
7NlYwSM0yyvWxvF7ZhkU4Ims675GtLwymukFSTboOYnFSRgUt6RZzudLGafWrYAwCEA8zqyfaMWy
ftmj43xOk1G31tTztWj5X9TchVWkrXxtbUIYcJQiyAn1UNJw+//krk+6SiclTWXM2C0bPhWNF+yB
h8VGsshyIPW28xqmoXGXR4PxQ7Id+tfC6XwVzHvURvW5WDyXPN/3TwhZ6v/7f4z/mlDDj800uq9h
YvfrBF3COk+MC7dyUjf9uAjVYAeJIvPoUXU2TmzKQNRtX4dW1RANpLfNLRT9SuTsiiFuXiixz3XY
/2lYUafleuzDZ/Oeg6H9uE5Lg71pnD70Xie3BojJKYAjZKjfU2jNAD+Kl8AJR9KCMGCcf2enNyos
mmT0ylgFIYvNtf+/nmbVN2ZoN3G2cxUZ1uHoVbcaO5llBYpzhb6s+Xr+eidjhBVVwDJQ0MwcxYUP
r4dRBYUcFd+d2wfTFfFtiqS9urzwOOdfffA4D65CzujhVQBKgiOSkspJquW3MK1o/BEZSKyGVtz+
6w0pkxHCpgc/JMPlaNBrXcPWXvnZrsk7l61wUj6MVtY+n7/K6Q1hh8VBbOBTlbShjl4TVaYGLAMh
N3i6oO5yFOUQivmAYu+FjsHpCzq80tHnNQyla7l6lu1QDjbXktLgSrrFn/O3czLq5p484hk6PUD6
pDp6P2WvO4j1+2yHfzDeVLmT4UcS5etY1vJLD5D3+vz1jE/uin6wYfGegAXo1tFbqkF2VBDU6t3Y
59qrD/MiJYpUs76RcJKsGqTl22zwn72kGR6Rnw0brZJ4myAOgmazG3Luvb78ic5ev9Dw+uTFKp0M
DxcZAgvKRyvwr+/PGP2qK/jgdhZz81Vt0Nxqa4usn6J9P/8MPnkEiiBcU1msyvx9NIQqWiMsykO5
a/oqhbkq4hWtA+/CfPLZ/ZB8yxduzFIHd/4Vf90PCnJcfWba7KLEFZSY0l9ToqWwvTlDn7+fI1EF
c6YD84G1wGEMmVi4j3pbAwdDXLF1vUu0OdSizcWWCn72wJHG2KLF77dlMgX3tRZ3L0lVoa5o+uJ+
Mmrx2+p8/8I88EFJOJxzFMWDWXbAZM7MJg7vfCjMqXWysd8FsEaMpac6jkZuENlXCVsQuOocssTa
E6XahiW9jpVd14W7wV3mP/aETv608WWJZW6iOcVa5A7t2qWwANjddcfrDHFYtYxtYr8oCbX+tihl
eo8I2P+VyJS0XKsvJhJvs+S7JsnmWpBpIvLlKCfzK4Bk9aDFnjFdmCtOVi3WeYP1EYGHwXcsjm4Z
FR8EGNJkdtTyEMhSm1y27Bw3DduAVQDQ8SfrP5mCdj5tzr/8T4YZb1/o8DsNOhwfsMy/hpnKS+Ce
gdHuJIWFHbvb8r4jxmtjlla9+udLYRgxsGtL5EIndAxEgqkTT16zQ+wpF5rOLjlV2Y+orLILN3XS
OkVdMA8eQ2JrFIZ+NKALzfJBPGTTrq/UetJsiOClOaxjo/9tYzvZxghq//HeXLRPLsCIef1Cd3C0
zQlbYHi5I5ud33BotBLjG7tqKEw4j7/9+5X4OJz55lBRfCh2/nphnSO0DF5Xt3NaCkpeGPebdjTB
hQqiS89f6nRi4K7mDaJig8jM6hzNQWqkVkiYabsjgGp60GAsPRq1NSyTlMiFfCK4tyi1+azRvA4c
a39qSAy3WhhYKz0c7JcLv2Z+hgfzAr8GHoM5w06kSxr84bwwJmmha2HR7SIOlovOVfZ2QC6/oWNK
m3gwnCcvGlG5GpX9pLoCUFvUWS9VmurUW9yrSNT66/mfdPLx8ItmnQz83Hnfd8wlgXTW0yWQ3a5t
oU0BaIVg3lrlDQXtSwPsYwo4unuLrBmTEY2MTrhHiorMLvquF+2w05Q9+oRbUw1E9uZKHCK1Gh9c
1+HA5bRieHHcllqBTCz3qrJyBAA43/svmqqQrtcCsv9CkRIN2U/V2R8z+ChgUkO4oZbH4bbiQb3Z
FElejF7TXpIo0J/PP7Z52JzcCnwctpNwhdlNHL5IMXQeaDc57Hqi467GqCPx2vGyC+uI8cnbmTU/
OnImjtkns0BCZ9YARjPuMiPAeV8q+8tUzER7WaRPATyLZZmCkAzS0viiorB6nFqTJwZkdD0C7cY0
mra3iNzMLWe+YXv+GcyD9fgZSDWfEwRtHIA6h8/AEBWx6VNEmhRYTbwTXbomxOa19PjGSBPJLyww
nz1yU0F/4kmATxBH2zZ4CnjHS2/c0a+g3wl4b134mEX++aaQx1DgYi0zZtnV4U1VsvH0EIvhTrP1
ueQa1lfA/iDC6JN2L2p4/+ev98ldsW+RljCZeFk/jmYE0aK+J45k3KEp1m40QYKz4Yh4/b+4Cjs+
lmWXWVceLc5p4YcpwKpxV44TLyfptLcUm/6Fe4GhdTwibEu4QG3QY3At5+jhDZboHQgtxs6LVHXT
lsQIOHbsUdI1aSOlVO2umqpNr43SRnVQm94up2q6sAHI3oVYXKh2sWMYKZbdSyckOM0J2Ya7xm0L
x3aV9VF2YQifPn22pwoXiaGb/KWOfrANozHzIFXvihgidFFC18haM7jwGZ9+xVyF+c40XfSv8gTF
ozmyxbxg7LCeeFdRB4h/rOBGuE0vL9zQ6TeJaM5iNM3LDJ/k/FP+WlojXTZuJApr51hU+OH6iyVQ
G/vexT58Qz9ers4PrJNtCmOWS+k2HwxTwcdZ66/rEVfRImfS3R33bVyp2MJlTaC97S+qCQuTaMPx
CuND8fP8ZT9qLodzj+KD4S7FvJjgsDq8T2FhWMyrRtshxxJbZoVG+1KU9kC0HKP7iwZt9B6XTNES
mJ3X2F2JafqJl7Ik3t7W3F1t0g1fGh65EBe2UadDav5lcwnF4hyHpvzwl2Fid3NXWB78Dzv5xqcd
fE8VvrTzD+CT5w4LizKDbWHjQWZ3eBVPFGJGYWi7GJb3Wk9EubJ9A6ezDzbgC7nT4ZWEw37hA//k
qgwt3iTLNzLFY90rmbKenwGN33O20K59wzB/x3EkXiN87FeE8lnr2E3iu/O3ejqkEUXaMNs4VcC8
d44eaI3JziWVJt1XbH6vYQWjZU6gb9Z1HlxF+ti+nL/eJy/Q1XUX5ecsU+dFHj7aEuJTF5VDtmeM
sUVkXbsPkfRdmBNOr+KywMxVCAX/yT4uKtJuLEXVAHiyremXG5mYrOv00mJ2PPFw8rY5fvJxUrqE
xysPb4WulSjQUVn7wlP3TEz2rQqgmwVWbl3920ODzsW8g84KdwX7Wjnf7l/zQCYp8BbsU/cpFJpb
C00vTlbfezh/FTH/4L8/+/kyjD4Oekxz1A6PpjdFBJkOvyLdT2GfztEyUAWuC9FF4V2pNOtutP3o
nt6Eiwc5kQUNWQfpDMEinQXLig4ASvxGbCZyLTV450ZGlNMczTuQrFhcZfCaYDv0SOdBDxvdV3dy
3JdK14BT6Ols5iJ8LisufFTH4/vjnhjXfC3AD08F3l2ct5yteXS9sdZ6AmfHtC9vmsl8QJvgX5g4
jsfd0dXMo9GNJNP1MpertY2RrPDQWqscaP2FezoZePN7mpch9hwzZ/Fo4LHXaIzUVOm+hKqyTBIs
5p5bVpuk736fHxKnV2LnOevDZ3cOFfOjiRCXvz9NYxns/YR312s2B7qCY/nMXFj986VMnQMyFgO2
YLyuwzFODCqK2GQI95k+iNsk7+lgQYq5YXa3L7ylk2MrG0E8DDhXWMmZ+o6nB+AMQd1lZrzPGi3H
IWKS6IumH3FxU+gAYYA5sZspdJBOmfe7kxmhFhU452AM8g4Dtxlf2FicjpvDH3R081g4beLa9HiP
sod2oJFqW1jvbO3OP+PPLmPOcxXlYMNiGT18xhWUOGz4Mt6HFRlOIOb0R0f2+dv5qxzvU3m6tmXO
C/S8eeDse3SVPESk1jf5Xu/wyVuJ3t5RFRlukcSTEpFKzpiS3JAJ5tu69YLoQt/j9Itne0wRgIlS
dxzsEoeXVyYaXYSB+Z7em7rLRa6uMSdbS5KMc0QQBMf/+1M9uODRbgnAaInsz8n3uELTKwL9yqvW
6boLQ+RkU8ZjpdqJVY57Yj47pqtaZNDmxMIW+yAugp85Ubno4soI9YTRrosEGVZgmDT0GaPtlW9r
NqACy80XSEmm5cScT0WNIJnz7/qTh60wBCnxH1+fJQ4fdlQj9mqFV+1NRN93iaasFwc5IMLFxLhv
G5KU//l6DiFFJn46BhdAxMPrgbdTYcSxcY8KcnoYcAg8lqUiU9fJ9PvCDN3N+euJudRwuCbadFDo
A7EqIjpQRxeURZkriQwVyENFwHaUphaBNnWDHKrpnOBdi3vnxZ107VcTDx2ChKncBnWdqIXWe+mX
amCkrkrWzGuL7TEcObvHPV3i04LokOMb5g9L1KbCbD0zVxz1xybNXL/w2D758GfgJnt6CJzsJI6+
CXOwSDlp6nrvJi0xHJNTk0DreRce1ulVOJsishPsVGjmWkdlmzbsaT4EU7O3UgCf8CL0bV5CzTv/
Sj69CvhqHUI1BaJjkmaY9HZjouXb21NN3rITxys0zvJfP2q8rQLPpkMPzsQRcfTe4V/h1ZTxtE85
6m30cPIIRyev5fy9nEyVki+Z9Y4Jcz7lzW7avzd2s5Oj0gO33dNY0QgNDUw8LDKJjLXnN9V9JAcd
hFjZQ4egR43LEAv5+V9w8gHzC1CA4o6a90cM8MNfkE4j5xypd3vAfObt2PUj8ucOkVU6IOiYle3n
r3d4yGHNpXMDrswWHI4Zkscj0cjwmJPUOdEeLH4g8iTNz24ngogTS25JiI/WQTjml8xZHxjj//mM
/3NZ5gzKsDgKT6tpSGGaFqrftGtGmT+lKm8kxhbyEzYx2FqD0CsV3ijS09H3yqDTr23sw+zgoiz5
t4bKx0+xFNPJ3B80ya85+kpEiLCMNGx+CiQItNrZRE4qhbBicNt/anl+XIp75RiPm1WfmdWHL7dB
qJtklY1zBAfNVY7TBSVQ4G2Rl146mB9NlB/X4nTAaOY06dpizqL7eyhLT0uTakj0nVuEvlpa0xg/
5pGHkpZteReue+FXQHzQuZFgTOcbmXHny+UYJ+WdLieP2A/UbVvUg/hVpF/o8lZrsvIB6qOnPbp+
7N+gW4J3ZtCOh5gpnGfHJB3m/PA8/CD/cxfMK/jHJVVD96MG99dJawztaqBtwvC0jVph32iMB9Oo
IfsN/fg0Db1+h2emfEtl1t2PkcounMEON9z/7/oSGYxjMPvQbzt8iuFYawk4u2nXGXa9qjXkbSGb
JZwfVX5htv70UixuBoVLXtvx3n6m/EByKfWdGeLWbh1tuna9BK1ZjTPk/FOdl5ejr49FlO8dxc1s
JjvaIclEjDLTFQn0yEpXISqr37UXi2Wtk2RLOmR815SaexPoQfRP5Y3/PE+FjxgQtGKCFUcTbF5E
qssxlOyGpKzeITeZa/5tc66CBtdTUkeXeuWfPVWqGnI+VlDgPmldACKzkknjk8NfucKi5NzUfeCs
AiCCF77uw6l7vrfZtsui7gAZoO1zPFY6w+TDKuXOTJlSl2TERRvpluVPTOfYpqDwBD/Ov8cju/R/
LgnzgcIKO3ye69El8Zg2HnFe+s6JKiCTnQPacI3XKnjq3brfZUOBqjqMw/hrZ8rijjk3u1OWT3A5
f+KFleR0UAmWK92Evs6GmA/28FNBy9mx35vrvogrQmoRERuzacRcKZw4xIQZJc9hNSDszArxfv5B
HO5BPp7DXC5j7Zz5DidSpEnLJ99upNz5jt/dJBNpT7qLHvn8VU7HEhoaGnoUIvlM/8MU/2syAhsx
BVgb3Z3QSmepD65YBVW39yHQXBhKp1dCEsOYZfZmO08X8fBZiqHuG+a6aE+X11gZkZlurEoj0UWD
B3X+po4EQvOzY8urGzO+k8hQdgOH1wroygNqauJ94bvZazzQUkOqKda+j9S46vz8HnRwtsbCa75o
vW0y7UPhmbOiV+i/0dO0CI9Drby0E/rkGZhopcxZLkV15bj6NWll4WitSvY96MmVW4ftMh8BBYuQ
ruj5Z3A6fPh6uATfL0pE5pvDR4CweQgsy0/3WT2kV/qU5es8ICf9/FVOt1oWdDXXNV2LmiFipMOr
NF4N3CCri303JPKuosZDX1fv8eNYIcaDQb0ic2guTPWf3JrigMYhTVom+JOjk0bRENGO66dg39yJ
ZWOa2fWYRf++h6LIqc8IA75//nl0ayrQNYBZUckZIPFge5PapWua2GSxF13YIH80Wg8XL4vTto50
TmeTzNx3+BhtJFZtNbVUrHVFtnvmNvY7MLzgljzV4YGRThwZ+3tIz5FhAVBIUOKEC2dUyl72TmBv
OQbbMUaPRAMIAsmYdjvMqyeN3S/unEwlxqKXU/0sBnCOGz2yjRuLMPdoaWt9WGAuVrVctIOaidLR
oP/JMFiQHTgk1veBkkOxKJl7cInN56FFoyQWDoTHP3MvbV/TwuI3IodolxWhv8+IX7tfbRtTq5Vx
lBUw4Gg7XCPb1N4mPS3MBVkE5kbXO79cUk7o8CiT/v1e5Tq3CcwWBzEa836C0tqI21rhV6dr4EW/
VFcKDDmZHB77PqN2lnvwIFdObWDJJFtkgksWVZZ22+BKgnGcx3qAUUj3vVWEl5m8r7gR7z61uafG
D4Y/uYW1mt6Lh7keUFu5tyYi1ZegEZ23TLYg5xC75/d25gzGIm3ilJq4gha36pIIx2s2yRRL3zDB
HRZYI/DcoQpp1qkzEz4w/Dkv3VDBCD3/zX2yDWbQKyY2GrXU9I43cMkgOoZFVu1tHHdw2lFa3MZy
/B2mfvFYuLOpmQyxbWi0aDFErfFTzOK5Mq12AwMjWJVQkzcjIVvXJvP/NRhUZw0kH/ud3gw3HAAx
ZxaJuIa8YF5YBD75dCkn62LGCMF5+uBN/LXcBLgOBxGO1R7oZsGBDJAl5zNjff4JfTLNkjKCEBo4
E+KGY2oFybOAqGEs7ssWm+vo9u4K2DLOAKij/4tLsYJKBY2D0r862vz5puzxp0tmdHdS29Qm8M5I
GvcaAtG4PH9Xn8y1QKfmqGsa0PP8dzhJeBK7YGcl6Z6IHryttDZYPfwquyX9rAwWVeO5T00xjE/n
L/vZw/w4baGToSJyPNvCyQBHpEidbq0KBrCUxOPOWQ4TYR0XNiOnu00Kumw3GR50olFxHN6hIbPI
HWw32+dSJtilsVYFQRBve7PVFrKvos35W/vkyG7rgGF0B/EGkl3zaN7VijbpCRCljEyHb12WVMPj
qA9XtegompEn+0NL4gBCctDfmITQrU260BcW6pPjIOUCYSJ9NMnrIkHmaF8k23EgiyzktUa4lho6
WvfkC3lfUs0IHwgx8zYpPxHI5RgTYyuHC7PJyaji2M4T4HjGAKYZPb/+v75IU0U+/JDUoJJu1D8Z
xL8N08w3+Hii6wI519bt6/zCez69ZdY6WF60G9lfU807vCacQzdiHRR7v57ymxJjMQxsPYUqleU1
8eQ9Tvq6Te9VWdVrZ6r/zXTC9pB7Zu/Ag+fqszrr8Pq9DUu+6aTYm17VrEZyP++iybq0C/3QYP+9
qrPHRSZIU4vBjNL/+MvpKZIjDEstIk6r2lj4WcjqjD3Wvc0LH3a3U49asjKRyP00awxuAEJ8MCo6
x/OcKOS4+RKQyfTaAOUtlnla4VRKSTgRuIk6iLJV3+tPUEec2zaXLfRJz1s3GEDqpUiwn+Z0S2cn
kfdHjXH+7mUT1Wu7JsjVYLTJZV2OUbAC1GMQgwwxAzwwIQkLX3bTqyZ6EeAt9/B9D2UwvUt4Nchl
EzGVSxsY2HfHq7AvkH6bbCFXOdfG2NWgOO0OlE3Gguwv9JrYiQXweoMke+xPJXohXOdruLHWnQx9
IJioJOewkRRydQUL8gt0dH497Eh541tm+j7EoQmBjIG7TME8g+7J05LMYEd0uxr/2ZWrTEB03pBq
F+OU5rnm8OXh4GGaFShOWWrV0Wc5+NiLy2Ew91PleSNAoy5dxvEcl8wRx75mJ4J4EeJo+AgT0+2u
sY1iMy01NnnLpgpSKNG+CL9KomhfCkENloxRZT6Nfdh9MXgm7U2WuNqFDwuF8fHPNnGWUPizTM5y
9Frm//+vzxlkgNHHBbZXiacau2+LM7UiS9glIAc4f5RRHpnh8tj8hSzdatl6hv4cTFEOOnhInAUN
NeJ6bOXDjE2aor5r/Lp5S4gb/eaCtK1uiA+EEWHIFpht6FbDbaMNzbTMcj1UV13bATFJQNG+4wa3
yYgqMWqQVoursGt68WaTeU+GDLANbzF5avA2Q9LHCGD6Dt83RBtwbLnIsGm5gIiszTRNUUjIeV28
Q/XRqlWca+mz3XfDeIUE2jTWPbGy41JphRUx6LzY/QalKxsp+TgAuLygSb7NQemAhwl7f+DI5d9H
iMBJxqjz6RUi7HgrnDD1lkFBvExLLhS53qOGdUOv4umrCtuYlBGA+Nu2t/NhDYQluvf1lkT2wIXi
DyMBsMjKiFv3p523xrewqZN4HTaj85b4+XSfYkgUG3BZpJN01Nj3WWXqD4PVjK/UJ8ELdLrFjBeP
nfptxi2WNCZg72sWp06H9iuP3dsmyUnirgE1LSIxQQACwcEemxQeACeyiha22VRP8GALd6nXFYh3
nM/We0xCs8fDJyBpjblUA1IUhtFzmZS5fp828BNWkSuG6ApqvwvmucxyY5V4aa+9jBqy4lWgG365
ispmGO+TcsLrPqHE2A9FXoxfXCi40VfMyV60swvP0lCPlW2PY9YItfqJZJqEYB1WtTzatlM3dIQ2
ZFDv7/tARxWBMlOzt4o2sbbMKz//TvRzXsMy12JzFfmxDnq7oCqxyNOkvaJhD2uD84AHh2i0i9/K
bpofTjfxnxhWQMwSXOP62ZNwkOwiruRm8rz6LtW0gLBkJE4cDWii3nCYg91d+y15Tyl5VqSBl8KN
voweSeLglWujv8qbuIRY1Ubttpc1yHui0oqO5CInIDe91cb4NnX05DdlBvtuNCMrwsMlLAA3vWHf
U0Wr3k1Zm+WShoB9C14twv83eNAFB8zZK6BAILZQp4QDYB899Zft2DrD1az65H9B0BGsJeXj6Zqu
XabftERlaWvKNOJO1UNgrlKthDtqtug/r6EilU/+0GnZddakRXzX2YEbPlS9VKj/KWhcG22d3+Bc
zUrY79qUvBOCor44nkN0SCF7jXwzIf1qYRSpuuc+5bQBac98RbZF+QVipvanbQo02WOoSUhNQ+rB
XUgi7558HWu8GXLD97fIiN0tEYyY/Rn0CfFLDejeVUzImdgM/RBmX8zCTsJlbXh1ujHyDioCXUgo
A1HupKQtBwEBQ8jSQJF5uo/xdur5hlD41yAXcn74IneG4l1BcECbKOj8bQQv+qeLpbhZOn7SgX0T
of/U6U1akl6ikUEkTc9aG6TTwW4n2uq6AS6iFiBlkvfOKJHniyCY9FU6VkxbfSyytXD5HavC9cNb
K+T3QTszyDsOVBm8yzq05NV8fixRbBf2Vz+GZ3YDHTO/pZkAN4AEH3xCADp6i9USvPwiMSc1T5Qi
+a48ztyLGlTV88Qy+6ds46pZwBX0EV/DxHHhl43hzqsdCGc4iN0Cr/s0hLC7Df/HMFXICkQHLpv5
qTHEUnoJ5/8sacz7VodeuaiqKTRXJaWKOXcGfA8HcmnrG7sd6YE1QFDDBbQrTg8eFC6fg6qYnhH4
/Dd7Z7Jkp5Ju6Ve5luPiFH1z7WYONuwm+j4kxQRTNAIHnM7pn74+dE5lKrZkisoc11AmhQjA8eb/
11pfgAodeMvjbFf1N1+V1hNzOZlVlZXYn/Jsbp7rpmN75moi48laXlrt57b2vvJyQdzUnTex6FVp
fq/VwpDAuICAEw0nhle7yD0jSrlJdvGdYWwt0RKFaosUdJ+TCi/dUCgohg1LiyGichgpsRrELIRL
VlT6tsPhN2+8PoALzjKPK3sZfWtfJZzJwqbV4wezclVJ70TLHnB/Ow+z2zXkgHtKmNuOyKIvVN0S
PzKnIL8aJ8mDcILGOIdd0J2T3GbeZWXpfvViwU8RMNKf+27ZJaFRaeKZicOWQB/IGthYoLuZ4iAP
XmpyJAEhnmfCnthJUlzp/JpIQzTOAIwEqUIUNuLKO7gzbYnIjvWMNc/SUzBshdtBGu+FvcuLmlM6
GBiYNnMt9S+2KIJHWsKAX1x+EYcNWOYdCJp3WB1qw/yWZsotQjg54qUSUyfJGciKM7srlp6cpIro
+wzqkhkRYDV9AYySjuyjqybbVeWck7OZkz9FwEVPtleZC+uGrR2BYnXgJp8XOCP9aU43nOSJqklM
UEtBYUNjAnizZaaZU7jeCR+WKpeV5GOl/VNTavKlEdqSHIgG0/fZLIh0xKw+n1qDFC5ZdwT6bExZ
dI8gsLqnmvSS62A00ubQ272dsPx45r0Ns/gWaVR9XcoUoS3Dlx1hwbF7V8ZmpW+w9edXrq+9uI3V
lXQhJDMqULse8kEhAMl02eQb28kINBK3KiOYTqhEQ/YCzqHO2JmA/XDFIF6J65MkcFE2TfZxb0K2
8LPath6YvcEViWYxSaKgjcDhs7PKazgNo0XYwLzYezXnNDzGoh+ZLlxhvZV5V5hXRWLFF6LTRxoD
9kRInsJS9sCsziozqcwmVLDLjdvZl5A8NBKZHqh86N6Z8OGZ7Q1yS4oNXa3YvyNwvx8hgYhx/rKy
WMEDTCRp7MlLZ7BQzFU9/RZ6gnvIBiz540zKxkh0Zbdnw8HXVJFoMp8GGcCoJ5sK1HKSp0BGnkvd
JYFPX5ql3/V+4n5tfUAvG3da0lvLbkzSi0blFIeeE+AnOq8EDk8o3LVTl5jRx7QIPKptcF0Jwp/B
Hdn+VD0FwiiIOCOubNwScAECca58fiLlIBTSL8rkzWTMKXizuK2db7y/Xv+Sx6iYiNgUun7aMM0k
2y5ozeI8ZdIgtLkzrVvZtKM8aE4m21OrmNJkN9Z55z6CZuzPid1274Vh99aO5r/xjUCIuY1cmXR5
1DEUVSTJcp92qodLGE0F3A6aSH2z4FCz+jNESoEJWJStBoQ8/CEcd3rwGJRSIxx8XYXYvbIpqoFD
+zIYizmhdtSH6cI0QH1dz/aQT/tqMdsp8oQP6NTnA9ZBDQxTxsRlzn1odfn41mezp4Vox6onacRa
fTLLlk1ES+Q/WztkLVgUbClfrM6dWSvmZgXaz0WenJPIIS6ykmpmZMD/Evj2SWPaeQN11TDuK3xD
FDP1a4S6Izt131OP0CrH5oRjDFE+3LF8rWvdu6znQdN2GqZ56CZt543hUBqCJH0momvHIYZyT4zd
4G1V0gHBnPOVcAbC957knu4rU7RW7SodQ0VgjzJBW+SaJ7mh2XM4QBT6BFN8UTxyDhM7sH/6ecZh
lRljTvM48ofWA+jSKnUz6VnDmUM2Wr0n6Ka9dNtGn3aTwYktsqQ5A4SNcx1qRG7UsCsKh/yAMSk6
nPeLaW6NrJAXhUSBv9Eb13yGS8fqPXgEFIXx0BjbRGmo2Csiund2sgBP7fpBlF/YgWVbf1JViI2M
0OHawcBBWhKhX9CaG9Y0c55Zc7N2SUI1oNzbpGauoqSRVYtSIrCacCBVjWOFCxJuA85iEUQzEtuw
x+A2tntdmfreK8j6Oa8rJp1ctIZ+ni+GeS2DHsqJDYhGbvq1w8lpR9fcqFB99jQ5+vRZN+a8JNN1
Qr9btSpoo0pp3kQomwZ4wRk83SNTaunPe5c/bCpBR4mPyh5fcmXa3wJ/CW5nZzSyk0KDjGNqgEo4
zcn4s970yxX8IhtsYKc7XwdCKW2yXjW/2jHdTggyM2l0l3UbO+2lWU/LixM3VXvaziNZ3/GwJjQT
mMt5nAXn22i17rAd5gBmaifXRD/Tn+27opygRLcM03E7qhle2+TMiwuXhgXs3Cdha4kGIDNjNI6j
vCx63LG400cWPgP50RSKMqvEwfXK9LPGhv3Zi5OlC4n51PGWE2zFV29pNAkzU6ZvpONK676baB/g
M1LjBarZeTjEAV2NPaXQ6VtD1hsb03JynklDC+qoInYa7J2bBMSgrxlb2aZA6npfEIIG8QSiiGDW
Ip2fZ8uJk5sV7dcqy/2U44opStoP+fQakEBOflcWzOW213r7igMj2C/aFnARncL27vGm+3gZTHBk
5GO1ZhfSeCT+p8JnQWSuFmeXJIJ62glBBJLURcIpjdPWkDM5tNZAwd3S0v5BjGtmo+1KDxtynMud
ldFzXnsydFnw/+G7SiDuhI5NYM5BM4bS2pojrVqcyyvKkEQ9ca3g5/AMWsd4nCZB74QFsf86peN8
Sf94vBKZnOMTm8SAhg1XrV2SRZLMoW1VwxecP1BpwcNUF3o+S+LX0GMjTJks62VIhYpPg2VBeTl7
yj000mvelphs1a2JbVPb9IudyigYZXVP9GJ7lloUpjaVS0oY6L+ivSOwt8cR23UzpUwt0NWhcDLl
XBHDASMZUJbkLI6e4DCYExtfurn2GcYzclBjsLtQsNqZFEe717OLeTHsrwAUvWFj5saKbaE8a4dm
yily402OGje9O3RflqUiIQDUpOQomYqVPjIE8Zlp2dQ9enZU+mZKXXW/Qg4eFhLazwOrHtOtqsAK
RE7meVdxaruXGVjaV6m0zg75vxp4arn7OjZsmzcgH6cnogwV+bfCM79iI81NLplOUHWrwvpMGS+5
ywdynzidCxPACBt/RfRcUF9jBE9wc1Uak0uNIt1j6iHSe9vp9qTfSz4nIKcVCZQUNPqYeaRmQWY/
oMpzF0kzMYYgAdTectvucztl4tvv6+I/FZGQXZiUJpH+I2v5KfxAZoDRDGsoX6UPICd9WuKr2f9G
126lRn5Qfz5uLyDWeXettWP0Q8EqNgblUGIuX6f5bgk+1XVIVMLvb+e43Hx8iaMS91ypTFKHKl9d
OnMbzbjRaAtq3XXeDl9sThpl/zVIP1BvHOn/SRY4uq+jxlCds1iUCRdlUt/0yTcp/R2xuYt/X1ZU
AiAR6+VJlT3n4tYg7u/fuWO6g9/7axh5qAWiJ7aPipedw5w1+WA61AYu6R5caJht4XJ91D9Z+yP/
KpL+fJ2jQj6RgMMIOT57Irw9KnfJabJtTr6yoYw+8tgY6/P63aWOxkmDeKWwBJdC9cxNuSE7oo0e
ifCliQ7jxtq424+G5pEc/q93uPai1liSVdT5fmx6DfVvOTM2/exA/iu0Vver+pI8BDccJU/S6pL8
+o/EXT9pV44HztEzRU1G5IHs+fi+iktxmt/4J+41HXi4ufo5+JKE7Ms3+YEC4cOrHtWNjbIOdM/j
qhQuLjjr1S/VnX3RfXZv2JLUsM37fe1F3f7fGac/fyRHDb/S8uvE1rgq0N4zb3FeyJ891bQWcDCJ
1s7Wne2wV8MHopWfSvtHn+Y6X/ww5eTQ5Jy4G7lXUhQ9jw/ykUipgu+0I4c5tj9o8L0fucc3SVX+
/eWqBQ1mHnOTLgzVopDhrH/TvJzA0/SDie73N4Ys5P2VRq0fY3Ng3p604Yq2HVeyQtcfKCSQY9ft
zOD+9+9v/ej+9VH+fGtH80xdAltQsI5e6xzdCU+zFNe/v8Lvl4efFHhOWScaEcPlK7XszeoZ1V7G
6YNr/HK5QwGHPB2xGIrco8cmaofGulG+lidqb0feXjv596g2fz2oHy5x9KCmRTmdP5nlK96NbStf
U+PDeWOdF356Fz9c4mjewLYLq3niLqg1sbMtTWbJ4rGJ2u1yGtwk10uY/idf7w9XPJqSHRzqCq5G
+Zr6/d4W+6anzr+3q3JfJIdS+4RT8oNP6Zfj7YcrHq3kJpzN1su5oot1L253ifpIZPHLj/WHKxxN
+fRr2IPTLXjVNQCLmn3ikrwex6e5+mjGXT/7372voxk3xmkvvH4uX3EwnaDCDmev5RRRRH17QUh+
qBtql5VvrfFhfNovpwlUkeQ8rap952i80xxbaha98tW7Qzx1Kh/FaQVJZZPv7TuKoHmUXQCcuJvP
581HO4ZfbsV+uPTRd0AjdHaF6ZevQ/AVVDE1l2RsI9961ZPLlZ9tW0//wfzxwwWPvgrMBKU1tx6r
KV9c0D0SpBHqRPr//io/CUm+L9o/XOboU1gQUHiSMD+mEGN3e31N1H1EwNcHl/nl8P/hKkfDH19U
avWUp1+lB7WFU6QQu9/fyEdD42j4m7OtYVvhcdXkVHdbirHGmgkTTmwkP/I0/nLa/eFujj4Azc5B
mRlcq/JDb+c8eU/ElMsPHpnx01V8F7kxuhqEx6Do3KM30yxVYpvLZLya7jReI7QkHHpwE0IksiWa
01XP3nTJBQIAC7RZCSJyWPLnDBpH1E82PhEYstNGBq4dtZU2hAaaVNTYtf/BL2r+NH8HRK859qoC
QpJCdMH7Vcgy+3rNzoyfUWmjNKKcM+WhB1AuDWkhCRF1jcUhbC3TQSvNiJnB9wObaLCUd2NMgUVw
tLOUZ8EcL885bhy0TKM1dhv2O119irLKA4nkB7Sqeg30vFxlP5vBXHz89hZJ3LGJtfT7cPrfL9N/
J2/V9Z/TmfrH//DnF1q+JA6n3dEf/3EhUG6q6lv3P+uP/fOfvf+hf1zVb+Vd1769dRdf6+N/+e4H
+f//uv4Kl3z3h20Je3S+6d/a+fZN9UX3/SL8puu//H/9y/96+/6/3M/129//9lL1Zbf+b+g8y3fA
So/398843fX//+vnLr9Kfu5SJG/tT//+T8Cl4fyBoR4HE8pp/CrEjf5fvqX+B/ELZJzR68DFgp56
3cGRStmlf/+baf1BBhr62TXZCPXkeqZTVb/+lWH8QfgmQxy7Km4FsiL+HbwlIvF3KxPxDHwo5MeS
nYGSBK3h0UgUbQOfranwBxbmcCazpQJDqwPRCcemdV4pG2RZqPpY9w4apbgmrFRDlKYlq1jbYybB
C5zmA96sWAuG4jRmvNvsEWbRXNO70y71LF1y0v3rktzTsYk/FbXvj4SrT0DQJ4JQ1ZT5FwEUEp8K
alHTDlONddrrCBueRxNu07lmGsupT81+j8As3hVQj72zWS91qAdwsKYxCiRACGcb6HkWnMytXbfk
vLeDOiAx6h5aLGvDpmjjFix5VjbLFhVsLkOisNPlG+vj7J2DODEoM+WkicLR9girIscl2U5upo0L
guLU1vdAg0k5b0iB19/KpgiackercrChofWV70F7GsvAhgZBP2nbZfEUP/mdSTexcGbLukQvYhEu
OfSZK6AupsQQQCq2rA1RGDEa6qr/1OTzOG+aOS5BbOJA3vXDMKhwZFt/O3tww0O9memk6dhir3M2
ZGVEsHh9XlW2aKPJbBoy3HuBk7vTdXRkcaUMqsC1eVu3s9x1WCLOYlePRdjNxefZ0KxVOoYiopuJ
6mCVcSXJ6WRbh91UpneBqq2NnPJA34ytOUD+gl4BUqWmIVXAjIgwkEsO5nXbnsSN1iCaCsyUmPpZ
d+FuVLF9mZOMUEcU2S0jsrP+izGOnQoHf7kCgzRu87mb9qIyLSDypnsravjFJC3QfGubUeAsNsrP
tL9TWJtIRSM5ecvjUkjntXTywAhL8nuqrfApv+0sOzH60ICmuWXpNO+khTxp3MCfWOIDZkGelTvG
dI8QCybVfTF0Vh05hDr2T0nTTvm5TKrRB2PB3p0IdsedrXiPK0dZX0mykoGxIQxWLZc1FJt5B0CE
zUUrXF6sRnomTBbV5NVOV3Z1v8xOdmY3bUAMs3sO7/liCbpvPYn7ELH7Ck4TAbWk4J0kA/iCUoMN
1QqH9lQTdABB+/NCoRFq06J8zpz2fm5b6EcJCQusGvScJ89/QVHdRNZkJvRLoTIZw+AcODX5u9aZ
9gmYhU1KstIhSyZIqKn22BX6Y27HNNPtTu0WVFibYq6LPU2E86kOImMU+Y4elXWYi3pvKu8x1i0K
HuKgfE/bmMRfI1pCGALunVzLRX9VU/l5md3nxi3OROVul8lNdvZo+29LYb9qxKhnfnxNO9W8K2mC
hva4wLSvcr79WG7j2kRfTDJgiDCxiIrRe010TAfuHBv0Z8Ykcmlg5E7drIKIq6WZsjCNNRVWIKI2
CwnbzwPv+2yKcfvI5DxQK9lrdMxPZZV86qrkNAiSJ7vx7pAUpuEoiqcAoS1GeQn+VOsva7SwX8j1
vzFN/2TJBuuQGRmUpb49hQxXh12tXSVYW7O4+JQmoBNkspQRlv4xpB0UP+SGdG9VXT849fhFk3AA
lzzMVXemZ0lxcKr+AhGQfGBWb0K/76pvbmZou2qE62YKh8li8qb5dKzhW4wLxfNhqLZpMtFASsiF
Kop+CFu64ltzkRSZRemgJ9NxPtQuMUeQzXEu1IXY+S4tc6AX9YFUpyeaecMuc1xqWG1+0Sx6cVkG
7XWC0iIyBkJ0jNiFvtkOPBHPBBjmKP9SL902rHvnFt3qJ5qgu6xi1xGkdn7TBd0BFi8E2Ypjix5s
syn+krr2cxk0RVhnJA8U9vQJvRNdvKmNd/TlKORYKr0oRR42eRdvHVeHzzYMFGMduN9t0546taKO
L6wLC03hWdKY2WnvafnGS816CwHizM/Vndera3hxTCE13I/eo3tl+bfSIO3SHYp2P3rj56JI5F1b
WQSEjlMTQbJoItGZ5oGO6sE0hukS7gyuSU8kaI4pIFrNeTcBUjIhbykUbV/EaO1bO3mWY2/fD6N9
VdBZrsDvQaVjmGaNERzQKeC37IYaTFn7oKb+VbrVRZ6Ls7KeM6br/lFW1hflaz4Kpli7nLrZAz2G
paTT6ptCONNGmByA9GnaYZ0/BWpzUa0T/VjsvT42Q4Oj7ZK7REPyRW0KL94L297nvVEd3FTtyCcf
1u7NvnKCqJiBHmNvvUZ++Yog7xSw0qVlNCeK0IgTUmhumN/kpQetGKUKsaCZMAnBdupXysQPjl5+
M9V86trpdm4gKU9VdT6ImRhKYy6IWtJuCppeJBejOtAm7UQ29mk9oAolI3Jbx0BIZEU7nDz8LESq
7hEU3bzgf7iWhV+FSd29eIk9R34qyjO7JfjGH1eFjjJ3uZ7cLn1gRXSWIjkEr2TiQ6cp7Jsqc07d
0SPg2YfhuEEgIcsDS3suGjaqBdNdqeOH+qZ3en7fVQzGTZMgGLI3GZjCDIgfLAyL0zyyMU/XqpfJ
mDqbJcWzMKingCMeaVvNuzjxOqPbpIbJmNqpqmumF89qF7UGlppGW24XQwJzthLP6rEyLb5Y1zHY
gr537/c5QETUZtkJVSWprYZzJMzujenLKmh2usaKU30zjd6r5EnDlAEEqC+C1MVsqDIcKSJFTRZl
/LJ0cwxTjeaZMMZkebJ1RJfeFpU1jbz9pBPLZu7JbBudbB+jrJvKveq6SduniSoPQWsP5gMvz6yG
y5mEgVN9ToPraW6mG6WE/tzofEcR2gBivNk/OOl013pOXjkHT0tdcyPlYO2atlkS51M+IlIKrSSf
SM0CDLjoN+jJU1PbVpo16uCNsipBsc/K62hbd8lQ40SabteJ/BzP9JUiv6oedIP0fO1K6K1Qxknv
5zoYOqxpXZRmnR8uLHyOWS5UAObeJtvwPMtGsgosdFipfUv6R8zp1uHolecaETRkEOZOgkI4GdUe
weaSp0gsjKJHr2q184U09b4x0YKS69xEpPR6Po8XPKtjoXhC97T1KwtjmZNLywmVX2D3inL0ScUl
+futukYj3DLJtuyub2Y5z15oKUgg0LSyIkwCX4kvpdE+dSwE4sFIaAXfTQZikhO8JYhshM1A3bKF
usbTmrGeIJLyWhBcnC1TpVlVJIN2GD2WnWVMJX3ptE7R8qihQ58izAIhxqZsnbh/G0Z9FjCE/an7
3FVykifxoK9qY/zrWQh7XNvathA5CWfFtNz7tKPdHZ37MbtafKuY/a1oW9/bdSMhaqUY4nSfjxIX
Oj71bPpUSlPdxtKhL5koF0Cr22D2gtQTNPZlOkwgSkUxi3FfkrSAajDIOoUWB60uOKjG26eo2XQ+
bxtZH1tmudVkwAK6GAFmuCEO8nBM2dFEfOlSRrUVaB04KtcEAbSBf9Y1kjyhykjnq3ZOSm8X6zIv
Toy6NO3HdCTreYNCqsrBoC0q2E5oDSse2uDnWBOQkqO4R2Y/L9DaWs1tP+OcFohS02yj/Lw4lZ2p
dr0zgw6f6uWTSQv5S19kPXs18oLaQGwn5Zj7MQd1Bbc4UVE9yT6y0qnDY6gQL6lOO58Crzpx3dw+
z5GMHeDYjCdwIZrbqmC2c2aMChukCFHH40ZSvACimnzz4BVgn3SfaYu71CDfQkIju1OkGBVVfnCb
mHUMVu+ZX/SYjONC7SzhVveq0Lo1qKAI/aq2L1DcFV+7jDDkLNWyx2zy9HOtT9pvqPvZJXrs8d+K
WHe/tfUy5RtSyLVnv++h4Jp85ZdAqrKtIU1nU4scpmWOtQLBrd+z7xHmLvVktsstpT/PjqB/L5lG
DtkMAR1vxSXYJsAaVvVcA+XYcMaOwbU1/nUDoPWZMyvhbK0Ga67KswOCAZrvirXypBXoepBhP2uV
M560uZwPThug3F/FgaHWE/UrEiZGGt7uSUKowW5uBj9EgveZZacI6cvXn+15SLbYBiAE1zGMXF1S
niy6s6BXXWTBjgUDV3M88XrXgKjMfLMBeTR8winQRu0sPHSmaR76YOkPU9O9Kb9JdspJq5txbK5l
OcjzhNwQzmR4NHJQrWxaiyw05KqdRWZkRubY2A+T6B/i0U5PMt3Wtr500RYBfKrw0kKJ041TI8EA
gYxNvMCp5yDryepClgj+jN7IojxTxV2TtJwdR3vajPZQf+JO2KLOQU9CihxmTpKZewLbfbkcAdGd
9DER8UE+THsSB6aIO8Gg+f8rMd188kr1Y42Y+00lpmrHr/P7Ugw/8GcpxjL+wJ9FKjfUEhu9w+qS
H99U9/e/2X+sOVaYfzjG8DdkIf+zEuPxQ1jPSW7Ff4sRff2hvyoxjvdH4BHaQA4I7lZyQf+9Ssy7
OowbrHGIWPcJNyZNzzS+t8R/6FPC71bYiasF7XKuv7iaUV+7lUOXQEO5xU5OdvK8mYIx/OH5/FWz
+6+yl9drSB6UpfdV5vWyLsZclGkeQd1ocI7KP4vlzTryM5SehVY+kGjk7lOzVCe/v8paL/uh//Hn
ZQIeFanZK8v+2KQblL3WlCl6khkT+SdD2dodE2t7xfyOkQpOmXlvdaOXhI3OnjVMZYfyDEMSoNFG
SaRbqd6JvWzglkSWcgMYXWNVqW3bm8mL/v0JuW0BfLeYpo4cGAHmdyNLgZymRJ57QXQfIN1kbqtl
K1XF/OWNQwqiEl/cxiYPt2ZHOxhJWOl5tZDt39vUY4OVdz8Alo0vp0z1rzpybeSjY9WryBGV8ZXa
VnYfwE+2Of5neXKGtmW8S9t0aLZNKvRH/EWg3zuDGMYN+GcFZsjCebDJXEcOp/Ho5Xekc40GB7MR
XR+6u4BXOVuF3C9+nnqsRmRssYfN0ZIpL7dDzFyq2Moht9aYp2LFW0Ik2xr12F5qc5KqLcrKapWR
dYkd/q+yqB2JGtMFNN/Y1yjB1w1gM1ZnOTQudiYdMqeNQCqaRbpFlFT0+ze/9hD+1fj6/uIpb5Kw
zPjWYcqsPYgfhjXb88rCIURknVVZpDNqxsZ10NM3NrBtQGbeByPtu4v36IJ8QKtxeh1uKGzfXzD1
qzj38p7mO7vOLkJ8SGgjQmHQEQ4Rs1cqMc1mS1yrdhsM3ynAQw5FkK2Im4a9hVcB39SU2FGZz9ln
x+nTZ2tJvGyju/04HjzgFd/ymXPVTms4MLWaX2N8rAfzdlB+u74qFh2oQEQskO7UUuKRbRyOBvi3
EI0gxko2AE2woyKanhTw3I2N7y0TEVUB8NCNhRXhUQ0K+OqKx+6jpunaU5wnWRk63qqtq4pEPJHw
8WHS0C9eFaJokpu+N09wQ75/csHMtkHi5EdYPSzbtLCTPdYCbWfqsjuIOjAufj80jqINvo8NskR0
kwbImpPyHcvzw9gwco+Cr54YURJbHgn3WkaqkVWFWlCPl4raWrkpkoxyXi+S+8rGkrEZCtlsfRHU
j4mVo+cgxuphcVpQjrHhYnZ0dJ0zdWEUzWcrXryUeLJK33HWaLaBTQXwgzv4efakAu+Rg0Y0iWci
Hnr/yNjR+km5xBYJZBWGS5UocSZLZB+bHlAI1jNkkNeFkGwmcAMhMI3x87FlR5mqttKm2RSV6STr
KIuN3AmbpUsx4qAFxL9Rp6udr1E9xs56gAuR2NTNhzruu01gteaVFBOs4c5XfUkRDR/x9vd3974z
sL4eBKwmunqPEAJyQo86x66yS8NuC7S13PoFoIVymzt9eVjyUv/gQR61VNdroblyULJ9b5HQinj/
IHN+jbafFi0yNZ2YoDSfVsto7lWYPpRq+DK1aXx1Uqt+ahYhznzXHilIWmVufLAgvm8hfv9NaKqR
9EoYDNwK/Wj+qIbFb1pLS7ZeYzRoztlZL422zpk+/cqBUCxKg8WHGZS0gY7myQCYLQ0E2yTPyDgO
eu7KJEds26Vbe5hb6kaQMqtd1tX1JUF4pGfoGSXbyJFgLCvMvZTQ8zRo2SM79jlJZLVge91rdPN9
MNCbJS0QL7dBNbD3pfR9hZMmo00BV8HY9FAC43OaQWZLKTO2RSRzK/k0NCWzXKqb2RmG7cKiDIMp
NcTkOlxxoh+aXaFYtU4pt4lP7LOhzdaUXJatp8/4EUy8syBSA0yOyJEt+9EzfMDMNhxuqit0NsVN
NvfiYMgYMNJYJPVJkpDcspFZJq+IlemckBl12augtOH29gGmXM6WS/3BsP5pmjN0cszoveGSWOOi
jl5wly5JDGGr2JrUoN5E12SHZjHE2QSmeKfndvUfXc9ZY6p4vYSAvh/aE8sC2EhZbIVC6+61PhJ6
twm0cHAIj0vnwmk+GMI/fbgQvUj4IkeMjqNHq/D9FWe6Ai5E6WJr2ZPkc02N/azS+Ywm/Hj/+zni
KMCNz2W9FqJef001dQn7en8tiVm7An1aEO4+jedTJ6z9amFFWNL33ac6GPQ+EppDxaeM67sldX21
wcWCOU4Mvfntg9/mp/mY34YSPKs+FiWqDD+9W5e+AnXxLd+q0Z3AsZsvR8rkm9YZ8nPUZVWI8n95
pcfShQKF9oPpwOpaOlfQjDCS86oVzb6kPfPBKzHeay3+fE4mDV2GHMy7n8NHjJVCCEB2a00izvcq
r4wb35jZ84m5w1Mc5zNdtWZc/d5jI2K6NkYh4ea2It5odbC4YUxrpN2aDsaysMHMfK2novYPnlNx
Nm4KjcMzqn2t/bOt/66r/+MJ4RejidfrIg2nl7Wen96/4XhqlswaRRDl2uweak80Z3zD+q2uNdW/
vQwgdyAIkGh9Zgi2i0fXcjvlmvqUaBH2boWxri0PmU2s2ZwI49K3u+QpdRf3pJb9QhHM9J9FWdkf
xCr8Yn5Yz4cMIl4Xe8ijr2fxCKlKXCqSGSuu2E06Db3eldnecVUwbpbEX9LNB+P2p9l/nXgJd+Lx
wgfhu33/jOHANLlWyzgqRFo7WPyknkWFbjdYUogreCgtGkxJTFcoKhz8UDRmcZ32SJmDsCrlZG4o
/3lulPRNZUVjMTdEPsFTDmtLeA/Zgm0jxACdPQyldD/CVhwpp7+PbZuDMNtuDINkOB7tgipkGuuM
49E3iWNaHQR3kEMbtz0+/djN+nDBPjxSD/RwSNodmeMbXbcGUrb4bV6UnWhyR47cyh8PRnPY/f7h
euvDe3ciWCmH4Hw8/lOSvo+1NpSqZ4HV3YtYH5f4dGzbWYvyOh6vxngUJoYNw7/Gb+Pg1tdH7Wzs
fRtL9mLl7R5tAhbllNhiLPFpoM6nbFCUNLH1txHNs6yIwE1QxBJdW18WsyLSZMzL9k2bjI4Fklrw
FHXm4sgQnYcxbPVA4WRRQV32Dxjxpynq+zS9d/FbEcrKFYYvY0LIChATl0OCcLL8EtDdeE9ZzHyh
eVl8w6CFpYXGlNuzFTGxf/W1tMxdoQc0XXFO4WAvEse/mo1guUMjPL2VmNnVBSV1zjWDp2HfI4ED
n6xMRONu6tYiM5ih0l7bdOy+LNSOb1XWpPjNF2c4qMzl+LrEifwias19zfGmvEE7jPWtrqek2npL
X3xNVVHT2lYlS5uXWDSe0FsUDGZk3i7mp8xaDdXp9Bm/lX3r2oTGffAZ/eLLXUNS17BbSjzOMSY1
SZCeUC3RIqYxdSFiSwsdrXSJ6FeEBrp4pX8/sn7etXL2hjljYCW1WHH1o4Hf1UNWillq0YDD7q4d
Z5sOveh2hGxCLaFNwzZ+9qwdR1D14nRev4N2+VGC/S/mDpcJk73FOnOwq3k/d7CbsTNq4xqNJcPe
kbjSkq8zOCfmRIipMQd4bUR6ayiHfqNK0w+ewU/bZR7ButCyEfg/nJ3ZjttKlkW/iACDM19JUUrl
ZKfHTL8QHoPzPAW/vheNfrCU6hRu3yoUCvCFKZLBGM7Ze+0Nav43Eu+fM5xXraWfY2nedXMJckJ4
9S7G0/pzsOuDJaQ6mnicr8zQfBmvP2lIUoj9TP7D/zmbL0GJaj6zhrZLpD9MoWFNVHXDsWqTZdet
BUcmjlajFzgzTagbQVxDGZS6tfGiy9INvCV2nYOqdO0OTk4C5LBmi4bT26M3TJPd+oRVL892w7ro
P+q8yGixYy5HTrTGTGo4spkDzCRDrdeVuQ9Bj77aDQ8X121s++mHvAW0FRqZX2lhW3q9FfjYHTnI
lWtb7VojX+lgJqL/JGwKTnACFu/dLLX+M9V36/eQD+XTUHTZ+z5PYx1cBOCWzfZeiAPOv/ipqKcm
Objauv6ymT2L0Lbn/BFuGrHShaloCOQLsGAK1Oyk56FYaKqgc26CZVyLBzHrrGteCr8Fiyd8pZ2F
7x+UJ8Y//3aak/kb7UINCFtp6d9i6KU0zoEpUrRJ6vmH3saEmS6q8z4oOsrj5nyH10E40vhh7UWO
ftSsaZ7k6QANoO3Tb41j1YIjakOQ8Gg66YO7zJ4eOFlutoHbpPa7uh+J+oJfvXY7CfzFRF9UjRTL
FJjKwKg1LcUy7lB1b6fY0kJnJILOq7tuBGTtas9pnCa/WttFSe2AAXvMVdU82xOOVA409fAbY3dJ
OrOzNDddrNt/BO5PEn4tq3yvksH5TAvLf99ZY/sRb+78RaGvbAJriGl0Z0leYfv0EbYEs0HfjX6F
Jr8qesg02SaNFhhyf00GOIhrypVp3X1NtA4yTToIUkIGf0W1YqaV9ymrHDo4a9ZoD+AZae6QY0of
Iq1r/dCUmZ/fOo7S9ZusLrN3uWtvAQ5JJY4WLVbyRvOtViln0FPf357HLsyb28nEoYbBdofa2ekM
Uk50W+sUN3eXd96X1CvyR2/WRCi7qT1QxLom7L/w9W5H7E37StGd3fDp9RCi0CK3e39XQ6MIvbKr
bitJfmhZOdck6JemaBYDNlbGJlHif06vBSJGo/Gd+Tj3O2hCS+HbD3TZteOcKRG56WB9Xi3Z54dq
Tuc7tn7905yPoEnffsQXpknP3B4ugF6QYd7ZSmHWlr1a2eTvPGyv/k3fiXmNjFzrqWygLIkjMYw4
fctWyen/cWmL/RllNtMx+QmnTwABjChNH9BOovLydi6dcd9TIDsu7VTdrqUiXgRkzpVDw4XjDqhe
DtkUkeAfnx8atK6f7XopGFKLYc6HhEI7q8OaIWXyW5sZ02865105jX4o/CG9skBcGNCMZ+6VH8CP
OCcvA4kRNJVrSF6ua/1Mu2HmNDWMNFwzZw7Hpm9e3n69bNJ5imebTNo3uOY4oIC/P997GLoq6b+2
MZ1DJ0/3olv17xKFJh7lbu3UzeSrxds5diHJN1u8WOwF+AznCQFoMux8q6a6lavaDRVciu+At9w+
RDmi+XtP32a5CgRSjgJvlSVaJwPyEtSk5L0bd9mPCpWoCDrqiA+FyVy+S71BPqdsietotiRu6Roc
XbdHpeI800AmHcPAnwRVRc96k0Xbdx4w/xak3qx1/rUm6JImOWs+kZ7JAD1kbiAzByor5d3kUraI
sFBSi/TTeLgVLd4EeseyYPqaM/1GaQKa0FrOFLNSaiI/q17FWTSlxvxtrhyPJlNcgNni9pGrgw1B
FOkb9Xd83gs4L2PcmEJ9YXfQgUfWgEXmeRy0RMPVhCZ682fgWKQ4IG/cfoEXI0My1xzAg2Zonwo/
b2SQwCxoYX0NMdX2MdG+M81icmlAOyRBv6wbglDl6xA0eudoVPqT4Xc9TyjgTJH9YbeX1sHcSik/
ppk+ZLs5iUElqTR2w6IvRrUranP+6AxprkXL0qg2nHthIZJJcriF5ZAkZpCBvtPCrJ87ed/Muv4E
BwwCiRaP/c1MIY3zPPU0zkxdnhSHdXL733BW2jTQ60X/WtFXoMZnqWFATjB7t3ELvDDAXN3kwURa
Go2t1mzar8QQzD+ZeTIL5h/UibCEtXQ0GxZ2Th+qo1HGctwhmqitX8w6I2PJqpb5oINiLN6ZKoH4
Q6PNkbt4aPhbSlJprHuaJKs4CgmDKBxiGRv70qjXObD8Om8jfZCUJOnReXZYGyn3bMt2+jaXRYlS
iYC1BsDA6D4vQN+KoEg1n4WRfWobQHIv7FDoqNQmhFfLjTNry49UdjHdf00sP/VksX/Scocb2Fia
/4cdjO3eerlZ42z2CGu6gTiEBDClFgIiovbqP+a6Lj2n9TK7tw0jmUK727bDHTLxIqhWS71MRr/c
NUjf0ockxXsRImUAt+BV1k+xxmD0slZjJkqdhV6YDyJjvDHS1h72CgLGunO1UaEoaewVQTiwlai1
oRRAeup07quf5RDSE8R12ToCWZgtY2h6BLFP9s5Hj/GJX1LAm0kTBIFCWxfzKHSAL3ddRnl5T1ic
vLYrvzQbYennNOBRdIKOfzrny8K1Fw9pGOpMk2ApM4FK5k4WRBuUsaFmU9l2iV990kvUYSCgqCq/
PSFeWOLJwCaJaKvHsdKf/QB30LNBQ2CJR9Subu2pFg8SmBZotOSK5+v1ysoJxCVyZNtM0Lna/vyf
A8jQDL10F8vDA5Bsu+SpaiORzvKXZq/dwW5scz8peY3j+/r+hGGRFiYwdGxGjbP7q9u+tvTRdXez
F69HpmjFOXepn1ZPvxbO+Hop5VLbFsbyPaQG5z0mtSCGaSeqK8aqozp15LIzYHxyPTN/55Y8UXaJ
zvjcZ8WVVe31MsqVHZfK1NabYcI/fbSIH8dZQF7ZKXCdERUTJ1BjrR7txKLl6c9z9F8HjTA2RwxZ
jSRwsFs5vV6Z4GLotZJCDbg9liVzfW9ThnnqheiujM8LowaRJo0tCkOeTqDB6aVU5ndF4QHqSbuK
Ils7kNseNnTrZWCiKD32krTaHFLP/j/fosn2zyIozwHn/Lec/s9oJfNdojLXGa3OLB71Gs36mlje
l5UxeuVkfuby307kkMrZ/JK9zv6X6tzpPdrVJPXRGvydNhRyemlUioFgGgDB+Ekx/Ha7DBtvWrnO
Gnack3fsmOI54ncPSQg8SetCs5ETvvLEsnrwYjDo//PDoOZpkIZgC8ze3lmD0a1rpkjPjXcI9GbA
W/l6UyGO21k4a/77+7aIIUFrBiWXlfJslkgye8im1YpR6KWQ+6F6wpbFidG2s/ZYDcYU8QdEeL19
g6+nYQFTRadDYm1UCedsllCmU6xKs/ydSb9LHiAwUs8uVCk4T2ugkaSn1UfavYIFxBj0J7fT02ss
jQszFUhjTvGcmumJnO+FaRaUYmn0eAeeq/xTUUx50ZWCtFrSKHx6+34vfFU0wreEcbIyN6Ly6Yjr
KPtZTl4jlq9V2++TxW9VkPCZZXtBpDx3nehfcGG0V/b7F65LeZnpn9Qivuq/iRv/fFUNoth2UYa3
Q4VYRwOGgz81p7qKKpDkHct5OKRDuv73cywzCK65v+1xlGln89XixBoqTytlP0Bg8MFVDFu2kYSv
kBo3XFFLXFgGuEOKbezGAbyd40lIu9L6hg8lyiisR3jDsPpolutFk1TFL+iU1tG0Z9cKHL/TrsUK
XhhELqEvQme14yGfN8XdfEoEAowkksqTH6upH49U9/UHrUC1+5/HEBUItg5Q8jlInbdnc8/L0T+h
1hGrqsW9aTVaBFuYIzJZ1cC5Sj13I2jX1yg6r2/R4PZsqseYNMFpb3/+zxhq7arwbJM2rehN94+r
t/VX3fOyo4hxVr19ixZ/1elZ8fRSZ+PGnNshmw16puSWGEZYwHCjvIP46spnsf0959chbWCr6FAV
Zyd2ekuUKUdDz0gSyKqkuseG2r+r6HjdaxVWJReR2ZXF7cx+va04SPUR9xFsY5F2d64YGTlEZkaX
F5E/tRNClgwOJmkyLDRN5K5W8xiD5f7Y+om/7D3srk/QHpuvNNe6Q0zjRwa2JrRsX7E3ILiErESw
zXNc7xpVZEcbvGJ9ZVkwXs8cyC1YH6lS2AgT7e1V/fPWOc1l1DFgsyRTB7UYNHXxOZmbZHjXUmej
ORvDGAxjYWHMm9kT/BndcnB3GrDlLJj8AqynNBL3WUfAM+xAuM6UfUl4/dYVDf0OM+/jj1NpJt90
o2+fFrRCGQC6qpz3iISmz+VK9suuLC0w5CCJSoP6oa+MoDEGaiRvj7oLA5wiNmVzBp/LkDgb4CAL
TI55CbEWhLIEuVF6j4uXf49jy/j09pUu7DwQ8rDo0BNkgcfbefpUs1G5JX4uGZkUjPeongUa9Ml7
P3iZ+Ugte31P+s/8YWTT+WjVyFhyO417jq4NEEYsn1GC4RLNawy77squ6MILJ/8MXwq7diSC1tlT
WJupIE8y5YVj9zmA7l/3frNCU56y9R1MlfWY2mtyZZid8az+fhiWLzaJBNZtYpfPrgobWWW4LDVM
eMqyaQbkxkOqF2u7I6Z3AfhbidYKTSsXEGhzZbifbKIjfm02F/8BUOMCCNifqQ7FigiTADmb+0zS
RloeyhHw4eHt9/d628K2GJzAVp/VEawYp68PiZaUY035pncp3FiDwmzQtUuB73iKU+/WNrMpIHjV
7COLcI9Hjr3+77d/woUpkp9AyRQtNv/9O8L++S5Z4r3cEwRI8DLKfVdp02/cf+vXt69yYYIkWgdV
qr+dBLAgn95oq3o0BWsM2EuuUL6LWYBez1W6A441kKQEQ/nKR/j609gkboT8USVEmwP18PSSpcK1
1WL2jXQw3aTipk3xyV7d9gGFdLzX6kS8T1AHHWzVkJxJLRE7nLR1Wsa5232cExikgNTzA+Rt98pv
e/XaiaahUotEkmYm4Pqzr7bNYAK3nWNvISxUxUb2/s9rpTpCSnqzFYd6aWFmstGQfxbNmkkLLx30
K2+/klffJz8CqbDhgccwfOoHp89HyUEry3ryonqpcKGX5XpETo1YZ9AAIcIZuJXZlEVvX9S8cOtb
hBRfJqRewnHOBsJgyFmr0yyOxt7qKRFa1tru2bdWK6jVKa8jv3Iycy+xn30wIBv/Rm3Z/3SScv4x
93FDIdH02j+EgxGfjngQoGfqedTyVlXE34Fag1TV2tUhX2Uo5j/ujESe+R7/2V5m8fQ0T1b3xCY2
RSqeqTnZVSXKZrjgpXfwAM6XQbGYyw/byYCk94MU74tJx3q5ws9dj5OVuUZoEXcViNyxoQzzO5P3
7JQn+xYvqelc2b9ceEc+mEEazpR52ZKevyNLm9rGxJOeupgBK4jH7wALY/629DvObwkRyNK/NjBe
zQhsZCirg7DfzrWsLmcDo4eT2daA+VqR9Dc1BfE5aBYXXcnbY+F1x2jbMRkOSTA6/2ENO70QuR9N
04iVu/NM8TDSUgq1xZYHK+usqPUqIjL8Xt34CWlC0h6XkJKl+PL2j7j0hNkA07rgC2ASPLtZJGJm
SwBuF3VCh5OfpsBcmm4OF9WbUe5Y7Q2S4uQaPufVEYMvD0qUR82AqZ/WyOmdC3RCiDaXPlqq3jxW
K2aUUtfSo5PERZRgXyAHoP9OAqR+JSju9e1uujIEG1SboKWcL4+J1hrVmAvyynkdLwaNsjAfVQur
2s/KdRf3RhZ2AtLxlXX51fzPDW8DigmZf/zzqkCHm9UFiYwUW3T540L05WECbX+chlLc4aIcf7z9
Wl+rJbcLsv/g8ZL+xQ7k9Al3FgB36NJ9lPq5rjY+s72LyywmXwD+yR9X4sJwsq4kYEGYLexHd1CP
7bzQnU+NTh+vjPXXtpzt9zgUFXVKpybBl6e/p9Yg2LKm9JGmFKyHHYgUaNgokUdJNKSGnzpZOxQ0
Ay4SP5oT0rZDuyotg4QqQiRCl8rQnd7VgF+81jTzCI9KPwcuq4PDltrBccjMKZpDV8x0sw1tTaBD
oCe6ReydvZvZKX7TLKT+bLGxHPtO0cG9kNThdu0WpBPk8LDX+35csxdtRImBq96dpp0X9/3n3Jix
2WeWzo8qxtR5l2Bg/MSwMZ9Nc8mJjppB2utaDs6j6LdIwNwStU0woI5ZvkZieGhkmzzjuLAf1xkb
8E7QmbvxV93Mkeii14ywZJjxzm6LevmFPTvvohkp78Gg7VIRr7EKGppZ3vrpp46AVyDhaQuVJCUN
7AYMvWqP7I7lXqTEsh5NjgcEAghaG5iAVvMGVwHioMkcWuOQT6N7Q69a91CQlOqP8ruujaw2RT73
9iDcxtjJqZB37nAEYAKnNohm5/SdN5JGGTGgddRpkLURLYEatbL1xqYRcWVdpTbw+mJU+Cixcvyk
13cOqWybmsQcaWC+5Mw4PE+aVb0UXiUEfZNNK6fNmvuDI2qMN2hJlxd2Rya8EELL1Z6tkf4zs/tl
Qu+I2x+2wtT9EcYQaztP11Z1N8ZyAMSRde6x27SJt4VGdND9DKseMXmXNTUuIHf65A8dWUedg1d0
l+kgKgJCMauPWUGwRdi0KJRIP+VYuptQ5H32e2feDHeW8t53DZL3aLEdsyQsONO7Xaub2HRGF/fO
NPbNGE46BqwQbH1BZGoPBAHM0Wjb93aXdO0NB17/3VLl7a8irdYFNf6Y6xAe9PlJKKW7O6z+Uobz
YCE/tAnd+lgzE+iRK5P6nhauRN3XAje5ddu1HAibobwULow7O5R2WX/LtQGV2TiQq8mxIBmd0J4d
98avCV3f55BV3zHn2JJtbSIIa0NlaEGt0fN5R1qJ5RCowLlwH48li9u6ti7F4WqublLCLY0Q44/4
RWpLWz5bcjLt3TLolIUpJ+tHZ3JGRD2LnTUBUkXEMLmWaL/YzjRGZCspH6Zi8L7OA5Uq/k6RWo+W
xdsNLVQ4Y6BZtoqfQFc0hNUOxMaEyDeGF/T31kT13Ux/90beeh+XPIYQlKisd5DywO8JILRYeKto
8dm3jTnHPhlE/CJoD0TAA18e5uITQ7vP33XTMD8V0hVFpEgQqHZD5q/0PxcCafssnaedEjjpH3wh
8y+LKVPrgAqjsYm+cdTOnbvKCtkD9nOox9bUEShLdQ7oAITvg29r2RooXfXZoY9LgCpxo2K2jvxj
HzqfJsLBb/IVb50oCagg1qP7Qzs1I8vJt9ourAvb/g553t8iJwTd2zgx10cZu+uHvtX15w59Sh9a
k4TwORvE79oapPudvfT9pxwCHAbkfORH9THtuxDPm3pEuSN/OLgngAIBEqcA00/ylwQEQCDchPwq
wBee+oHliKF+6mXRFU/m6KxGYGcTWuqhy01QV7N6HtPR/vT2tHNhjaeC4SMVdLfqnrltPv450Slj
WHQeZhmtVZVQ/UnWcNMB3FStgdJoWIznIjOv5WJfmH44PFKaRf/DGm+cXdRu2ZxP7UKIKZEs6Mga
O8qRFe49aiBfkna2D//5Jrkem9ON90Zr0Di9yXG0lrGSzK1VJddD45gcBBw1RmbWD1jAJ4eKV3lN
a3NpV0G+pYnYhX4dUp+zHasm9E43yRKNtEEb3IgNz/xHWS3OLTefwerIucpvIclT5kB2PRSfPTep
2ht0Xs5zn1tzd2Vbcemps332OGGgS+Wke/oUer10iH5Lu8jV/ORLu/YoPJDE7oa0XyMynK8NrQsr
2lZXwTxNk5Q+0tl5JO+nSstca4yMps4+tC0CCMQ2/j0Km/TKC75wa5tNC5MWujVOimcv2ITpVTlG
P0bUyecPpBEmR2Btvzxso09Uwq51RC/syLeC9NakpAfMlvH0SUq7rVSRmGNENFIuA3p1VCQWrc2p
ouVjxKhv97iWiyNAgvbd22P5dTWXztzWIKXZwLYb6/bpxdMmcWdzzOaI46t5g+CiODb8u7uYbXw0
2eUQFcRB7Ychg7dSyQJqg0BA2dtzyIk0N4O6ctSeKJfZDFpyPHaO6sq9bgy2t7vyU7fncLan2ZTP
CKYMlz6MOPsCRgiHtj1aU5T0ffEFH518h0dPfbKadAUhP8v5pcVCHiWaaZNsOQ03+Rhf45v/vcr5
r+A5/ZVB0wM7H/dY+H2nctMJ0VWRw9cdHFl+KiUN5ahA49lD51Dtx0T0o7Ob0kzouLbz8vNoruKr
ZNncTNJl8zgj2P6ZNal+u2bW7KL0LyhOQQ6bvqKIjj9aoCT+++SMhJ2TAFJ2CkDnhbAaXEfl9OsQ
1YBD70aUrNEwpdOd3lRNlKHpv13XvLyyO9yOk2ePi9IwpyHO2TZNpbNpQpMoP72BZpbrZf3OsKvu
C1G55tWS24XBwXJjcMij1Gdyuj8dx0hRADq6m2oNAKPaZ4tXkZdmyEevh/eVQ+Dvbsq2GfZAHttm
v23Q72MRV/+PZ0w3GIkWy4NHO+30ZwDMGXPba8aIIFZ1sGZd3HVr0u2oUGb3Vb/+EqzcV/b6r6cr
Dne01yltUT2hund6TXQvUPAKrkkIT3EsRpgtKXZlL+S0R3ZbEpvXQNfb33j6UjnXssJgG6aKCFj0
9IpZ4Thjqa9MkEtKfp+lWutA6mI97nikyXuRkJmIsddAfVgPNnyvxUrEY0ul+RuxYeL3f54YMGhw
5Gbx31zM5xMDVYQybhXkMsKIE2xkTBFQcgkdmwm7dnowAfBypocs1zdzLaltKX3jl7d/xGufO05T
JnGdjQ/tNWI6Tp+J708d4c/2HI3C7EXUEBJHw7+s/DvlO7A2VyhSxs7D56xxdO66p3ZVqgxq5VlP
rrQNFRiDnOBsdl33EjtLW0SZaAiiWqhbvCgtxhjvTHl3zFMizm8mEo5AEVqJcQ3j8bqPwRxLW8+n
1k5jAEfV6Z0Q65qR5dwCgis5ECXEdd6U5FdmrEyAmVIlFqbYLjvmVC0BiJErgywTLX6AX4papw5O
oxnS+uj2TXmbJnoT6ZPZ3Lz9vLfv+WwIonXYOpDbtGKdty+aYYHnUY5EbLF3p8VTYJKvalR7KII/
4BRY3k/VqB9LpJ2RMWXdle/84uUpDeqGS/1OOGffHHWybEFlpyKHtMglmDKzWwKy/dz4viQEyIOh
RGsb+W5hzxDXFoSuKGtj7cry/bfZev4YUPRz9mZnBE7ubKuy2l5BsQ9lC6tQ4z2Q5Jgl96kYoWki
tMWGJOmOvY8p5r40WpJoj7YxTzWbtNK/9auhAmGVmCZIhnoeVZBbHlCIQgAd27WQ5tJgEpxqA18D
MBkutFiNoxkjQMB9mJgtvu9U+14RbjUAYGnZfC/E4KEkjkGJhWLWMF2XuUfw4wR53FhGBMyqs5M7
SeiiHRDRhY8xk628MVa3j/fVDHIjdH2ZHbuiyijOJnpMrm6erP3tNDj9d29Ymi9dPFkfJFyo/DPR
HvmRtF/yRx3FCcAzCqs5gMS27t3JIY+WurZ+RYv4eiOKvgY/ks6mDZHE+Y5pUgMVrMniQ3dUCkl2
C2eoewa5UVf7twf5353m2etl00+jZBP1sKhsq+s/56nZX3190jfBlm+0FgFDgqMoBLZGEpaQWUYX
JVQ3ykcBUI8DOBH0BabHZXV/ir5r9WPljH3yiaFIy+Ltn3Zh0aFniDGLbSOl6/MyMorPse17Y4jG
NdVe7CSudhgu2h/z1H8FFLPu3r7chX2qS1ONGHQ2Xuz+zhVOUxvr41BtNSZp4kkO8E8yYONZd7ON
41WMe7fQa/M2BtlLdhnrQbebyroQRBX3UwmLy66nsJw2AnQ9O1jTm9XEKpZ3/fR+guL8fkLMbl35
2a/HCuxt3BF8mcgZmK1O35/rp7ODX5PscC+mX5QRZrgfCVO7a/qENLS3n9GFi3EpJiUDVYbHBuT0
Yj1ri1TGCiZItC4BbwqeMCCzO0lb7cqlLvRPWOTYBG8TIGU/52xb53ccUnFirVFN0Mr9KkTzVaMK
vbcKR0IY5LI3M9tMUj11ieM1TT4jlrwG2H9dbaBYj1hqa7lzKPS2P//n63Bj36Az7q+Rze76JyIS
99Pi12A8OvCQkYbgeULXbpPa+/aD/vuJn3yWRP5Q8RSo4LBzYwY5vXAC7WiKW6gY3YKz7HaUuv7Y
9WueP4C31Jt90vVNdkgox7wQl2u+VFOVfbIFcbMHvZi93zR4k/dNzlZub+c0hlnj0WMG2di0C8DK
tCcR3VUkoFsxE7mGvRtjctvLGBSIGppArSUZTmNtIbx3YmLhLW3wnmvoi+OuQXm33qYQ0z90Cwy/
kNzZBn0Ov+y3Q+V+gswMVDagOCnzY9+7yee3n86rt8LD4bnQ/caHDdz+bMwjfEwsQ6ZrtFXjckA3
ZXPshl7UUT6Pwg2GWZN7b9LAibx94W3Mnb8VBMwGBmBUHwy/07eiKjumNmDp0WLMSXW7xEbHaoIX
B5vAaOefm8TJJEAOTxAulizq+e3Lv/r8uG+UZQgiaZvanKpPL59L3OBJ3nPeK4iPVp694AXMxH4l
yPz49qUu3CklNj4xxiAy6lfOWEuiR6q6NSIIkheadLSgA0kaRpR0s0OAPYcB5eOL8ZNYHt6+9l9b
wdljRu0KvQ4UEtWo89ZCmuqco2QjIoBF+Dmxm9TUxAGJ3tckB3m7ha5ttdMIDb0hybnUYIJX1Ezh
zmTJDfO7Tf221PXlOMUSM56uVrWjrm5kUbJY8RSAeLM+avx8jzCPNRuAzmTETLqiJplXrw0F93U2
mhDQbPNuNZT9La0S/PG5aOWfJp5yPyQdnOR2oyv7K2P7b+/u/OYtxB1EMvD8KXGevmR7Fo05xraI
fG+cm1tdE+LXQnp69zjC/aUkW9a13Me2u/6YKn+FqIRffQ5JYluaqGuVeyh76JqbSW2FtmlDDeuq
gtrZ2y/pwje4KVaJSOFM4iHZO/2Z+NOrWJlbjb5P8Ohj+l83NI3nLQ9Uk5z5IDHlJQGpl3F65St8
vWfhs3dswDQ8H9dy9LMt6by4FZPjQNbvXGlrqFTqfZ6mQf0Zxch0lJOG/exZ1MxR5riPlIv7hoRc
J3+x8FWFuGzTK1/L68WKX4Q+kgobYEJG7NnE4JmyzjydEWvSw/tQV5M6rkzQxs4lCvaG81p9O7BQ
79aqyZ98OL+7lZxv48o7ea0KQm+KTwcZ4lbGtM/FvQLfLQ9D6VGOtla7bXRohyHKpanZ0cCOfzYu
8A+izFHIT3CD85tkQPgZ6FgZ60CLk+E9UxogBrPFsh12tGX/W64dCjaTIxWwS9PEU+C+qkQao5OC
uXatSIDIfKwxF4V8tuIDgdvV56Joih9vD9NXm0iT2jEnZio2nDVRrp8OU3zvI2LKyYy81oqrUFp9
fJdpWv7iyilRgVtRVLryFl5PnSBYqBNt78FE6HA+OmsbQPeSW1E3ijjse59AJHDFUOVMhUciyxQ9
wCxe9x5WgvVKpebCSGRlAgND1RynjXPeisdqveAd96xoSihdd9I3Nixj04m7nlDbmIggVd3oHk4Y
MVsk/JDEndxZaFWvrFUXHjyHZh7B1n3m6Lg9pX92Tm0+NraX2lbUjLhAB0zw33vO0GQFrIDhwyU1
VvPKV/h6ecQIT1GB5pCL1+jVBn7d+O2ttKOFptctpbwRAG/RaXfQlK3/ZeP+nzijC/dHidPeyJCb
7OGvkfef+8trg8b8UnIxb6Qu3dcaUMFCPqi0/IUgpLki2z+/nMvD3OpvrMbexpI6e5xkyCxiTEET
Z7YJcRIO5C2OENXvxBzbtwmqtmvD+HyC/3tF0HUg+7a9BlTakxdI/AXTuK1rEWuHc4/xf4BE0NZP
OsQXHPdGDRB9vCYZpdLOX/vv8rdd1qHBT08ElCOC89PLTkYVu0smvQh6pvHILtZv9sXSLs9iRAQX
NP5g/rL0WINd1dQUZyD8iVufNvAQ9HHsb2YYob+H94EFayJ0RaepXefHysiSJ4C8C8f4yrSbUPVK
fmgTs/rooA8Ay6nn468ZBuK8j2u5uWOrpP8+pPr4tVwGyLm6vTpuwCQ+yhDEhl4gYUwxhNRUIR9X
rybguixcYsDHxN3PaEz02z5bxlujal0gFVOafCPLoLRpnjZkyenA4AmWVzM1+lojpNLyepmR/92s
E4IQspz4//30XSLoJ5Jn0OW027Y9/FXI3n8zSsY4hHYOmzKtab0rItjyMLGG+needKhWMqbzNuhi
BUY7TzJuvOu02NqhU9Le+zR+kyhWbnav7EmuwNIrWOY67zrKcsuHu6SZ2U8OCLAyKgZaHCy+032O
2X6S8dQawEqFrcQY0N6mbjePZv6g6SnWDizNCf7kAu53kPYlasJedNKA6KORegP9J1vD0WgnTgmW
SWqrpFR53/FnT3EpIcn6xkSu4VJV27azTFvFAas1n9YZccJ+qpvptwOjG6Z9ZvXPNZ2s38NUc3rh
0OuhZxtk/WyQ/g0CdVbtHUbVuNihVZmhuGQi+cPMSeRotjiNEY7j4isk5TEwOVVaawOZJIaGlCEk
+OqOupA3WUXqSGy4M2xMMqK0gO1Og4K00zf0nAXbNbTreqiIW8sXFdCKBuZu65Jo4YzuaADWRbO/
KDriiD0mejPYmIk0CHzp00bNjJEwAHMUjoS8pXUuMqdpcUNYu+rXqsdY7mes+lZQlWnxMCLVBiE2
rn+yOLZ/eYhEihALBSU3WAHLjplxSu6p4ubfMjvnyxXl7Khw5HDsBAZeyJ819HY9Usbk3re1n/3g
wWGptjUiRq4sgudzMZ8x1NytJ7O1sejenn7GVo/9xYA5ttfNujl4PRVMT2kK0bG+vLy9xG9Fh7MZ
Y0OL0pDZOhTQNk8v1UmZFzLRkYu2nUZh2LKne61x2se3L3NhPqT9Ac0TU89WFDjbSXgUpVenGOTe
pDEsIqD08TuayG4bOgVyhEm16bsO4P3h7ctemA9xX7NpYpeNrPh8nw0CRKNGnCb7YZJVpMtVEAw2
mo+cPPtHI07sa2/ulZiPVwfC2/VspHz0O869LK7ZqkpaZoyMznD7H+O6DC+c8psu8lMt8+8A5Cc3
pVnB/erwzT+DHcF+qgugB+FA+nXxxe0dhFMlReLHvMLCRoyRD2cO5I5v7wzZEzzTD0J8Jv3BIMOA
vsXPlMZuva+ahca0otUJJIeEXWI4Uiijgapy806LS30K4OSqd5ShLHJPY8Os9p6y9fskb6aNLFFY
A8lSmDHRV5XVnj3GSuJSGU+w+glasPnMdUFOSVaYn0fytvIAC+v41cnVAhG51VxtR8+ioTGhT8NA
u0HmRlSAcW7DTDXNx9FW63hYQBKtexzTAuyIasSPpna7BCgMiSf8e5mLlCk2034HeU/M7PgqogAy
CfaiI74SWkWfwCRuaqN6jIVcpp1e0cTaCHxrFlFindWBD9P/1flUYIPVptoartLPfyq9qB6KxtfH
m7dH2SsDE8zNvw5/Zj8On+zNTz8it7WXWOhTvv8fzs5rN26kDdNXRIA5nDa72ZIsyUHOJ4TDmDmz
mK5+n9IusG6y0YR/DGbmwJiprmKFL7xhMWLd8udyRJDctRX0vy2UHXIrxygK2e1AxJWGRZBQfE9k
4ejnlYvspN2O6sICJv1/Jd6pcBjrEdFrEq2iT+YXIzSdN57bzuTeapUcp3lxD14bGT6CPaXf2ub0
jNRcOR8RuYYVUIng9vw2HSfmRxPH5SaS/on6upgsZD81Hb0iQBZlArc325j1LPFAFScZ9NqjKRZS
3KAUV/9BOXKKCdHn4hf8s8g5mt1YvEsajCyPc125dzV+67ofu+4Ck30odWXn8txeNUBoKc3JIpO8
aVaXp5V1RWKEdR2AR9D8qoEykIBQ/yHy5MsQm1+ZpPrx9gK9kkwvb1GiSuTn0J6hBE7h53IDVC7C
MKJu60C1BRJVRhVWd1PWqNWpTjtqhm2s2aWvUwIrTqZSDsBilWKaj6XeY4DSzTqWgXHk5B+BvmEj
bY+9Hb61m8E+j+FEtMbxToEnO7n7KYGyUBztSWtq6i82gAYXZOy7BMJK/4SX20JbdaraY4fM1PJB
VLGRvNVjY4ZwaDqA1+MExl+hTAhCqmGG0JQZ/ReJyPpigRRMYAd7OKJlel7/WOiOowId9TQMHben
z6QOMe1kN43K50SZ+p/FMkRsakipKKakWv8RXoqZn0uW+IOdy/Kpp2VFdx92pfOF3GMcHizwlqj/
gAb5JsaBgr6TjsmTZwKyJjooyj9tHGOMMvA+IsgdzeWxazjfdG1xuizAMSrAVZeYpoKTi8rPG7CG
PkHF8LXGb2o8xkYm2nuttUUMPSdHPCdqvPxTv6BFdB7BtDaHXuMu3KmqvIIzNjuA8j4YF7pPpGyX
O6AtFsPtBw9v21RH3y+LdINgXzW7Q2g34BiHqcEGBZWvO2vmOB20ybY+YRexlGc9tifDx7lR/97n
+C08DkarF8+TXA6wYkTcJEdDZT1Bz8xan7uZsMOYURjGK7OAxciVNhDZqmFZvfWGqH/CqWAej25t
pLOPZ5QLeQhP9//6NlfeYYpk/zbsApnI24dg+9Yi8ImGD3EEJRR3XVeaYFg6pTlngTVV5cO8oLKW
RlSVS9X2ztT6op2EdRu5MJ4km0MegK+wLvUNY94OQ91kgV7EsYZ2klZ2T16eLzsxxDYYw8KAtBi+
N41FqnaXX9bSohG5eCsNBjSanlKnrRD5bLu3c6vPO7voylA0ivGVBW5CCXfNSwNlSsnOmvKgA4l2
RucQ8Hlnu++ozSg7bI9NmZg7HQaELO7QB6A3vYrIQj2CH+piZx2asajflMKOHyIa8d7zOEy0QGzC
DmL8Hui7mwqbhCpParSUVGuGKomX851HmJg/hyn+SkfV6o13XpbjszgIUGlHdkobP/R90yIIoGjR
vWkP1p9B9wRcOk2gNERtR3xuLFNyTAsMncBCm3Xvq1bXfpqrzsCCb6IY+hh29q5BxXav2hyc1/4o
GFF6cZfftFEqQIN1XwQI3U+lP4ye8F5CR1HeKHlLMqy4w2jtfNyN+jQFO9n6e9XjAbixxh4lRa6p
3TiWQapknnfoelyxurSz3hQC+zhYytZdgSfyAfEy8Z+pRPPst27S+p5RWnceanEHC4HNp7ZcdIH4
rRTx9oockLKmivKgd0a0E9dsX1IbqJRK4w/pGxQdVqvERUUkAxpOorHUYMGVDzAzsEOr1zO/Rb/y
nE9mu3Osrw2K/gXkHKTM6V+vjluM+Ye9DG4esGGc89gbqGH15bFuLFrCTlu86Z24D25fXdtz5yEO
Ic0jNPnXOmQIazcreFPaAB4GjosoMVqfSicHEVZT77s9lowFLx8KCJWQjkCCubwUa91FE84gSkxd
FSxL7Z3I9E5elQeQ9i2yoMJ7riJ19qFiqN9uj7uZI31gZoalgqWR86wlHWabq7KexiZoZ/cT9YWU
9oKZmcE8GM2H20NtThdD0e21HBu1cm731dWiuNj00WyrA0Tisv+MojPPFJOKn/T+qc440bKHd1uD
C4F1oZhHw0tHrcIjErs8zibvgNt2VR30qH++xGHRSdQ1hMC6a8ZzYWlSbSfu+XNeqQd6n2WALpy7
c6Vuqsf8DIuAEwcNgGZEzKuuTpEPNcoEcRvEaaL8SjXs1sBc2KcZ88eRGtlovjGrVDFgELr5QajA
ofCXrnfume3q03Lk3AD9c2lnrOFhM10ndbEWEai5Nj+J1luOLJ57r+XRqPIrEGc+3P7emy3NdiZZ
l8oNPMNs7svl1wZYMWGSdEGIbdNdrlPYhCyTngt8j58sr8BfRaBtTa8w3xHX2G5qVIvo6AL1IegG
fXw58iAMs10QHwsSW2QaDDldPFQW0SxRVxruTHNzMzFNqQ/P2eFLU9a9HIwzq8zwh7vA7QzjB/AC
7a7r1OrYmDrm5zAy7yeo0TuDXp0hQE5U/ADYEF5eDtoOBr16vLECl4zpqOqw8Zva0+/yOut3bt5r
Q/EkejRtKC+C070cqsyQtYyw/Q4MNbYPQgw/UBUcvpidE727vWGubFG2JupbKGgSMa41UQDwYxc6
6kSuseI8zOPUv4f3/jNOY7cHpUemcXu87QYFmyRfXm5cA0mz1YUEP1iBw4kNsqGM+S8nxMnUWULX
PrgWPeiDPhUGdoY0to/KbLkvtwffThYiL8Q3lUhLSgHKOPavXkecdl4P4pC4WMvdc8yx/4weffGg
cFO8gxL5PwzHqdeg0krg1xr7QoECmy2twEW4W8wnc+nmw9TQRMN9NPs2oi1wuj297amgTMdnBAT3
Gievdo0MI4e4tpleB6XIFvb0oJYCj28h6oPWacqbcjL2oFTyg108omgNomorUSwgEiBlXK5pQcgz
ATvk3RSzHUQ4th7mUYE02za1T/prUV+hV4sNfP5o13hc3p7z9qQwPJuJNqVUkVv7qdXO7Lm12eWg
g/TsrVK7aIKwwY7YYoY7t/m15UW0hMzSpnYGtO5yplHr6COJch6MkzY8lhlJX5gXSMXGhfsTtaQR
IOWuNvQGIwCAD1QC4ReNXxrza+QWaCBnURYrD+xorN5HUjP7jAU61e7F0e+txcBPAT1WGhgoij0l
uL0e6sKzfrrYHPkLWuU/bi/49gCDZaO6IsXj4BBIa8i/zxBwrqgUKJsGXqFW78oZ8qkwyEM0s0CM
yu3ik9MZytGrWvefP7Us7qGGCGeBLe6ttneslKU7YwUSqHWWfR46SiiWXon7JHH3HIM2FDIEyfjI
oJMAFbzuq8tZWj0efWSxDpZTjndnIeDzTO9oeScFGe/ywTLaQ1oJNxhTA5KIhZ2ul2n557xU93A0
mzuLX8Ie8KRECkHN+kVH/sepC2twQIsDCsL7+iPt9uT93EX4VxWmtfOMbz6vB1dPMrrAwhAvrgEg
eVoaY2TYEx5xU/MBqMjjPGjm12zMijtUCcJ3ZiXan8LRlbvb+2o7T/DF6GPrJIF0aS35w/66m1ls
fJLSRQ0aUVn0+Mm+TJSq3zpZ9CMr9T2U7LXhNKAUhCxcXxyxy+ESlGz1Kq21oEdF7lBJg3HsOWhL
jVRVB1Erv25PbxuR0mWAQMxLgNI7YLDVPZl4pTrbyqIFKlWfd6Y3pm9FZCfnKiYePsz5gLW7Z5Oc
p1nxdY5xWu5UE7W+2z9jw72QNlAmWAaAJDIBWV/XUa1YBb6MatDhNVh+6hC3tp/VOtW+QgsBC+eN
Vjweybh6E43p0g1wZprrRxqBPXFybiyfdYdDf2pCQ1sOSqOOlo9rTAPgeoZwc+jKxu79Et3hAknr
EKupMoKqhdNCiqz97cls9yqNG8lkYlHJNNZ6mWjA9LnVjVpQgS+fgU85zqcZrNnbTLHDO0PBCTpB
WOuY29MePEVGCn+/ejiLwDonxqZNB0hmTbHsQQwI3KoWPxsN3Y8q135I66HaAUusXxw5ihSP44sB
h9p8LIyfdLON1cUvNX35lTrJ9xJ/6+c+8ZQnmkA0a+N2T/tn8+D830FpL8CFgie2luYfXRMKwmAu
fkQc39AfBJVbhW5znMxI/6i1KKblNQxIH3Ra8lL1YJUXby6fzbJqz20yNDsXw9VFIHgi8ubNRSXq
8qSak53FeIio4CRK7lnn1Q+X9ZrBSbjIShSDcW4AseyclA17kXWgLI6CPdEqueyrlMNfF5JVhG1V
hv3iK/hKHkKj8M5Km3kfS7OKfqcNkI20Rtygw57+DKm5pOLeRPe5Tn6J6ND8DPasCbwQ5LDplMUd
uolAxIo+/zpFGGhEuRvvvI8b3yn5i1+N3riWeZ7XbmFp1U0I2AMcbM3eebQNmuER6nxopSkRJBO7
deBf5J6KLEM8Bq2Z2UfsXJ2To6fKR1CcBDR9ulfd3NAR5K+S4EagfFw7XICX309TKopGkS7xiv34
Xc+7AQ+WefA+j0vlPlRJqKhHpFe16BgrgvqlibILxuy1Ku4niq20OknUsVtSFfWtgsDg59pOjHfU
I5PhUFrAPYLbt8o6opS/l6NNlkf6TOy+uqgHoD5lP2QzeL6ke4eYefIgcEc5CtveC143j8LrWDCy
4FBLMsLaKWzMbaK0HGgIunv9R11xyo+KAvgqygfxs4lU8wA0K2V718lpVpwuWIS9J4i7fgnlbyDR
lDAlGWKsiTN21HFx9ajvVsbyW9ESGvEt3sh+Cwj5m1Vm6t42lTWI1d0poypKX/INghNwuSFaMmco
z9ydxiLop3Vz7CuUFe7AI+DUhU0RvhBV5txz5PRzAfL3kE3T3BxqIxzf3/7WV+Yudc4kKQ6w3SYK
GDykJquoWfyCbg8z7pdjlJrlg6p2M6KWi7GTQrySzNZzRwCeUECDCwE+4XLuCiJiIeMtfo/I0b0+
Au5+tqqpo8EGEVQc3C4EZZgrHQG+KEVq+xEY+h/CgkZ4MHE1Qu7KSFuERkJl/jmkCnoopYgRF3WM
RTlPXDfKGUGQ9jsG2Ob7KJ8KNk1U9/eW3VvjztV8bfnADbJ5KWRyN6+CqGjuPAsloJlWZqkcutHO
nmfX6Q4jYHx/yULzH6ErbFWq4CBX4DISQa1jxEYguY7o++w3TvZDeKMa4Gpp0XlsCsT3ci6JvFnu
b2+RzXVA/YVw1AZNQPSNVtDlF2uWCFwYMj14CZrum2EpYAC6WYSijL7nxLp56eRQsihs0Qoi31uF
wE20jEuouAyld8ojliQjcuTlDHHNshFZq+zTUnX9zppenR/JlFRflN5l8s//euZCzKNNI/PKI53j
5geQkfjYtSryuFLq/PZSboIm5odQnkSbArbnM14O1aZs/wl1rKNT2dXXFJ1Z304Axe293FfHMdko
ssojVTsvx6kxLUI8F+5mEYbLA8UQ6i4eC3vMliT8aIRZ6aMfUX+3h2J4G2szyDXs0fzSLlCWCHvH
+tU3gxlkaFrsrMDmwGDCDh8KSDX1A57qVSzT6s2oh+jKUz00vBeSvukE52aG6jkjtYbS0U45/srH
BUjs2ngdmTQz1wSjAV8pO6no3DeV46AIpAH8wF7IjxZv7+Nemxqb9nV6HNH1rZ4l6QxKgXOCHzeo
+BTMZhfFtd9XXX6uZ03ZWcprUyM/lzonUNlB2V9+ZD1Us9yCQHEU9EJf4gLXutKpmzfCcfcKv+sS
F0+DhZ4McwLsT+N5VVR3QQWoJmoxR/hQiKGOCMejOj4ZPzksxmOHwcwzKlaDEjSKlZ7UrO+Ptw/O
OtGRP4BpcuVBIgRNs7oYql4NnbDEFt12mukJvJXytmyL5k6adj4v85Q8jMi6xfQgpyK4PfQ2fJNj
EwLLMhTHaS25Qi5b9ZoNZ3VM+6o62aZIhzPEEcyyibzDu0Yl93qgEkE3OUbnyTmHZjFiswz81vyT
LWUTOBqq+0/NkpufmpnS7KFblPh7hOQiOqZwf3ZepSvX6MUvXn2uqCiVqCW3P+KX07049jzcQ3JL
Yb2aIHSQmH4ZTELz2+t0bVAaTRw0UgY2pTwef12jtoOVF7lwdRy8MPkzty3aW1qGtFDRjW/B2Ykg
AiZxuj3ohicjNwbbkl42lyp8ndV9gpoDpUClqI5xo3nxt8RDkNVXuz5M31glmqCAvwBZHut2MO/z
uMu+d4vVJydI7tP0bkQvH2HJvsHDz5hLcOYuLLWX2z/x2tZlPQh1ZDYFy+ByXao8BW0aE98MY+EE
OPdNJxeFuHuNnvufQQCNVxuzCNw637PhvXYhgcaQKo5SdclavQJamqhmPuc1pmdGj36hisoMH8L6
7FIJxwu2+fHPM5UG6nx/F2WVDTilwaMsjwFDH7us0Y+da6b4xFShj/2meiqm+HelGulX1Bj3HAKu
TJSOBio/lCGkzsjqJkRjJ0ktirHHIsI+UDP74l7kmTjqimKeI83cE06/8rzavOQyXIAYxF+Xn3R0
zCaswoiFJeDTA+FaZXyP3squdor8QhfBMsxNwnMScFpUgB5WA9XIw4TuSFc2NCS0bJlT+zyIsHsc
225Et2ZSzo1SZ34Y01A9jKXon+xJwP0vo8I+UKmID6Omp+9vf+crJx1AhEwR+RdbepW+pLOHpJ7Q
kDUE/P8s9D7zFWAbd2Ubdh8A1hmPbVp9uj3mtSUnGoBKJtssPHerJV+yXC/xQsHTtiuPeZTbT44S
Nzv1tM1GAjVJJopQgbxQyIAvR0lrUxsLpEp9EaXps6YdU7SiUokB1AdN7FwMVwZDfgZtP3DKfOLX
CvxfF2aSUhZU6OzwWcvEB4eJvWxYwYmdhPogwETtvKHXxuMGknL/eDJQVbucnFPrna4OjutXGLWD
7x68M31R+0l1y8ZvknEXibzZvaC5JEWQDQz4FZDV5YALDQpHn3QG1BXoPEoeO78AmkzRqcNMFivi
sa3io7XUqDfrEfJgMSwM3dcA9non6tHUlyq9NU4KxrRA87nLAisRcRng6hr/mYBae9isRc2pMRC1
PtRJnT2OSVIPZ9xRO++gRE69p7Kx2fvMiUQIURC4EJq57g4YiPCXZV24vmspkN90MLLI9UB5PJVz
rZ81ZC0Dw9qVEdzEegxL8EOFgpYTF+TqhssNYbuKAMOhzUYH7HKyMaPqSwM4hT56Ownf5qzJwVAP
tIg/wPGvr7diVhEQtxjMlGZwd27q4GHRlVO0p6x9bSDkQCgw4tLGO756vGuF5L1RCs8fSvDnZm+P
H6rKKj7fvjqu7Xs6OdIcmnuUZbzchqNdGWo+zwD8daf/oI1Y21Uir/wFQbX7vkH76vZ4V74VZEkY
flSPuavW+XIbiwH2WQGnq8yoN4qyqx57pI+1Q6VX7c/bg13Zj9wfrN3rnvTWOh4jDKAkxaYL6Uyt
e9KM+c9ijOnBrDNx75V58ZizZXfCyysLKpXQsTwF1kMit7qLZwTSSG4sz6/cAcLchGF8BsLWVzAh
/bkM+i7kXz4oF88g/U4QC/R/aXdIVujlF5ysDEMOABz+goIUKPSiwPaC5LwRBQFehgR+lOPY0rc0
BKbWaaAIL97ZHtvhDtXHPVH0q9MnmJM/h4t7jYJBwCishB6HErYhzsVQQZqThd0idr4SyyfB7S+8
iR+ZvIzhKPyQfFBoupy8g+NHvsTcokoZWvoDcbbznHnj8JjCGf65mIt613SGi0uJJoydsa/tLgiW
Jr65MtxZx64mgin94MCNSUPcny30lx+bBBZeWbTdiyjS8QMeydMes/y1Bbf+3jBG2WEgt+m0r267
jg4Czmh56JdtZM1vkKTJxDew+ghsi0qZusqHOzsjWOB6+Xu3A+vuj4PW/1KWDlPhzlScCVIhFM2z
6yC85etT6H4IQ31s/YTspzwnMe3tg9dHfeNjwuIVR9YWjl8TTrH+cynU+GM69CXldSAkg28ONnK7
JqpAp9quUAIG0OGVbzJlavNDukAsDHrd7ZL3iJ4Nd2WiVuOh7Yrikx1aqH/PhhvmO42xbZNKYgBk
YwboB36MrxyAv6KHWQ2TrkonVKva2Ua8A7XGP3ZYFQ8N+OFjpy/Fd/Rt0PQSXn2vLWl3SGtvfMkV
WjOHPJrrPbOQK8cCzAB8bcILpE02WB/hzqnoJt1PwlJ8WZrRlk9iOrxJETaWEstRtFPb2VQlqG79
P+Q0oSjM5suT0ZR1U41eqvv91Jm+WOzJB6WunecCqOVhUHqqzGndwNEkCGmp7yXwam8fziuTJuUg
CiY6x9V6bYiZIS3dDlGj+wWrclcb0cyQXa56JySpxbMoZuhut4fcPi/g8TFj4djRnQQacTnrCv8V
msu14VdptTyOZlMc8L/I4YyKvcrvdnag8Sk1Mwhebxs3BD3WBZkNjc48Hcmr1HIOHJH+TN00Oela
+q8CWFyo0O+56/BRNYlRV9e8rYyqkfC3D2wUmYdpiM+1m1efZ42C978vooxN/y84Fm/Cy0WcB72N
qtrWfUx0vOwwVYn4KURpOwFtKlhDt0fbblSSRBRWaADyXNDRXo3mzAl5RWwQNGZU0Ks0/2kLDwuH
LNXU85LEXnfsMwWOsJbV1U89H5W9R2sbaknsPIrpNBCw/1znT15rOiIyR+C+dau+WfLFeGHTiJ2J
Xtsw0gwQ2DGsEUuXf/7XpTRauJnWOWTAdKrQpbLn0DhmBvzlkqrTp8Xj0r29shuYktwzUlABcRCg
JaARLkdU2wa9rKSAslR7bhVoky5OveiwpEL8/R3wBThauZ0VflMMzZeQRgdpRxl+i/JGf3f7t1w7
mFASUWuhV0c6t9q+3dwPzTTC8urtGCvGqojvkt5Wz9JyYWedrwylIR5FQQByNgu+SuWm2TAUBx6M
H6Za/tZM3Rcy8fCxi6aPt+e00TBifZkJtU/yRujfa/EP3NwwV0pb03emtvxAqa3+GBL/1EQEc4KO
ElDod4ATzPmUNVE3HaakdXBe7+BKHWK7w6IpdkpxikRT2QfLhnPraw0s/X8/z9JYlSiRgrhOc/Fy
G7i6onb5AJqdxmqD1ToQhQDtiWJEOUKvjjuLIgPcy/hEbjfSBfAY2AJtCiAWmih9Jwy/wJHEQAei
1sSCwZO2xB/cbDbhTKRR+23KPXoAiAmN/xUuDcnF5L/zVXOsor1jID/4+hexEZDyA/JOyWg1f/pX
rVq0qYpjXpyfEFAwfgtMNgKskZRfPZzoDoJFgS0EaIgEr4tSDeal73YWRj49q18BoJ+rm3AdyMNa
tiUuF6lBGeHLMQ4QhCfSyHt0ktLmEHlKEhN2DPk3urLFTgfv2i6VkRCoPQCiUMpXkUCCsqcSOoXq
h2U+Pqhmn77JU7X9ZPXR/EAVFC+tYqr8uFkIAXMl0r8Pqlrd5VMynMu2y19A+lTfx0rNH6zKSv+7
vV+u3L1YALA7KXeQFq4BjK6JAGpRZapv15hIGciQo0HS2vGOvusWSyFVP0GpkOvC+uTkXR6C2Q2r
Zo5wFqsb3UbFbwQp0fawOg7RVDcQVs3pY03mpkt9CfVtusAjRAI22glNrzwCNKRwAZNapLIefPkz
RtscHCdpVYKxIv6oZ0nzxdST5DPsaPvNBF51Z/Nf23W8NyhQ8ezwzK5eV036Kdcu1iMWIgZvS9eJ
TmLMiwfdG+v73mjBbdHnvL/9Ta9uOWhzHDqwmigHyV/191PHbOqFjMm3efJ+yD7YQz3m80eg2OW5
dJc8gRschn9se26/FvQFTED90ryF/Fx9NqPJng99pBagBNz+/VhUGCzd/onXvgMINjgi9O7BKMht
+dcvrBbaTbwdmBwpahSIufbeQctD/A9Gd/PeMZd2Z59fG5DNR+cLhDh346oukGSeGHEy1fxBryL8
ZJs5eZ9BEzSQrLSTxteHAQ2a25O8drZAIEqqiE3e8dq8+2uSSueotdnMmq/O5vKC1dxnPDPHb7cH
ufLcEgL//0FW10tWxm490ffy51Y6xENoWxD186KyQBmzn/6XZQQgi9UbnVaqjZffLVxaXv0ScyqU
Z43iRBIoxhP7f0YcsaG91sV7uvvbEoOs40Bbgz0AV2tNJlIWU1PKOiEaTvTivhZ4Kk5ZZwUCL557
zI1+U/KoH0rw3Xf/vrDwNaAvUeAAEyEX/q+v5/XpkjkdyggggmGdGjih9lk7PEOg63Y2ytU5cg54
lqSZ5FrwMwUkodjc/H7nRVP7TSu0cHycUgylaSyXBjpYyEgFkYEhla9rU/SvbtIEUsQLsBeAmAHz
Xlch0yrJx9glWdVRuwqiGcGFVl3Kdw1yK6fbq7ptijIWjBQs3JD1wgd9dSPW9MoqLJp0f7HtaXpj
D+k4vUWxbYx8ZBdYZDzKATOXatYqT9lkon3ediVJbD7rCgh/Q/kZmrPWn50+Fp9jtTX3hB+vXRUI
AtOxpZ9O5r66KgAxJZgnh3g8RdDJai3BK2SJu0cMi35Dd1t2AoRrT4SkdiH7o8r4aHWkegHkxJoo
YSF6Dc+xMD4PuLjdhSLPz+7YOEd45/3O3r6WmlAjpO3BhyDP9FZzLB0rMQaNq6lcWlF+cbMpfjBb
r5lOAFNrcJ8pyunzsCjiIJJSMR7GLhvLgxIDUzyQKcfV/7AvSEQBWZLRk/2u2V8AD7SK3af6sTJV
ylmNLK0PgDc32VcAzY4XtI3T5ae+NpbxHEcJBDii+pTlGXLza6oV+kBuDj76oE7YGQF716K9zXvl
Quce4BXBnwW6z5q32utKQbbcqZTxGtwiklDHGNudg9tHRF4sq0iV/ztap0gp4O6+dralrSoGbNwx
8iSZuJ+qxfpcCPFeTRvl/K8jcbGyA2T3H7er9SvseWHb9lFtI1YwFuckctH8oFD+I22G8uX2UNtd
zlD0pPiMcsT1WxgDYDA6o7P9wuHBdxNFDdhMWDEo0A9mRRuDyZqnnZW8OijIQNnnA0C3lm5oFtOB
JInLHM9STwHDphBPDcANPBSsH5PCnO69Rt3TR93eHwQu1DFAkvFKcsVdPhw59jSG3jh42yXwT3mD
UV+ZVOuMtE9xdioc8W4v7ZXYGiIqnX4JENRkZ+dyQLSqRpFR3/HbeV4+xUVNkx2wV/4C37g7gSAO
nzSU/U5pqxtP4eTMH7tq3nsuN9wViR2kHi4teWQRcJ3nxHhHjmjR2URYteZkKGtJnaoonQZECWB2
NwdN742HSDjT976K9bf5IrW8rBAe0UFP7eaPWtnud6tM6/7JKsbmC3INCGrG1jRXh25Qpt9N4zZe
4OWm+5CYVms8QDFRPt1eTblYl6ePaVAxZTkBzW460Vo8m72B0pbvaM2onu1CS1z8//SKmnyM3x5I
72kKBFdYdsqEkVR+RY3CvL/9K7Y3DeUCeo+UNlBoRinm8pO2ut2poQFHUE9biJNWmrzv0BjZiTu2
N43Mh+G0S/Ac5YnVKAsWk7WyuKavTqNWfWiGOleOpjRvrhfS6J1H5+poVMHIuqQUjbXapriXiiyy
PdP38CptH+gcjenToiN85Dt2hx7h7SW8NhxFKMQOkGuVMnOXS4gCoCR14Ryy9In73XbT8iTCOPla
6bseEle+FhLi0oUZqjb36Krk1WOaJw0tHJLoNv6lIdz3uY6SnTjhyrUidcoJutkY9NlX1wrgYxdU
JYMsaq0YuC9UWUBRL4bgM7WLfV+gJvH99hJeu1kuxpSB698xsA4QxB1KB0cOOFSgGuITikhT0EO2
/0BlM3pZZs1NcZwcp3M6xeqboZvGL7d/xZUPefEjVvvGCtvFHGZO5Iwo5SnDZRZr9bpFJyva04S/
NhTK+/RPgTOQma6GAjvYFdQUXR/+Sqsjd7OED8rScEEp07JXG5D/s9VNA/4Z+B0Rj8wRV4tb0zSs
vbwGN6EMuXGu49x4Z1rdYpw9rWiyo5foKMjafbaMd7o9QqgFVhsW/9yyoTKnAUMmLwZPYa62lRpG
Zktfmr2bdfZviJ7FD5L2aTikhj7uZcTX9jAHhPQbzC51kdVgA237EioFg+WI4gyLUT5rI1FvnKmd
r7uz2OHLXvueOOwxFmkpz9Jqic0oSdJBSx2gKY6iHVE1cMeDlqhJCARwqH7c3qivRaz1F3XoMlLg
Il8FPXJ5XBAxBJwvOKKk6/zTHEfR+02fCDBaea6/JEsymwfuK6x2YNOU56E1KL2UADDzfojfK+E4
HG//pmsrgLklcSTEBXhe8ov8dYIX1BGjGJ1fSDym+FRE7eDXNNOhZVva+fZQ125B5IhYanaz6a3p
Ui4uAUlODdRP0rH9nlJVf6iRbYt37nW5iKtFpuwv26tkkeBqV4scOjMWnSXImNiy8NzGMln9jaIv
Qku9YhiHVinU7yl+3ztv5ZXTCgAP2AIpmqyprZ4TszLmgjDA9cfadEtEI+ImiIkrzQA3vCU6zLON
i4yu1tHHvp1yTLzH3tF2fsS1IIvrwoOxBxdbErEvP2ezTJVA68vz6zB1EOceFG05tg6w4UMtFuVD
rBRF4k+2E2HbDDIlQm/fWsajlfTJR3Vclv/mPK++gbFlAYWt4QVtCseJDjjyGp3vqh0EM2dO63ul
iUdgK0aNHW/aAvH896NpEbBKCR5phbnuiihJYnRDI5V/JsM70v7HdCJXl9922mg7xeftGcDEhJGA
bNDiJJ66XLRuNKZqCPv4SGegf3QSVGjQSsx5SuJyZ3NuLziGcrnZIMs7EBRXm1Prnayeoxbk4CCa
c2ZLsWbXKM/ZjHsxSI09EMz2zFFFlcE21VJgoWsAjkJOhT9Sqvilh4pqhFn9wRXpHshpu4DSa1N6
9ZImIuMhf8Vfl0izJGXe9ZBEFNSWKRVnvPiUqJ6Nuvf+eVswFFUAePgyhVoD1LxpcLFBm2iMViBa
2loIQCxSocQ1quD2fXV1VnIglg+sxhqeHw4GBuLeDM0ptMMgL6rGR6FPPek10ma3h9puC2T0XvNe
WE/0QYzLBUwFtMo0zhRf13Nk/FLPmk+JEs4glpy3hWr+uT3cRoeWtFMFKEywSH0datHqmlAROEa9
DJjfknGdHGirIE3ah/ix4iGAKiYa72ov24Ix9F/Ia60nDn1vqd9clFexWXGMuT94XWs1kJ9SMT6P
uAXrZ3TQsOU5LFWD983OT952CekCkHjRmJe9wnWBPiSQFDREFH8KK/vFbqfpJauS6dAIDAn5acMx
8pzqzk6NBx2R5KcoQaH09m/YXvGSIoAGEe8XaewaURbP1mhSXUKNeLQxpqwkQj1u9CBti4oyWK3f
O1y7J+S308e8g0x1e/grbRvGp7TE/ImPQCZf7hInxsweGCgi/ZkrIWCwc/wUWfzfuqFg+YBIa3co
orT6Fs9a+yE2lySgrDv8xlOgBeVuiLMVa15Q5cMQnlIPI73bP3D78vL7ANugIEfeuOlkvpbkUtVR
6OF57snMwoy8QItxKYrFGbGJ+ah1RbszqAzRLp97emcaUuF8Fo7QumOXJ12LLzqayGRZ1pewrire
p3Y46rXTH2fVXu5Fksx+qgzxDuD+2v0gtStQV6RRRch6+TkayMDgNXM0ajUNZYNUd45eEboPhlXu
FU+uDCUb0wSq6G7J3Xc5lBLrSTmbrCwkZ2I1Z8yAak3VOB3Hqi329tmVo8ZgRGiwMDHX8Vb7DIfm
hL95NCLdmd1vSV31R9qU4qiKWU1PuZ5Hf1DN8cJgNNGmghFueYd4Kvckm67NWgoRwmZg9tz2l7P2
tCXDYg2eKTZ0SeR72qThBhmHzpvOtYrz7c17bTA2L60kRGzI0leDVZ2jhUIU0dHLhYOVn4phz2HA
XxU0HoLze6iHa8PJq4yzLPGp65bKUOlqU7WwNRpvBAqj5NXXQgWSi0hF/+XfZ8adQXBP2Y0YZ5Xk
UMIVkQfwxVdMctbcdIq7tEuw4JhQJP0fhqL9J7WuJMJYv/xiYTfWKFwZoR9NqYfVxGJEfpcOxX9K
au+9mddWkP6LDY8XSSukvS7HgtTeF5jChr5pRoM4lhDK2zNaztgiFm7R/3uiRKUWJDMCbYDQ2CeX
w2VGwwcbldDXcXB7iu0x86sckXEiYyP6P5yd147cyBWGn4gAc7gl2WGyRlm6IVbeFXPOfHp/NVdq
NtHECLaxBoRVdRUrnPCHnWXcep9VgKgCr0eJCtbQ5WCxiihP38aBl+hUMh54D7uvgWFKn7RKKX4v
QVq3KPbU+jOpqkWlHGFbnOQUu0LRZpn+1+NjEHADhhOK6QQTmMSYWvrSozT/7+0PvvlLBTfZRmiL
W19fHRt83eYIBRJxbPIKHYPMhostBVV3SGpL/0gE1ytuuETVS1XL0ezPqDAepF4Z3Dho+2cjRtky
xvSZGxr/xAPej8vZooyxByjYeLs51vwH2ByyP2vCUtiiclbMBsFcaEmH1kmtR/gPDmIZo3ag/Kn7
aAni71wPreFmLaSR2wu1EeHBv0V4jQPPSq1pAGGcj46eAOgr2rw/Nr00gHznWQym6RnayHv1uAjw
QKPyLMH1g1u4zjMaY6Zu63B1YlF8r6IV5WEKTojUZuNJmd4vCiKGEwPh18G460c4X2S1HWUsEJOu
i48N9bMDnIfozplwKKi1tCrwOjD6z8uQVd9CyynuonYw75phsXbyA3EMV+EAoEpEgSmPg/i7wlWj
HdAjei152qAu98LvFoVavT3f/pobu4kkn3ub0JmDutYoIPaRnDBQI7/Hv/GcLlH4QUpGBynKvPJy
gILHjh/tzh2KYbHSv9eZga+LDCcRj3iraJGvrodCk3pbmwHd4HyoHHNMObCUVlCUayLdN2pDdm0k
R3bCgo37Fu4W/e43mBrTvryTOmUSqj6krrUSWAfQoamPUZ51CMb9+28jAkGMgMonGEVOy7pU1HCJ
O5zEyFeWZok9sB/mV70ep/tGl6OD6qTToz7Fi4tMMWWBMYXW0IXxnt7DxozJ+E1SZ5vAkhLo5Yzj
1qlR7DNDP15G5dSVBJQUTrJfPYHa3o0vMrzVvtWFqgYQFnr98lrNOsYCyqKjH8GJy8q7ij7y58aU
ulMRp9l5yNv6e5Z2jnhYC6zJIfDe6U0FUyQzgn/6Gkr01EE32Ul4Ni4tOHsC5yB+EsW0ywVoADno
WgKAQnLi31oLukQLI/tg5kNyKp122rkjt9ab/IbMlJIsrJBVQL3UOgjISsWYZSpo/Y54j3A/15Bg
IlqjfzE3Sp4gr6j70pxZDUZNtUWxvmewspXJXCfn0ckS+64s4Nd6jdYtOwNupW9UR0CYG/S4uJtW
2wlYjZQbKHr4oxYpp6HTrJMFq9UPjOCE+dALGFhTuHhkdyEBiFvhOPrSNoPit8iy3ScaWpVDWCHe
N+o/bl9nWwtPHgNpiZ4mIenqEU9wUJ3tVIv9Ui7tY7KY3xo02fy2D8KdTyzmuN7m6BUTrWEtA4Bd
HIM/KkVUFeXFMrhEqEm/mFGX/+pw+KWgUHaPTqGYr4YF29+xpOzDu6dIA4MKGDQfvvr6LAeSqQdB
UIS+VCCLN00L9gBtDOteG/4iUgRFD0iF5qwgR69WE9iR03dVHfrlUCwnA3P2BzOCuJS2xZ54wMZr
R31K42i+tf3W1fs5QI0/F7OyQyV40qJQeyrLJXp/aoRet5BMpPwCMHY1IdhBUVYbc+gX8RBiStX0
Tn1IRuzn21je6xJs3DkcSz4/K0iXYB36akMHSicmcqFybTw6+cCLNhdT7Ma1MzR+IOndzu7fGpGY
QTjVCub8mjKcFlOuFhrX/FyXwcmqltqHzvg7MrXwAdzQHu1jaziSPlQ1hL0NtsWXR6AJ5WWoLSP0
27qW/K5W9AP3UOdGS2R/SVs7/ouvJ7IIVA+gQ0F6uBxvQcwnaEs99M2RKDcNqMCYM471WH79RVIL
ChPTU5lAkJR9tVGKGg/DQRd2XXW1+HFQNp6Vx8ZrwOP0/miEPfLmqcuVBaX3clbW0kG5KrQM+WJ1
ccOgl85yiP9DhF/Q++s8lJcYTFjXgLVYDVXHsWMVi57581i3L5qam/e42o6PySKNO2/ExkVMW8Ak
qYUOwNu0eiLy2s7B1sepr0YVugFphwSTXjdF7abDMO0sofjdq7tYMC6EPS78gyukpTb09mLRGPNT
Q66/gmqpH9pwV99EvKNXo6BfRVUbYZUrHh6gJhpScZP6LQTP05zY2GXUyFmNi40DFqxy12oUlFjT
Kf8UNdZ7jQsJlSH/CQqb2PvK2i+x5nNWTjKm/mxG4wnU6msfxPlnBEC7u3JKgp29cq3iifoAVXXd
YjgSvjUAeqIXkWlKnfhp3hBcmF2gUxs2g9GfAid/6qgnnqWusA69HtcvYAiLTy0AvMew0PXYK/Na
+0c3xvh/t1+/jU9NNQ8zKYASFPTWr59SqE6j5WXiL/Egg0mUoJdE6R6VZeNxZxvR3QZGj8jEumUX
zARRPZYlfOoZeCjQfewwVZIS9C2W1DxNo2U+mCMRjT1Z9V4heOPsUEfjMiA1ohq8Di1ghMxAJNLM
z7I5+a+wpPAxHGvzPraLnYLa1jxpmYO6opCAJMnqmlN7ayj40CAwisa8Jy9J74gF5AM1e+0wotf/
GBhdciII0M+3v+PG28H7S99GodwCAE2swR/hU99GcmUkzJE+Zvy7M4z2MM7agMewUbfnPh/3EGBb
U6XiTHmHGUCmF3/+x4BdtJjwjkA4p708HOn7Dm6bxNDjogyn06S2X4NhqVwVrevXv5gqHDWFqBQ4
0xrzTrITo8TDIuuIRLjIWI9fWnv+OcvTdLILx7q7PdzW7qFsQBeY3FpwCVYTnYH86MmEPMBgFN+n
xgg9ys34cUWd+vv2UFsfUbh1E2qICGetIloVyAUWi5z56liYcMwK5Z+iy/IPg0IHVTMzZweldX34
qbJRnoFYRUGfB+xyanGzNO2QSngdxkvq4axTPrfDsqfueb2Al6Oswgzs89KizFAjaNRM+TIUBbU1
peg+TCMtg/cuIFcMKDdeFD4U6fLlhBSpmdsoWwRsNLI+odT6U1pK8+yAWn/IimEPr3v9goluPY0X
sjdAwuvSoT4aSp3KYeHbwiijJElt3RSS2rM8LQ3KL/gWu8YocrcJ/0eeszRuduKC6y3DT3CoDdDH
B1j5hsP74xhWAZY/MoJAPgg3u/XVQq8+G1Pb3weaI50yFGreLdCIRY4QzRC9Fygf6yh1KHT6LDYj
ynTTDmkVK6fFjhwaUPqeFMLWzmEwTJNpfAPBEJP/Y3KtXjXUd+rCR3ymo89Mv+IJ5l3Tu1lgODtY
j63DgNqBSGbw0yJxuhwMJFhnh86IIKIO4ZV+UOHisxrvhQHiCbiMesSMRBzH7UXbbnUaUqQU0e5B
7SuuW53alDm4mTmYtKcX1U+0yTnOs5odKrWbT3YU0O0P1OC/28fk+u7mFaCPB4CBQuWV7pJspZFd
2mruD+XguNpIJlUABbnDlD7xAn2a79j0sy/P+bBThN3arkIRm+CKpAMIz+Ui4xu/WEHFXdCl9vxs
JPPvzFCH3EVm1PQwPhkPt2cqUqb1aqODICR2ePwB112Ol2RglEOZ8WRr+XdUFr13y2IsHqeoszyE
mCu3j7pohyq6tbwCg/JmdgdteTVoiThJnXVx4Ts6XaE2IJxCEgHBldxIn/peSU9p7MRfFakP31//
tRANEDrDqEKJcuzlfIu46mgRIQwrVX3kaVLRPs8R3kAdSlF+VhilZ5rJvJMmb3CCeIzptNMNYUtR
D70cVSrsyhwcRDIpzqKYVDhSpntxZmo/uSLC7hACICnuJJRDO7exAqyEcMpuwCMPQmy1HdU9cJPY
RqvPDhwEozTBUAbwt14GgsA+kdHyW4xGcevUWu6R1Ue7Su2C37d32ObkHZ3eH0INMG/WEG6jCltD
x9fEz1Jz9KskTys3QrigcolkeVCNeHgsx2j5BuKcKIyEcXidjbA/1XrieDs/ZuN2Eb0dXj6H7gNG
p5dfYk67nDIaWta5FSGg2C35j0H8ikkJ4rONgzRRt53fGSiQ+KWjpsfG1PdYJRsXqchwgCdT5BJx
0+VvULoAyXKJ3wBaYMQQYcAlvS3P758p/kkM9GYci3Td5SjclrkUpKT5IcGf/FRHxvik27ODbkGT
ss7EyVHpGgSizaNkxtHXIEuaEekVnTzz9m/ZCANoNQs/DxYeLsRq0adEmjFwD1N/Udrqvh9V+5wq
+XhflEDEJC3Q7stuyDyUHvovE1zlnevmerODTKQhTEOEEIByzuVKzLGOUfWAnNUy52ChsQT0Jk2K
3KGXGv/2TK+v0zdSCZ0XHKJQnhN//ueDnPXVFGOr64Hkc2DyKtXXoUpnP6in/E7CteWbPply9v5d
TT0HBQyI0KTs/N/LYbuyUSZMGxz8Ujr13MLt8VMI6U+Qt0YfQ1eutsVUP8GvOM+jXT4oU5vv/Iar
b8zCmqKtxssJGORN3OuPmUtZ22adpozerMTAytIYUCh6AGUGX2qQLFexF+NjVM5xR6G+mYoD5dfs
7p2rz2+gTU3rkjSEhHb1oUcJeIUKtgcJAiO8T+euPFl6nRyiRLJexz5zXGfeNVO9erHfBqUvi/iB
kBlcpT+t0nbhUFUIGUplhdZJ1J+DSu8P7Zx/k8JgON2e43WZRIwnlHagFYKqWIfwMLQHDWnnEWHN
3PlaZmZ13zhRe18ty+xrqEGdO8cc7wkYrA9NnwSv+KAa575z+sdykrWfddjNxs7Hv3rQRT0RYB0t
ehG3rEGRXCcpaovNCLRUso9FWalYyRedpzfZ5BpOOnqphSiZOmDDens5rs62GBn5h7f6DMH6aucb
uH46PQgBr8uc8FA3deNDn0+82Wr2MIybkxQFWuHJI8a8PGQ5HWIdc73Bs8xGekZ+UXYh8yrnJk+q
4+g40rFR68aV6fbuxMSbIzOkyOeJ8tfCM465FJJTMUnbGKDtNVOtPBWgxn7N6lKeSsVuXjGxbALM
3WVtJ+rfWmDxbcEo0M/lLbmctdpWXWOWjE38MjReGWva//o5oXtd6k661+m7uj9JSnkgcAqDtAM4
cXWCkVaYinaCSWHnVX5ahgggZoyx7qdxbMdTqeX1qzX3mGTe3kWbwxKbkHnQpr+S00RDXnOaKR2g
0ObLKdBG86wWE2auyRIfnDejljxudrbuxldF2BEdYNAIwLDWNyb4axJJExHDNm0S7Jab3se6XnNr
aFmwCobgX80aw7tuSYbj7elufFNoJOjZvim1wAu//Ka0yJUBBgE6toVc3MH4T19sbcz+UypF3dm6
G7cjtVzeQ9grokO0OjTpXGsd0e7gEQKiTTNgu4TNRtU+Zr2mPxVl2Hy5PbetT4lcLoVf4lsBbL2c
m6qG6OG09YAbZqQfwmTO7jLNQU9DLppD3AQoBk5x8V6mF9v2De1ACYwbYn0ncx/bCjD+ASRWNB0D
ZObux6oNH2B8R3/x7ejEwtJBY5bmzaqCI7OcJgdx8BpkUE9x0shP9tjkXmz3wY/bS/m2VhdZgpgW
dDKTSi2t0nVVumsNzB2scPCkROlfeilNQM3yphgepFYnchFWjJvjrCu96daSE/xwwiH9mOlOMLpJ
mPQw0OoUGkqgqbOPyGb2QZNUyfCKUY6s+y5rLceXskD/7hCSPyVFFv6s0fzHAbCjy+DOlIHfDSaj
HksQyomD78lDtbrOlLSt5GhwuEr7RH/sta49tc6QHlrFaR+Ahe917d8sKlZrKCSVxaYQJ32NtTSV
OVy0mpCzAU1hYw2Cd/x/FM0yw02yYAzvl25Mf1is5HIeijzPX5N6zkaf4imimr0VxB/sIcgd11AL
pD0owXbztymbJnQsDKSM3aVfhk/ZoIw7UfPGyQVHIjiUnF9u4tVK0YbNzCiQJo+EDc45TnThv01v
1DhTxk4Uumh5xNZOonCVGfF12NfU6MkVidnFb/ojiFTwG2vGVsEyrZqr19BxfnVqqe5s661BsHKl
Ii8UBKi1XA6St0usdK1KyBBlvRsVugkZpkgPtw/Pxj1E1RN8G0gGQE1roNlSVXYsdxKxqDIsZz7p
cKcvnVAPCOfzkqNhnkaOs/OkbFzsGg0cyoHCrZd04HJqiT53Tr4Qh6VNU/we5iVajoFkafQbUIDb
Cfq2ZgiIDm0b9gnR76qKIw9LqyUhEX9Vxdim5bNevXYIz31rkH5E9yJpjnYTmq+313Xj1aSeDKad
hjKKoWu0V9KOylhCJ/GmUu46LyzM+DWZkX8cMOdF4iwz0kdZT+OnrBulnW+6tbyg+IAvQuilwrfa
nqD1YqVwuDxEV/DQN7Mcnuh5tIsgBErjzqOytU/ZoIJlD47/ip5RyM4EZimaPKsozB98c1V15cTc
qzhuTUo4z8KMAd4LO/tyzyyOUzcG/XgPN7wZs+WqfRimSrtHbANJx9sfb2ssIftu0eOltrlu0k+8
zvLcA3PuqXH5RjQR7rSK3DwmadP+xVkQ6vI8XMQ61lq6o0AyElwjBgSNgnp4wPbwZjq997OsJDsn
YeNLkY5xadO9FdjL1bHrx2VEh5SToMkIkLeVHjykRVPt7IeNC5kCIo4g8OkE7E78ij8uR00vOi2f
R3ZfHdHJGCvFontodLlrDFFZ38+Zae4E/9e1O5z6wAMToaJgSC189QhQOql5kuwBnbUqlg6cbvk/
KFP6EzpO82+8/MBXKElbgbJwplz20zjMT3IttSpsuBKxqXfvH5H9QjQRNyuB5eUSRHkI0KpIuLop
o7jJNFtgA/ryNKKHsjP1ja0KcouXj6SLwvialJyMk5pQ5xiw9C3Nk9F25pe+TjSocmm2M9TGlWZQ
pdPpbHLYgVxczsqk7NY3PZZEQPj1o9Pn/3aKMT5Lljq9GEsqn+0a3wI0drUP715OOtRCMARLQSHn
cTlw3LGMgcYcDWOOnsOs0ggn4rHKXDnX5h2Rja0FJZ8RivI8GigTXg7WW9CS+xmphcJq0y9pAvlZ
ljTjEZhucnd7XhsnRejaEbRSlgGfthpKrw2zkjEkgKMpjc9zq6jHN/Royw73tWbcw6VtvISMZ4mG
FcKwoEEvp5Y6autUioHGbdEPx5AKmSsN9RdTibSzlTnTXSHv+m6Jk7eKK7nW+HaES5gmroGnpiQj
YBoPvTcbepq7IT3C1tVnx3wO0fSo3FIb8m8Z/67phlVdflbttNzzbdz4pFTbgI5wUiB1WmJj/3Ej
9U6gQN1jnUMjzf8X6VL6cZad+cm0u3gvcN9aY4pe9DjprSL/tFpjszHsONQj8joMzO96bTIOUKSG
pwRXbl+IzQHozvb0wrcW+c9BVxupUxJlCU0SoMoscAxbrPkuW0JYxlFq4VqexA+SWfybk/wKtbe/
eMFohNJvpXONMM1VKpvKRhuJ0RH30f1yVKojdHsJp9iiPd4+MVtfEtYHXQmyZp6W1Zds9DCklsTq
TtEwn5WCvCuDheJ3iansDPVGoFnvXKGmRc8ajsBVwIHnT9F0qA961mC2h6WpkodFUpOHRonSn6WF
doHrJHX9se5Vz0j6c1/lZu3mehPDYciMkwjeiaAX81+cEJaEnLs3/ol6NFVvr4n4uOvfCRVPMI4E
n9NcvX32tKgmMG607+ZC+teaokl1cQWuP7YV9G+0R5RPtwfc+AiwJbiy+BAszTqMADNedGnCcYKZ
hlWlnbVPOTXlo9WEy7e/GApuk4Am0ZJZGxhoI/W+ZpB7FKsb6aNWpOCg0jnn3qoHbSeR3HjeeFxA
7rOKBEjrlJt2QZ0Xxtx7tY3+tKTRcGw555/7IpFQxCyqcwWY0m0mDPpuz3IjLmNkojKhwkP9chWX
qXNLwduYei/TTOmM/anpORAIdvbJtZQToAhqCgLu4QjWr7i6/rgG64pMY9HZ0FKu5vdmk36wrHo8
jHYoHfRQCj6Og5O4kwzfKax0pB6tYs+7aXPrCI8qoa4pKqiXP8GZNb1lIXgNZE6tHtq6L9mkuOAG
Z//2om4OJWr8SGpA4F5bYbWhDE0qsdmlzmyfcRNI0fBMlSO3yrvBCWJhadPDIhIC2mskjS2HWbTQ
FPScygoO8UC5qIvU8BRGXe915M9Ii5d7VJprXubbqACjETcUDpOrXbNEppxHhdZ7A1rqxyW30gOy
g8uzjRrdmeaxNR+rUq+PqZ1o2CuWWQkYNxgeAzkbj5qajKdBGlHms8I+OmTgOPwCdMGesOzGeygC
c9Fx4h8crMsvXjd2mISZwqlqw+Glj+eEZ6J07uEFJp8QYnR8k07j+fa333gP6fKRUBHBcZ7WaBEd
nQSgVGyzpp+GO/gmzY80WeYneVmS09DnqeGqQR88Jg0yAlLUq3s+4luz5pQJ1LpGnXP9Tk1JR1kn
IurRpMk+Za09PTQhOV6ox71fS3htLKqU7WBytq4RsQ9QKqAmxV68XOq4U1u1pDzvDUZpP4X4lbh9
OO65hWydK3ruVIvETUJ98nKUSVcrhMO5rPS6bg9KVRT/q/P2vyCpu51E8lpMS6C4yDboeAiFljUA
oQ/YMxDzeq9qA9tFXFJ6qYruu2l2xbMqhQW9S1315VCa0XotwOzLZYsrfK0/Fmke/bi9pzbnLTCC
olBG/2UVepTDGA2pKp4HI+iOWif9QnV2+EwDpNzpRWxsHp4gA6UNKq2AkFdHpmhTldg86LzUKeXQ
bYteuivUpNVdNMyXl7gptVdMLvbAZBsTFCh6aoB43CCGs5rgkjj9UC51702U534qQW27k9GZL1M+
7bLft6aIpjyIVerNiBasYpYIWf+Ae5jMp5f1Y1VF0xfETChMqKPZC5Kr5Vt10Qbu2LUdxlcoHx7T
2KrvwJ8XJ0cv58m1iyTRD4PeO3dOTAfKD6VSOoxGPf3FlgdeB21OYOvJ3MVs/ng4q0xpqnh0MEOO
KMJmThT7WRIkj+bQ7HGjtj6Czn1BleutSS/+/I+hJmkue6muWJga0lw8VcGvqK/iB9MqrZ1ttnFd
iBxXRARs6iv5rSaOpTxkOLomrJjTmvlBCTr18+1jsxGdAnUQCsOA2YHviT//Y0L1POKM2WMk3cnq
jNjvmDuPGbD5H9XU2c+JlDa/bw+4tYIkX4JhRtAEs/hyQH02mnEuNU4PunBnXe8+K5KE103c7kmx
bU6NCiF8HuydKbKsRoqyqq5HRkJfjeAQ8poXhwF6RZk83fVJEe28altVLhEdijiYigHODpcDzpEe
qlbNWtJhCQA8ytG3CQXLe00fcG5ogNYccHaQv8u9oT2mfSA9S7y+5yGte/n9FS5if4JVQS8iHVt9
1rYemwFPR7QNx6Z+yYJc82uc7CPX7JM9P+OtL2qDzSY2h5OBIP/ltAHNa6S0rHOVh1HuoT1g3Lcl
womuJqXTx9vbZ+tmokZAzR7QCnj3VZFrkppMWmheeSVCUD/itE+/14BSXks4W50/mstcuCpduJ3X
ZeswOgoK8KJsAANz9Wl1q+VvNvTOy6cAH9kuDY5SX8rH25PbiIuEKRvQF6ZHd2B1NrS4t8y4YZTE
6UY/GBPZhc4HEXnODQ+CafoYdFn8OJa4UwfGsFeH2R6exgTZO23GdfQvhZMUIO3FXZDDjC4mo4L0
NmsHbem6u8XqlvvO0LqTMzkSfVo92Dk/158WUCenhkAdkN2VkEkzTnXS6cAJUmVZfkxDZh8C1PoS
v5wcKsN5YI2SO5SWvHMFXu9fsh3+SzmYqAw87+X+LWyzLIsoGj1MdijRzLn8oTWbl8bgqN7+vm8R
0WUtgIYhp5IECyQhlb7LoWYpm7SkpT6CZW1jHEZULD4oMXarbjQ36Q+5MdVToFrSz2lJihfamOq9
EyfRg6iBf6+UQXpE+tb+VMjBntTe1uLTekB+lHRM1McufxkYkkJLraCnVBLA9mllDJca7J5LHKja
CINI23DjdtlDfF1vOQ4zpVUBteMGWRvQdphbWzqeX57jpHntlos9A1JvzfYHmEPF9JBZSE7aUA0/
owWtzGOqLZhR3f4q1+8EvwG5KQpk3JZXDbIlbysLNtzgReVQn1o5G57jsKu+qjSuP9OnebeMhyhy
8u9BzwN3BwX/cqkXKypVO6bMO+aUnTA4Sv2owdkMZIu5c6Q2tjYzAt8B6ovdtkbo9KglW03G353x
HHt1NITgWWwTqaZijyCzORTiaPDuye2o0F/OSkq6wqx1SkGyEz2XtnBUyh2leDDVfteOcHMsrinw
QOgRE7pcjqUOVhYWFak1lRKleZiMsXLOZYqpvewU89d3bw+YuYJRCgiafu3qZESRE8uDw2BVjQdC
EOnPibYEsR+NVu4r85juUZCv3xrU9ChnEWTi08ljcDk7XoFYw4yYwiYAjmdYjiC8K26C29PaOPBi
wws9AbqagDMuR9GbVDK6iXRiRhR48iMb3Qu3iur0PE+W8zk2G/WQVEG51+7fnJ0JpoH4hJj9qtgf
quaMkTUXTSDZo+fEZXwCwyHvwSy39ghXLCU7LjXwjuJ3/BHYyj10HCrHFHi0BhRtC4g3R/bDiym9
+beXcnMo8beh6Sniv9VQaZUFyUhXytMqOfSIkpT7fBj+p/eFvVMD3agRolVHl4SEm5NGwH45Kwl9
CFFE5LKw29pr9Lb8tywW289qPb0rF8l81Dv9YziMyq8kjpdvOCPtkfG2PiBBCmcC1Qvu59VsUcU2
OgelPi+CReWF5rIcUepOdtZ042GgxUcHwUJ7jcbU6ojjiJaXTZaD4JyjhWdgDO4GY84PWmn3T13t
tJj1ddRhUe0+1Zqz5zC09UlBjtIaBoNOeXsV72lVo0XGQLOmX+LkOElp7aMLQGvVnLrD+3cPwE1A
8yL24Am6/KRtNEl2XpSYUBeJ4bX1nPiDgd3fpNfvphTytxN90AeChs59tvp0YUfnuZYB/aG63v6S
h7b64kRJfhcBDdvZqRsLyO6A9KZj6wJdaXW95HOnF9JS0WcjC/H1PKoP0mSNbj62zvvfb1TWTIJz
1Ee501ZbZZSDAXkUqonywgsQq92AvrbQv7Wpt4VelWIic/uTbVS+BO0HtRIE1wA2rvEMTW5kgyze
1SLB1szNs6U0PvTSOCqHsp3q/5mdHneAx/vCgPaXWK91binQK9vAeplSbEMOoVko/T87P2vjaAJW
hYHnCF48zYrLrZRMRiiZNrdDVkz1URrNtD723YgrG5dG9Z9pACfxICBG6tc2Gs2nFEum3kuyqHjW
ExwOHicjsmgOZrn8qdOmtNoJRzYOtaibIApPj4N4ZHWqEMqZDDlOqJ4AhvZNCkQeuvD6wanTl7jG
ZZFnSjkPc91TANf0nQbL1pZUVR3LJiq/GhDby9UpLYOM3GTCVYT3LDh06SEOlV9ybyo7ld6tkTSB
dAFuBaXAWZ2zxMlCqSZJY+9hF1+WlD1B3USesUzjzj258YyLZJFlFdxdABGXk9KItiKEnggmo3p+
qJpwJoxtbKAXsRaeanXGebumin57p4m/dZXH4L6j87jy4JEzrGIii6JqC8FtQI0sHr1RnbIfplEW
O4CWje3CKJbABHIxQtC4nBv2REoy6ABaFAxy/Xzp1IeoTbV/nCSxjlKnR0dEq0w/dkLVLeVW/3h7
km8YwPUsFYebBTSGqMOtNkw8OHoGqX7wugEH7LMaQMjxtDkIZoh2ShR4QQ0x5mD1laQfgqjsJhfX
ifa/BGYvfNte/lkXUX0q8SA6DkEQ3Y0ov35ppTQ2D2E66u1RGyNVcuMsaqkPjVyjh7hszeo4Uw2D
R2hkY3ZvGVJxyLTQKXfmd52NEkIIjLsoN1BOWZcbUty+OpPICBsz52tcDScnMEUDV6SjjuTQmcox
iZpn6Eg5SCxFXHXo5X/PY/O16NC/M7rX20t+tZvFjkJV7Y3nTzC1ejUSY0hjWoaUksLZeOhQg0pd
ubblh5C609HqbKjUBHx7GhviQ1586LdhaYERzVBcX0uDVhY+ZBkPhxfOjkNu7rRHvQXougSzBSA0
bXfej6v74e3gACZhLGAS60ObU7aq0DKnYF1bzqmqh/GcBX3udbY67YT5W0NBVxMCIjYx9xr8QXKb
AEynWSGsm/3O0BuSiX7Ge1rZQ12L23u9ikAB6OuRAAoQ6OVx7QvVaON8gK5lN0EJVavT/8lTJfgG
KbP18cpEVTFJpud+XvSdaGNzaNRPBcQFKMK6da4ZY5nI+sgHXMwI3VtVd+0qGU72NIaPk5Cuzusm
c9upercfEZ8Sgj3/o+rLvFd3VCq1mJy0IIgTiHNul6kL2uDmeAiyZk/aeWuXqiBD4WeiIAT3/HJ9
U60xEsOZO1wv28ylkDj7k4MEZ24Ymb8MprrT39scj5KuyWgE4euOGpVIPjJtAE+WJfmQJ2Dba13H
CMfGapMm3x6df3M8MkLWEo4I99Hl/Ii4kmlcYmHxno4fu752fFiR5V1jhgBMmnnPCeS6Q8+30yxQ
OSBzyGfWC6pKZU05PCcC6lDXOMoSpjTHSILT5Gm9ZbzkiZnbvuZYPe+OI4Uvpax34wc56hfWP4nG
0S1arbBdO+1tLBAKqJr8ofoJ/r3x7oxE/FjE7t9MfcmHV6tD7jkp6FTQN+G5PziTnTwHMVkziW32
/fYtfJ1lMhbAIRJ01L1JNFcnORzjIl8qic6JJEvfObPV91Rf9LPVz8qvrilgwCp5Q9eLS+CjLtnL
f4rc9PZOvLa1H0iq2Q2UXxDNWeW6wQwPIUE23ZOzYPHTKJ6f9E41v8lBHH+vbDn7envaW+PhzwI6
WXgIoaJ1uf+QbswgszWUv3utf5mCtEPrfhlaXG+CJPW7uNqDIVyFUawzFxZkQY2KK6XOyxHrMK0U
q6m5MdtS+gwNUnmNomAnitqaFsqmYDz5oqJpfTkIfi3LMlpV543ObN63df4paYGgGalEAjAN6vn2
Km49OH8OJ37OH3UXRQFPKttl56Hcn/tRrDpehKyr37aJebg91ObMKHgItJJG93IVLdh9Plg5DWhP
spv5kZqk/FoSjn+viOdKV5q5gt33j0g1QChQcCECl7mcnBw4ZkAe33m2XY9nx+5alxqF6RahYR5U
YIU7R+CaOscOQVyRyA/MCBnuaorw2Qxj0nhTo2HSooPRtdqrSk3HPNLlbj5JY9UlWKfVU3zAlHmO
D0Q4oeUaTdF9wbRutlx0J5TMi2jAG3dcHzDmC1UdIrfMKlNzYzlTPiRRCxDKyNT0LsHrTXcHLU/+
HXU8hN0B6Up157ttbRHqZNxh6PkLMfbLVWz5MGZpsIqOtWAbTTn32GmpfHJoN+8kKltbhJotpRwZ
lUWqEZdDWXZRWYVBS6uY0vnQDLnxiwJZ6o2mIaECrO5luFtTE8QeOtvcI2SAl+NF8qLFSrAwnkpx
s5B6zeuQCTnperC3F7eGQngF8BwKeHCcV0MpYaZTdKTFa2VBjD7zWD8m8wwRpi3inXx2I7yiqEAu
CakZUOm6kz4Ykjnoc9R7PQbn/wWo2Zdupc+DZ8pSfQ/2Mj+MlVz6o9HX4c6R25gmOTuAeI1uCWdv
dUc2rZ3GZVVQM1DzyjVrozunwCRdSxnT4+3TvTmUQAmCC6cZtfZ4sZS50eqCYCOOw99DV2pHteoH
2lFjsjOS+DarUBkWM641dL6QxVyXF6s0go4t88CGhVQeEsH8141qzxRgaz4G9wZlVF6zqzSD+9eB
mc18OgPtUjeqm/F73anjQK5ZZb/ev3g8Y/RtQZ0Bjlp9p9lpZQPLuN5D4y72pH5s7zP8EZ4R91a+
3B5K/FVXqyfYidwh8BHWNOkJy0QzySivKA42kapaOidtGfpjmo6Gh/60Qml6fHeVUUgTU2IkHqEi
QSp1ebKR8G2WqmdQsC3BY88zgPDtqB7nAJ7pAPBsJ3HbmiQpG7kMe1/kNZfjqdH/OTuvJUlxbgs/
ERF4xC2QrmxXte8boi3eCWGf/nz0uenKyqiM+acvp2eUCCFtrb0MIhcPm6lwcFW3m+xheiYN3D6y
nLwaHZVsThn+u1cuUhf2y82dmz2FA25rTr4cdZ3t3gGI47zppLcr60mcfIxniHjGUQ8i6rh7+1Ve
WqJ0TmhCcXwDC56tmiLPkgZb6T5shrXeFd6gHxtt+gmR+1pD4cJ8otim4UqKERjgueB96zKo3tN6
zjlYzWncmp8Lu8T8vdF1pAKeLjUiP5Vpf3v7CS/snZv37aYfYnRabS9nlM007uRW483SmiORa05g
zGVz31T2uoUHWEHeOCkNnKq7cn97bfGC2ynX0u0YAuJ5lWggCcfx5UDAqStV81wgge5AHMbpUY0g
0KSgWKGX69U+H1QTmatUT70/YXaPf/TPdtHlLtHy5n/AWtiS+Fl4AmzHydl8tNZsDU7DhRn6y7TT
nM48JZYVB7WvlpObOPrh7fl/zcraZsHnD0UUIoXzKtGSIgVzBhswNGD6sNcaCqTCrDJx1MZhfTaW
urf3Q+4nN+CzjRFNWjHmod0u8s8oRmqHt3/QhSXP7+Grxr12KxG2f/9vgdxlIjF1fk86D5SPbe2Q
/Gp+Bar4H+rjzTOAFvkWLgvn4OVIFmxusJYcwADTivSwdtwug8WzFJROp0ofct8qr9HeL2wgdCUB
DRDGUx+fN689o3JaRHJ9iFC2248D2UPL5r1ccVA9ryXGaG/P5sXxOEO3RgzH9rnoEeNNN1mE2Yfe
3LjflJrbUGmlScMjoacwV//ZiZ/VtJkcAkdjDvKKhStU2g2lcnosXuw4sKdeDy2wnoOptP9lKDZz
nxyWTblwfsxpq1emTmf0KJMsWqB5l93Pi//L9qfk+b9PIuUxhvEccuDc2yT/syTNeC0nSTw6JgNu
enR6jBtJo/6iuT2pUoq7wNvDXfoC2Ag3TTrETHgcL4fL8G1ceu4V4Zw4Q4C6xg/tJlOBO12F5y4U
WryqjeFAAYQd0NknMEjfQc+cAigLuyfuOTOOuLvLKzvtpUW4kS1hdMGe4oR5+UDtmpGJZ9DxM2vT
euw04ktMCGWB1zZ6QFe3vlKPX9zTqB/hgsPx37SpLwf0M6fPS8FXhpilZg8BFMwa5e80aWTRWkzD
flFCi5C81ZvHihsMZtUfEunZV37JpSffJFlYttFUhrf38ocoIVFLmJzfhqiLsFvJJjdbTwYzXamo
63DHfnvpXHqfxF/w6THRpJ6dvc+MRq/KMt5nVybGvkg8J5S+7757e5RLC3SjoxEKiCcFRd/Lp8q4
WxhCFSqU5J/vgMN+tSLpnltYHlfm71J1sDVDiRLdIg/PeaXAinKyLOotF//pMCPc/ms8yeYOuKMC
fMrWW7/ATIbaIXn/9jNenEk+erbOjbV13ot15wJzYQVOk46V8blushYuBzqYt0fZ3sdZqc5VeJP4
cP/AauOsnlQjLCe3BaJBTaAd6f1nXzOrbrGHnOadNfU4AmD4dNSrUQ+NeciuFF8XX+TGtfv/4c99
4mU7ZW7l85CV1bp0vmfnHeYNMkTmlh3fftKLb9Kl1UKpjlHVXwOff/ZQw0w109BYmZK7Q9QYiX5g
jeJVKXKKm3i1Qrptcq/Eek2Hc/Eb5Bmpo7c44fNrq5Znw8rzkw2uJTkEtUWP7FR3wpQKL1w6ZPj/
w5Nuo8En3Pbvs5tJ7nSbLovxmiotH/y0ig/LuEk/RVXOxS7ube05Xwf1vBqiuXJ0/KUwnC8oCjkI
mwD20KC2N/7PNLtKQVoQCfAirZblNHXWaOBXtxafYD7o5okbqIfhmqml76Z8SF3O6bLYlWMaYyVB
JpAbqrzTfYQOkCGDuPD7JpjnWZ+CvvNMbbfYvf5Z5OMkyWUfLfvK3F1akC4Y5MZbxET8XMSjLabV
5wSMhrj3DzsqciMNZn3F2KzFF/8/q1UoVv4d7Wy3XJrcqHNzW5PYb+3nstBpM2dVdpOtnn0Nj7q0
DLn+4zxBxCLRUmeH4ATvrZ980AZTdWvILaw66vijhqJcmr3ft+mVTfrS1sIbRRnD4c5heLYSkrXK
q0WjaQtBWru18IjUA9tdFh015zK2YYcL3hQNxpB+yktH/JwXG03r25/CpU0Uid2GPkOZR2X/cjUW
WZpqbiEBxspUv11b6bx33eqafvU1EYH3yDVuI/AixkLz/nIYk7eXx71A9NCka3HIyD/9lcgJF3yN
lY/trxt/qGpykvBeLqsoM8r0txeLLqNZRNAlCGFCG2Wa5+peq61YRfjnjkswadY6BEJW67d2aFUV
CqtqvSDvtRhXMdeZ08DUjKp9yHrTQElednUZTUJ1/5mZw9qghwrWAXSET/pZQeh1bSGrTRk5D5X7
OIq4RaqrF3ul9Cvn7YXvj2N904nRtEXytL3Qf7aPbu3I22lBVYrOsQMMLZwjJVYcmDms6LfXxmuD
go3pSfon7wxM7JWYGjdRChnBzd+P87wOvbZFvbtij/Ity03tieZq7gVJjv3qCb3Q4LxXbeOyhp1k
qoLMcQk1WJfcuBeAYDLI9XbI7mQvp6d+YSr3bUIi9JW76QWQZKsIIDlvbTd0Ci+nZ4UVvPQ5QK8N
Z2CfLU67E5pZh+5q9r+WJm2zoK0a17myK16qZ3FGAM3bevgb/ePluK1Xul2WctWWVmk/aP3kRPQ3
0ipogEWQCWMKjbJ/GotQFEjix0XzA1eKZscnfi0c5MIS4TJpAtUAvG3x0C9/C/x2tXqr34XYQlg/
snQ0d0Yn4Lv241JcO0svTDjqcAh7nN0IF88pRkIDcjDEyFkad/WdKJQVjv2Y7LnyYXNZmtU3ssyH
K2/5whMyKBg3+wkV4HljlYgnvF3kCoV26rAnHwbzZA+6Try3+h9aPVuCMkgAxzXg/XZo/Pu94e5m
9kL2YW+P1U60tFDHcjZ3eKNew1UuTeX2VUNJhoDyity6CjE7VcktbzQxhID3UoY9oqWD20IRbvEa
vPXs9FrtdWkqtynktsD9GUnjy+dbJ+EmJqFk+EB2RmjnudrbyoMLkPXqSoF5cSgKPP7hNHilBy0n
PXPGrO7DtDLTQ+LX1kH57RTVQ32N3neJAEBXFX0KchiECOc08yzTGzr/QA91xpdWIBMO6f+ku9lc
CLEp8ZV0hoaA6aydI9+nQ65PRX/l6vDX0vKs1AP1gH7316wMvujLubW9Vm9HTFjDzW+92ze81g8A
FcnHVbYeBv+FYJ9sC61MjqIf0TbOetu2QaVUKdixvOTWM2Z6fUB97mmqJWW5xOvr49vb/IWyh0Ry
CtG/vXxQ1pe/cky7BlsQU4YCJ2X6Oem6swbrYy+N8ib2neQKQH9hFaCSI9AEZI+a4Jxa2ugLpBUX
/Al2Tkmid9ygsoyTu7Zd9WsH2DbBZy9gk8VhBLLJwImUf/loFHtjbM2gDG03x+7OWrwhosltYfQ1
dvVxroljD4w4JtDaWrRDTh5yFbiao+3/8xQjm9tqBFQPhG6cLYQW/MbLZuAVfVwIJCbhPkrNbNk5
/iBvm7pLPr093sU5hi+3SXB02hJnm1arc0GYVy7llj+4UMqIAATmUDcjkMB/rke4y/gW+xaODewf
Z0VzMy+GqVyLEKOk9I+EipDzZaT6vurUtYDj10+1DcUgm78gWM3ZQu0Jhye62ZXhoNfz3kEdHOhj
POzL+KoW7PU3AdQOCYSuIycpVLWXC2fpvMKOm2TDE1eczO0xPdEET3era3YBbYHu9PYL+wuFvlyp
TOBmIkrRtDV5tmf/55jBfNVr6JDxbID5VliPwmn2o8ZVPBj5Rh7z2oZ+TbxtQQHjKPu2KWyf7ABb
JD0W8xNXB2siQSOIvboqdjhFWTd5FY+/clGZ+zjOVBHJeTbumDuSDFv8mN8lOHiku7cf5MLGC0rJ
4QWvmtY+9+uXDxI32uLqhSbDwran3wD41anB5+5UV2jOAk9TalfMmn/oiPE9+SLWPwO3y+TKl3/p
/W2pIpvWmaVyrh7P8HQqurRgk9Fcc6clnrbX+8E5jLFpkmd/NXDhQv2HzQS4HqRGBD8UXS8f25ep
ZWnbrkaOuHNfzxNogqVy7diWhFWW+T517emuYOcLVTJ7kWLdGs5V+6PXJQQ/A+M9E7o5z36un7AX
0lMHxRFrJfZEuIw3HOYyHTGr7qncQR6PhZ1fg/kvTDbVJlRsAED6Jue2MC0Xo7nsHRn6UqD68Zrl
Lray/mHyi2JA+j3iLvz2KnsNVWHWCL8SCS2fzKuiZfL0uom35LSu1OACdPoSlpOJrXlH3yvTNIec
ukmPvNHsPrw98lY7n32nmzcNoSb0TgzKwpfvGThwbqcWAG5JZzts6ya/F+t1I4aLw6Cp4g/XCkxh
Xg7TDX2xxrMvQ93usJWI3aU5iX5ZAhWbRR8ojNHSnYa14S5ZgF3zTMs/TFVmRLpfpE9KjGWzl3Ga
7tfUElf2qkuvGz3uBpdDOqW98/K3aT0+lWbGt7XmjfnBspG/yMkr9l4CyyUyYjC+6O1Jv7SqN4cn
xCE4LpGt+HLELnZ1UDJG1HRV76rUtsNUCe9R+QX+cxrHtwM6dmXQS4/576BnV3qna9bK1VPa7UPh
0pzIu8jXqBxsNzYfx3j+z+5wzOhWhtHq3MJHzy/2uj7lU1KQLOEu/nKCXCaDLpbajpCiNRi8edoB
WtoHop+vJYC/elL6EMhvQIHAQqnNz560zbzFpcGPFkbLvP5o2zLBBGOLwMDcr9SLQ73OybX4lm0F
v/iQuJdSEHGJQyUJ/esMV4/XNC8XumfhgLq6OpiD1d85MjZua9eIr7nCvfqctsGQwGzuHmCvfwv1
f07XpS9UazYNN+BkNR+rYTb3fld7H95epq92JUZBDI+Bz4agv27t6CiYKOgg2Exj+pS1NAigWrYg
2N4aUEcgkATBjPpmuSZJfk2UYGj2QRA8rqgOZnQvv5DNSLJpNCCyRQrj+2A26W+qWnfBCBVqAKWY
tQVOW9kvorvXT3geJX6QzK3/EOfSWXZtSVgmVPBYPr89Ja++3O13cSIALkJbYu5f/i5PVMasKTyt
ZK58K+za2Nh705hFyUjNJvvWAQoxSEl4e9gL7xtvZHqZaAi4Bp5XU97GfPY3qrlbxcXnuhapAVZo
X6U/X3g8cI+t6QxyCklt+7L+WVdUn51kMTDOrOeH0k5FERhizqxw6hbxEdyYS52mDeOPt5/vwkrb
OsIm+hvyzJAUvhy3wHAQmQrjrglN2rqXai+yxg6a1Fh3/mr4ZF0JOwCTvEYxfz2zmPZybQOl2Crw
80ZxN0OB4uzB6Tb3hnsj1pb3Xab6K/jO6x2J4pFKH34NBcWranhI84UH5/be54kf5v1oH0nH+76u
ajymMzjv29P5+jXCFmOxQOLC5xq2/svpJCHUHyybdn6GjrkMCdbp94WpkmNuOfFz7EzmjdTy9r9e
hDeOGmjI3yhA1unZOVq1IzdTBz7Xih/bPmmqOWoqKwuzYm6vfA+vN1uGYkfaOEvcg8+pjcoenTwT
8GgGbL5/pM0c/5rz0njMgX8//w9zuakv/kKQ1Eov51Iz0omppmHpYKLtfazMJEl3bpJxWan1YvIg
/pXZgTye+lqk4cWHpADdeim4z5939RbN6iTwLx+j3sWH1rWLW1FV3sECnL2yYF5/f1wM4fvxzcMw
pOB/+ZC4pjmaZgLsoOoXh9ZG9Hfw5ToeLKsTv71Eb0SwLI53b9epe6Uj/PqGxbpBpLYtVJ0WwDkp
ikqEjHuNby6R0iyCSuiqoG80dDj8J+36ObPdqdon6yg/OKJe//iQVTAQLofZeP/2u76wGQCKbrAh
tcO21b6cBi1Oi2mO6aMWVV8Ri4OwNDTKWlhXpvvSOPiJIP/bbhmvYtkTAyYpvGzWlF3J28TUuv1i
Ztesny9tOv+Osv2KfzZzEPx8bPHNgYg1FCh2SbgVfQwdvFGt2uPxPf5+e/pei/A35jvMhb/AMl0d
6+WIDQCgVmOqGdKCNj+QgWmnUVya3kNNk/3ryB58A2BjYJkrJuuE7Yi6K30re67iurrxUgsR3du/
6OIU4HZAcgNXG3bEsx+EkUNWbGSOpij7T67WlDdL4RlfO1F5kSAy+hrkfembpQbaoCr4TTiPvBzQ
GVQl1QowFhdadpzoZkdxuxS7zVbpyrXl4lAb6AhJhd3pVWdIeevkCihiHbqw/erV5QmigYpyY3KO
b0/jpe2BZieyQ3AxMOiz78KttCFXiegBqrzSixyRD79VGg8KV2l7s4slLVmXmb5HbJEf3h77wmP+
VXKyR3BJg7P7ckbXTUFR4/ERjrhV3g9Lpz8lk4dyFOHM/u2h8Na98GWCW1EKUHxyPTsHNu2eTIxO
wpn3iGySt9pcCIKSO3q2JMFYzbNMNR4zcVNzPUhjGD4ggZ9BsYXUVGCnXpHtDai077XC1b4vyxy/
b2QcuwHeBJURLXrcTVEvOsMPSNNclsNiOMkYZaWX6Yd2cNpfnbTsdi/loH66dT3PgVylmwb9mPVP
i444Lczc1v4lurn4Zag5b45kAdll0PXt/I5YmaEJQNK2Ij23yp/U9ManWkjp0iNoxZep98b+sKxN
/mXL0W1gG9u9i3I1Lp4z26JulSa5VMTM92keIBfW7/t89NsjkCuiKkpOWBi5vspf4yjd8qF0AaJg
k3I7p2ol2csn5DqO5jKT7oFcTtxTLJJq96m/iuwY+7HP3V7U3hjhbVmn4dIsfbmjj1KvkdYY2bzH
IKQ8+m05Aau1mrCCqlq65EmOSfMFumzyvZb18IUsTqeBrFG1PbJP3Pcie1yde6Joic9E7Ts+gA0Z
WqTFwzCHmm/Oxm2cV60dsEnkP2tHpdq98FLjGT5ZR/hW5sXvDdlSaA5YLOFImZaQz3u99vLnkRCY
fCdG6HxB6dTLZ2QAaRaYphoW/kqXf1rndbS4EeHM6uA7AlI2pv19vWqke6xGzW8aHCOeN3VV9tuv
vYToNLT7SWjPxdw/tgo5IA5gOGjtE4yzwBq1zHzQyH7JbnB4qx8yz4t50tQvbhJHq5x9JVj+IQeU
/aUZ8/T7hBD2CwREnxRznP11+gH5cqg4UK1dZjj0Bso5x0UuthNuwWWd0yeoiSO8t3V7mXZJ43WY
Q2bGXAdJKslYhVS7VAfVWqR11Un8eaxWw4FqgDlOJCcjt/fe0Pglwpy6Le6xJTAgPVRjetMZOsQ1
nsLYJ8pJ7RvNnoG4IQjZRdBbVdoGYsSG5eiMnq5FauhNclXBgm60NBa/sUgi5apNQYuYUOVPJ2Ql
OaE4ie59tye/c/ZujPwnKElNEoFpYI39PMx1sRwyv5zFqV4cI49wq2ycgxXH/M80bV5uJjtzNAwj
8uZJmF3zSCZyq4JSl/1dHqfW8zRlOv7qQzV9c11a/aE5wQQ+kMZVFhDylOvcGCKOLahJXDGJpofG
v197sRqE9Dg9LLZM8JilN87lSXexU72l1q6twCNB5NnREg2/SD1Rzb5cZIfZydDFPwfXW4qj3cXq
ZxOb9efZIaoBtvtkA4yRN9zsl2Qx/qS5m98t+pyxFblpNwb27En09F5ie0HdSf99n2gs12bpwNKY
4+I4sxYRXLpD+RQnLZbWM1eCmxnHYO9AYjA3ybox6z99Tn8DOvio8B8gcLYItKHrT55XWk4gKbzr
fQkcBV6TltVwnEovjnzo+fauSEVsnuAmNMX2UYw/gYmtIZjA6559ojVENMpqOiWOmD7KUYN1u9hF
/NWdWSpRTZKrPI3JnP7mur18dezO7aKxsiZOysWZsfTnTetRK3ytCksx+M/KHad6ZyZpkZy0dJ1m
LDE1fIzMuu2SnSUm3YgsZ9DXAD6GrR8Liyb3Tski7oKmQRYdTgvW2ztp1BpJnKu+kh4ct4mIer2p
9UDWaQ47Xm+G/CFNB7ze+2xYxmgp6mo8ZnE+x7d+3UzyJtNR+wepRy5imKh5HE+N0ErSoVQPorfM
OFYctWVuu8BLdW3+lmbJXH7ghmv/MsSUEjLSprK5h8FgAqUXayPXp56fM+2EtQCI4Ts/V3dGZ3nz
gRTzRNwy+RjUuwvMcy30uzJXj4uYrew2XrUx3nUYxTW/XGt0qy9JWtbsicvSaQk52K7A8+HgOtL3
frhZ0osfibEoMwN2HeWCmyf2uN5ns3Cw1gwmZx20953t5P7vhXKxjUSx1FI76Gk8G1rgLDEN0GA2
zB6VldaKol3Q2cpp0cNGL9zigIV+n37HIlkvA2WtYv2lGePYOQSbuG13jBMHn+7bWPjsWaGR+Ur/
oObBmD9BS4yxDjMaY3rANzFTv4rBTM3Pmp335a3GqWKFeDEm8R9pkSg/7FuxMXgO3I+W/AnmrDnd
z3O62B33Ah+iddBXhtbkkQRxbH5n/mrWNX7oqhne43SeNbfFPHUerT2xkt8tK5V8wbXN0VuWjz4k
D/nUtTbhfsnc3CUg9hBshsrprQ/CxO8WIN4eRkikk9Xmz1rp9kWya8zCyjmvOhWLFl8G6KfvmTfd
iqAjmf2joH+ZaMHa426JXc1qJ/YScr10mvFzaSF82uV6LZY2nAGk5yxYEjHFR+UWKn1QlT+2v6ts
3VwiJ4ul/2B30+LsDb4NiDg6/rc43uggNvlvWiZ9IqPRIpL7lHKDTiIzdquH0ZyVOkri9Rpa9fbY
3ooGh9kk8Cv8eqzQ7domfsQKsMVi0PDWxRZB3U4+Vj55ag/06eymVPf2urT+fVp6XhIs1dDHEH+s
BcOogLRS3/1Q9RkvBW6aNhVFoGZ/aA9z4efzsagG2zw2wuntU9HMDgpxvfHzfetCjwvscitmG80q
63CthkFPCBrwk/SX8NYxeWjhOJrB6lQ40CXduNiBPgy4RvVaSn/RtJblsd9sOKI1LilM29JqCIcy
p5YUCxxqq/0wN5YddhOOVx0hpirzI+IEK/rjRWboKKxr8j1qkp22U3KN04joMczkHWMoH2GAY9K8
Dkb+KVUwv8NmVI52sGA0Pvq1m1iB2Wj+EI2jqT7rq6HGoEQLSFaHnkwnenTYSdfSm+lZZSTPRFnh
Wo9LOfdf6OZPazjYmiED7kLxfFO3vrtESFoGeB5ZZ2Y7PC+wNnI9VcI/i03+vj6VyY/KwWIlbP0x
qY+Ls5Z3RI1WeWTNbXOrNENP72M0AMtuHeP0cWTfY+Kg1H50NmpdGqxm4QoOLPp/oaq7km6Ex38b
VvlAceDlHiyzMQVTDXOJIR8GQMRQBLXe9/q3tugr2nHKl21AqSi6wI+91tqTpDf6B4EBhhNMfd2K
yFMNO7NsO3yoO2PoCR7Qh0V9aCs1dYcsq9bpB6WjaQd0+Mr8d6pNOYwRohKmQ9wjB5sfkim1iv2a
rNOqBZNfT90XUZdK9/Yr8dkmXm+xI3dd707lrjMSX/thjFL/2kr0+yam991y0ic5icCFf813leWZ
t9NJqteCBTlPRd9HmOq27p38qMdOVt+M5LaJwMAdbXgy9EnXqb+dpY0SPa7XncuNTt4ual7mwzx3
pqKw9YaKpZ4rOyInjwBdo/IBZ91qXhHRGOOEWbIj1hP5Tuka+U3tGLsxk9RlAbdpmTywGRvFgzm5
afGUqdqoH5cGf6BdbjWyQT8l5vcY9sXlEaaed8q6Mm3DNs7a9WBngGx3Pu/xYJerw9qwqXp3mInO
xVPjLpa1S9tO3PS5tv72WmiOc7fVpXWZ1Q+FU8nPJdFcfeB1OiVKN9NwgKg7VW4grAwyqrda5Q++
GvXDQYOhB2a3tu5du6p22DV65f5xxZD0O8uduurGKhrvzzjafRolbJ53jcTiLUrcAtp2RYFbhYbT
lFk0d371fmKbeLb7TiFwhDrIOV1ldfxAXoElg34ocHrBA9hMI9xNzOe5zfImoDxu3q0Vp9upT01O
2rbO1/iGc1jiZJjWVLFKJpv7mLfwI4STdvO9T8DYfdFuJlJSamMRsKV2TZhqXU34RVb130RbFU/s
5WKlyV1Xn+aiANTjS0jfx63D/3RwkWSGM4xeKrNRW+RuyjMswsaEmMGdqxaG73FMPiI5mLyA1jJa
u6Lw6zqSvcZ1DG82P+w7p0QKPcf6U5rlTk5ZZZBZp0Tf3CbzqFefgef673HcNbAOR6OVN3yT3kEb
oB59ddMySel3V3kekB0SfxrHfOwCSHZrH/lJKfWAAi/7ptxO7bXOr9vAHGG8f1hdUa13vd1qWQgK
rNRNOQ/tj9HyV34wokFIr1YqpqOy2QWqvPGHfefJsbxxM289FZK39dzEIr0zRnbG3SLN1bjh04zr
E2hHUwV2R6bI3TSsXX8QNi2EfdHVRD1ofuZ2FA5qtHbKI+n+S29ORf3FmHS3DrBiq/NPU6W5fqit
jZ0HRV53WJTUlh9DcerU90Qr4Xdw88kzO6ymofXC2ae+A782KXAxkzDX/ZiXk7hJpVUUYdWmuvyC
qeYigsTL4i8meyueG2UyfrRzlX7Vi3X6LFa7+9QtXv2wVO36nfZWXp4EW8ccZCMrOTIrZ6wOcZPW
H71UxUCgGZNX4/ejvmuDZ02BJaF4T24nPnWp64/HRPX+DxGrtT84STzaz77MbWfXLab9M9aM2Y38
vHbEiW2cLdXJqFTlWpTGneM1zV3qUlQFHBQClmvX6s9jxYX9iP2NYT2kk1T9cSL+nE3Gi5v6vuzX
oThOdpsbH6t1aOW7wqDevWvHbD7k1Zy3EAZG7YY3Of+0125sD7bWTPW7isLUurMHe/iTQs2UkSyR
BAe22LzICtH0TTg0ORl4yoH4cp9mJaJzA7tE4zE2hVbgMOeIX7o++x9KcuXUCTAjM4MpL2v9fiA4
6jRlhYgjR7PFeBh7K6YUU055qKx6So5Zo2fvtLGa5lu3NtV07IUR71MgGXVXT7lzckejccJkMlf9
tmJ2iBvf3PawvjfqE81XNz8ltWV9sJKupLiwVAGjXgrrs6GvBKqpBuA20BRI4qb6KcEIesssGB0i
aoAqm0tFQ6Dpl2GKu5xgGtZo3uqxuetMo32GN2rVIWemdtvJTubR5FmEJtgdAwfYecjfZqXFVG2x
ymz40GU2UNoq+6szz0V1MmWLV1HsSusGiUfuhSN3X+vd3A9iL01PxAdnrcwykHLN1W4kZHEKxorF
FLGDsrlR/80/DTvN6qjpRk0PRCKy300ul2Q3uO58k034uM1BaSQW2DGRrfNd2cSNDOxBARVZWeZw
oDR53ez1BUrFgUuewnlSaGs6NYFRkzhE/I5oHkxHK+YjuSkgaTp272wmyLLklq1c3ppr7twueeXp
gQ5WbTzlTd+te0Av09mPtNY/W7NvLmGXY9u510EKkhszr9Uawb3FiCQ2s/x3HWOJH2AYqBkHPmvT
OIzUKNVxtnGCPdnJumS3+TJviTXoseygVJglcwfUUhEK3lF37KzUOwyLhYCSXcdAWoFzkrNP4iHt
Qlj8xnqPueaodrXfmMMnpVEn7lZ+zo6aFf16AoeiCcfWKlLwNy46fKN+4mBmpoOd9AzdBZnmee8T
I669IEuTKg2SZgBpEWnSITcq6lgLTWzwHzONDPugQK4tH+108Y6FXuYyArcy3rGJl18gOaR2YM52
/SPV7OpGDCYkXK3K9OLUTtSJmDU6kxvlxWo/52imvvFrtzSJgnz6Qw5G8RULEOtDxdc3Hkqz68od
vjjO59pfsi6wrEneK5vD6c+kdPsjBtdGv4OJnz8MyShWbiQu2A8Q2vINoY9NYug4m2k45aae3WmS
yQrSsZlObWP1DdaYpvE05IWuHVNJBNudQzdgiHB4dm9r1CdF1NSZ3+7hs1nPotKkD+/YzGXgulos
ufT9fbfr5Gu/QOna9v0qjLZ/9GySLXfdYCfTzrZ7UUaDNPr3DpvE73WkUg0xFauck1X240dd4nK+
a2G++zvBcWOw+4vxbkabyMrnOzkUs19qH5u6GH6spjc1kSpTq9sb9lRuci17fVRd25enEaWjCjg/
rU+V4axJJKohjY/WYsdPq9nMfE66Ro08aXoXNWOKiRIuoah00j5FVWCpOZmDYVWdxWtNeG1DvHqP
MJrBDlk+ygzKDiJLtECvPE4jZjWB2UKX3821rsvILhCtUI0NNe4NRbN8HyHctmEel1MRZF6TARtW
Kn3GmD4uMOGigD7iQAyOUzh98aRaRG170Fr5QToF1DLIiEqG6Jjob2apFL+428wnT+P+GIAltIcq
+z+OzmM5blwLw0/EKuawJdlJOcvyhjWyLSaQBDOAp79f3+2MxyN1k8A5f3TBHpJFDOv3krjjfBxm
25O3fVBO1n+GzsCfZKqXIptF5d8Vk5B/Y4Dh9tDo3X9f16K+GLcoxYGRIajTYK/omY2BEH+8FvDs
UK0T4dfTOO+kU/QFbHzKt9+uL9PgKnNcMDBtueGkuPgM0+KAs9B/S4pBQdhV1vyReL16USFXj9Dg
RNlYTs7boKvNv+mUFM9K74X9EjIUrEfL3iE3NV6B6QTjOT8K3Aki5WjtHy3D8njwx6m/xJCAbqYM
M+R9oDpz2gkBZE8wjugObtUsny7a5/lCPKt4kGIu+jQqg2U7OdYszrEa3PqmuwpIWHKCbgDsEgOj
E3cEzuhi7/5qwHQN5Dx1brYtHuP8XuzYrbrQLEWu3Vh9xpS1irSNI+/JCuuKfVDF9v1IDeVyiNxE
/cdsKprMXljd8ogZX2REGqlfMimCJ5INm+5UtpH/PsU+YN0Who2h+0EnwMBD3Py3bvX1q3ZNcAgt
1X9daY8qk6ZvfNyCq3nu/Y4VjgwLoneNXVRbOptyfMLiSmtpt0crL4LsomO8+8X+sIVjUiKlMMvB
NGs4P6yxxcRUxmN7z1ij63yua3fLVRTuTpoAnb8NJWVmH+3YdnxM1CLNrzYL2BfBr7HJpEf78oPU
9XrnEwgT8DZgLm848qTvpS19GT9igGY7aT3JBxxjoYENoFbj0atDHjjAZpk2bnMdpst9HE5lP88H
Rjnkdq7XUXzrktz9uqAo62+Dsi7OMzfK62B6925wr/VlbrwOKIS7pDDPVlK5WHKodUoVeCbBQ7Yl
3ftytYJvwMFAXtjjg3szDmF53s2IzRL3l/cbmXz7XXBigWLjcbvTjqiHlIFr/hBeLSw4HGu/D/fB
4tWnmIOkYT36XuZ3cT3ncVHaDc6KjveTVzXZD5HF7wLwqqI7HZeRf3AIG0fcTG/yoxME4BM6WcWI
TmGO7RTEybdSt4rNm5wCJotRa3QEheXBx8zWXhBu7xsnKx0pyxTUg5eHTQsMlJmT0N/Io46F8QEi
4xI0WtpgqMZtzoDU2yt3tOXkrUaueggrs9V3oTNz7yjmtvEBhFI3d9uQsP6QO+zKS+eUlZcHjasf
i8Z0v5sxwiqzBdSoejFViA/+3PCxkU1XW1krF2HuVed1n1vABPYhunD5T2x1ELwIz5spFVyC1bmL
aYS90cqvt8NOUwxvVOHVPlhqH/4VbVI6KaTZUN1X0t7vl3mGR5mnZP3llnXUgEASpkcLvInSCYPJ
rQyBa/Ouq9TDUDTb+jptSx0fCJCY+tT3SglzQx3NTanaSrwnOnHX69cakte/78OXF41dddnYhK2D
R4L/26jUxhNLvU/y7U2AcfQr2eXHvov4EzMqP3TdkRuYkimoinwd1DrkofIKeR47FalbEbf9s+YB
1TeelMV7TM+d/9YPXTRmFRS0+gplM92QOogAxtheZ2Xd5CrwuW1K6JbkzF+Yl/hVOFEEUfw4R6zk
XAATW+d+tjzrXtRoEO6vUOJ/YeOFioiIkLFkk7Nrct3b057vW7Dpg2U13m9vXWYrdaykn9NCbWN9
HHfYtNz43vQBpJNY56XV07fTQ2c8SK+b/oaL3TwuYvNw7iFtdbPF1Rg7W0ftMovqZHyGiMepFZVV
ctEkh7lvbVBDJjkekVo58RZR8qlg0doziLLa7uI6nF9FB2v2Pfvr2mTSWQYO+rDTuWAL0Ox/LODp
ZlQY3LoJ79O53Kj8vquNDCSwI8bCiyahW7zNVTXVKUPMWEHwGODUmQUvydpq82o+xUgDZoftwx7s
fv+c7MvwQ3u4TysWAi9O0660pvMCTyjPtJXyC3Hvz3w0yMiCM/KTSGfDFNRnbRX+kCekW10ppKK4
hfIJ2AfqPrknQies0ZslDVEIyTj+eD4bR+71M62voVlDc3WhDM8YcdTj2IhJZZLAw4IbVNJ6EUJR
gX5zqK55GQ/u+ar8Iv9fRmv9BOVKXhmkefHHZmMnpKOLLNjdJZxMFofO9FBT1TmllVOb/6B/oQgp
Dg2KlDRSJhX0pMys1wDK2yHcBu88y7b5DOOEk6NrTPln7oaiO7Bz84d3hL0E4eLNM6lcQc+PTRcX
f03YTf/8emTY3lunZk7vg2eftMfxYSQ0ZT3O0rMOjJNWdRzrsV+eg22XZ4f5zoA+imBIq4qN6Qj2
HsgTv0vkAn11+tXbUEq/jOzf42lTu/WRiEUTNrSNiXMiy3uUl5aM+Dlt7Uo9xbAuzWFxzYDSui70
TlaJYWUBTVpsCs4czkEzz47+5Wk1QiYmvWI5jQVmAEW1uMpMpOyXtVLRf+tYOU1m/v989JhARK4Q
VsOBm91pySd3k1/2ZCoHJmMWf3qnIA56sAasnVVnh6ctnps6569sXsvRGp3XpKdoJN3dWczHZBq9
mTChSIPwrB40QksPW3iELvMbYH4bY8SOTMukwVDI/gb6iVREusTUdIxl7dt5Ww6lvi+I3Xw0nkaK
w+Fk//RzJO4EYu/1JOyG9rg2VOGh4Ui5QpHdKNCs8JpXCWarTE6725BN5gFhyXWJ79ogltbFk87Q
HKgE6uU9q2e5puz7LPJeF7Y5bJ6SN0kbQz+7rKZw1bG7DYeNSwAAubQA5siV+2/yvBbWN+4Xeah6
d2RTWV3Zpf0m1RepCzP3nvLECdlnaTheO78+J3XZzDc+/Cafg3N9YIVUZR6WjF6XAPVtnXnRDj42
DwWJReAopBCQKdb7ZKu54UAmRpWotB2qhD41LiiUJJ7hpbd6nD8HMa7yYWxr+Ei0JVWcspjIL+bn
Rqcs6iJMnYiRLO/Ro770NV23t80esQVZc0CfAxHc3hETTjflpo/25i4IRtkdkrKIAVACVd4midXq
O4sSyLth3nFETYsLheerCgf/XI7rcOaast8Ht7P/Ba6moqK6KlRBcoaOJnDhtDxvVqHa7P/5Woe5
9OZjsbV9/6V6wRC/tYH9MC9lh/5d9dhtfXdywFctPU9pjG9bpxF1MheSQmAW/D0Qfopms3pta184
x2Ut4LIYb9ZbqOy9Os2OD21nnJI/Xc7ocC4KEa+FuN5fZGpIgJ5gOPX2UkJGzZnoypV/UGxw8Z4h
ClF3UVMfmZl3snFtuu5S9qz9kug2iDJotna8ZnaYl61F1J+XOILis6hwYFxqMqE+RvjJm90sesgG
uPqSkWndxVHL3rJSwTJxLbVw5HsHrvLRG22IUNuvEoUtDsWSF/VMBBEu8ma8sSCoX0fGJv+dbXCW
T76nxugfuHuFTCCqIW86ACGVi71ywHjQIjL1lvvw3a7TLPHZznjW8LMUl6JrSI6bdevXF89Rs87R
cXJWw5oX+ie0DH9wYwl6RakhmNe92Xgp4h+b1WhMkmMdV0HEedpp9yyEbF+bcqx/lys8MlktQ4lg
wUk2g7Ozb/7BaTgQDAYuruY4V/F81EYubg5WgBCCeRzZIlxVSK5nsiS3vZ4oxosoAUEh1QVoirZB
ym82BUYBE0fizwBvtqWqBoU6OJ2zmVvdtt5B0+++YXRxxzxA9C4v7BrrfBAlzoKcLsLwxvWv6oOt
4izPkF9obrigUjDlMujtTAy+mR4HTTgE2Bg9c+kgOdpGgebgvK0D53U8hf0Tap7Rf7ZdvqffoTTC
nFfO8jid7a0KX5tYuhFOswYKW5HWUj3Ae3DWwSwDwrmz7yZYfQlaS0tgLt7WUPTALJ2zg7wJ7wPm
iKu/W5py+gh3jv1P4deCFfR653O/ezpbk2V+Q+pftIdrJFaV8zHLz3Ffo/W+7m23uYCywPp3//9V
jB0Lny+YWee5rD3EBkqa5lNLXY1p2yk8d4ksGzJ367rxMGEbeVGKkecqtW7jzB0Lol1mgld++UAZ
PFmIQ7pMUfvRH53O56qK+Jf/jXsQ7KDqsf0WDqr+a+uqKVNEJ/b3MEdhdVtMIz1zkHfhcnS0lG/7
pLt/sRSTOZDq1Ox3cu3WhF6zeCQn1KuI5TUrycA3jjOXP501x1VGdjRBjpgZ7Rd2IPTnC3h3yWfP
krW5MUqsJnAW7u+ZIz3rKTrZD0TClX9WpFFvC0r6nV+gccI89kdgyMn3LTefkr7cf8toHl6pqk8Q
KZm5FEf6qV10BVUd5t1APD0pIuNIKJHtTOgHzJgslOf5pqrvZhG5Km1asrZyr5wB70egyTuDEABl
kVbBzxhtxPwSvT6+0+M2EU4yxfq1C6XjpNw9Hsx1S5zinZEciXlklpCSUuDh4n6cZiD+eVRWdJAk
Wu6/1623/WxrptW+h353xoPfE912cK1CPMZz7yqQKsEtVsyr2Z7D3QrDfJr0Pt40ymJkmNrJvw8L
b9UHoq6WKjeqSewDx5u00yoO6KIZoWsOQywnky8VErcrPqvv+nh2wuOmN8fHCjVKfeitJgzh+bT4
sDbkgUAEK595u6MAfC7qKOHAXmV4WzAnvBaej+DLS5CtbuA0GE6KMdyPSTJFj4whwxeElzc9xHPb
nBfbVft5GPmrCccQ7YPjDxsZZqOUj1bfRj+hEUwJEK5xf4SH9x8nRt8vyIIhSPHHILAhCJyg0FGq
KE6DCgHEpfBBmKySSOt/rVcZnTaoQ2BHd6nanCkT6ctsoEBkN/v1YRz7zSYxljSvwC6bGMLDZmVK
0d0wg9oS6feBolvua5p0FiZRAVlz6IOuRAEGnf8yYjYKsmX35r+F5hi7bRbkGXnhCGfL5XWTZJVt
Vgbroqwf11l101vdove7s2jge7uKSk0a+9qcQ1Dl+Yt1dv6Gqu28h0UUqstRzRTBwWJyvTMDPGrm
7Ja5q2el/BQ9RBKkFfj+ekcw1PRaBQFdYjzJHEF6CTj+qOSVD4MJqSpFf6FFuu26+x12a9DecJ8F
33ux1g+aAJ23ZB5D0sZ1gNoduUT7Tr7/VmS+DeKKksmOn8D4/eW+Crl4UjlVCVl9a7j9NbUPJE9C
T2nOwq3ae203NSopuHyAjWlGDhGPIr5hSPeqvHJgQHIdlt3bvlGIfUQRPdmPTbVx8rBLTn97rZrH
biosHsme0z5bCtEenYVGFghEkNhP3XfLnG4WXc7o4Qv9MOxmn/4Eg1GPq+tt8YnhvnAOS7FsCRpG
K/ltZBuwEJL3D6qEqsj5E3loBQ/t5g2na1cG/rTOqxj99iSpMo6ifb5tvFItsAfE3GVbWHuP0grW
/7h2d01njDeog7s4w2fZmBb90Uy+57lPbFXeyHadYTzHLnlw5Br6mS5iqGWCwIR7LpOlf2f37qCk
VV0+cgiMUV6h8f2WOmq+vK0EjL+CY59+N1ZvTTF4UVaCGfE7k93Dw9i28bGI6Zk4RMYu34VdDaRF
LkiOUA+JokQkN3CglmoeX6A+krTYKQ5GSTp7gE8zqlbGh7j6JdZazIc2TuRbURccCigGgifEsQi5
HH6/524OkoCjomy6dJ1Gf75fO6v8AmCldNeu64Fg0URyzIZlO994vlE6U0NNqiOBeeofqB7GTSL7
jcjWBoL7QCQa4bHOGCbTdReJ7Jd2FYOLXE05FcHpVvdgktb7teKvcG+22NlvWNpc7jRule3k+sYz
zy3g139NrJWVyTViq2DNLMNjvW7RhyExunlQtXFLNljRfwXaitaDCvlIOGNrw1ZSz4N9iHS0APxU
olnPzZoMWGhLr7yARTf9sXfC5jb0UB7DiQuuVKE1KL8xwv3PUn5inUohSn6dZHTvG0Bmi6d0n2Ru
qtjj/6Nd95eePRGe0PXvZ5cl4LruT+NTvFtudZiDgCczRoT1RUocsOheej3ScVG91FNUltm4rsGf
LoxQHHVU8707Xe+81q21WajkQsJ99oRq2WyMGD2OVrcEX9G2iD917WwfZGTgPg8HPl7mNMuAYDXJ
lq5BZH42pCbryQ1Hi62tX707gWbwV42Kbzzu0DgR6o4r7Qwpt+JlpDtbIvBmaqt7X+oMcVbJWNxL
cbsU0d5n0+w2737hOTrbSZOxTqa7Uv50/2zPHdoouJMiEh8oePwBNYLDB+XWYQBlzB7xVAdLSZVr
nez/bXbDaUOCU3xX2Cgsj7ve4z0Fqy2/ina1UdFagUPalCc6nVoNzDvDI7FSsqxlcwAj7X51CBmR
Zi2OoG/IH0icma+5OmcA0plT3pldUMOmfC54rBGX1xZAxTz1MZIWP+zJuF4991ytjt2fRydQjyGU
RpMtiH2ilOwU1aQEzUzTNU4k2tIy0JAutg/w+hS1hfWCXApRRjkvzfu2wdH16cbWekNSQtujr9pr
RM8YulmZGBUhjizpn4iy9nW+TFEy8heWyOnQPwwmHRARL2k1FfII+D9BGCa68tkltnL7nZBB9afx
i+gfeqDo1psCgGRnZ65Hp1OHSR4na7UcSk+57iniM3iLktr1D4jg1stKWs7yQNNW+2cfrcp+QIwR
bDfzoMT6WDkyfobvHPpMbpP71OxkkN1sg9P97hF9I7nybbrjOmtfHygwDPe0Xb36DpHJMlIA31kf
MIQVumOE6pkrQ24Kd+/E8yCt6HsnOTf5g9jQW44NqnMfPnNv7hHMAz7K1U/+DlsMrOShLDtMWEqp
/nDboc7ibfGtc6u3xqBf1aa/CZZCqVM3O12XT6gL/TvIkOJpjeH/j2rqJTC8Vxb2Uc0N5L41ji21
BV4NHMTW+mqjfxVHFovwOOnKVsdrFwkOESPjDcXaCrHYQrr1BxUjBXnZxlV9lfOwPa5hXMrjWqwj
BEE4jQVOQhs2vQ18HyRgs7yJAEE3uC13pH+pPScDYf+C0+dj7/12+ibWnXtOd2Nj5QZZW3vvxbof
X4Ku3lVqS4YFhPtb66Rrq9Y8HFlyrwU4tZOGC4w26d/oLo7YayOYGBmIhzK+tnsiirOPtKW4+CDW
Rd+W/cZRTyIE0rBp6Mq/NcbokKEbeOaW58I79HvPWQgBK110xyNXOOHvQpO6HYzfuxvjOSqGffKz
EMM6oE+8rRW3xtiO787iAuuwqMIu7levAVLycelOVNYN7bmg8fqlpHu3vZv8eu2ZqZv9Fo2L/NCE
qN9qUXoOgFXNsWaPWCKhpPSunNz39tg5WDKJ/Pt43e3+tDjr3p/lUNs67xcmYZAmgODUoRWJCxv3
3HkMkHFjMPZahFmD036zFPmYiyZnnw9OjfYFKX5FzypKy+o2EBacUBVVDU9C7Kn7rifH7YAQrT/Y
dTgMrLux5EcRavryZ43eR27dcElcCavMEwEfvvNtzM+zLBFiTsKX94nktkhLS1dhinB0Kh7jzakR
DBXaT56qhJqbQ7vSS3AfbexCGeUdiXdZRNn1jBuh2PJKhWyjLeKlO+jmYTixwa7PweqjTyt9DNep
U8TudOHYmhdWtWH4F0cAW4jul4WD3CRxnwWomYpjQKERuhNhD85lBZ2g9SHmJNloAnubatH+jSJ4
sgNlaby80Tivvyxgdo/TkIUvRYVZ6uOA1IxGOtmQZdU6m3h362qvjl3r2Q45i1yuB6uSAcT0uO3c
NH1JO3zYyPjDoJxgIE/CCvSjUUj7d3QD7BMDwtwaeS6QWbHC/1ex3eZ6K7og2wO9PZLyINUBd3o9
ZcasGoJgW3px30MeybRO3GbIW0MtbGr43BXvdatVDvmKFmOxQuu0captx5minOpYGf+qMVB78eCr
TYJOW7Iq0tHet08irqfnfZgW1kaKTutMIr0PoCwxyqRB19Yq89q1M5edpxkwt9PFr4D/5ZPnRctr
N9MVdej5IGAMow2h8SSiSd54ICX3IFkrmaL+NWHB5ep4nHbTNse4khEx/rpWWHBQP05ZqWy7ya8+
fmhTTs3vCNOAdwjlsrcEObsN6/iq6MuJB0pn09ofEM8mPocCIsOxYMXeEEWNaHBW4ma65tXa6mi6
rEVg3/XuGgOtOTgZZ3SPYAfB4IW3doQJC2/D3rzQ2T7DsEX9fKvaLeKlBqX6bgt7CI8A0Py7ouVS
zQAnlteFuaNIvSWpHwEUgvhQq8BrH6NArq9779nqs/Gq0r0sVE8m3/0WqouYvcmCrC8q+6+GKZse
+olIrBz1u0/kvdOK5VS4qj25iPWbfw79VOGPLW01pAgDCEht3NmhMTwe7ScqEQDqpJmDVzN5XfcR
siZPwLH1dH3UzfWRkboDerem+MRP6ekzToj1RnhdGZ5DT7iIbCPTHRwQMXXApdsJuCfyGS8lNifF
7zPBtheAdr/KsudssVDW//Slb/8lcxDxEfm84WOBhwmoXZc4GBugpuS07sDa2UoGzQJNK1Zk5Hbj
f4KeOdNBEqeuoGG34G+ySOwkyCZRTzsIor8WKe3fxTQl4f0kNrN+7lx0v7hGTJL7IbF1GWqOUkLq
dOE3zhhg2mkPpvphY2MtD40zCp1R+W3FfC3tfvYldBGKqKoN834cwT36WdqvUwXHeeKHQQnJwiI/
BZLgOQfNdeeDSxtTc2AREP9m7IrNjxUW/d+2R8FxaubIW/KBwuCXoIZtaybD/u8BmwQLVHOlP2we
awqDayqcsyQx5rFB5qtveLtH+VGrCBFXum/D9huYZFxOPgS5YkH1F6oIMfYs72It3eZlkQGZ+msQ
oq33TdL9V3S+c+dNOxBRGzG45l1MMnxR7qDJjrYdfYsEUZisMWJ9WaIeowd3537T+1tPOL/VIZGE
MeRdnRKfE9lbBWfPtC7hUxUKhZTdKuP72RuW+PrALDA9dmiaNiu9Kal+dY0um5QRkjYG2BuHfKGa
b4MsqPK2RlI4XZYtGtGyzyELQRH3zKGUZU2MybLTe275OFTSeHUmzcTiMVvwQ7hPCnZpOW21rd54
uabt3DRLY59KLr4zTBlCqmVc3HtiTh39vUEfFAc+ZISiPunUaJ3WVd4lLcEmuROxD10UVkMfxQ+1
tqkalItarHGM+W/xKSF8dKm4Kk4bLJ1/J1UXH0Wzuc7RJSr1745b/R6oCTG2AgE6BM2V6eHjtSGN
o/3/R3GzVWDNw/qz2LF5byekrKkzrfWrT97Vnttinh4t7evh1IcC+K+39o403qAEo/MMLzot3ugF
crroB5W1jh/03300j2CQzlj8ALK0mEvccWuP44xjJGtrHjImnLb8VQkbEo2ZdU+yrjfgLU0E7pyV
A4KVm12DE63dDEqrnMaGZpDg8uyFTSfODVyW9zRZu3nEZIG7bF9CfSvY0bmS7aXi1p7takkNLmum
Nb/DTFmDJoYPasPkgduOAyEeXfsFYYQSucPtHN1vcurHi6bBEmuZzyN5YL9Sj8ykTZs2NbgxizVu
RLBfco7RcCXemqO/tf2c5LbIzdul3N7ihpH5xmkrFiVvt4pbyX15sb1w/ZRzASfn0TqCj7/pEKAt
MSfFsbBc+3OfGNHSrhnX1wBX3hNOePCTfivEl7VsxZsNhAwOp5d2yMZxKv+C7bFNtQsxJO82M8Ef
2wNdBbpjkodyFfppNHrjoW8xx5xiu7fDvOVuegZ2CYC3V+y7pzgugnftNb31njRewTjcRfHnMEjz
a2BuRGVhaqauLVCEdtg9AcvWZiMtnJxufhA8qOIQlVgg2cv2sL4ry1nDGfEzAUpQWHoDShLYR3+N
7fVdBF1UXmyxlNfvp6uwjFTKY4BlsoMUCTxKnMeofgWMLOozqRLVF/YYW4HD9RP8YYBl6cgZ0feP
fWcHD3Tn1OhHiSp869re+sVX0+sMmVz3Plw53WzwyujfRk3yzzDZjPerJ70gX0w8ib9rvzTB9QR1
9wHSWNrvk0sJ3w3aZtO/wr8HJSfPEoPdNMRT/Z14M2HqinBk/G0qh0Gttd2MOLINQZa2aIzf4ra9
LaLNUy9Ib72bdSKtkeA4lAXnvpfWeHZngHim13j1j6AINYrxHcUQVGqTwEhP/vdie4J7hrQsIt2q
fXkiAAmXZ4Mt/W2ubfuPN5f6Zi6dFlBTwJ0jETTqCeuvfEauVg7AGuTLPPuVP77Xg2t9rJ2YvGxl
7nh0ZtsqznK2rHs0nsXy7vb47nKCSrczvfeA2Fa3NS9Mid7I11duborB276NxyFClpvwBKUu6BOR
AYGyz1G3RsPJq0s9nnw9bupQNivy0FguQfOU0FNaf3lDMiWPAANqu58mhstcqvCUWKR5LKv72zeN
+wqtY8/M3LMOTlVhu/V5xtgwXMku94dSjQIMVTbLM/BYW50RNdaPrTZb9QT4EFdpbcL9H/n+HE8V
bnVlpcT01evRr51oAKfra5PNRcQN3fe4wzLp13500gqg6Rx0QSQPQnv+qVsoSz9WJX0aXy7RkRUh
Wc0E59ygHQPfAgrIVx3j8kbhwIqY632o2ouQ6/iPo7t8M95ibQdHNFBV0pvxyTS0M/9YTOG3yOb1
fjtEbL2ZX++EvK2O8Q67K4M2H7u4iY+GCEjcFArEXrR8rjSmcAMHge42aN7OwejqFI53walef6Ih
iVtMljFcIQNQMb5Z2uq/8WxA/0iAUYIB9Co9jCITPs96GIZbUY4OKU0LhYanfcar/UFa975AhYFh
w90PdcgQH/gMykIjD+p82lMQ3C1/StBzxcret+jLMS0Dj7sW4kQ8BkhyR8flR5lUXB8pJpAByust
KcHKbHxajKPrL4hF8dvjEnB4wFioESE35TEYicW9KgSiN2iI6kFhyqnSXoz+cIoDifh2C40H9R1L
/85hMv9x+0g7RxPDL6QjQTF/Ztb76gI51/5z6wBVYrlt2zeHiFRo7BlDj9jkhv9qp45ifC4cOike
N3dKtcEQmwv2Qpw8QV9ALPtJ9BubbEcuSN3FDkxSN3xHEZ7pCbw1yhoGvtuiXGIq0SZ/+sMogIZs
2P0gIeWiH/qLh1LipaeknpdSKBWAU7bDz7ba8Ze/YnkgGAlS1y0V731i+dyMcp5lfJq0jaS1DHv1
Da3djGfEc+ED/vNaP5oF6cmZZR6CkdB5s+KiXOy/+M4Ax/AplDedjZcEIaQjRKYqTzkHDKyYMqMl
jG8d0DdxFCbBakgCARo/34ndf9I40ec6yfUBnhaIvI/77X3hPe54y8PuFjMMYrd+xSXVdB6cha3b
+nGfPd8+6rn0OUrKCaV9hbj7xgq4cXLawqZHEsLld1w7/o+WY3trNH4A6DJ/gNHD9PhDsZv35rGX
wpZSe2Qd62ihfKvdQBldrzddvq3kf6NXLBHf8AOy2yKZME+81dMfFI/E/889TNS5dWR4ZgAgSKEf
LNxI1tyjQyQtssmr0XODr4Q1as2bMujdzO+TSp+9xbjbZRdtf9MHdl1lpdVH/hnue+iykqhB4iMG
28y/AtownAtycnh30g06xEsI5makIDz46R716o4tr05uHFak+X5Dgvw8KL8LSSLoau7zmNn2ENtE
8qVNs+l7b79CME6zJ1G+z77PX2JFffu7NvhYTgDjPOZx61jTC5lE/pD5RZPcVpZ1BdyKsHkM6FP8
ZyMisfnP6+jWruLyN5tAYtJoL0R4IaqtF7dSgGa/OPVo1ZfeTLXJCxT9CFz73gEiwuYSNY1sn6Z2
b5wUmGb43SUJtJPf97CIu0MD4WEpna3KW9zmD5hAsSuyVvqYtcNd3eGxhHuPGDzc/3F2JruRK1m2
/ZVEjS/xjL2xUO8NvHeXh3pFNyEiQiH2NNLY8+trMd/kyq8gIRLIUWZCDNJJs2Pn7L32qrKKDklq
5wOmbLLCGTeWOWYumyZhpeuq6fqzFTbJsyVbR33z49H8MTIXKtONKOqw3OI9iq8l7a18P6gpQNVH
AEKwblmobxBj2NYvvqcivCpiZV2zTsYszsod2rNiQcDQmHN/5jmntWafMkBU6dFlJngzxG3/w0eN
9Cw4S963sBWd7TinzVfZJFG/jZ22HO5LBN+bGNstrv2a1MVSdn5wIiwzOghVDEw9Ix1vEwtW8MZH
UR3t7NCRxZGea1mTuh2w+vLv1yPl1pA9dUEj2ps8S9Irn3dnYm5V02sIe2Iv9h1NYIBReZavTRT1
ePIAwn82h0X4iBI9eColPt6VN/j196iPnWUGnRI6pjxi8NYBU+Rk5bhZ9EOVjGRQT9D7JE+DccWG
TWV8UKnH95Wk2DFXBuuaPoZp2H91qVdvIzNXVA+ONTy7ph4ex5TwDYrMzt4FWLS+pzppig3iMeMg
yib7IXXLgTyzy3bFNMuCoY502d7EDLH7XegksdoQ3iy+onhSPww3ba54I2p2xDj174sqEeGVRfDB
FViT0T5GEhr3DuUslkgwQd09NORq3mDcw5BSwRMJrzg9IbnxCwb+q4nBQ7PSltfZnIOU+42hXBAf
TF57tsDMLz7TRmr6c4Q8L995BI324B5F+ULh7toEFQSWYJeyoM7jdpDOQXMCwkbX1ApLiDVG1jpN
F7WaSlKzOEOf64ddFrQ2E9wyV3cFU0haQ2YqkfWPoTt/KlNKaOqZzrOPZW0FiqrFysLd5NKo2A6+
ae1gdknOxcwgEMeFRb3OsPuS2pm1Ey7PyTKOw0CBsh1axlMrQX8ERQGBFYAm+kFx2oKUpK/afhGE
Wxa7DSTpxkdOFWIDQ5+Z3hAqyyzLTkcNimboSUorSOjcweWe2WtzuC8rkHP6+zA0+WPYlFNxyqdy
ummysLumDmZYaTvWhGyycepziG4Ui7URNhThttHdWDj9LXxVbn/VlCqYP+P+n6990VYxR38L5TTF
rKbhNkuM5HwS96MPCGlneDMsYJ6K9EG8sAqdUsluv3fbIh92BqNGNluEdOkWjkFxQ+YvHy1bn3PP
WdkpD2EF1QQGV11+1XnoX80my/2Kwrb4XNtp8akHu6w2UR62O05hEiMbTZ4jhS4KpkwpSPqkl8md
SxnuccBVHmNr36/n50o5qCaq2a03bRKG1wBN2uhMq9CN07UuRMBt1f1nI4vcU4XJm6fKCG0/5pPT
bxtEhN1K0S6lMZ/4VvFsDQQMXHUphrd+ZSTOqL7kIFZ+FbWNesxozdHC0w7yfugdd1yVylb+jpKO
4icFIpCtYBPWjMuyCV0iA3oz2hZ9KK6U6S1WIYx+KYJ6w0aGsKge19mI7BwPnOXQpW0hDa50NU7u
xl/aMDRmnBD/HD71eVWjRGqvjQmtyE2V+d7Pqq1sNPoUCHo7O2MgvrDDVfI0Erw3Mzpn8V3Fo9LY
w0bPQA/hpvPJy5jHlCtj6FtjV9VUhJtW1KzgJZrOtcDbH60D5IvYh9kb12Mi+2v65QEfVk1dt9MZ
PtWFYD7aV8ipCBenOVAjOUxS/Rx6XRs9oRyNm53LexSuW1VDF5JMtzD3Z53GeYuBML7tQqu6R0bU
44flLCjXsDqCX87Qyezoq7h/LsYp/tTJ3gPqUxXujWG7rvUjg4OEOjpGqbKqmG50m6Vo51AQZxgP
dT95A8SAYXGRTZF35wmiANjUjYpGqNU1zV2R4Z7nYiW2MemNSbOVSe3ch4sVlopbOMWWM6yDO7lB
moGDKVbiDnEF0rheROp68R0dxwKpB62Vgg5HoWPsTXWQ1A1H79JP9pRN+Bpsb3rwKvio36cIB1jf
B7K4nZQTl8c4jHX5ezDo+q+wUDDcV8ypmwP6XP8TevaWyVht4W0IaKvRBgoDvvwC6eAd038KG211
cH88gDxftI97ZGVP7vRIL9y5050efyZMQb954VzZ13aWzsBsOAHTnKnKgirAz1/MKJp+C2Y44aqd
u+Yh4x+0dEWY/m6yGHciZ7FEfG2UH1r2iogWyaeZcrc9I7OqCBiUtspFtE+dxPgW3PE6BZnBRIJO
xtaMCA+KEe22O5xD4hTNnpmoPWuGjk8sJUsiHCJmb2uhI2TXFPb8E01RP28IYJbylGW0INeOo8er
umD/2mZWFtXAqSxlP3h5HeuTLMPuh2LygRcKoMrnxdGagFJIxmtWROotP2Fz3um4oO2sG07r0DbQ
WWxRW8XF99ioWHM7kergmDaDeRdPYBcPJt9NtIqmrL82umDq1gHoBQ4ZbkPl39S669ec67GOMhMY
sG6awIfR+qvytxmDHFwVQea2W7skqwqUd4QvjDsJaX9ZXnRuEX198xloMBRIYsjjTuvHwSaClZKs
0ywdbxWJAV+MYpqbx9bmDeEt5YtHFVoV3RMH+LT74ntI07HAzu2TAabnC62exbtfx+o2jDLuhjFp
d4bMUROiQ1RZtQrK1n2ASwiDYEjSmV2Bwz16SIwHch2kQt4EZqsxgI+ofXvmBolqzo5vS5QaZtTe
2qHv6Z0Jo+ILYZTeDx637R6ccBYc2Bt8qzuhs9E7ILFNTybpo2ptN65J04zmAGCoFrXveiZmngE4
x175KchHjsO9kvzZyfMmeVWraTirKKqb05CEPhM0CSZmTRNJ0hqh84AFlv+GFhEzerXDB4BLqCd7
KlljAelwcWViHjZUsKA74snia5v6KHQ2WRMj0O10hASAViolawU2Ga0AvDRzO+IH2qO2qL2tgZWP
ooAun9hgsLSK1Vw6mMltZYm7uglxYrNEqi3e19hYdx0ahXXSzLOFj0im+jAMHutLmqso/VVwtmph
7hA5u+qnofoWT3OgDmj7HG8l2jp6TLw+euoxwTO7dIPW3UZJqX/QquJ5yThrvjW5EEyHMJX4K3xE
+sxYnqlAqydAXJY9xnKPt7D+lXVgqoF5yClcdUmJ7yPEKTrtOtUPdzMZs+FKlCh2YZ4U2QNUmdnc
g2fHkBZ6/AynPOytIWddEwveGPpcji7JcE8Sd3B1SnIfBEFJNd/sObWnD1PD8r6O0LC1/AFayVsf
K/+wy0ugKyuZAIPb2HEQPnSFSM0bUxXeETVAl6zh7EQ7CMxZfpjKuE2uEN2xoTUoWcUpAGqrVkzO
WvwZAfxAREnenmmk1mcTwJq5lrpXj83gBI8mJmpnp/lwFtO7MvZdldTRntdzWeU7Q7NKd1W2Y6rb
oR4aLf9L4xXIDJvRQMDUO3yTQWc5+6Hu0GvkiVXIfa+aztsMWEp3y7gWnwv206VD6dAKxeAoqt3Y
DvLe0ArRR+KUbb4J0Op/myB3+ZscrfA9SnSmTSGOY6ToRDfqVVdZbgEQJUbDPGqNp8dgUhIgMsWW
RfmVcFAbXRSE2ItGuGyLmDCuzTpdteDYnnv21KdRzbAGECBZ9c3Ata7NGf/EFniGEXHdvDlMWKaM
K1q0trcecaEPSHMz9xhiUO02eRnTMGXlGIIV7rV/r8G1TG6L1KLxWTOdWpnMGsOrYepKsetyCyYC
fBzb+d34jryWdasHxvHQc9DMpU1lrnAv+2KdhEF3x4/X5wwzSvUzIAf4a4Wgxz/5dpiKgxmIKaBs
tqzybI/d7PG1udZ37F3+Z3b4zNx2KD457SZm8NPUhvkAHIDTb6MG+hwFyl6NcfE5qJvZWhfgZLrT
HEZmtKeJHfyuvKqKj6YtIsDnNOGN9WB31bytCSAaz0An7GRDQUUdXKhef5l16MQrbUiFgdmITQQs
0qVmz9Bg9EfTK1o+nyAvxp2tMBFsqoju/tZzoXrA2yN4l+l/aPgPkBowX3gR6tvdTGuRpp47OkeT
FnDFIMYBvObCUjx1JH67a3hjcA7GsRkJ9ROOZAlBsHiX1mPqMI/u6HPHyISvbImxHR4sn+gmZWIE
uM8yxh8QVsIn2zPK5ICbzPrJsAgwJ+XZAIazs6ztRO/NXHuyaRRzLhfzcNZn8OZifDLs5aIncMrt
FwY1wmEKPh+9d7kCAVy+ONi71Ml3qc3WacHWvyXty18ofjE+Tb6rgEM//JHuiWKLX0kR2DhvnMk3
02+i9poR0VoFECWK5+LWDoiE3I9Uwbzh9AWKexidil7l7NBLyFgWvho5mvMD8tgGnmTh01AkfaRE
h11aXojX2Bf86IPJo77JNaOJI4UJyemcpsbshGhHLInRfQZ61M1jia9XAk7AlM34by5qdnIWi3m+
8vOuxCtSzLm8xjrbltc0oL1vfs1I7tGAAiO3E307Lmgg6wJsMVdYo+w8nfceDlV6ZV0S1T8DZI+n
AvPWdEbmJua9PeAb3vdS6/6GeWp40ykv+ynKtknuEYGjW+QdnGhR4jTmFFHbxJiIrnf97zYt//SE
Yy5JN00RUVFk/IAKg6eFFKxuVGucYisUn7OJ+M5D1o3po1AtiINeqQEbQRbhE5Iyya94MP1t0CiV
bNl+VPEzbah5to2RzPW+c5PpE3py0OOTqb2vcYa8cOT75rONdBMjgfWj8aZc1JV0oOS9AE+F3dey
011Nt39g5MIA4b6MPMQX+Aiy7pwF9ujvhFGU+1lwAsKjK2qQFPwaV6ZZ9fUaHlrgbfvU6eWuh6WK
Xt+F1o/tIu3K42BL/Q36Z8WIwmZ+dShHyJDboeFgc0iBQmynNGjVTeC25Vc3mbMvEmQgZyAznB6n
OU3V2RqR020pa6S1jSz0y5tonKNw08oJFWYMkIlvI0KrRWfZZFLEQZD5/igtZIQFYdUx+KD5agQg
1O1VEGXOmueX9Xh7o5GXVenyPjfSwXhCXkz6bpCS1Xb2ycQMt6iP44CZmeCQZA5DmR84w2X6U2PU
za0Y7arf9u3QJ6gU0tjdmuAvv2Yos5Kd3wRtt2e4EhNuG3DgGisLlQdDkoKNcDbSftsFdXW2bVU5
cGT8Od834WjxFbuoeDl3GEX3ow1G1FeVCwMQC3og9zNyxnjFecLiPDmbhQ38MWvVl5E9CbmHabTF
CoNQyfSMnvyIy8pJC7AXfletkLTa4y31oFWtYULSyJWZck9WisD72Gs1JMeK34I2AdLX6owSdBi2
MyqmT5nsI/dmaLMg+zSMycgwOmvGPfLR5HkwDF8Q2pXyo5nWbB3pngF7srxy+cAbw30p474er5n9
+nrX5EUTnEYDJyDDgwETOKO1Ntqa4D4BYTWO+Gwot6MTMnst278/0eyBm5NiG/USiVvBLRaPmkE0
kWxLAS9wZhpJ582KzJumCqIBTpnnu9sKzjdLQkvVtTMrekYQiwDzzbYxPKPWcF8ypfFfyyLFdmwr
NX3C9xY/U4VUxWJ7bzfBMKL/W9byDUefkalsPEb3Sqf0dxFv0BEUWtgpQ7ZS/4ZXlvzkkMUAKaTe
2/v0AOIzbrGG8G3UZx2pHG3ePSSD4lzXxnZ4l9Wmeh5a/MeQHDAWbjOzIfo1LmaaGqY0YcL7dDsD
WA4WmC3JosFGhL3hc1zUSp7CSHWf53KeH4BowF+gGv+NWUqx+PjkGwNhaIKD3aDeAtYzT48iq91F
zDChCPR4u+4aO04PRGpFtxybGEB5Lcb5U+42nJMW6phagwcDo+Bo00hXsu1N/1i1mX7u6gGLpKWx
1cOjrfEuSboP00HgRqg+VzkQ2t0SEPbDzca2O5V8u3vcymF7NbZl9kJHsRGIy8g9c5FptOBH8aC8
BD1uKTp5KH35fiMK714Wdr0FSqeClbbDYh+kQURMVEEj5DSmaW4y9Jst+rYuTgVUM1V2Dassyq+B
1LAUqz6jyvVsWr6bOufIuBxi+/AkBYPFrbBmX22FDmDWuiU+upUDThZ9Ju729lrxpX13dNA+174K
z4B/BKrmoUUP0lS1uXDkOdlQ23vZvJ1lbN7BgUb6pIO8ukMdwYi74Wc+NKDAGOBzRvwu0L9nG2S8
gJ0hx4Jfn8PKzLZGZnsv/FjaXJcwuOOjk4wW3ZoKDOI6dPPMvWKr66I9PCIn3uOi5Cfg/9kfZFrm
7Eyu7TfnEEl0w1h+CnkFm1J+ialR9CESYKzNsjR+uyLM5sNcdom1G9NuVoubprhD8Uov1hmM9oeA
EGQj02jnl6IAs/cJfIu2d3Ev2l+A7OPfnGfG6wRp450zKGx/ZW5WnzNp2k8sesF10hXt1wCfZLeN
jEBikS8c3FqD9SWikPzszvMwrCI4CC3HtDkl3RwO9jFD1YQiLhEO27mY2maTcc7A1S4lqv+26sAy
h07o3uTI7A2W0LT7xXmZ6WU+JOaPBI3m976z/W+i6smLMFNgRxy2I/chtzqEUYoMX7apzBuu4GN5
9jqnMaHEN0ZiRXhUKpLDtqDt5axTzMt6R5fLeJjDZP5uCa31hoBq9xttcl5zQok4KQGe1bcTHAMQ
BgBbGH0jR7pxIhrhK4oYi1KpNJNro0aPuQraSA3bwPByOmfMgjaNTmTHQJ0JBHJVa/jtTGl+S7hv
iMqZLQxSVeg0COdCEpfXrj+M6RkWp3hqe+oCo89DgmT7kdalkMzZBtcvjXUY2IF3LefAhLrZuOKb
h8/hDvVOHK8z5KgEkJakyMPCCrsDExFs/GVtyC8kqfrmxqAG3NHMhEXU5T2wEUKexnhXsuOhG0CL
t8YdpdMtnjD6mG4Biu0eub3AKwdNBPdZ1TG5HpdRRMmQF6tFjr9omC2z3cfIChYiQJNz5kqYAa8a
l9kg5DDEYyfwhdbeJsC1vmn8FOAD8hzD2ufmSL5SSAPSRh1eecXnzgOdhaaZa99pr1nQuQX/oqnW
7XOUANBhcDeY1YlaSp3ToTUBbIxD9XvyDHG26NHQymdA/snOrKrbySlAWZ3xwdpn2oRzunHtKmDV
tdmxr80JycR2LhKj2FV5J79wNiCWTWhwiysGS+ylyTSD8KtT3QKLoQIcdoWcKbtDWyq9zJajZOMO
OBo2TmotY17DDZ8mb8pf2pIq/cU1qfd2kEjN7qqoAdysgPzByO9rpogrJ52Vty2JjRyYMdA6WcWJ
4z4NcaWYN0iL3n5aJ1jImQdVz5M3FyN0xqwZNglm134Fjax2yaG3vN8FGr8rPTXiZREWRSuz50zA
6kP3YdVBF1w8R0j2QcJOwYNZRH12Oxiyi6+SpvIw8mHi53PUmF5rpVJsUTpq9wWxrwBFnSDn/GnM
88+Elg7wO6XNnYq81qGlIx30gS0g5U9hDUdnRXp7kx8G36WjhR9N6FXYGu5DAi74ufVgIoNwCYab
LNBhtHbthhU2TPh+d26MVGGXa3dyV5NdqWtou8zvDfgs8GNH8cVr7OZnC4YcRY1FGbqXXi9+p6QZ
5dfstuoaMxPR3U0ozG5r6FAglM4xKHIDUUr/E0r3SQ5t+gj+hHkUyDz9VDk1AZ3YgfpfELpqteoJ
aPytHSXCDdgJBhkQz+Rtm3sx1QGrLSy72klfAj5B6L9WnzJ1cgbvPFAA41GKO/9XAcK2hzcFO2eV
cxT0V1CYWATKXAwDjnuNny5g7Hqaa8oNjl4jlQFsHu/Za5B4N6nW4drKQ3YPZWv/E+pzDC4okYIv
aMrjg6UTaDy6GLAipy5A7i2/B5IQgOUtgp1R+suYLUZtYdp1Vt6IorJ+KTQB1TEAGFnAKG/EM8ke
hr2eotLGMlp6bboXqNWvHTkW7T6wwrlf55rZ5nYiSUfsUd1N154cO2wrY2SOmyJzqx95FCXfQoSM
T44XjIDeRs3H9EyaoSj2sJ+6ZuUVIhKIbbruLiEvIjykOsuSI1oHampEdu1ROsoEIoV8/MtYJvKL
BK1P/dL3I7KXoocybc79j6SwqdbntkG9lzscORFEuo+zdHyamWC5sCG6RK0wg2mz+MYwTPfJCHK8
wEbm5EuaJz3uDoKBh1ai0B56YlpOSxlAvrN6cNuZRbGqcNox7Wz6Zuf1pfutiyoPe7k124/ejKCQ
xIRIbFPm1Cg1YGtYzJ4dTqd8Q7ELbxSjxQY5so/pssIfuBIMRJOtOfm0mZwe5O0qKlhaNzE9sO0A
n6ljtWFSv+59RN/X6EBaeGUMgSBbC0wQVrLmWkG9Fd2Q5Y8RpJEQzPXI8BHtZNBv4e3iOwi9bGQc
F8qpOLAhJ9GGdoiTH2wbNd22snr7J+xfnRwqESPGjv3WPkOz77NNh4Kf1d0hD4KXzbC/mjryHkPO
tnJrF+acI1HC3raxfbQcG1Q7lKk4GNV5JC7lc4Ee4mentFEy+pPOU9FMPZQMvNe0J6LK/Ap7Pr+X
vZ64fVRenwJQFJoc5assn0618JYQHZrwLyVr64TiTcUSmGJf0XMHgU2uhi/Hp6Lvxq/1jNjdkGmG
BLmZ+yudjPSYbUcksHDRdz/l6PCsq5EMAnxh1FgLVgCb1Z5MJn1r9hYvyICk7nGqbEVcoeIpoRnC
vgykcUBPBVscC4aHktPYITCCK9USgvgAfi6yvrteQ898IPrrOmYV/+WYkTXtvBQ49ScDdwm94imQ
KcsrhHeagYUtb508xn7QYeCot7MVY6tM48meNhESzCM7SpcDJFUopxvDce+7wu3YyXI2pwoPabdK
rNrIqCc9ffL6JAg2aRn7FCkQYuytP7b999mf7M9mPJXWpmEqS0ZXX0te64hAuw1PeqJ7XGKqsZEd
FVeTK2xBkyUI22/xgH37TL0ynfAvW+1O2/T0I5YELPaM7+GBY+dVt2g/OaIyuo2ferJCUXx3kZ1u
GAdJGvMhPY8NR6rsqwHvo16DrJz8XcWM92sZN94IfMYYT3/VHEw4DTFl8nOXXUYoQB29roGY/1XH
wTDUZU4SjbQLcdbkiPy0zTilC1wIZid9iDcBNHdt/4paTKfY0JCvwSkYovvKZaJDqktKu68sYDTQ
hhEtQpcOLuB3WuOdvK11XHafGGVb1PBKR+Gj2Y1i3ljJ7BzxGiUFTps6Lld/BYNtTyW13QZtTXrF
XCGAG86rnu3+Mis6FhUNwk3sh94zs7r2qbTTZCmgkGEJnMlf/ppnzIyit3H/eo0VUtYKxIoG6lZ6
IVXh7f7CPNkGwg/zrfKs2F4LNs+TyAjhOaRomKcPYqHeyDOyllw1/oovAFUsmUN/S8YyRQTcxa7a
NZqkCdKUi8hlNw7taB/GLsrPMxq771OYTUdJ42DzX//6P//vf36N/x39Vrf/PxL0X2VX3KqEztf/
/a+3IoYcZt8U844jAvMi63CgpvFZ6zj64O5AugSSlnZecPX+Vd6KTQKV5yBqRGESyIsIwCidNJFB
nJ4Mi+EqFMYXo2v1NeeM8fT+lZYMrVfBp6wTqM4dYXP2cXmgrx/mkMaRgqlFpKw2kqth7qw9m+mw
dgxyIdzC/qG9AcA5ARtXjdv9ev/iy21cXHz5DU3fIerVYyr9+uJ13EcZPnyyI0qdHiuRkFcJqmPX
RC0OQaePYfBk+fb9i/7j2TL1Y/LH5QSCOiu4+AXnqRra2EX1Njdd9VnYgLHLqjZuwOEnf5qpyI0F
rmNLG74P+WUXPyPDsrEl3wCDWVU1u9IPyg1W1XYzhqQq/eldOSY9FdP1HciEnrgI+XJCq69g4AOb
9L0HHaT5p9GuX5yiL67//EKcJR1S6E0eo7gIZctNz0XYBC0ATm6zGukI3Fisqjtm4Lgz37/WPwLg
uBlHEgIZkLMnseq+fj9w2BK4UgTO2oc2Ckt6slaZrRhYoBJeEYjR/+nHvVwvWH4u1hULr9zr66VV
GwE643oaNf4e5qOxdbq5uPvjuyLX0woYUghaG87FT1XU0cxuLik4iSNbhyoNdhhGIeO2AviJPXgf
5CL+84UHre3j7Q0sn4nQ5SduGvhgC4EGLxdds7Zcj2FuDZ7IGeT8+Y9vDXel5fK++zxD5+IH65fW
QJEQNzGXufeUVh0DB79yXloAhXv0qvGfrpO+Q/I5Wj7aA3xg1nLrf9sKDPIA2CBR0RnAeA9zpKjI
kVCt2b0/ymN84ynyWhBhB6LJwR1z8avBOGgX4wLAGTigBwJd+ALozqzxrnUfBEy+fSlItMt/At78
13dlhThT8BAt37JTrwwrEccQAaE2UueDBeqND8xmzWAtRGrL6n/xe1UWIsMx5lY0OgYcuhywh2hM
97E7QFyb6/TPVymuFwjH89yAR3mx9pL1MeR9wKtYkoK8Hwc72jhkhu3bJn15/0188xlagQ1qRAqf
Dfv1M8TkT3aOjzE804zl5y4Kt1oRUJ+Okf5PbsrGTil4hJ5rX1wqoqR3zGRklRosOHmQAo5uiO0C
8IP/QWrkP3dr8p3BejJXQ6BIpu3ru0JKjugmBCkMC6dEzDxAzdlF1OMM5IkLfRm0Rq7XWgZTkBld
8mkKbA68/8GjlUIGjimlLS8D2hWH91KPcB6s0KjJQMJtTrNSH4Qc0g8W5H//rdcVAv5lQYiFJ5j+
WuZFeSKiolUMxOx1OZfxV0MzwVm1I9FGFSqzGxHn2W2itXPFcKw5E4Ynbthy5y2jdnlEiuP/nrKq
/40su5Sc79FmMd3PDmli0tw1sL98sGEtX+Z7/9yL38cwkKlmnrTXGfOKqIyZwIYj0QcEXWzBtYt1
MbUJrGFAIe//Jv+uO9+7svX6zYCMgsVl4MoN8EYED5DlCnnj0Thb16bXXwWLJIAmwUuobX0WSREf
6i784F/x1kfH4s/v5S0Ll1z+978tx5iHnNRG3YPTD7ZkmMAYb5D7H4GE1x9cavmo/nG/ABT4wpEB
e97FR0fLJe2w7jnrsP3uotHcM5QpGevCka2ACL3/dN+6mL0Ei6L0wP5gXdQ8QZW1zsK/ZexYRuZa
mU51NvxU791hzOnFO7jOPrg/861nKekUUJFYnm9dphkHeKypIsjgBODSwPYliwAFdlgdfcr140Ta
F2IUy9uBCxxuK3YKJlxkAmxpjaRPhhV4VxOq73qDf0bsaprl+/efybI1XPwAmIpN8CmSXh9byOvf
ulwevwKhhSoOY6Ws0ds7jN6271/ljafAthRQ0LJBWUJcvNbhPDJ9BXuwbiYBUtcBkOK71grv/bR7
/0pvLK0s3yYbu8UTt72Ldzcf7B61HbUf0yF9nOMyPFZMd9a0UZYRhFfu+8aMYUEGxpnkEP3niyoF
NWudR8+bVfXiFStGnJ/JELvrwFDGXesJvBViqtQZy3X+9f1bfeN1dok4djgp8GKZlwdoFJJ4gGuu
hVB4SQGwyamlT4eaeq4xlhF99sGzfeNX9NgZ+QkJ6HaZ5r1+VwjRAebp0tJHtNac6iGD/Ve18qwt
GXxwqeVPXbyWXCowLcoaTs6XEc6k9DQEA4VsxrnPCChvkg5EaRIDASdUbTs4wvpEMpbxwQrx5h1K
S3oumhvXNZev5W8rHyJOnUJngoiG6WJHnxMVSQUTHVeHOvzxr8dkAh4537D0wY2+vpRnwJLHXkqR
O4fiwamrlLkBuuMDrsosQIfX19YHi9Gbdxd4nCrZ801fXtyda7cmayAvjIiitt4aQMU+QTZx002C
tfzPjys8RX5CT3qWTQX8+v5aDk7Q4HiUkFU8lEbUOT553VtdIe98/1G+dV+sXDKwHOJgffvivjIw
2gr9sbvGcOYSMAR92MjJqO0QH37wgry1QS9fAIcHWjp4PS9uC6++8LqO2yLkyY/WlVS9i0zAVwfA
+gYM4xjkcD4E5cA5bRp+a133R7J89GnuTIrzP79zj72M4TmLquteLDdNTiqUP8DJJHTXP3Q4oHZj
0Dx1A6bY/+BKQQAPC30Pu8WyGP3ty+D0RkAp/wKqRYtAAexhoI4sdK8k4n3wjN/69v3lfEaqGnNf
ebFZNKNGotUgp6iQ+x7hMTJlI71qo5nhnABHG0esifI/+Bw5X+C/ZeWmR2G/vr/Ih/M4Ac5GUZxH
OG2RYRSxZ36bnOJQzUH4wYn3zXtkfOQ7lFjwLC9+OIXHQVoT3KYwUd2dnzjpmgye+QBRIzvjEiRy
Albhnx8TWbvtRVplUtZ5F/c4g6BDXwe6PUeram4X0yg6wda3rgOu/dNN4uTb+2/NW7cpfcm7yRvq
sdq9fqqQ0JxwhOOx9ia3eRpnQONaIWdNSST9PMQyP3eDMT2/f9G3lgP6yhBFA45zjnuxHAhd+rUz
QErACjNu1GRMay83MAgwLd7/8aXoe9KToSu4NIEunigp24vTjNkB9l9zE9OtPNNWznZ5HfYf7Ihv
3BVtcmxOwufMSI3z+lF22JcwZTWQYgMhdhnKSmYhuQf+Wr68f1PLX7rYe7H58VJSP9GNERc/2ijC
sMkqs1nbyEquNaHVI17PkozO96+zvOP/uI7NIRirnOCWLpZS6ddlloK2Re+igwPfitp7Y+ORO24D
nJo9/8nu0SxUbIeEIPjZz/cvv6xYl5f3hYewhEGZR1Po9QOVuuzcyLf54oU7PPihmO9RdYMslX25
q6fS+KDj+sa34JN1SoecHpctL1fQDm2iH2eMFOUc4TwqlP9biSZaJ4z3AZgs8ZRIIO//+CZZs8G/
2LYtBAeJ1zcJ+hhoP1rtdR8Ap1NQIm48ptM7eJAwTThRfvCb/vupXTxVNkXeT2m7fIP+xeId5MPE
mLQBrNZl2U83LvxfyxL/U/hYOvFOafjsZjzGWJhmTB+ouaLHgg6kt3n/xv/5tF3fC6gobKosksUv
PhfMHOCbEhqlwjOsO0IT8xdGEiSgYkC4ApXg+qsJg42zev+y/3ypXJ/PlPvHFgK0YfmK/7ZNevCF
E0moEvmFJI5l5YIyIWbyiJ/lNy9h8sFdvnk5Uy4zpsAM2DRfXw5koYl1CZHTwgB8RMfjHHWOL340
RkzZsQIz98f3tzxRcr4wwZvc4+sLSm+hEquhwf5jMJZM7aJ9mDvHO6ZuOBCgqdoP7vCN35FAN67p
s49Qtl5slHbdJwUpS1g/g6I5JHYFvZ5oh40Rhtkhjo3wOBuGdfP+XS4rz+uXmJ4+6zlHHE5xHK9e
3yUNWsUYiU+VTA/UTXokZDCj4vHNqnr24rp+TtuG/ABMRh98P/9c5Zcre1QGnMc95Fevr+xAFpp0
7bJhwi/dMnr2j9qW1hnOj/pgZPjGu0MH17TpytHKZRF8fSkjtNIqdhwkDhXMRj3+L2fntSQ3jq3r
V5noe86mNxFn9kUm05RTl1zL3DAkjUTvQfv050PNnLOVTEZy18xFx3TLoEAACwtr/WaaD3CrATvP
1fsywMn79jddnRkrSF0JdJ1pLW6VNHciZY6BnkBxLo4lGSQw/0A5Ip2TbXzEteXTKPB4tkfbSXUW
mzTRRzgeudSPmSEA9o0SHkx0d1D4Nv6i8aufEDSSNgmjspHVyaByuW/IrxjS9Ugj+aKLzZoOE85E
eSOggFBfUnApOsYUPjaOxPXC8f6gfMy+JNRcncFeQ5ME4rfYt22CpA6kAB8RmuqIUieKQzjDbHxO
Te6E5bQc+Tij86STHS+OQ6NWiCQLQ9B0qs03ScYLMkoKTM1Mo45xbQmak1q1kAVsNT/XdY5UaeyJ
g+hDA1mPoX5SEVX7eHs7Xa+xjX6fTimPzjM3yGI7gbwOoeCxxm2eoQ7RE2Q/h6kYT+gE2Z+EgIl5
TkbYhT44bkCWt0dfWQKPdyZZH/+Dt7EI855jj/Byaxr77fw1RP6Yxgsm0xOUJkLg8fZg13kSUUij
Tcu5sQx92X6WprgIIuJOoQLtPmPIhciOMw/nIMcyl8Kac1eGOWKSnRDJwQKK8Pp6sMMhYnx+ChtB
9sV5yiiRqgg8dXs3Tf7Jg6h9wqE9QEg2Nd/enur1AWIkEjIopNzdzPcyJnU11nypBd5GHwsYx3Uk
TjHtzo0NvTIKGRgPTJka0JNYrF6teMhoqwEfdPag/WL+c6/oSKXenst1wHNkCVLOBnoL2+VyLiWa
tShJj8izSjmvKTL6O1tLPhvDPJ/+g5FsMjyDlx1Vs0Um2yNaBntlwNgVMDJ+pqFznyM+jN6Hkd3d
HmplL1I75xGioVJNZ325QJGLLY0ttWPwfWxhSXTW0Rz14UnTqdfvcqNNP+QTvL3W6etP7WC/vpKM
+hyQIR2Agk2nc3HuEeilvpMDo8K8sHikHT4fygFdylQdzcPtua4t4AtowXtZvmVDEA2YvnM6fUCO
p4YmlUImg/uePKN2uNWZkJ/tMsLijsuMJJBFRVB6sSPdAJMqbYJtWRuz8R69u+pTpdj6J10B37vr
hev5eVmUr76uGBXkGg9KjdrZcjGR6xnHLDT7/QiU8gFjpcrXBs/6D84BBnfUASWegEbu5TkYJoyh
VROJdhiH6ILOBlqtxtzs8fJ7fZGKqfCeJH7QWKUieDmUpsNYBmQN7MnBssRBpPWAE561Cw3kWF6/
OWQtRYII6IBbizOnNy2mQL3R7+ugnU6zhzJ2RKP4mPXj99sjrUUrGnFcMxJeRXP6clK2MHJvznDb
qJuquxMNL+TCBel/e5S1zc6Falhwa1HFtBbRqjICSn8J3MvaxTYEVX6koBurPs+i7Dcuz6uhmARZ
NS9hTL5AmCyypBmdpdbu8HZVrd45YY8yneuho8YAC+lwe1ZX50oOxZezKZKS6ZqLm0vByBteEXJH
aZGHZ+DPIRJEInrGk6394vUmlNQEx45yY4Yrw9pkudgL0UXgmllGSVrZ7IMKL0yuALJq8RnbRO2U
5an+E8lVt0QEyqpfe854MPw+6GLzW0jh5GE0zmjZlZDTdAx2UOUQxyke+vPtz7qygnTyPGZoAKFR
r6BIMU8gHc2EfYXw5j2IZZQ5HfzcAICbG+fsKs+TswI6SbuWbwlg4nL3B4BLYmNMpTFnNmLNhrSr
aSDAA3xBOVW9bn8lD0vfj067ceyubrrFwIutg6YLsHozmvdCaMORdyDqRbEFVVObk+oetfXIR8kL
Bj7mw480lvONA7m6h7gMOPh0UKhMX04ckb1ZNB5WJ2qECdUuVpG19MMoKx4DJAISKBo1yiATEhcb
V/z6wIaF7hRdNDLOy4EbR0OCFactunxp/xeqH/U3HRuiE1QYx69VZz6lmEC+/qDKHjnVQK4/gGCL
rz1UiqcVQSlnC4h/T8mqzR87URTDj7kvlOc+ahOFCm7Z/Li9la+iK7AiXsFUbymgGMDrLmdrl7NZ
Tyjg7JFfUGbYJB2oeByLnQ+vH4ek0yDd9ACTLntvXBd67Tbwp23KUNJRZ2qChyiCt7KxfGsTIrRS
ueDIYcC4mFAsZsfMglSVmsiYt5b4L8xtv9WfXYkAzu+jLI5llKLRjvCHukcORJwcO0DFPfKkCpHz
6pIIK0SyTo8EciYNmsV1gY5UnfeRDujGLvUvkTJpb/XOodsFnsi/vUgrW98hqcW13pa95yWODqMc
1yuyQN2j+IbaHpqVqIIP013Tq+45xFl31yPOvrFgKxGOfMW2aR9oiG/ai0xCdSJHwWRLQ2Iub35Q
efmGIuL8ZiAmPEDBL3xrlt5ynoOo/O3pri2iLStcVBOo9y+3CmZ3ochTdkmX29MJWjpGjAksPx2t
nY3LaW1XkrUDe6MyYl+BZT16PU1oIRFCAbw8lWpZ+w5FhY2YKaPERRrNVqFYCITPgb3oLjuHjonk
Zz3j4ga8ekI90qnvpN/tsZZ2l0M96RsNtbUPKCsiEtzp8DpexGhvxDIOmy9931hFfiijbjri/DWd
4DVu1UFXh3IIICrpusVz8jJOqTVMKJpN+r6GlHggWiJMiEEZupPOFkR29Sty+1FXpDRIq+JyqDQG
rZ87mb5v8cS8g8Rg3lW4p9yPMBf/HCwjPN3ehmunjiUjMupkarS3LsfDOSERwmZqhtH8TKErnmMB
ay7FIdcXGEZgXj2XG2OuzZEnz0vZnJrKEjJQAXgPi5GwP3lC3c9anSb+VA95AYceH0ZEqIvH27O8
7oywOT2uNtAzBBf4spfTtEobQ4DJIzAnXhfvsvhF8nr0tGOKfDLCdaiGEefcYxxZqNHBN9SOQalC
M7v9g6zFG+bNEx7YF02aRTxNHQ2fqCgG/5a4+rOCIYsKRsMeTpTThh9FKSyoS8jS921jbMHhrsfm
/BNgMfKjnE8t6fIbVEpoj/0UYNdVJrXfmeaYopO3070j3KTWr81oOIi8VQ63p3wdfRjW0tjLpsRk
LR+6EPapa8mLHW918+BMSfCUon13vj3K9RGVA4D25iXNTaEuJ5e684SR3AiWNrAIPCFmWsi9HMeq
/vTqkRyTKCDf1ORoy2QCX3SKdKOjw0409IOXztFpcL36pM2DvTGp68NJI10Cd10bMMYVyCy0Y0sp
2hhovoesulGUqIerCrJUhRscAcQqSA20W0Cl69NJ3xlQKO9dHqO0QS63SedA5u4sQHxwN+OzWeNt
22Azdx4FzNs2Bkf82u8py0k853kn0mtafs+iT9MW/ylksqK5g+s7NkSGkofHYw6+ZmMzXp+By8Hk
NvqtRVh1QTQMEkHkNAIhardFKyLsDF+drQGrXnj7TkmIz3H13qj3rIQgHdgXYgpgz2Wis4i0pWoJ
K6T3Scc9cZ6wMez3SmR+LhQLt6IK2VOESbGPHZEwrRscj61c7zfC4PXS2lyYEKoku4QAIPfbb7Mv
Y8+NhKpN/tQo3r0yTOFpypzgnOb1jMLQtJXSXR9KxqMPDY2FAanAXI6XIeGIBJA34aSje09UnEfM
0CLDD81uq9hwvbCOSpDRNd3mWQwR43Io1GTGGa2MwbeqpkfVsG/Fx9hDs13rRNpBGR6trxivNA8h
buwbm+r6szI2iwqy2aSysqRYZZOGnupYDr6LVfjTAIPmXFCQRfdKb0+RqnUbmfL1Z5V5I41g0h8X
DKNxOVccc0bFjp0BQ8Sa4O0l4w45DYxO1ebz7bP50vK8TOocCXDl6qS1Jntel0NlUeNRsQ8nH+tY
ZBqHHDzRrjGxSgXqZ3R/9WhmPdso7fwJKndC6z+hObKTAtF4FGCwuxuy3N7onV5fKI5OAFZJmuVV
tkQBIh7VqcCIUVEJVEwHkfOJ9sZQTL9uz11exYupw+OyZKJCCeAqDsITx3VLM1FXCFsUhKC6q3tA
P3V80vAdBZtmAHCAKeX6yHUKY5dP6Obd/hFWFpqiixydYh1iEHLT/3ZeTS9AOzZ12dSWmj6SIoiz
2ljqPYB5Y+MhtDoU/TQoOMR8kL+XQ7WJQRbSaoOvz4rAC62INHMftS2Kz44xdBuPn5VgSLGYB5cB
Ek6+9xYzi3pWQkWyBCWkQSn2na7Bl0ZT596AsrrvhQZv3ZjiEyxh9007N+FzOGtbfM+1FYbGSofI
BcYNI2g5ZzQEda0c8RfStMdJN/CJiancFfmMXiFusChd6oqfZfD7yWK6D7dXd3V4zhXBw2I/Lx+8
ZtYGUUrg8DUttdCg1Ggopz20aDexRvQSwccDsu5QeaiwiVWcV+OtXdaAxrIkBcnX4WINhA20oxub
0Q/7vPpe4Vh4MoLO2g1d3W0c2ZUIycXDXoYTSlVkSWoJtc4V+jyMyKSkSGngoHweRkDeSN3EqN7o
4nT7067tZoBHdG7pZGokT5crm2CKmZoO26vuvfGDzQA+DEfxkFTxFpJjLRrJ4ohMl8B6LXey6FSM
I2OwjqlR6eVdVLjILWGEhvHA7TnJULuIR9QouLfhvMKwXVJenWzqq7Dkhitrw33AHNU6BCUyRGUn
5vfCQvQauS3vcHvQlQ/JxS3rMRJZob+gE36LQOicOkOYIqhnh9WAiRheQX5lSJOgpkX8ayMsvCDi
lnOkxw7cCBaJ5B9crtsE8Dgv1AnLZtDHg4beeeFh+DcXqnOc616bD0MQixLd5Xz6jiiDhbY8cqsI
/tZSjmagQjrshJogB5riavEGfLaYTvREtfA4dEjJz2htfO1UB4NZpNtYI2xj7PmtooVKsLOasHcP
KLWP4j7R4/KJiYcZysz6qzmj7BWDfIf0yIPpoC/KTkVUNpljdYjyoYr5Xi2H+3BAbhEPLec+M7FS
ePUqQofjtQlI1qJgIlf5t1VE2K9vsywzeeJ23mdXOOFjiUDBF0Pv5400d2XDwKB3YYwCJoA+shiq
HWp0lqLO9Gsjd98jE5M/CNUqzvaI0OHtWa0cCNnIoipjk5xcZbNdG8En6xiKRvj4QHLt+pqYo/sk
o0EH71J/1DE/2pjfSiQjuaTPyZekhWYuVs6Y9cYJkCTz88Iu3sZOfIeNBUlYM4CMF2ILY7g2x9+H
WxyIIpNPauoa/ozflXcWbojgmjpjlrjzWq6qng4pTjRmpR5uf9y1dUQiE80AXp+USBc5Zox0KnKD
FHmHaVS/pFRrPtdqWH/M0nx+vj2UvGcWh54OCy8EE1gVqJ7FHFsN1ZOQFp1fT7N6oIiImXdn/MJk
BxOvUdH3JQYwv+qWBsXtgVc+LgM7QDdZTA1SzuWxsBJ0tPqg1fxUOOjwDLryAdTUr7JT+zejAFdp
T1qx8V1X9o9H4YeKL313YtxisoNbIZ3sMGYfNC4XBQIlTzkgwGTX6rg0FZPrHG/PcmUloYmrEjBC
t4UC7eUsW2TBvG5GwHRAC+mLpor2zWQmWPjSytt4X659UEniZjUJ4pS5LodSMuhhOZIPyI4KFXVQ
0QyueOuIwqEPInR9rzeu+zxUsIVeP0eojYaBBhOZlCW/+m8BLq4p/RgkkX4TBFgICVRSP9SZ0iCv
5uXNRjKz9kHZrBQUZbZMJLgcrHF0kcY01/2iCNxPRjmVGEvEmEbYbjxt5IhrZ8OS1yEIfcAiS8RN
in2fwAJG8x0vaFp84LT+oc9cC7UuHqKUY2QkoOmlH1AF6DZA8ysJqgfgh1yD6jCjLxJEYuuc1I2J
tYFVKf3d5GTh2QnQmt/XUwhOTGS6+S4PDPtD3lvdr6KlPnV7XdemT6VSoujpTPKDXH5qfEEda2hr
w7fTHJn2rLWS8WSWmfUtSxv1zsJ0/BCB/PPbiUfaxuBr06deA9pJMkqv8AuGPnZjaQ8GYmFRkR0m
xwhrxC71+n3qAaU1yyB9wDDA9nmu9geo8Ft4r7WNxvMWBQapKsRlejn7lK57o6A6BKLTKBDCFeou
rjzzrCDP8R8ECRjCEj1PfnCVoEdamkQOeuV+PkToOUZud8rxeL3LK5xObq/pWgRkCEBPPODJLBfH
Rw8LDZmzxPDxqzfC/UD55GcxAEne4e0yPPTYNb9+SKQWOD/UGMElo01z+SFDq6zQCmtm4tLQP3dw
Jg/4dmJew38dv1UBumW353gdCF10rVCXkDpJUuLnckAExhsbocDZzzQ9+QxeA5WrQNF2qYqdU45f
4g4Z5nEj+r7cHZcXKWRjgy6OFHugNLI4LaOu4gGd9hMKoKFa+mM/ag+DaQXfBljl77Ngih5F2KKI
PVWFfRZ5MjylOB6fpt5T/3n7A1xvXbJA0gZ6+tDdrvqqPSqniEQoVP4wA/igQiP+XoAXfKqKuvh0
e6jrY0oWKMFMXKm8ipbpg27QG06aZPY71LYPY657hwi/2kOVt9YHL+jygzrEzY7b1Tm3+Rgcbg9/
vZ1lEkqEoMNKrrSEnYcwpW3KYahiIKJYoNqQIpGXgGogOdOb+rHvvWZjoVd2l2ZI5ARlMFDo7uK2
c2FJ9xgWTr4maRl9ZjcHo1O8AzYt83c8kOpTqjtvb0/zOhKj4EyV3uWWJdNclo4xKdPGrkaisGnj
+GOW689t4JbviITKWRsiNEd5/PsuyfBGuFjbSQQ/sMKgsHmDLiYb5ph2elGqYr2K/pEY9fBBycD2
pyINNy72a6y965K5AK3A74edtCystqJrssHC4MIAFAqgdkhQmE8xEnSboHzD5hl2GRazfqIP452j
hdO7mLzrA3KreKGKLH3Sayc83/7wa4tN05JqPTAsMoDFocZdLMHMgFASz5ANMAV1AaNj3BTuA+wt
MFdCaPiu8Cx0324PvLbipFJUa+DLgaDWL2NYUmLmlYzD7LdVNTxiGKT/hVtrdue2Rv7PaWzUY4ng
wVFLzWFjf68dKcIXCHGd9zEl7suRtRJ9rKBGN5l6v3gztlrJXDXlE7pY4r6JwmAjgqxtMQ4xZ8oC
i0vn63K8HKDu4MTYU0If7Y4jqtR7Uj+MIka33LgY5GotQjSxiq9Jx514tazoljlGvNIhE4ncUbyl
QWEiOC+Gj69eOuo18k1FXYp8eHFmakQAJ7dNJtw787He41fo3NUFgjmaklZHJDepIrWxwF0Uloey
sW9WNiyZGuxfcmSeVkscMOXcum+pVvlzOFe4Z9X1nVUN+psOa7IHyuXdbtTG8vVRmHSCu12Cldg7
iyW0aPlbcVxIBdUWT1fTxHIDX+ij2lsf3TTWT7c/8AteYLmOoHXJX5A9sLh1L7eMgZqtnmLu6NMo
TfeIP6cHrCqn4zxY9tvK6MqvGsrP/oRnymFUcUU8NI1qn/DQTD/EXYVuPYqS5t6reRRt/Ggru5l2
O9GWKj5u7MuCJKkcfcxWTL5dOvpz6inzndN39Xugb8X3EFe4gzohp5oOTfS54tX4I8HyR0U00iyP
OF7Ghxn/gEdBLDqraTJs7I6Vyj/FE/pW8hVsUv1fxDMI4dXsGP3oD1bZIq1TDUPmx8jsfGlVQ3GO
joJP6r2NSsaPAex/uC/DQn1Emxklgo0vtRJnOIGaSuOOpiwgostFzBOKw1FJ/d/qcanEXS8Njx0K
zw+y0z4fUHMx7ifs1s42HskInnvFj26aqvhQolXm145SPIGLNU+xU+WPaTNgwtelirWxtVfyG6Ig
iRSalLJZIH/997dtXzvwvdTRT4JypEQ/m/GDPpX5A3el9xVpd+R1S9Te+ZTFVO1UMQV/3f5QKyda
kgdoFoC2N4jIlz+BhVgfjpEqhyu2sPYLscu+x9eg/2hnLs2bXiC8fcCtz339PQDjiiElbRHgyuIe
SESt93Ts8epTugq70Qab6J9RYyhQqHXgDxi9O7l+9+rJ0h/XTOhWoNiM5aPXCjTMseJB9XEcaqqv
oTJF54SuZ31y8QqId2GLW9Q9TjfTqyuLVBMJ21ROCGIct8uvDAjRxBapoDLUpFWND46HU4uR1hks
5kCZzzjWG+VWsJBxcRHHQJlJJVd69KQ9i0se+qcOZTpFv760Ub3TgiHFYrCrHrx++m6AQTomavc8
eml/GtFZ2dMA7t7f/uDX8YryBAQ77nlQJ8jhXc7bNJJ5iKjU+iDN9E8UiyzYdBYCTm2BlvftsVai
D7gWlTRWojBo7i6OfOTx3lFnDsusD235kBOgCt/IIueL2TVt85TP0+QePbOZTHzhITnu2wANbjxr
8nKLzn2dCwAGcV4IXeS36GJeTnyIDaRNIGNgzU5Y2bW1Fp1mLHM2Tu91lLscRv76b/FDDBXcEtfo
fOBtbogzqds9tBXOBnh6tN+8pDePtz/y2oAcWCpH4AZoiC32lEjszhrztMeLDsqkW+IYhJUpJCoc
EHcBcJuNDHntO4KYl8tJQQE1u8sJYrKpAUhoe9/om/CpnNvig26NW1f+dRimVIFahoF0E1mitviM
YOa8oci7HiuBuj1CxkztnYcFzTOdquZ5trzguU4V46mswty3e9V8vv1VV44JY5PdkKBaEm9yOUtK
G5E5JIwf5W3h472F07ho26dpnurD7aGuM3+qXgaQDwIRmdOS/YCYdafPkGh8bJ1SLFKqRPmU5Lpz
H2oa1t6043ECKfTgJy+DdKvqdi3aJ2tulIbQH6JfddUOqBWsBkJdMNEYc4s9jiDBgzO06UOhCrtG
+AjF2hdLxc8RXsn7wKy6v0Td/cgjYXxo4zk7pFU0IjDYO4/0iMS72x9nbR9AxgUyK/mlsM0v16GM
RhNLobynld1VVLQRGXqn2GV0mpTKMPCNdh307voBCaPEUN8j6m5tJJ9r+508AJVUghjPpMVPELiF
GTQeP8Fg4cC6i4IcwG7ithvV37VjDMcT6D98U/j0i/CUYq3X67jM+Yqi9h/rUk1xmsSEdTp581wf
e9rGd7c/7erEKJzZLxyN66593Jo4CRQcZC7mT+qoB28Mm0fK7VHWDhICIWgwETRg+CzCBXTuoiwj
4mGRCfUglMDx47zHHKxUXo/foWgBKp6KCVpzPN8v90oQR0TbyEEwo3eTUzkMnm9HanQIQq/ayJXW
ZoVwEDUSSlEMutgUXamVWWx4nQ+iFKXXrhMHPdIxNo+irYrM2sZwiOtSZFGnALX8gEI0bmUR3ycM
zh50VSQ+xt8FZs+JLV0uhlcD/ckKwHpJnArg++U9SWOjqDr8iPwAEhFa33lzasY69DVs3I6398ZK
5NNVkmwwFjxQSAIvFwwAlJFQT+t94bhIzgaztw8LJQE80rdnPfR4JCgmcM0hDTYO9cqLEmUiQh5Y
JFl/WgpWRzr4JtpAnW8qUfuxSCcn9jHldHZaDDDvXFee9gWZaRywVTzUpn00UE7lFWoW0mAdUyp2
c4dbGTfYOawgI/q3P83KBpP4VSqcVHWlbsnlpyknt2pppg2+idPBaa6zLxX2QOiF2xsBdiUKXAy0
iDttwBN+iEBTzuAGRh8VESxLDGG1G9W+61cNT1C4jaQN4KDoSFxOqMOAe+gUtrE+z+rJ6/uGl6+m
HBoTJUFXLdQ3CnqCG4Ou3W5wKW06A7ynoNwtdphOW6AzWoxKu8SOyv2sTBgBG2iG7t2h0L8rVa6i
Y6EKw094aQ5YvRjm28KoqndVPaFITeToUrKoIHxIeHaeODHjp9srvfZhQNHLrhsRxVwK8KTYEdpm
hXJKoin2hwxT1oMRd8ohTD1KK8no+Jhp2xtReW1QiQOkq0r95kqRE1V9/FedoPddNvM5icqvGTCn
g8Ce9A7zMPxeA+iftycqY+Ll44fOBLeARXjRCNGLnRYk7QzbRiHT8MLii132n1MEMk9xJYpHRfTB
Xaw5SGVNTfmQBunP24OvdGvIjjmO4B+lD8qSXFu5QyA0W96vUApaP2+b8k08OaG3m8rJOsWlyPZ5
oA7HMdaq4dxkwIWGtgDsShN9i+G0EtPlG4x+DZBXicm8PAz4XGZhn2msed5md4TY8c0Q6t+E00z3
9li3p9uTX4uzaHNg/SIzPCBQi+FSnBOVGu+JebbEL5x+4C+LvLIO1lDjy46DafwQIhH3ZrYqb+M6
WZuqS92HljYNI7KUy7FnQ01KLLWFr9WTd/IiFadoC52Tnec1+aGph43OiZzLcpehBcxlIq8WmD+X
46V5FWlex3ikpuMhy/E8VuymPKaW0228EdY+K2Rayr7A4Pk/i3wjKeYpzTFT9WNHH+JD61r40FEM
xb6rbc88VMRPVJ/xMAWmrX+6vaQrB1jyGCWoF5DitU+LHpZpHjJ2Vyj2sVOEdCDDPvjJ5b/We7NI
xP1o1+7h9rArZxjwDk1PgoesICxWM7LqjKPdwIANY7s4p6o6YFmmUEOIA2V8NzrGUJ96XTHeT2DZ
0VVoza0Xy8pXBw1CEdiWTTlkvC8X2MbMz52VoPUVV6RHb8reO1WPvfWsd0e18qo7xPcjv+Xy3jhF
KzsLXISEuBLl0QhaFL2D2Gm8QWTCV5LY/Yo3rXnKJr2iSVVsSRnqq5OEJksKgKIwtKfLSRbq7Aaz
iu/OMDrW9wYD43s6U/qp6bP+bhZd5EehHe0dLS7+6rBEtCFDANOYVRMPpNQN+nAHPWG468fR8IsQ
OCKBtUDdGeR5+7mujAjPpML+cwjm2EBwfe6/5rC5B77nPNx3WVzvCROWu6MoheteYtfnaIq3vDVW
Z4luoiz+wWJd4jJdN8LSth0EflRK+UEZh/sMVbYJiqne7OitTwq+leP8RM213nj8rIQl0Es8fQhN
QJeXG1nH3TBqnFb4AruqL0TO97VRhi3gV9AJVqR/vH1uVrIsKmCS2yHj/ZXkSFcnbkQeKXy7rXhF
w1fs9F1ebOmnrG1RAETMCx4bammLLerUbdAXkSJ8te4w2CjSPMZArmqn+8rF3fP2nNZiAZBaeYuh
8EmX+nKP4vqaWFk/87JTzOlj45pN8XYWAZTybmiNp4F61ITlkejxtuR1fRhSLPpu/wgrhBlwFwgp
0LlEYJyi5uXPoOC10PeGBr9Ss+oRYX+UY9GLqNrg0Z4L8C5NaDR/oRJi5k9ONOnSErwPUQwR2o+0
mtKfWpwPP27/UCuhmRyXdhCJO1jHZYCKWi+rMwMXY6CWw2OeYF/dC0sc87CYDnHT6tEONZ0t4bKV
UeETS/SSR25FP+ryS0R66uE9qdR+X7X2Jw+OGZ6DdWC+VyvdnHY0TbyHNOrK10+WvjGQVQpYBnfu
4rpt3KYHt4oudp+4artPYQs9piUNnL2HE8oBbWmgGtxUG8d3bbZSDhDYM+VBrqTL2RpqrEV2MONX
XljeJ6vWRx4SZpBAC2jC6qiKojvaYzhuDPtSdlxkF6BOyKFkrxWbxsUrRi20JnV1BVR+ytl6MrQW
T/re8LLvEzX0d4nXGOkug+Z97iazsHdaSkfBD4ak1kG6RxjNukjj+hqq36gyQltAw0xgTbabSyX8
eXsfrgSDl7ejbH6zNMtMSLPSaKi8AaGrptBxIDYzL56ebQNljhzbxq7ZCghrAxLGaTPysCa0Lm5m
EGwVRXWUtVSnAutPGp09NFkV3+cCQYT97dmt7AAOF3UKuQXY8osd0I1u60Zc934QJNantrE/ltWc
P7k4Cvtj3VfHuA63MoCVSwOdOzK9l+o3G/5y1000Ks20cmp/KhXsYZKsdfATVzP0Z+16+FR7w39Q
BoeSDI1cPhRkKeByRNyRzVmIvKGQFQ0p/IlkFufIHWniprGHXtqsKdGTE5pDfj/Mtakku6LR9W+3
v/XKwsLyRiCbPrfMqRffOqb7EORNXftaDsB4chpjp4QOcSzC0O54e6y1b4wcD01w9E9I8RabyMso
CHCcaz9Kmv5dqGXTx1Tt8x1Du6dirqKNSt7KPoI6iU8EikukAUsVWsek1AEGhRdhptVvkfvDKXRU
k2hE3lIkf9ZVQIbn9v0W+WYlI5CKNRANSaTRIVvcnkamJZbe0hqLQd8cIjQhfM3lcXz7a66sHNKS
lK/pLRjImS7Cc6x6seOlVetnaVdCMTen+wTX933kpfXrPySdL5oI5FRyzMWE5nISeW90wvcKq653
YQqwKy1D9x1f4CecIucIwyE8vHp+HtaO0LToL6J6tpgfgGm11F2UmIOimZ/7CZdbpEIVsIBashH7
VzYmEiFSKetfV/tiKDdNkfOvK1K4TkS/hjxvDlqiqo9QgJx3RalvkYHXxqPbwPNOZhFUzi+PfpcV
TYPktfDr0XTEgYs1mc98Y++BlEp/P7adtRXfrglhNB8gn0E8hi1Fi3QxR4iRcdZPPUU6PUPuYHAQ
eTgO1MHzZBf3Wpn4dasaH7XYmdM7raeoewynWpzCXiXRNGs1MBDrKi39e2ONTnMKVSv56QZWMx1z
NCzJB4Ymyd/OnEcpGGEEz2FbhP+MRCWwg1O8Evzm7H7KSjfP915Q6OHJzWgEbqSNV2eek8ANDpII
nDnV50VU5ek2dlbcME1wL28Trih/NBp1l1XmfE6s/gff4ePtjXo9JIR8yhJS3Q0uylIRJZpBQKZF
afl10rr9A6Aknm9mhnf9jhpBMx+VlDTnvgPKs5UZXkUauqf0Xni6coPQSFtE7zbB5W6aQstvEzQm
DqF0uo8DNsBrz6Ich0DKe4BGOx4Ylxu2dQM8FGpsaFA2GabdhJT4flAy43Ea3fz77c95dTgYC8YL
iERJ5vWW4irodBROhz67nxhBcHKNyvncNMZzp0TBocw7rsFXjyczTTDAvBdVSrWXc9OdvMHUkm9I
QSlXul1tB96vKIp7zLcztvB7zyjQPbg96NXzWGJwae3TfQYhe1XpwKi60TCHYlA1RBtdTVp/rpLc
b5q48yfgOnsLr6E/9dDYcoiRW+IizWVkmCiSj8aGQzn4crolDsNdGye230a18rEPAaqdE6Qz9npY
bZpRvqRqy9FYS+RMSa3Yn4uP2+pdpuIHD+3EQ5d114rIfKwxKB92ZB3JW9WF5LgL9FDneV7ryFxb
UaL8qZWW+w4zmfyXXudIHzBibvhwZGYJ8iy66C5NGtJeD+uwJzWNNGQqgmi87xJIUztdqMAlnUCU
yU5VEOLbs37JV7tMpy+3V/G68kzDQ7WB+1A3k9CyxRvVjCwSNjzS/CqM1UeoAvqw80YrL/kxm6TZ
DaPbWQeedtVDZzVoZTqT1SQ7ZYwdgS+J4eTn2z/RdXVJ/kSSCk81i6fqsqmutmbUUJ4skQ0z4+HA
oqbtMTbCWTmgwqjT8Jhn3iRFCzJhhz989tPkvYM8ZIh93n5OVLvdN3i1NzsVDHyxsxHlLv15VE31
GENDSPdxmyTPRa1maKYb9vSFerdV7QRq9emhxOTkw6Q7qGBlqYk7BgbN4i6eBy/GZsDSIPdA1P9x
e87XOxrhDiTU4a8iyUIl+nJHT1kN42oqKh/2n72fSj07N7kA7zAPW52u69gEA4l2Dk8hWvlXnNW6
gRcSokji627TfYl604bAZWsY86Dtt1N5DG7EidUdRpeLN4JMFRBkuZwcnnRhLlGwvi6S4cAND0Y2
a9IDiRGczr5ofKV21V2UzNZhBsBxLqYg2EdOGf8L8PVfF17z7Yv3/I+ympoYvffFv/73n9XP4r1o
fv4UT9+q/yP/6P//rZd/8L+f4h9N2Za/xPJ3Xfwh/v5/j+9/E98u/uVQiFhMb7ufzfTuJ4bT4mWA
8Gcpf+f/9hf/9vPlb/kwVT//8cePsiuE/NvCuCz++Pcv3f3zH3+8AAT/6/e//9+/+OZbzp/7M/92
/dt/fmvFP/6wvL/T9eTeoPcEjv0FcTf8fPkV/Y+/FWUjon/8odt/B/ZPdOCS51H7ovHfIiXAL2n2
39lI2C7xPCGMQNz94//9GM//iqL/WgGm/e9//1vR5c8lnP32H3+8NLb/J9hSkSKnlCoUGLqBFjeX
lRPk5uIkT1zL1xT4YDuUWIz0qBCZDN8bJ+25RwRD3PW929dPSjF6xS7lrY0qQFm6ha9UjVERmozq
V6WAXiR2VsGbRC/7YFfnncM/McRJdqLTMNoo4IH9QPSJbADaEC48geem1YOV5mm9I1ey3itF3/+l
TtLZMaZmMO2cRi9M3/SqodvZaq2+FUKJPhc0rrqdG4ED27VIto+7fg7RxzLLSk/PmtZY2UMyl+C8
x7YZv+S5pzW+PjZ44ECZqSl/1TUKjLiu2tkBVmfZHUGYWfdE5iQ45TU5xn7oqnm+b4xG0/fm1Grp
waOgQGXGyuL02KZxbHzwyrQHnJhGzs4MwS48jGMCACkOJ2/aibC2tJ3bdrTpcwxXd2Yw1cq9UwZ6
ipRDZLzHuabiFUZNLNhpzhZRdlEMZWllCV2KrkLYAHKzvGiyQKOvltimPwReVZz7TrHqXcBLZTjb
QWaT6JaeH1hK/n+Z+7IluXEkyC/CGE+QfGUm667SUaWS1C8wSa0GSIA3CYL8+nX29O4oIaXSGk9r
YzYPMmskKohABCI83FH0FsmTNwLhhVuppKhTLQnkhZHEXGiRnd6FGMcDfwYIECIkMmBDR8ns9GZC
OIcG0ZKlx3qW4RMa3BAp6yFoh/f1dIfyZHr1+2v+F7+H2hz4QYCD3DHvVma/ME+rYOvxe2bcrmbM
iH3G3NR0hCbz+A3DgcP173/vNKzsfx+cCI8J8JHAt3H1nv59czeiHAiQyVFx/GkS/Mh3UbtUkLpj
l+hzTtP4f34K1wgK7ni54O1y+lPg/xjRkwpT6JNVadEQ034rQVVzSdXpp5/B9YOaOv4fmS5i5W7h
H/Cr5YKMaONlcuQkSAsugD0TfEsuhKz/igz+cA+BgQfPTMisQAoZP4cTcvo7cjHRgpgfHdAxAGdv
QU1MwM3Dl3C90+FU9h/mQHnxZ6hk+OS6SYLyL95UQVewqm9TdmjEACxGDvoOjVtIgN7/DapiArws
0xKxz1XEyy7nQSsNpJtoFzCMbtULy6vF42hcolr7PUNbq37MeEj0zQw+s4/RQqYVo/MzDpDEJYkK
aQOg/oia2liDYHiKZ6i8pMtWfwZfU0+gzJBtaw14qkGHGyxOyNuugKdUz0tIcEdMwJYDPKqCLrsu
x5EBWkKA5D/US0KRmbJahPVxizUf7lGPDRd2iMlMFAbNNS5gaHzWgNS1B68W8Xon0WCND1zSRN2Q
Jl75VeODsu/gN1TXT/5WA8s+0blq6nweZcLu5xYtQ6xRS6/gnj9VVxpjVwrpml5W9gAQHi2LuNeb
emKL19EPtGZaQ81rqtBylCOGsPtg7PprkY5jc++1DfsEzS8QImZbW86fDOpA35AMqnexlKXZdkh1
Ob3dGkmq1zpD/e5duPazfgHGtqtu0lK25eMmm07no2pqTLSjtEbL/ohCWOhfRSNb55tp63T/ALWG
Sr7yEswJ79Gr6Tt+CAdRPm3odgf3W2Xm9WusWIOtTGmfvdEzZeuxr9NBXOEX0zaXpivT41ZG8ddV
KvW4EL5CtkB3oH4aSDV2f2KyXlY6ryaezjcxxCfCfKP+SKGqisce+UBmlSWoPYZpCxTsnKqrttyy
qIgGCIF9GNFKiZ71Bn23VwXasKYYeWrM9VKjJXZAJW/Vb1S/NZzkmvWKfYo0xgLuABccphw86n7z
B76F4OpGTAtmGzHfEuvgSwCIKZTBO9/U/TeeqmSBlgQfFzxP0qxcDgsHGXXOwhKMXYlGAAWbKSF5
ShbJURGOdHOvQpb2EPKax/VGJiRTdyCVS65HsYT0uosgSZV3ZlYCQWDs0msApJAaToSESYEpJFId
BjD9gkd42Obgpstk+3kNcCaPELlbeD5PGVBi3gK4DPgBOGNFKecYLrZA4veQLAOb7tIp0rxQXbxl
ReQRwKooS9cP6cr4g9eg6FFg8qLccoU/NQPmaPRpDvA/JKyBsYqOYjBjBoWEnZJ6Jn4gjjW4wuS1
aVZS5mXWrSZvhACGn3ahxx/CqDf8CrVPvd6IoIvvq6kMmutG9tkfGFlBO0gMQ8KPJIAK2FUPeUVQ
jdTQ28kTSFh5d2jbhjSfEkJ0jqn25jGQ4J9/ozGeGr8IYQJy04YgKTn40mueRh0nHe6jrpXHoWb8
JQJTAKYXeoLgkiLO1PLgz1VYb49rNHSKHKGhEtbY8oaRjwQ7Vwl+Z657cOzXW/NkSFVveW2GEowz
BnEDN1C08SG65rOmAe/v+jAA//0MqIdS/EqlZQ/wQ7J1NWahlgYQ/8O/Cmrg5Y6QHiK2YSYOfAe2
5AF4NriAODQwBksTvcmMB4T9zJY8RLPhQry2ni5gdsVv7Tj7v0Mo0lsrDCBPQ7syTsTRGyBFGSq0
psp0AewxaOPXNc7K913YMfxbwJ9YSjwouWbsAP2H7l+Vd//eCApze3oOGbV9OPU0HmW9N4ZT0gAF
Gq0JvcElzr9GuGkMkC1A0T1gJhkPud8b2oq1KFsjwALFEyNJArjXHmusWONHJIqWow9GlePU4N5S
pr2kN/DzryD9CncicsAs9ory6V+mza4lrkFDCjaGqEABp7rWmffvxmuAcgY+H604tMf+zvbsilyP
KWJP1eV6bMB5+m4Yo+B2IWNy4Rlv4Xb//pkd4A2SJmRBGP+3iimIbhMobNkCRa5qxuMkpZJFT6j9
9bKYd1K9V1OTZbsNaNOV1x7hwR8TbvDsoWl7PT2gPOn5131jvPTgT3TNnkTVZ/rD77/rabEXmwQx
6Q4zRM0OLgSrnFo8HDGw3itVHSHylRRx1keHuFP+VdZmiBApN0dB/q903b96e599UZ+8wn/7Qv//
8e29j4iff3u//bLTtFvv7/0/+e/7O0nw/gYAGBJJmK6Ak+GK+e/7m3r/wYwlKmH7INz+NEdR6J/3
eJj8B4MEwCrv2i+AF+z463/e40H4HxRZAPgD/AmVUTy4/s17/NQ5yQ4SAa8sGqinR8SvNiGBUKEF
5tPTg8oguLVs/+7J8L/FrRyeUjUbybC4T+pXPE8+gI3jwsPn3L6tB93UhpGssjouohiJhKkYybNq
o46r77/6w+NDMr9c2rmlRUrNmy7K7sMSAiI/HI5fVEDO7Tw8XRuDhjQVmtNi1uSPek+lPfTP3da2
rlixVKNkeG4XbRA9KyO/jMt8IVKe27YVIDm64dFmalokGyRI5MJiDCJhLMxt4/ZNpUeyRAFOCuuA
f+ZJe1uv3iV94jNbtzvCYRcnq24ZattDDeahOf6rD+fuX8XQ/3fGbX5O8Pcvs1QwOQe30GGr8XjE
48DN6DbsIgkGPAEnFhXZjMlYPXnpbVTP0+pmdXvuZeSC6hQtyCKu589MIz/uwgsh6JzNLf9slw1P
1W7vJ9RgDY2n/qGOLmEnz629//sP3qkGSEVswRgXXcdBNRGwOB+G6bvTSbQZEFk1GwbaF3xPv/kT
vM8PZd2/dVva8k6ckr0xizsLveqCqfS4jOzCpPNu1v9VM/53Ci3vRDGdjoFXxUUVgi1mCsX2hpd4
zuP6vdCzPmd0y0NFKEjlr2VcAC5zm3jkni9/OpnFBhiAyDvbFg+8tv5C74ZYf+n4JWLgM5u2kfFa
iz7maPkUWe0tt3UK6rbZv6RcfW5xK3TSteqZ8pgpdBgB5Vnf1P0livlzS1uBc1uW2Gt3v4+0LEQQ
3ElvudB8O7e05Zg+m0svIGlc9ISmdzwh419oIVUf3L7l/qs/uCaKVNrrUNUvArZ+xGz9E2B6hdvS
VtwMaD2vzCvXgnjBn2jSAVBM/As90nNGsTxTyLWJzczXYknB5hLrLsMQXtS7XbM2oUWTdrTnesQU
SEzfsiy+3sr+xc0olleSZtrAzgUZ1rILPixx9GfJ0kusdmeMYrcqVSRDPpezKco+vgeV3BNI5i7M
xZ1b2no91RtFebFc1mIuVZizqXpSS/ank0lsPeM1rDPdektUNOga7oi56zicv7itbfkl2uuip6Ux
uE8g4t4n2V+k3hxtYjnmOCxt1056LQZv+d6R8ZWHf7jtev8KPzhlHRl/y1AYKwa/fprb+cnj5BLm
9tyXtLzSr8IItbnBFL2c6nvw6M8vc9Bekqs6t7rll3RYSSC7zhRLmH5TcfQMbO+FiHluaStiDm3c
r3KZ1yKgK2SbhX/XMJG6JYX2QAnKsWXo69YUbF6u/TF4P6JY6fQx97fijx9TMpOSGbXHIiTBO+Bj
UNMUbqfbnltXLN76gfcIaMmMVmVcPogZtKBu+7aiZcUHRkHGuRZdKT81VN37dekWGWyODp5mXKX7
KZENUcdM4yGb7mSbbhu3/JKlHRsZTmKRch3ks4AeSlVpN9e04XhhE9Sp7HFQ0CS9BfHUJ1455hA2
4SrHjDNaVjjgMvJ0MUB57RAq6ZbK2mjlSsYNGDsmhLRu+uS1aFbMgKC6GdzyTHQrxBAluFLawXBo
KoAFvYRUnNviVsAEg6Ln9x2CGl279xMXn2ZJ3Y6hzcVQ7cQEwDOZIkQy+56Mpf5YqcHtuvKsiNmH
oYzSqV4LwZoXSJy93zC+5WQSz/JMU7XJCArEPc6D9mXV6fcodvuUdhM3agwFWQ3mX5MlvKuhVeqr
8MVt15ZbCjC7YXZNmmKMmzg3Xf0i5Oa4dnR6x3IZdwQDWTiBabkVavIPSrWXxIb3RX7xVLOL7cgE
AdHLJHKfIfmrMpMPCge0HNysYgXMZdKJ5GGJMxhg9JLy5kvfrO/c1rb8UgQ9yCc8WFz402Mo/SIe
S7f827O8EspOIONKKxzBjXw3S/Yt8i4pVPzS3KiuWvFStPGYiGhciyoB2wsDOi/vSfnewSRY3PJK
NDO6KcbroUibFaS4qKAkUl4g5Dm3ccstoUwbdKWP0IC5nP7KxHS5BXCAuDg9dm5lsok3DVXKcMQn
4WWAw88KrJVN6RIesLrlnImsSNhVPXRbAMb8rPwp+8LYsty6Wd1yz4oaDOGM0M/b2viDR6v3yeTi
Pti3lc1OITqmhseoKhNovYKqDahR4lRtw+KWb46D6r1hg1GCDgCMtTzWQ3Ph7bB/tZ/uFCxtuSYJ
Kk1Lr18Lby6LTnuFNy1fAbg6+uUlaZJzx9Fy0ahUclznditML678+O9Gt9tZtGHANGbZzAl2z4Ou
yUk3f1hQUXE6KzbNIAdxdNJhJqjYYfpFJDdA9mLy3W1xy0WlN6xUtsNWtOH0Wg3LH/2lSZgz1rbp
r1kCiTINtEERLupPNSXf8Za9BNc9t7blnAKI7KEymym8uv3cBuytJ7662cNyzBVtai/bGEJbNb0d
q+aj2C5hAs5t2vJM5UFqo4FyHOAtoz6YDNMI6+BUE8NojOWZ4bZLWy3wzK1cnwGZfvamS4QV5/Zt
eWYi+lQnHVmh9VnfYBL3eYw6t8sqtT2y7miKGyUo+okgw2IUCHrXfSdW2NQA4rBYwyehYnDnMe8l
W51S8J3G4jS7EtvkZ5AzXIt40x+RNN9R4FacDqCtW9kqjBhlXocPWSfPFadftjbxHde2IiYtUWdL
SooBb0xt5RFNhrwU0Qe3jVs+yTeomUlMyBdQprg3qfduy2aXwj3MbTsl6GxBV48TWIfdC+lHWQDP
c2kK+szxtknhqpb3UWeCtViBqQPZ+g3hl5gXzy1tOSWdUnCm11jab4JPZWSe06i+xAV9bm3LK0sB
+u4ghuuYoKwPmK99StL5o9untNxSA79Do3XF46Fcv6lu+5wS1R+d1rY5IJHGQfBWok6drfINhl10
vuLh47a25ZYKIH2Qe7YBIqW6api+ATnLhZtqj4e/SE9smimKicOtoxvSk0qFX0sN1Ozg3yS8zRO4
Pgb5Hd3oJzaVYVVkbFHpTEL1eQnmo5rYn27msTyUTYH0tg3H0cPDm5row0bTT25L76f0h/ps4o1m
TSKYB1Mu74ETPpA2c1zaCpucAoSapagWcm9+w2l2VE3vuLTln1VUriN4V/eCXrcc2rhCfal1KYuB
w8Hyz2FKxlHIaivKqgMDulrNbdOS9UK2vNv1V8fR8lDARTUQrQNuRNDwfa7Ah/xYs3K8cNjPrB5b
kdOsAGMlHA/Ohvrf+FRhHlnTL04nJbZ8NKrjpZv2TLmr63czYNX5MmRu95aNBDJgGjEUwpR7nVPk
SvYalJNN7rZxK3iOE6m8FhdikWiIoHf6wMPQLb7ZpHKhChgVDWyyKPawatpBo1S+uG3b8swFijPL
nAkktOq5Sfsv9ZR9dlvZckzE+5FBWWwrpqVJr+u5qe4ZnbYLNtkvpV+c8NjyzSBaIPvRwdxTKcb2
yIUyb1S8Te9HkQlxdPsTLCddoXWeADSNJkfvN7n2WsgklG6Xi80iNHm0Vv2C+jJ4Zq8rP70Kwksl
sjO2sdFAjQDycmsRQyGV0t7GcXnQINlIKGFu14uNCJrbAbNMa4VSbSufRUA+bGv6p5PJf8IDJdL4
kQB9UwiWxNsoBIUUKbm5dlvdctLZYxHvFGrMSozfszIeDgo6Lm43QGTFz2hRI2EZHiqe6DANtjUf
uFddOO67O/7iuP8klgSe+1Wt+0kss3eLGq6ZoU7tH/A0WI5qCG/aFZIvRUYI2F8E/bbQunR7U0S2
n1aBgnwdNl6LVRy4qa4gc+8EBsTOLf+cZrBD8xUFbFaFce4BVNOPmCN0OytWDBUkg1C6xFmBjJE+
jHWNGyAkbgfRRgRV4PvAeAMuxzjt77s1/ehjQMRp3zYiSHThgBRR4N5d/S9kIE/VGrgVbO2Zv3H0
p1ZT3FmLt95wkIzUg37rtmvLMxev6tca86O4DrtDn813WlavbktbfkmVDspSI9XCuK04YLK7gkiG
cOlagabbip+TDBcTomVdDEy+gW7B0xA73rI2EwZXIlZNA2v3tPrqI1EBjcw7N5NYXgkkXQo1Pey6
E+za4GNC78atdG1DgXzZYH45WUzhr0BDr/M9EA5uYcceHKFUGygG+fDIaLtio3yaq+zKySA2Eqhl
I+bO1mYrEhJibK8M73Wi3LZtM4ySoQUosoxX1JX1ATqNz6Non922nZy+q1g9+hgwgq8zAGchYbuJ
23Re3K5um9G7XUkydVmGqzsm192a3fTkEqnUmXD2N0/JD+/BvsNsEaYM0T2JTPcE3bbgVvXG7Sqx
ORoEeEX9CCDXYl6JyMd6FXnTtG7+bisp4gFBepGkSPN7/9EbmnvWDoXbx7Sc0gh0e/shRNoWmikH
fv6vpHF8ndjkkWkVUqhO4Qx2S/w0leM92AguxMm/IT+/yE1sKFDopYJOHcqGMZV8AwuMmtq8gVzn
HbgWxmcdKe8x2Uz6jvjrAfqpy6OfzttHEQXLfT9Ddgos1SAdu8L4VDRfG910jwtEjN6AsY7gqTN5
7BbFcfFuXTzSvnGytY0xypJFdptAr4cu7AEiCHc88y98xj2s/MIcNsYIHeSunzyYOiVj9TqQXUV7
7FNfYWq57S78yBkHshXeWyiTGd/fz0oSfowCdh+DhsDNNFYkDpimA5B6uqh89QoC6lsGFdgLZ+Xc
tneb/eD3q+iaToW1Lrbsa9fTd9Pm+I61YUaLj/40eHI7KLn4RbkuoISpHA1i5cfKDJh/8E1XJI18
6PoQFWzqlprYICMCJT7KDCrXC6H1MejLMpfJ4hYc/h4I/cHYIpngL+OGOf4ESnoRSxUkNxanAaJd
5ev0U5Zi4ZOcYJXeq+urjfGjl8pLpJz7WfuFD9lAo0AxUDXW+JoGCPT3Was/ptN6gPgvOMCGzK1x
agOOxoT1LaCXXbEtU+kVUC3InlAAHS7pHJ457DbqiK1Z2YxB32GIA6KVeqmhqwUygaOTm9rAozar
xkjGQ1eMTJYY8J6uoZPz4ra27abbimlLiZ17M7mWXnDVVP0fbkvvxvrhUG568UvILsDomcrbebwj
fef2OrFhRzWodfweEJUCbLGxAr9NFoncAFbrtnMrPLMBzOnYeASgYQLiF1SyDzUJQrcE1KYQ7ktO
p5oC0x2uy8egMrkAI53brWtjjza5NWpEZbXYvOHBF0Oag73e6XuCZeT0e668i9MmlZhUAqlboUU5
HpSJHRe3i8Ge3KVhmrgQMQSYpnJ7HOLW6Z0CiqbTjfMkMjpJYZRl2L6NurlNytTp4sXA+enSfYQR
aSgnYAqKkDFXy7jky7g6DRKCW8pyzqQO1VCOWL0MZAGGmrsyXJxKByDuPN14W7Jtl2yMMRSafhSU
PqTGaVAWu7aCqD8miYkY5k1FNo+54Nl3liBSu7gm2IhO911hms1PB+zbm/ltMiWPOnTzSyj4nS49
MH+UocTYZjgEpOirGmRudep0h4Mq7HTxSPUTBPc6Wozblt54ZfC8RKtyM4qNOZJbYADLqLB4173O
2v+4NdopIwKPw+m+dQ96j6UDiGxbypcehHs8c+t1gN/8dOmyhMIkpMRpQZu6hHJqdBXFyq2kB/qJ
08WjLaFBDfGYAjPEG2Td5IegpYPbx0wtv4w3LjllCQ4h957SxrvawKHhdL5Tyy8XBIc47jdaGJSx
bqdhioBMFYHbLWtzreNjejri2Lhh+hWV/Y/dQD+4bdxyTKHjNYhpgKUXULEk7XAoh0tEFfsf/3OO
mNqE22mqOrNGihZl292D2O4exJOO9rb8clnTqhqrBQPs4AsqQC31blKB7xSNUxt3xKVRs25hE7mR
+zLRY95FntOzFhQ6pwdceDGg6DM27qWbPHqouIM/32kOHGqflmsmJa+jrTRxsZr5QJPmCcSqTiUb
aFyc7nuaY1rzUscFWdoHBnJUmbgBmNPEcktBJKMbMMxFD++83i8U7q9u2LfURh5NXKlRRDBJvAyv
bPaug6F2KtHiGX9qEtpBOjkKl7jAeE4D1qiD0V3reAQtt0xmL5CLhk3SFUDduvJetai7T04+n1gR
ky1QiwDxUlwMRpk8lsrLh25yPOCWZ6Y+aCwNaLAK0Kw+Qnv5ZXFjIvAhMX9qcA8DeG1da1rUc3td
VeXbMr3EmXjmqrIlMEmZeBD/RX6S1F3S5NBkyDBu2oo7J4vb4CPOxTxV+xFfo+kqNp4qwHrmNKAI
s1iuaYgP7ZQVe4/IazA1UNQhs1vnMbWVAn0A6MtJ4cG9suiLAadjoevMDUOf2rLzcTp5S7YflRks
RS9lGdNrz+OdW7SntnsGsHNMwNDg++YpjNTj5tZAAVXt6Tn0DfAYcCJakGG+29blhk2dW95mg45G
SDiMYTXTAkrPjzrgBXBpjvawHBMKVLpM99oJZKPbmyAcy6vB9G7vEhtw1JpgCsZN0EIF/J7N1Ytc
lZtJbLwRlKKghTmVyO9j8iaUcs0ryceDk2PagCN/H3xkDVKUpNzK62zktyv48dwsbotf6TYxJOhg
8YYaCGq2pvy6liT75rZ1O2y2A65xyA2ieCWSQxyO9Vv03i6JA5+5EOP933+oAnWtbwT3YHW/WuMr
hnLfm1m28Ve3vVu+yWYdLTNwDKAMCIPDCCLkHDTDbnUDG3jEViMgCILFZcu+mcSfcwhfOp4XK3R2
AfpUJceTLWgXky+ebDBWGF96te2f7hcJs404MhGBUKHAhVhHoXjcyopj2LcOQ50bqju3TM7GHvVd
1ONvwMSpZOJJ9EM+eaNT6y21UUe0ggSoGvZbYIj9Qz1wfVjournl/DbwKAha1H47HEklkB5KMIke
wFQbXTkdSZuHqIPMJIYCKJL+Ib4rJ/pimuSz29KWp0LxLVmHGGYJoW72JGjdvU7gwH52W93y1Apj
VhnYW7F6Gn/WzXbdNaNTvTa1cUcVUUhaGtCETQMUk1QZIFsEM7lbjmsDjxLTQasrhFkwPGsObJJz
vtDN0eaWow6t0pPBTHgxszk+doEBBDbdhFu4i6xYSiAil5QE5RVRxQ/IY25o7IYjA+v06cWrlpIs
ocLG472q4gs5orPvu3UlwWt6uvpi+DBmHWqqFJoWZbQFOWYN/53Izj8EUCBNtZ6fkdqYbDgS0YxH
/MgC/4tq3fpwEBE43XhlqNiowZucrfreBzcbWy8NLp4JdbYKgCDx/M9Ryeoro8O/PK3fO/mmjT1S
JuOEQYmjkJTVV4kovzVpdUm//Ny+rSDa87DTsQpxUqbtNoNwde5H7V+/3/iZSGRzuYMCuq4BaQaH
khHitdsa9oDoVF614OJ2C6U2DMkEeO6nDWwzRhieD2Qy3WXDNLhljTYSKc0MLZvGg+Vn9iRB+2Zo
6pZf2Egk0csgJBuWhqI85t7Sr1WtnUCkoO0/PeV+AhhcmcAm8eg9ahT6EtZJN3vbnEQeZGuaOUFX
goyrvFvMll7FsnHiP/FTG4oEaaRQgCA0LhRJXw0UX3JIzzgR/GBxK4A2PK5jjO6goaJWSMQHwL7i
LTO6HRUbjZRVLKqD/WrJyvALl8uAEcagd1zcctIlEmlbTlhc7NroU3ifykvQsjM+GljP0K6cOQc1
K2iMJWTzwM4fjN9MQ0CcHELWw/FSt3FJq2E9C0b8ysKr6mFoiD5ERjkRxODLWoG0bauhrwIcShOu
6wEc38uRB/GFTPeMgWwIUZsk0qsHXJAL0c37VXxLoOKlRhpdWP/MBWzjiFTSoSzP9s3z+Zl2/S0E
Bd3SFxs9BPleUnO91xY7yH+3fXBbpdnolnjZXEUD99k6+Twupq55zNrtRoSpW03UtzwVIO+6MxT7
LpsqBKhq6nPUAd1KizaCqG8BdVwb1HIZAGtF3Xh3DdncQFXQUT69eiu/n6alxcec2/Zx8ps3VGVu
o54YQT1d2wsiTVqwmxdNVj7RiN8kTkRzPljqT1fe1Lh5UG/DpZ5G7+cYmr9NIh2PieWbgc/TMYpQ
JjaiS/Jq7j+adXZM/m38kCHDgFF9mAT6G89iErdZ2zkWLW3YUByRrl8JNj5CiIMN9TNppdv5thFD
vh+BmmPBbZg0wY6NhVYlaATdIrQNGAoj1nANLvUiTUE6RT0CFvdxc/uaP6kPid6krMFJGZh4p+v5
TSf8D79PFs/cg97+7z/UivByhszpAL8EGOH96nljUWFE6Pj7xc9c4jZmCNLigCMAsIIicfCRQWcZ
s3DX9bC5xWfPck2gs4UeoJ4Dnb1pBedCM0FkYZFuqaKNGZp6iG+zCV90UiY6ap4BsCWC2q3cYqOG
CPUa6e2mgYTYe4j93VLPrWHxkyIzacallwwuJCUUJyoRv+U6S52OYmIzFmUcCXS54PWse3VXNep1
E27gtcTGDBEDzLKEKkMxQ9swh6ZSdzCJdnL+xEYNNZFWgz8gl+sWcuyn9n5tQqdPmdiQIUpavOag
9VCELTQkw7GShypev//ehX7tn4kNGlIVSyDjin0HmXzk/acmCp/dVraCpoRy01btb7i0nI5JG+86
NosbIj6xMUNeGpIEWtdR0fnksW5eTdS9uG3bipq4Yz0KZQ2snNGv1ZB8X7bkq9vSVtDUvoog64yl
MZyW5aGcdKHdKMp86MScXrQqDeeQt9Geiyfv0YW6GsvBbVIvsRFDs9ZUtGOAi1A3HrA9MsgBwHcC
sCQ2ZkhkWhs6wyo89g5RM71pZup0gSc2YmgKyoEHqx8VG92AzZ6GdyPk9Jw+pg0Y8oQYwjSEvcsJ
coxdF+Zr2NZO0T6xIUNROkuIce6RR/bDu0qG6iVdJ+a6vOWaREt/Yh3sUtXhoZTBY525FeIhxnt6
DAfN59oH9gH3ydr6OYGkwX26ADboFh9s3NCYEVDBQem+WLflKRrFMROp2z1r8xX5Q7TJNBzQkptJ
m7eb+CbC9dXptNiwoS3O0E+FNFBRB+JJe9S7T/2Wuh1FGzeke9/LPIONzzR5mkj6DPLxwm3fVtkW
2nGBN8wANutJasif8X6+rRJTXRo/OhN+bOhQTKG3ThmgX8moX1VQC3Sga8ezYoOHNgrodC2ARjQs
LfoQwliLG21bYkOHQPxKmqhHb7jrdXAH1S/v4Ef1esH9f53XItqcOtFEqJyWbgBOMBDRIau68DsP
yrbMs0kIxy9rOaqYBxA6QRMELABLmvfJkmuStBf+gHOf1Qqinlg3vDWBgvBUHz22BJzEGDhxG/dM
bNmoNl3BMzLDPCif3a8y/Jr1deO2cxtHBIm9qixHdED7eEgPnkxvh6rVRydvspFEHvqfdaaQ3K4j
PWrBqkMkqXa7GW0cUQw5jVR4+4SDhHxuXo0l5pFmvrjdjjaSqB5HXfdBD8mHubzyeP28bW6jPFCT
Oj3u0FwjC9h00Epkqcx5CcV3trrxq+KFfLq4rBX3cekCkJOt0yFV23gc09L1i1qeSo1n9JJACIMm
/JAN2RtIvjsa3HJQv0d5WEof5TKqeI6D+ecyOR4Vyz3rfpGSL4CH1FXW55uqZKE4cWuAIl8+tfjK
aZ8ZoC0LES0iD73ynkAp1m3rNpioUTJZue/RogHR9FPU8LkYKB/cvN/GE/nBOIex8bF6MA25V+qn
th/eOzm/DSfaGlN1YFKmQMmt5i7ZpjQvTXlJ3PrMjWvjifpYhNDS3FP04VtQZZ9U6qQ9sisjnn7O
3jSU9/2OSl7ZF0XFiNKZcCOjSmwoEd6edb+1CjUzvgEom5Tr8ADx6+yDm80t98w6UssB/SGMBwLM
4k3xDbg7OsejGJwapqPQd2tYv7cQwmsQlhbzxQnKc1/TclDWpY1C1wyP0Dlmj1s9fU1DJt1eRTaS
aEJyIf0ZuWg496Tw2vmvsZ02J/RD8hOCSI98YoNEkWXOygLC0VBWnjI3PhrIl5+aXPZGDlmK1Zt6
PMoqWvO/BXadDstPGKJJtCv+h9LT5k955YefQ6Gd0DJAUZ5uvG1nmdEZD7pu8u5lH3xJuXS0uOWf
PiSBsnivI/qMvd2XpvFy5WYRK3ZmPGu8qcdNPpnsmHbVI48uycmeOeE2fEiF0GOOlxRPc6ang0Eq
lCmvd7vGbfRQO9Zzv/WYs2lk9ZY1/eNy6R23G/VnFF5icxZxPmZ0qzZk5mXoFZCni7/OI9SZ800s
2Yub1e342TKPEDyxCkAebtkYyrxEHdRpbRtBRLyl7mQt8EWFnN4pufnXgEM1x9+vvrvhL6xjI4ia
uo9D1uBxrpipHppuYC/xoAGwxKAFUXmmguRBwah/mY6GjsUpG1k0QYy96jXH03qsH7a9BsPAzXbh
jt+rZ7/6iyy/HWgIjbYSYRXDw95LPcR1UFRZOmAm1IBNrugXExPI3m9je2AsiUB4GJLR7SDY4KN2
rbOxTEkItmCeHCCy+tpPcXjhW0Vn/rL9339ozHglRop1jW/VBfRjO0xQ4/aZG/VzYpMfhfOgooyz
sDCQZM+3JAqOKpsTN/e2AUhorJNyXXGI48p7E3VbcEPXPnJqyyQ29AjszIZlE7ber8Ot7oD3ZL5b
4LVxR8Y0UUP8au/4oMCE47q8A174/3D2bc2R4lq6f2Wi39kjIQTSxPQ8AJlO3y/lcrnqhaiLC5AA
CYS4/frzZc0+M11ZvcvnOKLDHS7bQCJpaWmt79K8IojwLxbfKfQohg2vtMrBNB7Ehm5XCyreE23Q
8p3GGpac2DJJv0+6ZkXfw7dieNvWdopLIs4s8IpECUf6iMMsJArkVUE7R942UX/BJqEfCSMPrIJY
TTbtLJ3TgOq3xcNTaNIm3UiSAubTzLbh4xR5dVtPg1Jvm6mn4CRWk1IHNSZTEleZK8WWOkvf2Co7
xSaFdgznssSLaeZZ5WvFLmxZvbGacKqUFMeBbMSKi1Op+j0J2s/jtr4NN5ScopNwxgqGKTgGtkoU
Z0335Jjp3pYOnWKSJsBKbLViOyikuze6bW+pJvRNGLzkFJLkjsG9LhvYmJIJuWcsPh15OL/fPP9F
anGKSFoMXRtNJPB9Ve+/wIhIkRSJec/y0Tbru9/f5F9E/VNYktO20jB7j3Y6WJ6QQI8p7ejbDrin
uCTiQCNaJ4RlEg86a2sAk7uGv3G2nwKTYtJKszgEz5izMjXQvdwPYateefn/6r0cB+Uvu+HC2joe
YWGFzGX+Ehb6Cirpr8QvSn8M4d9kEafgpFKKjZQTCtFghojiqnSxG9NaqDBI/ejLJK2HNn6oS6+r
jMaGm0Nn2GLsWTiNftpSu25QVgVcRa0U/7YAa68iWp3XPlm/r3WXyBSYVp2XpfTnkxnDdV/xQI+5
XTtgRFcYj3uIX3uIePE56KB84uskLWLbPplNxWIn53ppc7VNhc5C3xVf+LTaLq+1nt8vxOryGqCw
xKeF6Ks+W9fJP8zrtCXfQ90WFWR9lB4uOtPOtyvM1qIbVWkRX0FiaCuvNg6p/EsddFUJc9Ft6J7Q
E0rmy3VWxrTpTPlYbKkYBrvAnprApi1ZxhZifrDlEcsehsebBmrRUMC6WFOMB5hn6vrMzChLfHBr
uMozeJY3YTa4oSjfw12vv2sN0vHbTfCmSTWLu/pCkkiRm04NlGXSosZ4FZiqne/40HcLSyuIlXBM
K2okSlUNPDTbrNENm678IJf600xDas/LVceegtoTD/V9wOB9clWFm4cWDvUkMfc+8qVFM40CPJuG
fp7o/eBJ586RZ5UibRcjHHxYmnXbw/MTVsg5H4rG7aKqNPzT2AVzn6SD8mGz5o4kTgjoUGs3Q4fe
t1p+nW1f0O/Qvx/6R5YAj3JlGz53t0GUBPJymAPZ3nqxTRgAMcFoPYWX7tTxDCTqdTs+JJorbZYA
a149Tspzc1sqLlSURT2MkGzajtSMV1B4j8WTDge0A7zTW1EdFMFbBnK/Lvei2gpj0xjYm4fSczrf
jm2Lo2HSVZPK5nbu3Ddp5mLwu7HvoLjOht5dAn8qRoach4uYgIS6TO+6QqHaC+mchj42RcXC3JpS
5IOzROXB1lKMOo8IvNO6yFQZ2Wa1oWjejjd9EvY35VRHEKorW/mxiIQtL2KRDMi/XVEOGz5QoBpk
5H1ksli0x5djzwzeAs0ZnQeXj5rXH8hmjDtjsg0uUCcaAhTPqpbs1sFGd7Rv6fkoJtZnXWtUmNK1
9cnesFKLVEYw+U1F38C5UEa8MOk0NagYNhDd/9jW3bymohQlTdsAXQTtyHAmYF2whzBW8hGEXHTS
7LCZrKvGusmjYh7WlIrWng12Zs/zEK88ddxaDfhoLeYcDrSlP7M8Yt/qcQrgT6nid8kgjYFXr9qK
nCdRaQ6mt6idT8NWpmTi8pGt3OWdjOdl7yBCUd0spQz2AfT2u3Na9e5j39PyovZV9TnUFE+lNUTY
smaOZ3Y+yqI2DzaAsVJWUSid5FvT9jKltpXDfb8Kfd8YsJfTYS7o3VJoUeVOESLyuBEKflqtOTdy
s/eFDZBCrzwopnzs3EPj+viwJvA9yheWzMM+aLvV7seBrvMOOQ3XKQQQ/MtQdoxck0qbKgUuoFeX
ZevR2TCg7cznndImG4qg6Q5sKzq3o4at7hpYzfNOzMML3Uq8nbZUuQumskSc6dm5NnR86qoIv446
cj9mCtX7+wocaZGGZOV3y9Qn+gKuOBwd2lI5vmfRIt7pnmp/GTkLgkZl7Kz33m91cGUa5d0BLiDL
ZdfAxDYVFlo52VSycL4LmYJyG+u3Zt8O67LAj5es23vbieUsQeX6qo4q1eWUgfbJIxw1r+QWNyRb
4tWAw2a0u2riOe6+D3PTJfuS+2RJpRZDmAamq5f7XlaoUJdsa/E1Ao8UfRktKHzKeaHzte0m4DQW
WW8PhlczyyHuCr4T8cP2EHGEDAj/S6s/ejlCdhk+ZRPL666arwtgLtF2FOPS7OY1ZGsmagj0pNrH
2p/VTQPH0ZSzqUkZ+LeXlFVsP7VqeJIrHObmdRDDodfAWV4M67oOd3Pb2QKdAEAv43trVuWvsRcV
/NqNcn2/SkvrfbCBDnumRAAmfKZ7BrMqWIfE38skdmD1SsIKkLRqLS8aD8m08w6aqVqnquyZzf0I
baLrcaplDbMeStQlZlR/XYm6Btl4bkv0xGCgslv7is733dG76pZxZVjmtaWfogR6YCiytCXkyo9q
Fu+FTfqquWQlFClyiPuRooYWwkjzOhJkN5ryu7LB+IQy6paDIoCJXknZZ0EChTEkbVFy36CT8CF2
Zvoqt2bpU6p8IrNCFvzc1sxCz31eriNH/EOtIhFnZoBQm9WKXbppmro0mk17iXN0mY0gN2XUNuQ8
cp28XMw2knwGHR9OCPgl9dG6yn6KwKq808ZWi0qjwsYmjwzm/QNgOy46DGwjXbokjlR71WipMjU3
E8/70McfaSFj1DuDcdkyrOooSE3oe/qEReWLfJE66K/KZqsgbKY2s9euqKMzgF+UTTH13GUTOahr
k42q84rB1jULhIc3OQTRkoOp1DZmEAgYqoPQMrmGt1fvU1MHzXLGK1VHF6yeqPXZsAzrOKcDWR27
tbpKomzuYCOTS92U900Pj/LcOlI/luHgmpQUMxszp5ox7TxMmtIhjvV8EyiZ+Kx2Up+brmnbyyVJ
tuZsTHTgHsKQbj4DSAJNGFYiBSnFWrO9EDYwh1qpBOdxH7Up1Fe+tXTquv3AuXK55CW90ItR9ZmA
q0i/MzOp8yYWLmPRhHTKaW4+TPCcndLRYQ9IV9p8bMQgL2vwdFMofN4p3cNetGYqRKQHsUHn1UKF
24fIONIFi7FI2UqxSU9EqJulqdq0JnomcGieDqMuw30y0yRlhrIUdzL5IIvbxdfPq4WZK1s4Oyz1
JHA2tjE6kWzEPuYjBV3UYAFa+H4kvuUXha94mU2Ldf563IZiymJXwubG9lUQ75ntQforQbwKfYok
ppzPKemSPmvGVul0CbdF762Ix/6GTZX32Ti2rDyYTUPpdalllVyMCfKRtO/t5L+vYcNlGm0NDNem
xjVz7opZNHnflyHJaorcAarYCxk+iKoIXN5TUfjclLBPxAMt7hHVC1tnGySBrwZovU0Hxovp2+wF
VENMVJA6mzVm02Wc9PIGdbKtOAs4kquzxji+PsphaDjmcjiTrCvHtb3rq4k9W25DrJE1MMhQZBH0
mYCwZotuZWjq3DkIb52xANzwPSsgWn8Oh75G5kyQsnwowUghN63kW5IiHSgPbUeDEG+gDccbMFiK
Nq/muZCZbST94JNg0aiI1LHuDoGH92Ha1chbM8nrlt006BtXma4d2BDT4vTtFI5oTlURqPVpvAFA
deCy0s1lXwn6iIrplGSIm91ZElJxq5aVjLmKbe0eNjrMD3hu8oWJAlJ1BlT0+pxs0JFPIb0ppq/b
tIpwB49lVE+WdpzXXCW1S55A+YyHQ4zR10k2JFSWX3w7wq9yq9E7S8ulk49cmEVBqraKyS6AVWmd
rcFIun3ZQTM098Po10so//ghi8ou7PPGQ18sQ9JPruqyWyZkv67pLluoD32AfoUgqbEeioC9HRfI
PSZ2+SzDbqEVWv/z3B3chAB9cM3YmZ0bNDhLeNZJwvVb8QqQNWy9O8/6oLlFHNfLO+PB/Ljc1iqo
03BZdXu+LFyG+ZDASScvYC4vcjqGUZRtNO6jQz2HAvFmCisIKY/jOh7oFkNyclbwpH3CmDN+CX/n
dnixHbbQMx5HW/9ZhyB9ZCym5XK38mql92wKfLWDeEsh8k6Rdh9HCX02IR1vKoa9Pw9p7zlOC+0I
VDoD1TNvor7YctkZ7w/WLYrlIlJdcC4rYKDukYgyn8H+sB7ei3az9lpDgwsZ19QtOJBW47AnuPJN
V2xIMNu2Ys17FfLWX6mOJ/I5gAO9eZ7ClsS3dBlncVjBxH2cGGcW86yxt2YaeH0Y4LrCc6TVVGc9
VNi73eJlF2aApBP5whgQXyat6TYDjLX64CpI4mK8iCyK0dnW9I3FirFmS3vFJXCVCYBQyQVmvcT7
h6xKcFuTogju4NaDdEAVAVYQBltVcQOSC8Zpz1ayzihoQ5IqpfHoCVDk0fAYjU2MSQc272I+WuPV
/FVCGrD4OuqCbt/khJnrvochFio5Oug1A46oUsRF5puQ+HRNzMJ2rj8ad9W1nC+9doPKmwW7V6qH
Eofbsh7rz1Ebx88LbJWOtVJbkhgm3glWAGr3c7n3LfbMNWcB/l9Aml37ebksork36x2F72C1ZnJi
erI5YkHVYVC9gFCFwqHJ5KFyOL2M1RpCLA2dIbmD+KrTOav16jKo04ckBT6itIgKC7QbJhy2nyYN
KjBKgyCMtUmOtJFAgjtOCkA0UzE1a/RMQ8USZBqGBllUNXV5O9GZlS8Is32XzxJzaV/5PhHngk8W
GvhcLoP8KKshdA++QoXgoTOJbTLH467EKaP0sHdtGIJfgjha7DilZS0BuxnZdo1hjevLDR4a78Iu
rtUZndjU3waO0TCfEGHUhTH9/A62lPDRtJ2vontb6wnZKWoF5MVzFtFdQkD4OgBqMm3ZgJR7eudW
R6aUb23bXKxuLqazylGG5sMWfgfeYibpbMrlMwG0+53wpQdIP7BugN6kZ13eGB/Zy2Se65euWwtn
UxdC8QkpvNGYhRTGc3o/NyRR+JQCCuzO3rRWmAMWoX+uSFOIlE1eHMJ4E98VSXBcjUmT8GxFCdvt
mK6T5nrEqFiV6t6jdpiuY2uadFMzw0j4jd/BkxhUpHWLlpRgePPZjdGUh7wP72I5ht0lQxOFIffB
9paWTccHwOoaH0IQ1mHTgx+hZPuwh9LlTtqQ6a8LLTu/g9qji2A6V1GJtYUEO7N2QLV7DAgg/wtv
+G0oYTp2x+E2YjKG4mCXbTgkN3m9ja663JaaO8S3pmIpIKyg7tY4f47nDLLa16v3pUrhUDSLKxet
A85QgWG1S+H1GX/gjRPf2BKQ8SOhzi23VQJ+1B6lNkh9hoYX+AhLx+HPBMxQlcWwB7/HJXp+NYlA
jIhDlHq8cmh7QeW17ZU+kHhuYWPthYlZBkUB+kQJKk/pAgGAd5omqMrAaKPASXOJjTjHfgOSVwQI
yznqnSaG3ZRmEvUcEOMzEvRDjQYuwhzkN6YFx4DYkijvCwN0kW/LvrgcaLfBH5omRZjhiCce5qqX
SUrkLLrMClc/x5CqOh9NMYRZGbbifeEFMKy9ldVjX/bxB+0TzTNKdP0ZpJztnYB4Px5yxoaOk08k
06li8i6eivpTQnxD82DW3Tlust6xlQU7BFZ9r0s1hkiWlrnNfCHcGS+XkZy3agWuNRKYGpnVHDYS
ahLc7TekAeUeEse2xD7n4WQ0FwiZF8Ewm+pdeYRjfrLaIs0JUR+PvoMsWVbvWoCeUTin2KVQr4FK
ZlYXKLTdaDk2V27lZKd8AHGVGq+j3w2D0uIBUqVkzpIgRNQtsGt1PkdTkxf54JHc95hgAUUpLWiG
lC+oImXbUrWQAkZ1JOUwa9fS3IQ8Wd/PofaHshFkvRxL0w1f3UIKbBbtOJYXwepacNOIqJmcUgWi
w91CGGsyqfu2T6OEBcEd69fqemSVIFk52uR8E0tQnLtugSqz0UVZv29LeJrdFaKOQuSodFoyX5fl
PUlCuPlI59sb7iYGW4imMOv1gkP1Oevn/nItwshnODtB+4UX2EhHHMn0XRdF4gttm6bOdYLMJDW8
lu8YPB8v0KC0EBfy04Asc6qXJ9RoOmTQAeiHONooM14GQxKjXTbM6wdi5vm8CIaNpY0s1I2dTPu9
oUnSd6hDUESLYm229rKdcOC7nAYhVeo36pds1QvO+bxrAkj2cIzZmVDN5KoU4iZ18S7hpRWXgQrq
i8bqZs6GSC/BRVh4b/E2k/EF1m66TLkfqySlW7T2ZxGkfz56sSxThjyuuK3DObyKCnnvfQVIH2TI
xJIjbG7XjtU2vGrQenwBvTm5Bz1fflwFDhcXXUWb4jDQhvAzEsWrP4P5xjCmYz/XDxyksftoLKo+
HYpk/QgyWfIcdnN3oUfW7Ug37dcKtRbefZ0ZlkQaOTc/E1Q6U2AWkK2hh4rIachNifPlLUP9Gz5M
Do3b3YT06ami23LeY++8B7PBBedtvKBE2sTFfB/JcLuYXMLrdC1kc1Has692m9NxhWvWEpE5T85G
CcJ/Fh8rwRVV5buwKatnKjC5alF3QJRE3J/B0Q9kqQGgMpuNrcZQKJjD3KxlE97E5bZ+LlDke9/y
wt2uVo70IDv6JMmarvPwnZfT49Y0FIXlsSwvFN+gRCUAtLvkfVWdY2CC1DpYXwDdMLdrPrphblO8
fv6+CLZlymMkz0Pmg6YGggM1tu9sg+wXVgNDDRr+evJB4tB8W0svbgOmWoddZy1dSjFtsU7d2twr
Mi/TfrMs0ruqXlF3nUjUf4S3BgmxczOG6nwb3FMZjOeUkRGGG8XcfY34tr6IdbIEBciV99gSWvG9
gz7Vt4hPCn8a95POCsTdAnUPlOZRiazCd2GJAjWIT7P/2IddG6Zzx0Axb4ZhLHIjEzWkYcmLBcnh
ulz5ZalVxlGffwQ2gS3QRwm6EodSN39CidB2+ynuxQsWVniI4+2mC1h7IxXV12wbJp3GlvnbPpbl
NcJ18kW3sIh+pRf+r9o57Od2DtR2R2d5DbByMoXnYBSuGWPybeokySlluyEobYS6Qx8fUzyYkG41
YfDxbQ26E+RfWdu6nxTaXCinHNSEcETD+W0GHsmp6wPMQVggoOS9mxaawQj0xpTR2zgop5zthIL+
aNjxuTcCnkKNgsVWuLep5SWnrO0xciYxDWDWzcbmVAAkStfibT3dU9q22QiClgJtOxjdI6y1bk2C
g+SbRvOUtd1uXYwCRXtkKugAsqRiVxf+Nezsj/bh37QVT2nbWz2Oqp4iEHFb1EcOviRzkgayCqKz
FvWWuw71iDU1Es38TFR18j6AmMmUUw5R7rRvdeVzDz2G4983bbifbRG+TU47OaV991NUGwfT4N2y
HCOVhXN4vfngbdD4U943ZWatCiRsO2htUnGoY7JdhA7T7224x1PiN9DqCq0VQCrnOX4gxVUo1fPb
JsTJ8l5XhaJetQF1Fbl0K+O7IA7fFvNOGd9oY4Lw0SEqlWXxxc7tRzqI14B9fx9P41OfCN8lTcEq
XJuXxQcntkwlb7Pgi08J37WrG64WLJEq6D7xFh3TcnoTszQ+JXwz7OQMygAQNOvg5MDnmKHd/vKW
gYxP+d5s7CuJ+gNI2W34sqGVJ3u6vClqALj18+6FJiUIMf2RnpkEX2ASN+a0bKI3gdAgAfTzxXGG
XlrGQdCE+o3KFUo1T2jW9m/aBmJ5svGyaEWp2h0noafFFUVRzLLtrRcPf370CvnC3GoDMKZ3N/Gq
stC6N8nHxKdGEdCKRIsnBnkqGpcnFLHhoF59eNtMOYHzihFd2QBsnl0xrOyu1lWUzlvp3xRQ4lPa
NxrwsdyqCiz7AE3DuQ/OE1W9TYEpPuV985kQGRML4S6GLgC6ZNgvUMF503s55X1P5VIkG+S7AL2T
T1OP7idKwW+89glst12gzI+eCvb0ITw0id81HX3T3hOf8r6neOuLROCx0TXYz536JLX5/LY3crI0
B8hnxvworJcwv2Uz0+uhdm7L33b1k6UpVkBYygLyjspLB8PwIacwpXhlx0ywBH9NReJT2jdHxRCS
veDCNLPHKaVkBYxUB7IA4MMsEAgooCptD21Ml39aaP371+U/yhdz999Xd//1n/j+q7GoTsGb6eTb
/3o0Lf77z+Pf/M/v/PwX/3X2Ym4+ty/u9Jd++htc95/3zT+Pn3/6BkbBQMneA3awPrw4uCD+uD6e
8Pib/68//LeXH1d5XO3Ln398Nb4bj1cra9P98c8fnX/78w96lLP4979e/58/PH6AP/+4+9x9bjGl
/vta//MHL5/d+OcfQZL8gyYshGI6g3oKZAKRYswvP34k2D9IJBPCOeEM2f8x9neAdld//iH/geYE
0DREhhFGLz6C95xBQeHPP3A9mYTwhooYtiISQ4zg/z7aT4Pzv4P1b51v7wxO2e7PP37gL/93hnCO
2ApC8/FLLEMWnyowHxsVLpI4g/TgMu8hx0LfhQl00rcNDd5QLOFN0E7j+bQBeJAVXYhTso3ja04a
dcUCovPQo1SqRiBvSBLxM1Seegdo1RjkEnCnsxjTMAfYRQDntHSvgMJ/MBhOnh4SXUkUhRBcOT7/
z1sQbQIuZSGBuQ1icddWRX0pZRuqrIWTNdAt/KNBByBFnoczRKK76gLgO5y/LeVoRUY1B8ShwsGY
1PtN4SUskQcGCrWJC9dZYCdi/wn+sg88jPtnZNXACdWd/ASAMsmpYgrGiIuSWb+sy1kPdtJlhRwn
L7ZxzMEVAIG2q8wNmdr6YEzg9sgfpr32Itz36F5fDm27vJJFiJ/W+3E0Q4aJFJMIOkDhL9KrfCCt
8Y1mOzG0y2ODZqRPN99D5x29hxTddf3cE1S3Uz9MX/4y6f85s/46k37ol/08FjGFGEuIp4jjRJ4e
CrsGgA3hHd35GV82JeX7sdnW3Ih62Vtb7JtkaHIg59BBmKYn9GL1xUrt198/xs8R7/gGMJ3heQKt
D7wBekp1MJWFMsIixt08oUkQwOIsJXPzPUjEUxS2EF+thtdOk8f87+cPDtP1CIjFENsB4adA2wm2
zx60rBH4D/Suwlg8t2CpOtG9dqNfRxc3ikMIp3BOUR85smL+gort7FR2fIvHXaQgrplufDNnheHj
vuvDKF+SQaduEOGFmhR/ZXv9UYs4/ZASwSAEyC+M2WlBocDIltb6EWLeI3BcFn6GAsozuXBlsoOj
7KPtiiJdGtC56fYEMOFrRZK/+/ASn59JiGPHv7xlF5QxVK6GcYcWyDMpzOelj58VgyFKP4/ZPNJ9
18WPv59Mxx3+5ENLSRCzYxYlCT+d0pB3nknn6xEqUo6f1zW8DGIt7Pvf3+XX+SPgdY5AHAouKWLw
z8PqF5RqgRkedomuq3yVUYeANbq009FrRM2/GUbcK46ws8SRRIvjJPsFzGnWveMDhjG6RIfyfU/5
S1B1KqsJsSgQD7uewA8Cras8HN0rOfePpfDzCxXoB4P6gu0Ne+EpodtFm0gww4bdyMJvgzZXZBnQ
wRk/sdIfYFK6NxYS1/US56pK3pFAfpqVXDO+hWg+LvysL8Fd9ULXmX5N8f1vRuGnRztZXKNrq6ko
8WgJlxdhJ+9kNH7B0LwSof8mTOIVJCQkIUN4Qrz8ebTRURcLZFSHnYqWd/C4PxOGPTVsGNDR9DsX
qH1Fqmsxg5AX6hKshkX8/2H2jzESj4AADRFKpCXhqalQrVCoAkoDk0D0BqACK/PZstdkdI977y9j
LZFWEEpD4MRP9mZiVNPOZMJdVPK+XJPHsTmCPYHiQnf39yvo16AvsPdLEeGzofF1GvRVBP3Pnvth
xzY7HLYyea7Nim4pOuFnEx85wP3Aef3+nn/38dgxs6OcxRE9LUrJgdJ4UW7YRdY/llKigF4NX8Yo
uUBv8tvv7/V3yzZkSZyA7487RacSK30A/FGxDsOuWVWTt0G/ZIABtVm5miWrrJrP7FhP6TyKZ1PO
Gelt+JZ5C1QVPi18bCDodrI+/FwEBGSeAfoO0bXEFn95rIzvQRbIoTX6smJYrihVdb7U5gx56wOI
W8Er7/xvF0/0I/4T7ANQwvt58QCYAX3dqht2fDHPQMY84BR1vdLx0VL7hNTuDnsXgDD8e1RB0W15
7ST4g49zOqfRoESQQo4FANlJ+ASqFigzVw4QipvWnZqCK6mJOdOFqnYj7/YucrtJ13oPzY0gXUBc
DNKK8SoP4Hc5jixKu5VmOkpUWvSBPkBwgeSD6V4j5/06OaUgAHQgI8FD0l8omZCWrTZOKDau6H3t
mbgAS/YsEeucblMwZ7+fnr+GTmwlRxU+CSZ9Qk8tFtwcxoBdNXQn0Qr+pnX9jjPDvk/Ba+ntD/Li
z+8fixw3g+YfD2GbfBJTlEJjd9ER2VHILAeNfd5AEsrWzt0tJfLKukBvphzWbg8FooulDGXOJZkP
FsAMT9AS7hIG+Fq1ACGmk09jLADmnKMyteiuHUaOZIJW1f0AaFsaNa1IebgMuT0aTjMfZQlZvpbj
a14Gp2OVEGwF2PyR0xwz99NoPPuuim3VA0SHAxSsJFpxv4B/AthrVOT13L0Wl0+Tmv++H1STcfLE
QfK0FwDGhpoI6A67Adn5pVGE37uyiPPfz4nTkHy8S0SpEKDIhcec9eeV2kQ1bWvSbruwABZks9UX
YGI+jZG9coDCynFrX7nhaX6IG0LeL4xBESYMB5DjA/0lOV7sXAlO9boLy6R8tlD+3wGC9Tkc6Ffa
6CFtJ+gvKRO9VoP/wXT765w83hg5MTsmieirnopgcCVGBRDBsmv6bkgtdqHQsMcCGOdUz45dhJPd
Ka7ei+17FYt3HalvYaZwVSAD2kz7HAJMlk6yes2O8HRR4rFwUECMSkDKieJTe7IFEFvXYS3sZO8E
YJdldG6LUoJttb4mGnHS8eIc9xKc/DgASSBdkpOcRq+BB4cayJSRl002oIwIopTNoyTcAK/r9G5L
QpLHG/3M52K/AniW4eQH7JyJ9pgewBnM9Zffz7+/mQ6Ch8nxcQTyrFNmpYdcE+6ll51y8Qj0VNOC
+gGndJ5sn0GheFa+rAE/bKr97+/7y1adEIpNEidBjhB8PDT8PA9Rs0E8X9QMUTH9vYk3IEVk0uo2
lwtgYKFQ29XceXMZQ3NjP4Gol6D314+vZAw/dLR+npVIFKiIKOMEAfN0SHzTM2g/BhPc6Wb2jdvi
o57q25mE/gw4gxc9+/hxQm5zlLKS5cOg7Hpomi1vQ1ndB2I4100irvykzWEZEoDmk7Ls0i4ww/+h
7sx2Ize2Lv1EPOAc5C3JnJRSapaq6oZQTZyH4BAM8un7S7vxt10+cKGBvmkYvjDKqlRyiNix9lrf
PktXD3vX2LpHYQz5fb8Z3qlyN+sUtnhUO7NuP3ugJ44dKYcvU7/ZByIZ4WHGoo7u0Mq9FLiZsCpF
DZkSKP+quXRLe5Dk02J7lQ0+ktY+abf82qKv3VhIYYhtln7C/scvObtJWNrdHl/8m1wc/YTPp40C
nI14CUfvIjuvjApVd/fNCEgnDxuxy6VVJhSjdZpkC1GPupLuZQpKVBHfHIKzXqzqtRJd6R16geny
d4XL9a7//XZwJyifOPMg+f1jkTBWuZbeHC47QlQvXua+clG/YgH9QqIPO8qSccYZj1I4u2w1fiOJ
/HODYVd2QwJ3Dutj+CsDaJNl4Fb1oHYL0f3vQS3TV9tK22OzmW8eccrfFON/pOh/+a6+CEyfxC0u
MBb/v78BTbG1AeZitWNoVPo2W70dNQXBnUaY6bdC2T5hDS2N2K4N/eQv6fJe47d5yetBnDPR+T9V
qXgQS22cp2YEQ4VlB//YILsCRvx1NavMVT+RgbTjsJVFPGHsfzKZw3LoCWSAIZ2Lw7+/1f9cTVxe
XNs1Q3Q10/+VoVZ76xoOy8LbRAqO/vlQPAxhEdwHvebZ8fP0FCidkZYTtf27R4db9M+HB9GD3Yvf
IHTYtP9+QXMrnbI0RYZICagV+6psq8jyguZkd8GUA7v1+8+MiRt9XLZanIa+8LBtN0Zzn3pN+12T
u3rPWkJFCz3pUzt6+mGjIYCCVM3uuSQC9inwcXvavfpZz9oiLxyMZyKI9SVYLE5OMm09F89lEB6Z
sY4FCuBH96Cl97m1rIspauvIyDf3jL13IHHRvG5h8+G0bcZ7N3UnhxTH+yAa8WXtQry0XVffkfLV
pzodxLH3bPnASGgRU7GET2p1+8tyDajGKV6NZtczYe8E/mA45kS0XzpTdF2irrQC9ttj683953wy
rUOZ+i0O1plUTttLFRVsM5/yplte0W3CXeVW9sBIqq6Ie1lmAI469IVd75hciKYZuttirMd7baz8
d9qp7pyWy8ac7VFtH0Y1Gx/U2dbLuDjeh6flTLwsrNi1rdFuduVk9Z91HZbJJhf9WJVzvQcRtp3M
ySjusTqvj5ZKu1iRvYyM0cYwN5WlleS2EB+5PV8hGo4ywywKPLj/fTt1TjLKVl6GDDV5X8k2jfO1
1Hce4ajEy81M7sse63mcGobtH9Z04lr4y/iC93MAe5OZ/edN1f1+lA2k0muq8WIVVn83znh2q6Fo
vwSOxDyX59Oe4KhIwswnQ4ulNlK+mMrd0FVVGfXIup+pZbyrZ7pYolx45ZH0mdi1QUaEz+nkzVqV
5dEuZPWdWP38QPzbx2QZNtFmLfmlbnR5s7p2cRBlgZGu3co4MEsnHs2GR211yl3eW3c5mKUZI3SV
J5MKfSbjjIFxg4Pa+6GntR8pJExigRsn3mwXTMhch8JbAzf27UEeJpWSJyXq2KEh+YpehW25FbW7
U+O1zoNAHs1Qh7uyyo04K1VxYMyXcwoaWRzIMc4Xc/WLm7zMgmM9jNuTadg5kQEVYqLOlnq92eAc
PmI+NeLN68PbyiGMsJXFs1VW1q30+vZAhNh8G0KnPdO59gilrel+HEyr2ZlFO9/ooZKJbP0QzkOo
9noIxJdi9uVxa10tY2DHeayrtXkv5nZje23Xu9TAbWvbBmhCswntG3KkMi42sbPWYE427Ru8ZFbx
VNq6v3E7Eb6timDOkHr6aTCoL6KtC+TdsNbpvlN13KtVcEUm68KkQBlv6GF3RNF3Wo7LTYcR/NJ1
5KMxfloJ9vniMBbNPDFwugv8CIOzcTOti7x4fjk885p8nsXgJH7Q14nBmeIwDbY4hROZUDzHxnHz
piLZPEO8FNUkSE6n4SdtlfpJE9L/1mMQZblagn3PovlUoS/fzWY/JSAlg8va1P6dEKm6G+ZNfLXZ
Bb6FrcGtS5uSyBhkvz/u6TKChq0x61/SQnec46a1O1vYyPVRTFWVjM3A0W8t1HRHZIRuVUEU4sWi
Q/C0tswCtHw7jIvClGdc3+u9UTW70Bn1w0yE+In0SnGGnNXtFcL+3hYE5ww7MGiqhn7MxOLgLDkN
31RN+bEASZyjKS2N2DQm58hUwEcfr8jF7YdwZxd++VBwRH1os4qwLlojfXubxMD91G3O3TIJcomt
1VEslpUXEjexqqLBYuzc+YXHVHu/Xl5bQ+78btuei6W0LqLk+eUjBnRTogkM9DSdZBgGB4v/dRec
ppZ2l5pVyoGkgHSxS9lrP9eCn23HoP9sz0N5Hp0ckKluW9JGS3d2RF8cmmAJGdnTWAUgDKDE8cKF
+NRBbMhwMitG1XczoaVU3ch6PPV5QPwFBte+7T154yInXoqqhm1R4msn4iyf5iDYvmzDWLz7q7s+
tmH+3C6d8cOHRMXaU3gxGpp1IYYE5QGTZVyu2/wg0jG3Tgzfnte7vi1wb/djaYEfKHtx35egI46b
anHTi7K/2ZrK3vtE69idaY69KqF0sdNEDuyknTOlj207ZI9F7epwL6ZwTrjCC6O+ZoArCSptqZPA
6Y1okauvDrOfiX1e6YxuIO1dTQRabad+s/p9SgrtsYcTTFBR+mTey+G11vj582Hw7yEtdD9Ky9Dv
dR4afPSolr2ydPruGC7e7RzMxX4ZVfepRB0XxDcMv9vl2lv3YzhUebTkU3iehPl9mzuxm9W0B42A
/V1JWQGOIKRd6vI9NNv6UKQMycLrCpaCXWZ5QBxXX0jWVh+V2RQvXa+zfdM6XhWHerGnPYPTxoJV
3Ng+G+RkZeJWU0ASjQTQ0cN+fZea9WkJnfqR/mj3c2sdIGSeaK2I67W8+tpZH3pDoYpki45b18NN
YJe9c2PlMInIH8xnRZILY8GBNNiyI1DrfiwhUUzlOfo1TcN+22vLyC9p5zo/TLP42gsl7rPJG74b
fU2dOJOCftWAfMgFuKt+6C1NVVP1gXjdNpvuYeeZl74vq1MIlgPhcdIvnINENOLUP7Ol1p/nzQyJ
HTBsAbhBw2LWxEOXPZuVOnPeISLMEPY4HLNzPZSPvke2O1QyvDU0L6vKTOeE6hhAt8I03h2syaDN
3ROMNTzNXDKztg+mtUxJTgfyiy63pngT4/Z5hR1g7tmk24wjzrW4YADJoRg73s48D29Wbd9klP3H
Rg+QT33OPIeB/FIN/iWNBFMh2yi3JbucMzoswa4zsLWLlj4C1yTQD6RYc2JC1yoonLP8oPLeO3UK
HAhJ30YeLV3cBPyOd5Qr4wMLaR2JSbyR0qWOGerw7Ds+Ke1SPS4ky/Zs3eVZT9vZJLGTTPjCX0qq
aY9o6EHMlNRGray9yuvjvEwNCyiANI55YzTb4r1Nm92S05uaSYaxIds/U56po+e1oHFMHC3E9Xcw
bfx9nzdFxCgjCB3d8sknCXOsr4Oe9NLzgV6Vv3GFqq+NzNuoak2xrwKRXWQoqa6D8FR5ilB9Y4/3
E5n803wVjQaZ63ffb4qbsc5YgYZ0fTPNejp3pGSnrul2S02gylrMLplH3ZKZxeQvdFCdCL8cyFeq
2AHhsuvJmPd6TdysfOFlruMq2y4VNIj4mprbjZjDJp+oMqwJ9zFILZCbnja7k16LeU9is72vln59
sLd+bPbD0OeX1WIF9WgYPg5lDgnEt8zLtpb37G2zvl4ZKtiVeqNhrutu8XH9FMJv4pCF7tHTM73U
uvFuAYXLJ8KE4W1gNd9S1a7nukbASvzZD2719Q/MAf5ITC4ZhkyXWVg1XTfKC/KThO6GI6v/HAkl
9U0ODhE9LJtf+XvOirfrRtFtu6r21vSRNR+rKLy9yYTjpOOpvZmrlYrMSfODdGuXOjktb+3Z81mx
eu5hlkoM081Fe611MVyezZIaw5jt9piOKZHHMWyj1A5dfnz55vgGSVayJZc8dbbEoxg8gQpyXo20
kyRgsvVJFVZxcqbKfMjmVB6UbXLIgc1q+IlF1IKwF8FJlk9rvRWb3Rzk4K6v/tKDRwi78sktfWwd
kghWLJTNsGOza707J2srCEKNcOuoM3jqNw5uEfOH5JkeSTFE4bo6cH0Kl5dnxte/xlZrVvswV/ku
c8asipcw9JKSBPsPwC79kjQ+1AP8wSkBWkNO/sMKIIdHJxi6L6Wos2dlVP1pKrXu9lm6BFmCZKEe
x55zblyCyrnIKV0uqrP1XtpGD1V9TVmmiFo2L3NdGre143ps95tPAUCqFM0IDRN/TTK7Wx+lHrfe
bFz9BPLE+9Cq+WmU0nP3KFkkbLU5JHZhCpiewdKPuFLWvj4srhfcIkUZNxk5or1VteVTUftzZElm
H+aN3743ypiu6AvwTdc938pbype64KJuw8rCO4kuSJRNJeiyC56Msc8gqrcTJfZWHEdy7Si5Xr/T
tSEvugnj9pqPXidTRwgxwaE0AsZ/0gtaodXtmlX2e7IxQRqPRIh3S+GIo8qzaeevdf9t5fFKzEww
wj4wxN6jaqS3P4En4fy5Gg9ek40Hzgj97R9mmskdrF21NauKrLQzPzpGSCf+EFg3aTn1dMbyIO7R
uSMOOMF+3FoY/AVOJcLRybh4FHWOzhOzTJcPs8qGfW1zc6AB3MhwvdDas9623vgu2jJ7U4tTfFWT
ae63OWu+zUaDvQMaQhW7U/u01HN2M3pdfssgO9Z21zOTvF+dyHMXktZQM6zn0M0KHfebF63G9Vca
fYQeVd8GUHZ62C1DG8+hSuPBUJIcp31YiL1G09QbR9lXEv65mG9M1OuD9sL0xiLqe8iMqU+sNjWT
LOh5WQc6TnbWErNmsYp0P3B+McbwDoF+s+N8G/CJILoevSnUgDGMQtAP6Rh5Rs4pm17sdfPzyO+s
ZYlA0spdtdSHAUnkLjRRaAfHu7H8ZSKTNlDeZs7MVSQGeQK8OmAwXH0oIo56Z6bXcup7Q9pEpmqe
35ZBKChs7dloQva7gchy/rJ5bn5jmFZnRowB6y8QK2nf9OynkQoGqrvW4SBQvmRLkZ5Sy8ySFkkC
BWJ9zsbCv1lVNiRFEGbrVUOeT6ljqX0LNQ6WGkm4ymRJCuuODJdpbgQGKakPKAPYwqndd2W5VKkZ
BUzsZVTQzB5Vjpa4HarpMmuOi2w7sQod9S2jU8+k0/RzaI/6stY+YhSGvYeM8X8xyogbdX7txypN
b4meFok/jQs5mzLcOUZ32raBLds1PumhPI1+/qMl9xgv7vUQt3R2MsGB2+nNH+FXqfAwTP3JJS8Y
A0ffXlTLDzvgWuJJW+Yps6B3mzSvOKvEo6pU0i2ZRAZZN97YsNz1xIT3nbnt0fczeo7XHaEs+gOI
7uU2KBEYbSb/xWmQksBP15d1IMNtiqramYYv7iyHvK1X9LdOWxW7quBR8HJr3QWrSeuk0HdtOWWs
gPUTYKmJFGoDJqWfqHf1wfbNV27Cx5SVb1yot9Wrjos7HFbtn5e5kXeSHZmQ05D1MikI4qY45pyQ
EmVbQy8CmtcCHzD0A/n18cayKYK2rYwEK+USSdczIPM79foQbIN+dAsJGa1XrfHkepWMZFbaF9BQ
6kcR+l5sWu37Ro+yi9xqXGB8Ip6Eo6F3qztlcUrcBzR86H7jfQqj8rrsrzwsZ99z7CnqEYtiJt4d
2jac8O35D2ntk7ckb/+uLOcl2GwoOODVLh6mvgiX13vR2EUi4OLg97K2czvImiyJCo8F4Im4CEEL
kSEeqYScJa6BVcQ2cdwv9ri9QsPgKMmpnV20RGhZy++IEyAgwuLV1saMGTMnTlpP3+e03LPa8ci5
HK6RN+0Hz1ZEeOAw3UHmCR6dYA4uRW51Ceye8og3rrlkhnWqOCVfrqp3HrUMamJ/qIu3dF07tu/K
u0z5ZN/VfVZfTFLdySSzvQnwDFJaFjt/TG+1bO/O10PDy7X4R98r3U/C0vpozWNM8py/nNIAd9+k
v4aL0T91paZr4HN0STdru0Fmpn/gQ7aPPS36vT/L8ejadnMxZJneTXkdfhXdYNkYK7sQ4FluoKbV
GAqGOJOtwU6Rm37xOiHygPoKdGp/87ZrIKy2/P6awYW/QQaTgjjLsqQ35/xDoImcJe/Eo+AenLNF
tufWdNYgCTYx/gj9Nefj8pK2xDpNx7Zcs3sh+uXisSd/12VpPPeDU/1M+2a91XXWfx4bp3qaJlNZ
kTBRtISkYb8unnWYUszsqhrtpEKsgWKU8/B0mZc4gwx4Fe3hE/mL9cVqi+EAukm9jgzgfOTuTmY8
zUV+TIHiHbLSLG/FkNWAVIL+3HZlWu847zAm3loxa4sC7pSc3Hj29DLETt5tic1H302kjOigDUyB
krpGdyyxbo1usF8Hv8QWqKZLWJGzydSaP8wMKn5uBjUch8KjqgmqjHYpM50zWhCcj/RTYbU63cvQ
QmivrMH7yDaIhRGOSgLEjeY2wZ0zyrM9sbzYgai/hlcswiYWGA0a1/mLxC8fS6fpIZM07lu7Otm7
QWkjujXcBZXs7AhxzkgCKfGlr5ptotlIuPeTcN6K0UFGEzp7Zo1/QtGLTZcjMS1/SpPnCvWRQs3b
S18etDOUGI6DEwQRPwqCIRJWztAni8cEAOQXiJVsUJ0WNCGMn06Fq8zMexRuQAjbNkPnt9djTrMh
1oS0EiPIEH0D3jlZTW9FIE+8uvO3YUasGeplTLocZKeJFbjvJIpgaiAM5IV3U/HVI7F63u1gGd0h
F2G323Q9JbWqplOOik3QvEt/mClb9ASufO9unvdj1ZAlvFk7yUyh50NphQAWqnPRdv3t1QB6Qq83
YoMB28lATHmEDQcqMg/bOs75uRsHtHvHpUPpQ4Idn2ciyBHylbrrMxYK0EfWSzXP4c6cHX+3Ko9M
sdXCObHGoE6pzswr61T6PEw6eJTIWrd/HLjXvF1es7y1bh0i4ok7llNkrh20sLL22HaX4FyM/o3t
BjUEOXu/BsCwIom3/WCDKXu2XKs5KHcljV5SFUYYoMsDaLrw6C6z3tnO1H8uh058tGVRfRqsaXxD
V7uyXooVNmBp5x2JfT1+T+kSnEHiOCdtIBOvVDy35CP6B0aSlod2zR7WoC0Tp13zt3/v9fxBDf57
/+pqIeMr+MKnt/+ryYjxIajEpi13lguL02AyduRZ4WtboUkD7WlTq3/2+K1e6bn8YHuiaIHxI7Dq
ObX34V/L6SUL/IOQHPVrs361QKvejB0YyAqgH/qaF/7md/4vHXiPdR4jiePT8KXh/fcWkYvCBIGt
wr3Zle7rWugwzrWTcwgAOFu7GLXG64pjz933nIGu0UjT4EzG3b1jtgnRRxvTJ8XRcPr3a/nPvpkn
cGJbThByHLR+hSg7ZiuzTWRyZyN5jzhN6Ec9phwwo1bmLqTNKo0kswh+Z0i6dsR+uYUYXMhIXLuQ
PjaIv18O4YEvDKZC7rbOqm/CLpXR6mtVJmkuXvrS+cCe/rriJ46DoVQcESjUPRoG0SSD9qHe+hrX
oveB9FDd0YgMLgt005OQq5NsBt22ZrM77LPmtUk1WDQTtKUTmh0/B8y3EYq2oFLrWQbMzP5GnO+S
ktGIrN7aAXQMD82Gbc+jPQ9ism2+GfCXElFXTK4Lm4p9Yes4dvv+C3IMZAO1qc9DZW3JkDbzwShB
IeMnAqdaNJ8DogdZpErL/7bx7kS8et3Z3bLfzaP9h/NOeLiuSaOEeBv8fzp3w5WZKRro0q43vDVZ
hvUQmmF4QYmv4Lv5qEHSF/nLHBgFy031vbB8M3ZKj3kD//5I/cO+hLHCtkMbkw8tnH8MP1X8SV/M
ZrebVsd/9FMYteQel4c/PuX/dYrprvg2dGP3c/o1xvS35NP/V1kn8kn/knXq6o8WK8pfs078wJ9Z
J9v9j8Xh1gmu8RPWoat778+ok8WfcFLk4WFNNX24uP+TdPLc/4DjCiyBVwYNEqTd/ySd3PA/mMho
fJtYi/6MTv1fJJ1+MeZgy8EyiBUowBDEsxP8uqybAiwf/UkzNrZ+27AKl+a0L+E9pWCL8ZlEjRiH
OkLaDx82yYQ6p6ocTjezPQS/8ar93Zv1x6/imFypKy/Z9Zxfp4Mp+M5ydEwTUBoGrQzy4G4ehqc1
yH7nHvjdJ/3iihu7zOjbDNQVKsR4kDhgIvbY/IlJyuo3i+7fXQp/finLRhy3cMiG2Bn/vubWwlqr
sbEACYV+eNgUxy9Gy/dJWCyA5nI1J1qNc4K9PjwbQZh+/suD+PDn4v7X/NF/+6Z//firC+Yv/r8N
PFbpm3x8Dk/73nFkmDTZrJ6EM/0uCP53Q83//qYuFq+rrwyXyy+bLXQyWqwdT1JoVNRNeEotqNaV
QauJV8DAMkCTZf/vX+/vfso/P1M4ZAIDbPvYiH75elQZFUQuvl5ZVfQ2DGksO9swGGPRjcbF4BAb
pXmxHf/9U39B5P/5sVg46ZlhS+EVut70v1zVNZNrW82FFUOq6N4Da55vs3zeyh19LZ+usqNTJx5E
a1uJFwxh4oYpZNyBRrz6sm5m49NZYgzJDgbiIJOubTc38roWEkKj8ty86xl7WkTGmnfqQZR1/7uZ
NP/tqcBbey1C8MJZvwbJ66rtVEAOJhbYP4BvVIxtC6xw0ZHjzN1vHsHgj8vxf+qOPy6X62LlDXnE
WbR+zSMCosPlFwQou8aGd2T02clYV4risQtQsCJnzvs0UW5NybNkjF8SnrQ5YPUeh9liS30RZUaX
LnGvxxyTTz71t5aBvStZaOdIcFWtMx0VuYQ2kcMErxSer35Zc9IIEde8e1VaaPw3hVvkcZihbTGc
fqIBIzJXKU6bvfxp91AEKXeodNq8qXTiWS1Y+kQU5ZqsDsznSPReYB8NesddEjDOqU+gpbaYnjrh
YqeWjJAGjycpQoy22r60ne6hapcuasEQzEMeiykzngdPuV/nxsvpmjrt5iVjRaofH+ayJByIaOmG
mxF8szKzhbAsLfICYyCDJ0sHtMfE7EEttka6pvw70bE18mnewY81qkTPVvVpMmX4MDtNOkXh4Pav
Hrkbcbco1T0iDXnNYe1ookZNvYnXcOoRX7yitu/FMMrPXCa8j8Fiz9+vVul1PyPRDkmzpRyPRpF5
PxYyBFBI8e1UsWJi1jffXQWCz+x/wgsMFLcDP37T07v7NtrltiJJdM4nRg1slwG97Ye12suj6gZh
R2TUqy+VE6CmD+22BdGYrdPjVGk7T5qu997WMbxC6yHiP5cDOFKk4s583gwjw+uCGek5oAf6tAkg
yFGt4MZFGtsxbGu73jBQMTIssmtIrNECqh0FPhjxjLQDIF56hlf+JhdFfPM53ZcH8MDFz4mBFUVS
ukYFpkw2WMPAUIOUX02h7r1stG8kZh1GEFB2P7FTinrn4yJg5gSClbu96TQz1cE3tOvf5C1z7m+K
QNmclrdmUeXBB0f92oL3Y05WhmAVtUiuKuo6MbyOVw83YdzQ7Y8Yql0P1bPxu71QaKRAxfNhitIC
t6SDPA3WI2e4xljYl6VtOEG5Fmb1yB08FPShkfoxM01YqSMbjIx6FjIntlLH1wnTHepvTl7hSt6Y
GVxGQ27SSoCJPn3pl2KWe8MwNs5ESnjrcR03j1cFLwFyHADEV+BgI2RRh8xsvE0KAuhWbJUg9CjG
DyyUGa4fF1Pc0kOeitQGwBvN2DYuGSlk72jnkqYxo1D95a4ilOQnrd3by8FV86b3jBaY/ERiEAui
CYnVtGhoibA9e+B/ytcOiB7NF0PhdG39TTJRo9IB/XmC2cadPczr+q5J6KgdRjdP7rGLaf0Du0Sp
TzAh+ScSYkGwWG2h66/4TLBJhUs9XrC/N/MbIMdc3duTXeX35rB4OiJ7zrGBnsmIQJvN5mMvDefd
M5kAHG3w74eDYWZGrJmlgJDQ8bCKeCppc6I0MBbvwiMQvps4y/0TJOcUciltDoAgsMy305jnDKCZ
YdM+bX6q68QRufvcWjboDZsmUB4bPUKmssl4RszDkS1q4DqWUUeIZj76DPgBUmeZrCAsmp1nvXuG
kz+IPlu+WvTM1Ke06Qsx0UJGTPvS+f4A5LxbZlrKd7mtJIqyjZrVnDl5SiDofuHDblZq8ltY24O0
AbuarSXc+6Yy5tVLQgjJiHFDVji2BWSwMVVSZIX/UsMuVVGoN8EOiCfyKtH79nJnz0w2uh62eQhn
28OilzIhIqBHoKcXScQ/PzalhXBdmwHzFSEoFk7kCl29Q4jc0shasU5eYfe+T19qzg5dqqsGIH1f
gV4mDNo9z97KMIkWru0b4H9Fz7rFtWAN+R0ZvG2OQFungkywm527YaYZW/l54md4OLQ5cl031b/C
ZEqf3VyrLsokvPlls+gH1rppP9IckxgHPAvYXrs+wbAfX/N57W4Vc5oTfwnUW2qsM69zliap8Heg
bAlZG1ipc6kvCI8fMMBRmGXqD7t26bdknIYtAsBe7Mac479rX3FYaWYn+WSIhZxOU7+MhVImMq5l
nmHt7WQV0JDoGYK8lJ+z0s8S1wFvCcaPWbEd4yb2xhCGn6qZXhe6AkmdCYBy0Xu3DRyAu2LT6a7A
V+/RVsTtavoQI4MsAtKv9ixA1Q2j4bN4W7fnFCscKSk9xm2xQi7tmWHMANlqB0IetPV4WEOBA8tV
zFAzr+qgmyPjY2zK95PZH1Mh3+WWdyxFWIA/xmYM9iDRoH6103yqGCPzOWQu0HHpXHVoJhYuINgB
M1tqVhVh0Q3tXf2tDbv3qkrr49DlWCklW4CNXlMFOLr2wtPlXanpWxbCGc/ViFU1Ka30i7u41oFW
BaT6mR7WV8qZU+sY6bFq7W80gDH8IJl9kdVmxNOKGUKMZXUgd2/mUVeC9e3T7j3FZfOejlv/AiVO
xNSXOLZQ2XbNVW10xPyzzPvrlO78PI7ymxbpkOCSeKTDfiKFVx4Mu3wnr/iwhKU+1DQMo+p6raq6
nnZZxYRBWsgzIxbMYYisulWnNB/MfeHlN2Nhvdg0vOO2s/oYB7fcL+UojqWbIjFWNuJQIR2alwoz
DbVBE5kEmj+lhTMNSTpk68FqbYeZOgyiieS6lclgL9UcDcqG11/JLy7i0nNrKwDvgTlJJNRUg1sX
Wf9Q+6u/n6RKT1SxL3itLaQdjx3Hlu194Fs3QxEem96GqT12X/PFvpT0W+1hM6KptMYT+KDtBrfs
PXrQEofzyMShnsaSCI3Ya6/LypJnKzZgs7mlSZX/pFIMvoptMyBCbHh4/VDjEHS3M82/EfT8bK+x
qQLyZoKR5QwkhHLcLezHbKe3+arSaK3ddMfABgZV4P3zFud+LsUPc+Znpna1j95Yxqozfy6tv6dI
m+572MExzjj8FM4Y9wYukqAcErLX9LIc9z5fMvVJe0A+3S1/rDjrImaXcxbZdmEkJgbjx8208QwP
uiW0U++dUQw4yUQyB2TTxSh3s689Bj1ssV5GOyqMaUc1mJ4KD7tdVwdqV7TrY4dZfp+L5ks2quCZ
rswN2fklNsz50OSko8I0uEtB302i/3BDhqMwdeDZUCWjblY6d/mnyUlf1rlbYyWHc9+ZjCTKs4+m
ZH9DhcCWJtNLUzMmCPzxrh1xM/dQ642UqmeerG+jpATH1Qh6RFrmIa8olx06zUkPBpVjqWvgA7P5
n5lW+r+YO7PlyJErif6KfgAyILC/JnLlVty3FxhZJIHAvgcCXz8HUo9GRWlU029j1tYtVXdVJjOB
QMR19+MxGgyF3Xz20nuutc/kTusvvBBym1a0P43lEsnuHfnA3YhYVNvek1HdoGFKX786ZjrSPgs4
2giHCztYFVhdXzI+ForSpxWkuiTqIcB+DxREG92h6uxpxneoVKTq1pvYrnRGxeUeDuxSMdEuuKBr
1CM3oV4tdVL9TgkIVhC80Cx7GHOCKMDFfSxHY7mRjMHuGPpWT6nyxGooky2fWkkbE5zplF6nSQnz
0x+gvG4yb5RtZHHN0SQhPZSMmEZrqh/ckY++KpS7ZX/irZVEvcDsZ7jL+By2/iIPpnTbEBukP1xl
Ey0ie4tkz3Vudg2SLhiW4zqwPBM8gZ0Nh5lCbrpOzCczZ/5PhUOaR2gvgJ6rnvjlxglT+z2xvAJA
sFn0CNy23ZGRG3FopAMSW5/q8KPTgUWdSDw6+BJaP8GbklBkv+/V4L+GwBPEpq+0O50aEVpXPRMe
PkbDjO8zs5ySbZH64pZekQJMN2WfV+ZALmvbwRB5o+/C4kHABEpwUVNqGTmWh97ET5nFu6YTbcCg
1RzUdgkQ2zYC3gYBFEdY/XYKG/ORY+9dUzYJljFGNxLQSFvkG1GljJTNpOF/T84U0p4xGelXE1si
34y9k8zbpqdX50CW2Ww33mjIk2VP9Wti23qHx1s8DjRIiz12uf5JhX7XYXSs+JR80TGsUmHuL2C0
E+9CFjblM4uYOn6ZWDRXOo8un7PdWD56OBIeZVJyoVqi8u+tAPA+/RN5gAnUw32yXeK4e+1x1fJZ
6XIhPmsg1Dbar64xqoHgxJWV8mxI8pkX94fi1c/agJQJPpKjRSvaeKLHof2MhS9faRqbbsi3qteg
dtpTMWKB4dquWto2i9B9Grp4kFFRtcsh7+k1Y7O9+HhiFIMybKR03mBtH613+n3DJ9DJrEeFm2Ss
u7mRLFsbRfOhbwyPjTwX5rQp7ELdOn5bf+RIYyxLkMeLaJxbfTHWHApw1HcTx5XRcfGySFtNe9Om
Y41jsnZezTJ2722vxHFZU0VRY/UnI7fJg7BjRDUaFA+kM64k7sVKfXhjZXfRUvVpvxm8yYLg7Q83
CekabIi8ym2h2B1sSjLy08FxBzjy7L8LuoL6UWFeCJZ3SF/1jTaSpoxotiseqR9rf06FufzI0U/q
9TZrXC6GpL0vMzFw8kVJVdsWana2dQ1VCPjRPbYIbE5sWoZlSewt9UXOq1cRL+EHF/KnQUudxyM3
psiBHwgmP91R8otyKvtmtOGZbZzB73toD+7yHCyUKPOc8SGd98Okq0MvmuJh7mMLrHVFcMgYqaxh
Je7a26mYOaBCv0e1RTBqk11RVOZHi6y5RLE2lR/1IlkRnbKul92scXAjtCo9kJfQ+gJrkKG2DbLZ
S4HDx4KbbTSYp4uYssEpoG5lP9OBCboc6zgf8qA5VcG6NwAtIxx20VAE9p6jL8+LVGX0L9vU2dza
5ZIFMH9b8VCAN+WP7QP458vQpBbtB3Y5HFMPEQrfftecMMPrZK+HhLhNNnjWqXR1Yu3zNBvmPVyd
bDjkkwj1pVuA4tqEuMIfjZr44MbPnPTGZ98KUshVXb1zF3wP27YNYO7UdontN+w6jkZGly+fgd2P
6QHVqWKTP03GbZCaMxmO3kc0FWSe8r3bdDiqjQ4DuR/yY7LDrtoba5E4zqVikHoMmGWUBzPBjt0N
WFaAwPdmTHNWOpF4SwWDYyTmAZ+MwjEaxTzDOa9Bpy5DqO+q8YKnWDKljPyaR9Q+KWIx7nsrzkGZ
/UMA+L/NXTmks1PixI253/02IawgTjFxYsKsuZ8x+9JPoAfPPBhVpX4zNv83c1e0TexEtmmLMHC/
DbMnMg4LyQwq2SDCE/G3KfLIRps2GU8d26r4c9Wvf5vmrT+UMD0bcQLkwK/DT3/EwOY2zHmFDzTK
jNP5nEuAm5I++N8EDP9lTgnTgDkTqPFQAJf4zg62beV3aUrbnEA5JsLAA67C+xrZi/VblNM6nv5l
SAk5A36cD4aH8TXD+l9/LK92vCa2y3RbVLN5S5wpO+leLNQM8Eg/GPao/c3A+2R/SU6r3zLxqK+a
teHVIv90jybaXvbJklq/GXH/y9e7Ej0CIYAgoTLCc/n1fUnoEXmeJymVK/plktnIiYroWk1Se8cO
2vy7xIfy9u/Rd//m5RwXpdwSgAqYDX/7dvOk7bxxJowauiUYu1hbOBNzeQQt9oVCb//mG14/1W+f
OpKBxcxYOP4Kcfn1p3MEMow0XVxWSxr3by3lF8FjmVCq5KSpoV99RY32WzvNGEjcwfv7aPpP6Zn/
N7HyR/NZ3Q3d5+dw+dZ8lzX/X9IZub7/sWCt9Mc/1Mk/6IwAFcfkrfhVs+S3/MFn9P5qwVcMQo/7
GwMFMd//Fi0N2/orbCSEg9DFDcJy+w/R0hGr0smq4HLxmMwU0UD/wDPa5l9ZnkIRAgBwoMQAaf0T
ouV6yf/PRcMrQNAQgGZEGNogO7/zZtg+FYtjZn6U9Ll/hRtU3kx93O6DKZFnJe1l6JWOg4cC1+al
OXrp3T99Vv9mcf/uhWH1WxEecElcE2DXv/hKFNW8Vcq4O+KdGg9GP7AfG/G9Nk41nyYGsBvSw+zP
naGXV25p+JxQGNHslmBim1kzYT2fXa95LLX3EsuGHQnWT3UvMGwuBzI/7rTvKrKks9f/5n77pveu
CzeLGwIdnxuyGTaQX2+4lrElijCnR8/Tc3nUJpaEfY8TVYFXE/6zbgUp3ZA4ED9TvAh5Qs2y8nOy
OjhU//Pn+B18tr4ZVvUQUlQoXAhnXEv/rKO1WvdlsnpA63xWyy6cRnY5tHnl5p6mteydab67J0yY
gerIsYfsq36aKAMJy8E8zE0p0zN6qCe9F4Yb66gwzKwgh5gwG3ZgdpPWNpVqf/O8/XXJ4hP0wGoy
jQ9weYJV9L59gkYe9kUraErF2re2z9HsiAe0pmmRDHfO8CVnTcuitapKbbFMsaH7zce2Loq/XP+4
CEJuS+zK7vo+uG//+WNjrJ571pAp9sxpXMKNXNEi5RzO1EgXE+Pitg6z9MyMncm4Lh3YeUyARhLC
w2asvfg2F5j3dgN6G3K+VXAQJjchh8c//zb5hvGjCB6pcLq+re1BKD3A3ZRZcidRDE68crwzyU/v
m9EkP4mXbLCiDvOVOGY4k9Krhkaf7DAnYDHpaFvaedcvnUWYtmpxV+ODVOI3AEf7G4Fi9VagyWPj
Ad6FSPEdHs1lLnRXCyzwtZt0P+CDNF0Em3qdImrlEdBpdL0vp9DhaavLoEXSLpjaGoHwj9XYcJZK
VBacLXU8vvepavdMPnN13rrFe9ZmBMQ8wke3tYuFKsKkNpF+ZKPkbDtDxWuJM33VzI2ycvqB5BC7
ZAuEFz/M1JM8+IyBXBq81rOJN5bkZ37zBX3zg7FSA7gNuYjXw7wvvjOP6BwVJFF9JJoka7KImzUZ
N5Sbs2umDxDLPw4xKsuVcrIdFbvmUxpMtFwOlNRtUeUI37ciE/5v3hb6/bfrG6CBB6aMi8d1sU58
34q14aCYqekcQasu/JNVq/akBj1n25CxUPWeiZKjvR8TID8vyuFUybHOdpmifVcPwXVIpQRzumlW
J9rkCC1MBqibrnsczVHdazt8DivXBrMgFYJvOVopvTuE8/qumy/CgTYTWc3kIET1Q1oYKDZSgLei
vGI40DpIyWQdmPf1VH1UJBvBMxQPRbJ4V7rrJGMSqLo7slzr9IaGrbgFeWNSiWk5w13j22pPsfrX
hFl3MzbV62x2lMcK1M5zZXSE58vGMY+iS+FM+l153gUd78QgY1O1w0JLUJikHzm5Qo6HLe+XS9Un
32bOKRM+2bqXoS76vV40wQZ/HElYzrckP91DYpvOcWnm5s7yMBIvaDsJV8SxIK156cwF/VokEvM9
TWXNoZm94M1oCyvKEju9jOmJ24ou9l5Zy896u3Pw9nvhUddmcnQrAVOsZTo+JT6m13mwfCtiRjHB
sMGo+9R6KMy5b9wtGUNFnLPVqbB0QogU7j4ElG7b6mJEGlcKG7F4COM2/yGoNt5YkhOxNpjZdSVS
m6wuNI6kZxi+xms3OSTlSzNDFjOzYTHPXEVLyFno5ePnPLbtRzmUuOv7HcfO/NAXc3FND9y8a4O4
vGvS4VUKQnTmWH3as2h7eFAE/Ldz3jPK1Ka33CAiZe8mQSTGuUidLjOZOPvqh97/aDn4AcIcvadu
joNPqGF0OTG1nDbekBpXBPDkoekv2XcIpxxPHgT5Y1rXakMM8tx0e4aFzJ44g/I97KB3YZ80wcht
s5nqrNJL5I0aBnVK6L492XVZ1gesst3VNHGqt3yvY4wYIjNPaoWIBN7W0IAWxOSlj7ZmZFst9nlG
4G4Xhso5S0gPBBtVFs5hnNLqNEwJbnjd0G1kkIN9AArycyLqNfKlVd0b8KPuXShbcIEqZ9kHUlR3
hKPoi2S04KHs1pqBZV2nbyFhRfhFBq3UA66FoG+GJxxjBGYNIGes4BbPnUAYJoQPL1PXQTgygsc4
FGzasWiAseTOmHEn5VW/z2fP705pP8vDmOGjx6PxnBiufUcYLN4Zk27fWVjXCI1oX1NVF9ftxJg4
MDlZWzqbKJmVeNBLnBQ5C+w9MBOxmbXvMSoJHCJti8i6jSFy8eBKAotpB+vB82Zu2RCN8FS2Y36h
83a5TJikYSkx80ik8rJw4W+EqRMeK9czz6m3rSI5m4Q51fjemMv4YAmu2E3Si/lMSa/bTwHSQ1k6
xVkRq2uE/5dhdEBbmOCjmIiSBGBo4BJksNQLrcTyhohbjBCdWzcB7opbdAHjJCZVbbXH+Kkr/fDY
q7S7hyxj9vCCcufIruqa/ycfM7PKjrk/udOmmgwf47+d3BdAxd8nhoLPA5ALEZH4zvDbNPWVnqzl
aOUDf5tTbH3khLsPAAsk4P0sq16GXE9HbaAY8SHpY9zB59gMRczk2q664iFf5hvySCVAGE+/h0sy
RK0e3kvH/QxbWjQ3pDPTc7szCyIVbX41imz6miVO+B1py/rCcJLwAA4iPdLP4h3FYvP12bkKFCw2
VUUxz7mHsl8+OinHZ8cY6tvSKhXYQTs4k0YH1hOAY8/kN0h/lpBoTj4Ns1GOUzLckskvd3PGcI36
r359ejj6kFhpgmWdKbwlYLEBepSqpX51qB5FHtg/cpf6Ydcv5wsCA97RMtOcUrvmzYLkcIODIDtj
YDgfkJz9veca+VU30zDcYPWNCPH19I838cUa4DvpINM4QKbhGgBE/qMfeDXFf53sJlsSHpxStLhZ
73z04EPS4xJiB6aeZF4NV3lXTu7BS+qOnCcNeAsBLNn+CHBrQJtQA2kzN0k+TdkME6Is635eyiuv
5yChPFrmDPZQ/DPcz0vxiQtxuiyDqtrJ0uuuyXaTkcDvFfUeiSq8a49YI6j6q+lVq/vZe3bwjO8Z
LjOvy1vcKiOu+RoQTWYbm1y7Fger6SbpRH6JgpzeWkp0p6yOcf4T3WNWh0wlTziHzMeWg9lFTL74
gim+H6VximLGS4tDgUVo17nSP1r1bPzEaEk0rRanWIrgjL2zJhw78Tdi38zSY0t1NBDLDJmfHXXX
NvUuRzlfATHivgGXsCC0OR8GJX4XQVqOWGSGcfohR8IXaLuZ0YwPFL5bB5eg7X1Tu2I/zM14WvJa
vPphue8Dn6FzOizWJ+QaLn8tquvYSboDm9D5ZR6b5QpxYrySboKJKZH9icxzA0aV8tioKpr53JaL
/jF0uj1OQ7t6UkgCsQLY5xKJBctZ8zQtYXhmUDffbJSPa6CJHRqA0wKZJ5D5OdwNyKNcJwesUdWZ
U9kTKARS01Fc1HA7hfhsPEeh/qli76xrSwBrFcDGHNyDQqdCvZsK76BmYe3LwKnvuLOL8wULXB91
XZ5EATvwjRPbsKoM6px07RqPg6vNK1lDip7t0j+iDxCitMFQRDqemRVPOSexFiHsHpx499gCf3g2
1Mwq74P2/7Q4mF571YLO2pcUxDrzUCcRd/ObmJy7MpBoqzyEZmgid4AGu9dxWpPgTJu+1FLnn0nY
pDdSxsBgB8M7EnskRotJp9vg5ZpExLB3PnkeJYGyST8Gb0lPeQ5/2o5N8HUybMjkp/nlsH5nwkkM
je7Csyqnku6Ywb/c5Bm3CNCU9q6m3YuThcPuYqbYlIjjYkUIjGSL7UkmN0J0Nc2wbi4/LGYX54JO
IE7uleH+pM8UDcyeBmc3KFgKamqMG8wfqdoSbFGIV6F2n7FjuFGpy/xusl2cD7XULp9K8JEK1yRY
Z1PAy4qO0WuuTH3t1k3PUbuEDaLxb/wwViAManXKZJobq9iGJCblnqLw9KIEMXg7YmC1sN3oj7Gm
LXczl7oTRMBb/0WQAaY71mKKvWH7Fzw4+FxMRJUwg+W3FhzYbpeR8jTKeSUe0Or2iMO02lvFGPLE
9OFS4AVhhg2iuelKR+052IZMzLG2JptuxmV0M8kGKABXqNekxzbBoAloTjTeERFTX3N15MlFSEJJ
7bPW88Blm5pOXoGPCAazoNR47IfwwUrH8mONOB0nDntfCWE4nq+qHC7ncUmuy8XKAWyNIzI8fkFK
es1wxBLgewgzY1UR5RzrKkqt8KMyh4DOVntiy5P47QtP3vSiYax4NAl9JlE2S3wlo+nEemv2A88N
RCzvEBsStsBgN+lFFlog9roMbG0+sL/Z8uSpX8o28QnT+VX8QFS+H/fYBclHV6Ko1XZaLJ9r3/Ba
sQclU3wMyg4eCvI5V6QO+YPHVanmz6yNt5jHVhGxxazzTQa04z6fnfjNBO8+bzRd3QccMHMdFdg5
H5TMoTsyTPdfqrzL+2g27GE4WCFMva1kW95Fpkz9tzDD34EniB2h9+ph/8B+6A9mGpl1n19R7o4S
rg1KWjcVxslg7yHE3M5sttmTwCfGJmKkJvXbLdLJppEivSjqyYC64Kawr3hcF5FWUqmzHCLJg9Xa
AOWXPHStc4QuwF75mIfZa4VHF+5lURlnJrSB4cD2YFwOmXZrseOUXdJkC+qnOKc3bsgivKxBGo1d
bD4GfY4pASEOPblIyNcjBWNMZu/eunVkma7RbZyqweRos2+R57ZZ+o84UIZsa8x8o3BTRlft/TZg
c1ypEgBZXA8hu3JqsW+cxpJXWuGl98KMb6soaEkkreDqDQC96tIY5+Al7WZj3tKmbO8qr/Ju62U+
S7zUu27NWJw1IjPeRGoRix+chQ8sI3BtrFqRsamxDRKizec7VDceDVQDQXvqnPCJQDEw4tpry109
6+58HBP7bWbxvqoLgIEhs0iH28ioMT06A0te2jn9JitLzpwjzpwG1NowDpFOF9TcJcBgt+et295+
dqamImBnVAbODrf8HRZ+HcP+Mj7yXdvnUOGv4SVml9/Jly1aWT/FVr/x2waDzpJy+pEJbh8QbM0h
XJNdODOMEKfpmHlvU7bYGEIVoQwe0TR8r+nrhJB7vNBdZQVuQn2SxXQelV5gQqHxcXwZxQwCwMhV
eW7qBAP7kJKJ3tRc/s7GM3BZRpPZFmeqKBzjwNISkqq3xyIhkLqEA4QLbCzrfoEAvqQnMvtNXup7
NNCDRMRom/Ed153rie8g4LaSfm1yhgYGlyU/QVyWFcSCvv7UCgcdbwVePMCnG3z9bPh5oMMtBtU7
RIObW5cYprIfVgHfaGNLZ776zWDm+1SKNxeEZCgcBmeh63x/cyZO8qFp2fX1NJU/JLHFwa8zlxCb
ctmW0wVByuxQOLMpd8OSufXBL9qpjwyn5Wz2n9/Lr3rQOl5EW/QJKvq8HcbG32aNSSMExg1y/ZbW
SLtTd15iL9klnj3sF9KAu//8cr8qfn9/OUj2TA1RMymCWK/df0pWOFXYK8hza0218zYYc/M4eP0S
1YMX/imF9o9XogyHLCT0dI6lv75SmdQGRfe6ZG4SphSRh+ZZW6YqGsLJOf3th/pTMhPNX/z1XTn6
JRD3vypR/w/1pTWr9r/LS7efzfheyJ9/qb/+MqSff4nqKqn/WWtaf/vfpSYroNTLXkUck2+C8Bff
wx/xOAs5ySf6BlhM/A2i/w+lyf4r7boesiiQY7Qme727/1CaDJf6MEK1lOLYaDNMN/+M0uT7v96K
gfm3mA9AeFSeVQ2zv+mhwvAswI4wGpBLtnZS6+QyFNq2L+YW0uoFbQ4m25elz4udouNwPsPf2j2n
zshGmDF+3WJmXI3mi1YYIBV16dk2WVamfsUIFRpXBkQ3ysO6vNMlrABmFhl50rzHpiSKUYVRkZSc
Gmuh0nJr52n8Vbl4y/baGp373jeJcoxskairr0GpLqa92MdxFe8OvlNr2LzzQNYi87HabecwmR9b
yfnnNE69pZ8Cv2v1maUHAx+rUSfY7xl5HoVVF0k0uejAUZOhwEJl7LDYDnJptipdl+msKUGxLAsT
WqxhdTJBOihTxAja4i9D+ryrjSdGqD6LpbGJTuxl30tf+K8mzxC8CrarOabRP/+4yEw+t91YYceg
G+IqDzhSb4KwsL5qqr8ZAfrd6ip1ag+sjgK4wsa+uE5rK6h3dgPtN7IbVOTd4hg1uUHFZHEjaxlj
GVyC5l5mc9fxI0ntbD27ZRjmYCS8Y5khi1tVbrxfAB9BSOv4YbYW7WmoIrMcg4MJtv4gyRa9Ysgu
Sqwv69kHJ/dVNZL72Lb9ggAE6SfEwt5jto0cs3GMjfSK7K3D+nJbM8zTmx4aw+rqUROB5oVGEA56
y3gwF/YI0WjJSmytNKD43aaL3dp3pt+WB9F6FiCXgDP77Yyj27tl7VfYuidz6k8aylxz6kd0m6iE
LgSjK7TGZYsjzjJ3FJvHGFex2loRTra8i7zOcDsm4TBRD64nHU1J7rAYB8OV5nCBE3EcLsBxGuU+
9byG1LbXrScYYVftWZ8L4xlAlJG9BzoTPfhiJdvtaITwLYTltRbnxXxKj0lmtxmeTQfvHw63pd4V
Q8sjs2TYP17oLAWm10syiMidhW52bcN86WiUqtbkXEDGbqYG+BnhCpgrxj0TU8/dJxYQw0hro8/O
ulwZZI1ajEkp7Gw2WF6WyAvZ2JZ/S3ilHx/cQmTpdm5gsr6UMgO5kRbTIO8Lg0PQJVmI/mxW/lSe
SzmI6SoBT6x+dAOSwwlGMX71ZqmYJkxjbsfPgwhzB8t3CMQi1BIAbM8F5O57rckJAVKpmxtXET+K
ElMLuU9bvfI1gaCMqyl3wMKYBQw6MbLz3ZSebosrtyv94EdRdczwUzhk9pm9JHW4NWIXXHPKufLL
dyvslQ5YBGz/bmkWkZmTb9917ITqfcugF8aXy1b4OON0zA7AKdM6ChbcspfQ2EyAz/HYlFdiTli5
COUM4qPOKoIWpUkp2zUkE5eU7TxX6d5tzSzZDRj/PYAVxXrSwt8znGoDq92uqdZ/K+waBwhqZFte
rtJhdlRmh/tFWKw8x5nFIj31vSqaYzFUcEvZUJcUa9JnFxyqpVHoCL3b0hQyWl28zenAMLaunabW
tu6h5m+Kmp3UnZMRTeGE4sxE4hjwPXI05e3w7fObKr8PzuK5mtptGtTZS4488tXq2P0iBGQ126rX
9ZOp1lcve5tfMNKJ/epsxkSfRqvsHGBKMSnDVpr828lD+eIaGnK+CacNd20cFMxYjHn4IdwB6T5c
GqwF02J+NCA922Op86Zj/V7Z+LXy5aclWv8q13yuwEbH+in16u5rMKnoPfaO033p2XC/MmFVIUM1
CPqAbHt4AGVarInRPmBMTob+A8cjl0/hNtykVWXO6/SNkBCwJ1e6m2bRL6EyK2AMtWdiXkZ3djYZ
OK5iK90FUBfuzSA4idFUzqbAsy9PXRBgElqqeH5UMIDaCypH8vtmqNP8oNxOGTgUwAJHPDCMZmvH
DvE8081t45iImqMDDEDLYIJNHcPFqHMitPB0MLU7GRdblOIffiitwP6UcJeorwhHfYu9FqhHPJu0
LCXxaN7T9euevFgQw2KfFcM5sfqYLJNjf3RjoYqNtthB41mljWPlA0OcjJ2xrnENFsMFVmm3ijgJ
lxX0xKC+GtUorI3ravu+TooOep4thnBTcbwXpAPK7qJsYllHpB71TScCxzkMMhxDTjiAuaJKz7a/
tWYbCjWGbIz9oGnFfcvL009VVm4Kwk6L8ziZUQaAUWN6HpMco7ZplAstSrK/CYrZe6IvkxyGHXb+
WQJngkSePaXPeWXZLGbdnLwK1nK+77krQFep1iPVEraQUNgtF/eL2eUXHpv7jLxO1r0MdpBcqlBZ
1d4u4vyq1W311DC2eKoKQzwb5ryCIx1RXgPE7pPIq0OLx007xv6OUrYJfojsygdraDObE1gO+gaR
0u9X6lJ66rKsbo0DwTOCFRGsE7PYCJ/hC4us0MmuWUrX2uZeJjxkXNv/EFCp8F0ob7pB5OgBgrik
bNgAoep5tGlxMA5U8INNAFB1HO0M6xJ6BmDFBVC6yXBZMaghMfrg4moORvQbd7eDiOv3nJN3tU29
mcyStG2QvcBlV7hXWcfIzpk/z0RapfXkqKr7WVTrV8nwXl57Dkb8QzLUIGunWs7E1h3zXdBi+lDI
kBRCFayZmGaWzbQLwkXYBxggNUdwm0+W6EO/bUTOwT5u3e41kGb4voxugdGmds8tUDCPdViAGEUA
rT9oGCgp3ygkJVkNlOuWByjSxd4DmWdsis51nlrW4ZaAVLJ+yTBWjnVndgbVe6Ivt2J9cESZNfU/
pU/YPRJzTS+fWTXhvCkyyv+OpLFbvRs8p6hhZg3znSHh+0Z2USJgGU42XZN7djhUs6H5dN0x0WeF
ntKXKlGAUgy4t1PUsJNiIwhOXm5xxKHcjCZiSD+tQPu0M5zrgYgXlz7oYbUJjTbP9ws4owxF3MnQ
KQlbZbs5pw6eXFxXntWNQcZiZrYdwBet853VMqc+xrDCrutmEGpftNyykbk+TkkEus0cLV6lXqRb
eOdjJmy1gbIIybGD6xocOtU6TWTQGjLvUT3g6ttx0oKu7AqBNdVtiksDg1++twgL3TphRYpWk/e6
LotwHUVUJBnWyUrfsguRTsZaIZNnQr/2F1kt8Kemmc3AhYyMtzMnEIfY+KkfFdsCsuX5oC+B/aGR
QkIhqibIWMuNTqFvRdCqq2LfNzJ2N2mJmMzkU1Vvshjb8uSMNlahqegD8HohGPqGcfgjEdmR9A8N
E8UmW2HOWyKmwS4k2knjXFLk0PSGPuR4bs36M2OmeFVmI/PLwpMa2wcBabsIq4EIzTw9+/U66EaM
KkWkQ0nah00z+1TpibmFHDhm9dbvvfK66w35M3BK98UKshkwEXsGZ5uzwLLPTswMuGjspj0qQusI
ko1hd5OUJeRWVRKC2cBLM52osFvvJulTpsV6mth0mV76YaaU5G5bjGYPaF31w9InjEHjzs3wLqTA
iHD0ds1HLv2xIJRDDAwSdA3nFeYbU7tMjzYlEkGuX7PSJ2Cd/i1vBm/fi2npqsrbZOSxtiFqMBHE
9s38amaolfHiaYsA5qXFsgnIbFJ5kCTOz2Z2ayw0mLieB+AfGDgyym8RvNAFVZt7jKIHgXW+4wEH
VdkY1bDp24Dhosb/hWDYaVa0wDWNp9oZYu+WxEr6jkFsBS2o5DoYdL7cuF5fIpCCvAWXF9d8oyND
ZrbrQABuNH109baQVWPxdOtCE+eGE1909GHbG4BD5hnQ1ik/xNVMFH+04cptGawlN7ZHiTWdEnWB
20up7CfkZPMzFVgwNmGI8Lcl3zRfDMbIutLnatZMNWx1OQSeKPaenfd3maflT1lZHEoo2FCPXtON
T9QBtO9img1jk/F0fqyZFwJ9G4f8rq+LeFnDgZq65nbKnzKsBwn2LS6daGSjesMERVxpgjwvZb5G
InAsW+5BMDh/8W2dE5Gv2yKB15TIFg8JG5e2XeY88hs7fUeQayYGIqNrg4oNKQyaXGd4K3sp343U
zt77Phyek7xbQA0aVkB+meKLCwtGX7Lhl6vbkkg+w+KpmKIqUOMPl6nnc0gOlqaritHi+DwivWDm
sjm+QfAtyUEaTknL0Bx6D2ZVG+9mONlr0FAisIiAfDU2Ei57PQdLtk+cdLzFQ8YUtWK7c6lVWX4t
ap6f5ilZ3kmuFvGOvHv/OaZuq/ZcWOWZX1UzI8ViAtsWZDGgkKQn0x6p3pyeizasXyHuuPCw2fkh
MiFYBPvAKicCVm5RsGueedzulrzyHgZhd+oqzOi8iLKmCIOzsRxkD/eQrSi5X8RmUxoWoCdgw9Fi
J052ky7S8CNRT+66gJXTPqXsw12tCvxCpYKEo6corKuZTF3JhmGonxxodvA8CYonuHvs5GefT1Z3
cMBf/GBTLMTVOMR8xjFl4vYuzslf3jmIzWCck6EtWH2Gjivkv9g7s924kS1dv8pB37NABoNB8qJv
kjkopZQ1W7JvCNuyOc8zn74/ald3KVPeEtx35+AAGxuFclVFcopY61//IGCw44Ec86HU0cyHS6Ye
892ysI3ugkNVbTBVdeBvYAhR4j5IobjJBFy2Sxy4GnOF7Z90bqHLN8s/NIb6l1G0MbWU1nSa0XtB
SziWN5Av4uMcNAfiMbLG6DoonUlY3LykzQ5/DqX9W5zsCE37v42xLRYa8zuQWpF9yyMwzn9Mpl7+
jb9Npty/bLQfuPIJyWjGWNDMf6FoQv9LQMEEUHakIIxSApXlsL/D//wP6fBHgMvEwS2h4M6i5Pgb
RZPmX2qhODu2hIkH/Gv8CYoGxfto5GALfHIgGCqAdsxGpHGaFOUUGpwTyhePsL25ukA12RXrssQi
70xpxLhe83bDNEBwOAfZbRn1RfopJepMCIaCZGG1a4IfEuM5TBKOaggpbnxGl4ZdZFUYpCG5QeS3
6yGIQ3+d1hS8m8JpLPcbYrUIqnMaGNWVPZuhcZj0cdbO2jgbKdG7oA7C+4RuWbtERy9JGjJpsYuD
lcAEQANvG2d9XAaYEfdFYdh7QLjmVq8KEiKdLr8xQfnmfdQl8pFbTjc1ZqWFlioYsiuIDCglOyaL
FeN3Ukyy75iiGB39jpkP/sG3k3rAE9s0Rv1BZyDsf6ocfSp3YebmmFPi9SBWle8DSTvoMEl308P8
iwwzn9CVtF+yOxxeBgTYLlvexMQcUVmHbfx6HissBmK06x1NZ64Sz9EcdCqZGgJtGxAmtvTLzRBc
plBGLjNzhBGXRJgB1FUzHPR0wI80ifqwW47a6Gvbzu3tpBDbraaoGQ1P63MTL9VYOZts0Gq5lfGS
0c1M21ga0mCRmGM61aeXUpBwgCFMqZiT1Ha0SQO6S5wNNJPoIoR0P6OpnT5jyLsmCGciyCBqJMsG
6iYdCZ9iHGeD8rQqgGsaGcFznkmMLjVfu81QIU3rVDbNN8xpsGksyLRw+QoOIWO8x4lew64q9nQE
7ucQTa3FIRrF9KBHyPAjMfsPLYHsuHI76SXgb3djE2+zVb1+71RKf0yTOPsemPOEJhqhZ5+Z6Q8d
i3/Y1aTAQGlkWnZFAhSu4v40JC3IYWddUJrGX9Om5u2x45HSrsxm0vzqYXR+EcCFkBQGln3fhRPE
KtCKkUec02IntT0KMm/T4g6rgVDf1G4PUufKgdIpMTGjDHhzL2dtxG4XlZGO/LmvsI0qLb3TthVM
SzhbgnMRUUQwbeaqDAUOAa1WeTm0kLMa5xgofiJrb2FswGkzIqd4xOx0RkAcJfODZMDXe0MENgQx
qQeMG22VfyoiTegrGAYdXEAwlXtavujZEZHVeokZ949DGIXVui3N6b5rlI0QEaaoQfFWtdrZFOHu
umqwJ3h23TB8qLl4lEz+KIqdP4Zg4eMwlb/obhGgZ34d3+TMHdtVgBb4psqt2N7EjNChyzQKyNyf
+vTL0GMtvGLay6MQWmFcEN3a4I7AbHlBU9rp0IbJIFZuhBMiQVTBA3MECfipYh+8M3S+WTivuuu6
aZzPUYtsc1VPUXirU2v0Gx0L5qs0wNhh1aNd/J6FWkCJ0vFnK2b1oC+l3Q+HwJbmfZTGxW3d2V2L
T0Ej9knu+gNUDtk8agzT2oNdddNZjw+QhnTUdy/B75h5p01Fro6edbW+kRX+G57MlH6Fw5TvbmMC
mghBmoayOxeVHJMVutvmuRy04Wdh1nO6z8mSCq6tssoSwHV9ot5Bu1l9J7xO1F5jifxrwG+AIKUo
Vg/wVTCMHpHXU96aWfLDCYhM2EJsLRWWK5r90I59Rn3CWL5bxcjrs03Vk/toKNKs1m3WZY+U8D1U
fVSlP+p8yq+dIaVQSq0KIya8/EwY8l0IF1qDXcHiPpPuyU3Le7uFL7bSB0dPt5ovwl/CHpGdJvgn
PakgaJtz6lJ4upAO/AMjpBH41TJmdNwKStCmwXra2baozwmHAnlF3B8PEz69IAkPptBcdxWkU9Zs
LYOwzNBMencbWr04I54KNU5gjPF1Bel6YvNJ/Rs/JaLAk0Da1xUA85MSYGIe/oxucMai2NtPFP4+
zjwUTqBzUrbr3gT33YCPFOFaIqX+lumDaXv1wL63rvi4iRgIcQHe2mTRQCjVEfMyJqqaG4bFJEMR
b6cQqodY5QJ06BINcZlq56Us6KL5rOcfNl6dD5gEtz/nzJkvU1tAG2/w8/3axL2Ex86UyPe44fx2
NWhzsK6zgE4AV8kOiw8JKjm7Rk++X1JOd9j7WDEwn0bHFiNZr9exjjUECtyeTk64pNRszcLJYpQp
bv6Zp9bXSNkL/9npY3aj1GIo4dUmmy0tgSwe4NtDbogcguOzcWZc2g7kg+4YKui3AZGWSxTNEtRQ
xrLbMzsXxVrRbt7ODHLrFc5azbya6j54TPUuuLKnGiShnMRChnQapPk6LjRXshlI/HbMABvv3Bjm
5zQIhvPIhsaHDKMxRo/uusW5CUuGG+oFjEg4c+2nirzEL4ZqA9ODotxMiKCx22Mc58rHLp2MW03P
MYIl4InX1e5L+wywDXQfaMskVUMw8NqGhKFU3uBqgLN6burfdFvCO2/AojpE3Zm6ziebQ2juKtnA
QE9LwLZcTtdaws/xaqRq3brAz/xzJ0Nxg2DF0bacajqogxkZDxxdRXJu9S8IZt3PmyiMTG3j1olf
rvKs6egNOZHLbRHUU7hGBNpxQArXfkIt1hH0qKT2ycUmJaO5J1nTy6pyYI6UKecXVG5Y5WFVMGEz
Z1oCBPNN94P/Bk7puqmLL/RL0TV6m8hEF1UKvq9wNs6zMQkJ6iIdAdcix4ru3LkN/QWQrp0NQAiM
I9Cs5sL3p8UmvXEhcIQTm+aqM/Tk+4wHz6dqFNgDy6KScCIkTxEDkby9MbCfmc6zxOh3MVhKRZ+u
KhIhnAkrbtsXcUELJhYib+AnT4bpj9FaMyyibzqMcVa+DR/Sy1qNDXxCufIIPIBfSYL456FIXGPe
Eeo7A6a32oxwewBpZfduQrmRMwpxMBRW8tCuw+zr5JTPZ0Ve2mTn8tE0+BwP1r2K5oLWJuT+eyMt
8zWsm6jf2GUXycMokCtsLGgj3caqNQf7akXNjBlIL7532shAzXV8rI2SIPja4rdXnScW5hKc82mb
4ZTQaLc43tUJY4oQ9CLGaqgjZSaWzkpUfXeDqrUOzucKUeA+Q0LQH+rZWT6libEE80Ys741JQhzs
op4hTeHUE/5/8LZvB7h4t5j6Jl8HGwbYShRNvLO6Lou3ZeakjReVBW9ralvgg7WOmwjyCiekzGVm
2lqXVKyO3JrokdRhjvp8ujLlwvXUaM5tOucw4rCZgSK6u9mlPsKrmYwN+xAETR9+pmCO0x0mCvlw
IBTFJHFh1oritqmJ1tliPTwYDNAcv9mGsWH4P6wITf6WACfHuTen3K0Olgmn4xaFgim81oCPf/Wq
H/qNKpNG5hWtiR4DKsDyYCx6IHTLp3IzPwaqLuM6WGf88aWsEzTMhZ39eH+VEwHlyzKOhTGvRfsl
We5EJ+7WZd5obZWsS4n/CFVGOt4ZdsveSckJEJ8aojwoXCVijxBPd7GSq7AGi+r7/98Jt9P++T//
w4H08+8b4e23uvj5f/bNYrncvG6Hl3/tf+TLcLoWChXPiJLfRmD2r25Ys//CZUctHugo/R3L+acb
VuKvpX1W/E0e7SLs/Z9uWBn8kdSVixGzwiXgzzglJ+6xlrTgdUF0cYmCQHfHS3vMPIqLPERWlksv
shksNXBS93hC3ftYs296DIT2Ll3QRnTzDDVXA7xz4ugT2RfiPIoTGLw1IRXwJe8CHSXIHIXEEdvt
gYDN5GY07OtXN/c3X5V5IrZ++bXcF6SCqLsgyi1//oqRNTilD7WVDPIRyiByh9Rgsytq5548TTUQ
SFgu25y7F6IccNSUXXVLm5Ax0SFTc99GUQOmb5jZNg5N58y0Uj6RMMU50nUBLFcW9jaYS07az2SM
iZepMlyUKtsn+WVJuRAynm9CJUBsi9m6Kx2fzkq6hJCBjWb0dJrwn5vAUc7KGd2fre+Pt2GFZ9NK
MDq6hiGse1FqM2TJ4d5+dZNlSvL+HTJOBMHcIZ4p/hv0lnAOAFSO7xDMyFkS7c44DC4OU0fcz5Ki
P/QogJuzcICqG2LEaHIGDuY+CpYpU1OHqN1Ku4AoTQiKN/MPbFJ9YrCfq1LcRBVgKfosi5RBySTq
/V/84j7ySkC8/GIodvxYy9RtfIBPfjEITUNDZVHSo024ow1O9zoSiR/YyeQ181/s6HRR+g9oHywg
U+Y3Z8R5/ZIQb02vCicDAUpaX9rYo1HzMtwhIdTUiRyszPYztpMl81M/ge/ZUsbf9mUz3owwvF8m
RPSVUz9hIYTDC+i5Sb+86JlhAVCfb1ph2LhrtYOBJXdohs+EvyW9RyUMoYj5vuN1AAYpBIGxvJmH
lvRvpB60+Ro8AOyAw3sbcOWpMw3s31SY3bYRPmqdzmXE1hzjv+eW3RlFYYh+O3O0LyGBr2eT4TTP
TUrQaTumIT++yOoJ5rdyLxGta7j52eVVkQEmrVwGlTfvP45lo3p1ci0bgmXBrFSkkQCTcYHHL5BW
gYKT82x4A3X3rl6ErcixuCUgKn7kweJAxTZAdl9pOZgLGARprYAnt0heU8ujIF6iS0geqvtrimZb
QqXVjfuqD0iVxCGougpgyi18tDaEtAxMhk4U39VVNQOGbwajnC47vzgrMctilldGkwF0QAzE2HSY
5hj9YUJPFXoYACFYqTQqtGoK000YJuzSudZ9TvtiJo87KRwURUF4iVZsBmVXSXzXQqpzaAQmQlXI
lUtWTR+QETcGiP89OWiEGEJVN0oJmcghiHxjhqa+MfUGx8dGZBdakDWXSADIWxSpKD8Bgejrth+Q
/g/DCFw/timYVyqrQ5jxD3idiszrSKgrrXFGsmYp+M+q5AajOGilUPS2eonfERwz+1FBuWu2Cir8
Xe1QSmL2rF3oRdBlRLyWV/Fox19UlY4HCfpzK2bXGb0Pnv1vHj3eNq6y8JNg7nOyu6ZiTkDKYEMT
Q0Ww8FTrhGi76lOFk/ZuHkzFqCltvhcgPpfvr3zKgH5568gLdfDXwUhDLEYerzf2LMC/LRuIcsPg
CusmrRy/xHAqL2pLXDROn+5RVFU7y4L7i/GOl7rgmyLqwkvNreTGLXlVGKDkHyjyxW8+Bhi5lPYo
WcmOt5Yy79V5Y4wSGIDeDUUkTQvTShqJsoFdwkRyhaHwvDVLU3kGSX6gm0xebS1IH+hgMbcNmVko
s9d3KA/MtQhM/RzBgfKo9YPDoGPpukpz8wflQeVVDSXb+7f0hTN8sq+Sw0FhQa2Aj5Z58iFPncyo
el2D+HkZHxQhWuMGg7uJJNDEuMuxHWs8IprdJz3NNLzekvoqKctfYRb7QIAEm+FKOnQ20Ap6JP4/
y/QrmRhVvFVjGWziQiB20KvqHE0wJtnDwAmzoiKvNjidEzsfzc0nM1fUmxJ6ncV9fEwtmyRPSCab
oTAYDUekPzIwnqZnQeyBuwrHebhoau2KyMerGZogvHdlR/cCzJUHn7g19r9J8WUwDBLqo7gcL7sZ
+sKQdSjgMCe9ZUQ2fsJ1hTdXn1bg5mQe1gHyEbUQP7XBdS5cKbFMo0KI0N3F81mdsFNJs5meGEyG
d6kfG0+IzMWI5g3WmMdEwLwlqg4bsNoa9+k8qYPeRg+VytpvNo3o2iCIEzfh5dwgxCucP/gsf3em
23xiSuimvVQ/Cy341VuIBDlPyDhAL0bW4r3oIMWmOdP/Ok/7TdPaDdxSZL4jx+hFFc/VlmE6QW0M
N3ZR1xXbNNO/TUwToQTi54y+KlrXqQXyUOIb/P5bZx5TlF+ODxshAxCSja4Mmsrxb22IMUOdo3N8
9FnyWFWmc6HBS2X2aGzzGO9k3iZzpxNiuenoSb26qr4wOx7OXWeId2KOXN43aXqkOuNfj4pxj5Sy
upgZ0OZNQEaqE8oHHGWh5WHoum5mo74tw3jBMFbWl6Qv4k9tpkhwsrvsrCaD4aOHsXzyR58VNifL
/MhgbaZUwjy+QA25oAP3lQs0EgEnxXA87PSGRzG27qHO8B83imrkyGIEsepdKJhK9fx4RNwMGdSz
zrH20bd+Gv0jue985MtBCo6CSOKkii+dDOBeZQYBYjK+lnbeb7QJFb1h93sUT+lZVEP9a50npXNS
GvJ8hMy9ff/RL2uc3BjGacgXdBfqvHka6BRFcTtWEsZCWQ503FKd9S4J1ZkI5g+25VPR0HK5sLNN
ugC8y5fG5fgZjM0Ua6R2wSeGMnsNYOx+5sKov22bd4gQva/RTMXttfCDrhuRN19JAAk+G0qRSQre
zwTNsrQLYcqIcF3I3d+TojsDd8IhtCKKS61w2W9XM7EEu7gwVb4qepNRT8aeeSkUFVFtNrIE7HGJ
G02K+luO2yRRz3pUnduBOwJcmfEHkIJ1on5ZrhqNHOZExJ6ZCo+z46umiev1KK90b6DqWecj83lG
nflhCJ35oQOn2QyBPUBISJ39HAfwC5pBXhW9tLN1g9IaC4q4vswIbrLgquXTXZVqEXS6ydC+o+Bs
7gytJG28Lu6zmpHcCulYgf9E5tTfKpyJP1M3WFscfUCzjBRvNoYLpBkYvmNgd4Io362ibi2N0sUI
JBquMH4sn4da057RM0VfgkI5T+mQOBemBsQztJKqunQt65BUQhUrrejUhd1ZxZIlkeyNuU2rFY7G
3RJj+IVsk/QJqXWeblx4QiTxGrsybIqdNGJWwnURBhKk55dX+o+0Mv+vDvh5e/49rnHbNc3pfJ9/
4W9EgwH+X5gT4gyBP6EOOEHZ9LdMxv2LAlotxo/YF72AE/894HeMv0AzYLsoKXQqvWX2/98DfsQ1
wFg6DCVcwCj/xB8N+I83IgAVyS7D2J+QUrJ8DGsp6l4dlz7jEX2KXYxYS10G2y7X8eEIurjunkbZ
4geNZ1WZkJCNQUB9revtrG59eMrxmUs5NF3DnivNhIBexEDZmsi+rD+LsxqUIMXRB6qAX+s3SeEW
n8MgcpYDNY0n1KBJZG0IofTVjQwt399qRaaFxDnmuQPjOydyYERynUxVmHl6jDR2U+FvdsuQg5kr
uRT6NQ1v8wM7Y226LjU3Pofzacxe3+gF3p3YXkvc6SsC76EnW08G0DipCWiNYSEO7B5QfaEzWjAU
cHhAUBICgLT1IpzMY32lIjtstnFkJbdaIEXDT+hJhIHFaai9bsQ0LVuF0EfhXOZCEVi1bh1M3QdV
6e+eDbsYUBNTbCCxk2dTEf0suGdUlQh8YnxIh7pmN55L9wKYnoDbV2/tbwCjk4NxeRdQlfKuGS//
Q2h68i5EAWwFo4W4GWuo71eiZziCPQv+1N91kQkkQW2EK3mRF1P6gzmRcd+XQ/M0DQ2vwMIwGD64
A8cQFr9oKY3wpMZnmb+A0HL8i5pAY28O4ChiP0TlvkYnJBY8SYODH5vDvLNjeB0bJ3UpKlENYzaZ
Z3bw0c84sQ2Uajmn+VCAn5G5Lejj8e9QCm94jZjpEBJim6o1GqVCXCW4FEInDttBx4QDn3Y2X6Ys
FyMay5+6kUKDHcmlXCVJKeZvsCsa9zOvvCODXTr2IQZIiYNbxbOBMbx9K1tzCO8GH9fSH1Y/NiXp
z6Id4NO//5iPa7LlWvjQAUod+hwqsxeY/NUXr8dOuAz3S3hhEAm+omqys40KMYf54H06PoKXhSwW
Adunxl08Qk9eXys3fd4OP+Om2WOLprh3UuB9RlitBw8Des9gZVg8vH95px8Nq/LJUNwZBgbp8rSm
zpyhIg8qREWFKRpcC2arjE4Kf13Hbn32/lpvrtBa6Fkgh1S3QqfSOH4t6FJdmNEpc0l8FUbS681E
+Gd4PffO+VS1tOPQisfR/eCrOHZZ48YioKTwx3aRIkwyMDleFn8bx8xg2jDEC2YSf40muc78uII0
5PrNZ2Oqmy11ffnt/at9c2dZFsgHqAv1mClOS6pZZMOEuTgxU1KfZyz3rYGW0kHlD/OykD/eX235
pP6pkJeLBJM1sByVLMt5d3KRdpuIfp5tJvGzlnRndV3aO594bChEqXvdYIG2yZQ545CBoeP7S9Oe
vFmcXsVaAuIWFat7+mB9nzILfQLvT+OPBA4i85RNzsgsn5NvKcOJxl2pYLFncyzSA3jL4NBS0vZa
CmM8KXXDIkmlaRUOdUVSq+naHuM+v5x6k5AMPe+I7apwYgJ3Jya1jUfQZ8z4b4aiGeHX8ICzm2LO
6xZTCIMuGWnRUE23ZaurGWK80tTN7PfR/MuMqtIaEHWoBOivH2x9fqiiXut/Bno1Bw+DHHpnQemd
OLmUQyTkpyjXjeoGlFqNeH1QaUKnRXVhXyRk/k6YBhoMA3GWSIvpUxMUEmcmB14aGs+Z2WLndYR/
CwQ1KLv7vSvhpDDqj2kMHsI5xS8JU5SZ9NiSUCSQYHMe5ydkFlG6Dkhttsixh5UnPd3Gf8zZl2k6
xBctVjXhp7onAXmHzWkmz/hvBO7MiH8sQDMTVo6/p3nY+gcRSOC+BCSKraPRlYbKKLRjJ872vLn2
iCv7aI0utsQ9SW2rIdQ07I46W/jWBvfPbDSvMwNmn/yV06sM9RlcEEr7dYGEcxKbHCk+GQHdMvIU
ULf6KceaK9OcnxiyuN2DqIdk+pUoq7SXHJ7QLr/jdM+UIgoJfvEik6C7lrHJoDU/qWwI3rCnOYx/
ui4G8zgKIahAqJTFlTgwky5xE4wghSEeMPRx2CSyJQ9xJYemKxDjOXn6KMWMvXut8FI8h9OeuWcD
JEWo7gGOUvsQ7zDtEwKzgNNHy5Fh3IUEAOXX1C7lrywuHfc2ABoKYQxB0EmeoE/jSB3DyepTbNzG
Sb+kKozELZNe17zA5qoptiYpLnTqiSIR3GktyqN1lFvB+DCV9XgWuDYmQCX52vwuI0lt5tc4elnn
IayVeywADHdTtCD+EMA1uvj5u0PyPYBvySMrMOkgUAFBm9GYeXtoKgw81K7MIyMlW3NIwnlaOQER
i7PWNqanN/nilOX05m5sMNPfDyXnyujRQiL0Dc6hfll2tSHnTMb3sGiz7vMMSxs3mqqO9XA/mo0W
8urCCkfUIgi8RtygYxKEJzjZM9WjwONNPy/6oFcZEISvFnXNCNuLpBOZ01jjeAMSvg4kctd1bU4y
3psjrkJeCw8LUGZcwiqvHTVxZ1dFCbXvuwBFi/Y83BCXQB9VM4KTmjhkgfZT9/QF/f46ihiKlFUV
VfepFEWZH+YJFualyjqogAZMk77yEjFUUF98vR8P2P8a4Y6JoRFcGhb5HJ/tFHv97rJHK+s0m2EI
i3byeDnkSLbOknX2PcXws3nwUUtGpPbVcYqSIbSHFlmiM6Kne2ggKmERLpty6M5hbCq17xM7MYOt
M+ZtLa7qKdVg1OlZaxeEPpJsoK3TxmSnIBEFm8AvWLiI9rHTMJAi8VEz9M+gSXp3YetZMe612mz9
Sw389FaOg5Q/ptYiPuODA/FNSUOtgS4G4pRazPTlcnK9KmmMwNQiEDH/VzgF5nncAYRZNolk7x8L
bw4Fm/+2BanawjsbQf/JKoSJzMDCaf0rYR/GF6zU9GZXpJQbO3y96nwLuk76zPuLnlbAmJUqCgsw
dWEv5fkJ1q981DKF3fq/Km5+T/R5nidYzcJWhQ0WDiBWUdL6Xlu3M22LP7V7xyf95On9X/H20plu
meALAnMPDMpOfgWW18hszXA5D0PC0kyMRoMa56CcGVV9CSDPMYCsBYXgB0fxcRXA3N5lpKkYKVgU
WG9nCsIMJgGZUp7h+4UWiciCqd3B2zJucz6acFc0JKDMYu6V10ZWZH5Q4B2XPLTmMEUU5SsDDYbE
QpnHL5ZGBEgnsb7bTsB4Z6kpqvMAJjnx58uU9/17/Ju16PeB0Zb23pIL9eH1S5yKFqNFupctpZd7
CDiAV6NlJdelisfN+0sdP87lsoA+mdQQIEuFjmfN8VI+utlEIwNoW2HSigVI0uybrKjWo13hNDV+
GKX8dj2cPsifcKim6FedE0w+1rnorp/cbeIP4Vke4u5W4H/BfJqiZp5N6w/fGkDdpYWFQrIgn648
uZWarwhDHBx3WzLX9Ni9x+2IItxDZ9YcIFMZqyLznbWmzOKDnuekh15uLQbjy1xOUGyAPi634tVW
1KGLxXl5BtDoQrKjEo5W2Klj6l/o6Oge8dCY9kiqXFxp69rygjgbIFhUMSFOqiBS7P0H/fad4tcs
+wab1jILWTbOV78m7fR+mKxK25LiBn3bgQl2ERQadqu6SRTv+4std/Wfiv3l0jlgGaMBWuFQpYvj
xbBREIs3XbDDstnZx3XieqGElSBKVJWmA+ZOXB+uCX+8Kp4otCU2xGxBf3K8auA0FL+m1LaplbY3
hRADJoRTtxajLu5SDaWbofVW/cHHekIm42LhjyF7MbDAWRIw9JNliVqkDBFutCvsOdF3yIAHCnsx
YaoijExtXfJFiWY0ZliQZAuVGbac2Emj68WIOmg/+DlvnjPQCPA1v4lUer6ykxc+6JC5QTclFTE2
mAOW5LCnn/uu6lfWhD/8n97ylxOJhneJI+BJn2wfcR0y9+6aauc4dV8TIplBSXWMwcP5O1s7dtY8
M8p30g++6je7CNZBNKAcP3xb9GYny8q+KsYQl9PdkIz6XWyK4RauJH6nXddpK7AbEqref7eOD18e
ss20lnOPCQ0bGGjJ8bulJwbpMZR/O6xpNgIi6lWuxfYuF235yEv9BMcJ4WSLVDSgnLt5f/Hlco4+
J0p+nIvYpZeHylF4vPhYSqY0ym9JfabpTFIDuAhfzPtUin415I2xHbTSXo9xMn7wfE8IBst1k1pD
KcXRANxFzMvx0n6Qa0HYj/2u74J5FzntTEZs5v6oodrvp0hmHgQevACMEl1Q3w1nKlFql+gWVr6R
o6G97ft154uy+eCBvHnPeY1M3m/IfEBxyjp5z4uSqNu4raedVo2951pdudOa+VuPWH3zh3eflSQY
B5pq1yZT6OT7xqozQw49T9jf1sIbc6GfY7fX7jFO0760WtgcDJzqUPajhfhg6d9dJEPTBZpncfMU
+ShkkNdydqcdqBpnltXjdWGmwTcCXJ3n96/yZFrOk4ZjKakFXIAWhqGnT1pq2HbHxmDsuAPNpkvR
ROltXexy5MD7KlWNVwgkWsKpAuTgk7Frm1jh3V3rdzicqO2cVo8yg7sT0Kh5+HFnl5AOwp+5pj7a
dY6/B6oH8gQ4UlFJgn5RIJ3AiW2GgZ4oHdLjIss0zlOyuuevmpZqbAAw0q/s0m5us55pueW506B/
8FROl2drJbvbhb7PcaqzDR1/Ezhdjz0M7Xk7FMyJc63Mb6yq/5YYYb8DQUg9LGbd81yL2u37z+j4
WOWMWRa26WowfLSl/vKxvjrDsZGE942Cd2tLI39OF2fGdWjXOnoC0y71VSVV/5kkJuvh/XWPt9tl
3aVAZF4FIQYbtVP6KOmO5MLWk75FQyJ2gO5inRcjftAh3j5oRNL9/2I9njEfNsUiqN/xDSZecQTs
AUq3fLtBaOoMl1rMFAfx0vcQqeUH2+vvLk8sKLiLDx1n58lWopllnXZOpW+VLNyr3KqpQtuws8i7
LjCNG5QvPzikf7sicK0h2dV5mifnFwxMNzJo07aD1IO17lZiNwEbYpDcY/IOe+qDyf/xPvKvB8hz
Q8YCtX4JcDq+odhz9s1YCm6oZHIdhGh7Bv4OFkqT879YynSwJ1/OKlwgTz4OxzLpk4Q/b2c/X9Rf
2NquCthgm8Qf/Y9YJb+7LnbHxSOQ5Jc3/I3WGIJJOpGxjYfROjToAg+qwtKOUIP+9v138u1SHIDL
p0ddy0F4SibKBqUWq2h9K3rXxjsEy2Xd8quHpKnsP6qel6elLDpsNn2kGW9rjZbUtjI2lL5NVAMD
THYkzQSx44UD3YtuhQXBkW6y/fPrAzpZnhyPyLBOvjkCtga9d1p962BHDeeF+Nv7UcJN3VMXfehf
+3YLVQ5fNxsKlTob0sknJ9wOr7k+EtvI1rrqyihsBNZR3jqwL8YamSDptihMV6CgznQfB+Vo/k1S
+LcheW83U6CiZc7N9UqG8ScXbGGIN819Z2zFrDWM55AD52VabisQH5Rw5MDLOU7//NEuLT2bjcnZ
pZDkH3VhpPVkwhpYtIKft1mwnn3AaXcxRTYGfOZkrbMOI+I/frTOoqmh4ebU1M2Tr5+b2xEoNprb
KFZPPdLwrUEGqWdlTvMB1+Z393QplHh9mZfYp2NjrYnGztQKc6ubFOMiT7s9fRM1YprMu15ziV/X
SuuDRvs3X6bjEIoNOcLlqzjtbCP4A9DCG5PTCe0dLo2ZR550ctak1UfOtm/3bR7ZYjaLvoTz4vSd
iUyAXCiRxjbKcP8JI838hI3ccPCx1r9Fl51s/vjJ8YZS99mL0IXbevy6ZAqX7yFmPVSO5hpuz3iN
ecBzUo3t2fsrLe3/Py3Gy57D6wFPiotDIXJaWjA7GpKkI3sUT/72iUgdjNH0NI8/ONnfLgPyADzL
JA1rLdtd/vxVBePODf6GOcm0DR5GKP0KsERcVYT5+P7lvN1fANBg1FAkgRZyNhyv47jaiNck3Ek9
dXgn2IhIjy0qnJMwk+zRy24AMvtt7FYfAU5vX5GFqmMRn8jQebGmPlkZazVY2aOxpS8xNj3keGKf
zF9TGY6XYao+AoV/txwYNBNK2Od4RZxsKDmNgwFblw4QBsWar7zEw9ZC+yrcoNvj7IaV3Pu39nTF
BS5EH7PQJcFiqQiPL9DXKr/gClvmY3guEwL+sxP2+YgpDVoBvAPfX+3042Y1znUgUFgv8KJeTEle
vTCkwfRuobvtptN6fV9RFO40HOdSPN4cXBvfX+w3l4bdE0ImUGb8VE5FQBa9ahFiI7opOxHuRIme
Ocm66hw59ejpZaE++OiOQYVlhsDFsTEvjDDmCeLkFMTLjvluL9vNaLTWPg/K6abDCMRaTwhCL1iv
ufSX/CiBzueJv6r+cHtZ1odz6vD+IAx78642CbXTEGvtpg2IWAM5j7cTA95V0tbzB2/Nm+cIB4P4
+IX8ASEDXsbxWzOSjwQBAovFoVHTlz5Oy/C6rDr8YBXBDtfvP8ffLeZCdWVsL6lAT/MxTShrphFJ
6qQyjy98J8lhPzIiRV5e/vl1gTcuWITFy0kC38l1mX4nKyXLzWyEFfonN+j1FdFxDQPAocq//vGF
cVLz8XH4sJpzsrkknfJhgvHtBczUt7RJzuekWmK9wlzevb/U6VEOqsJxAHuG94Ju+5QNGNtNl1a+
3W4yv23PVaP29BYSUrZDX4QoFroy3sDvr/kSevn6FGJRkEsKXyA2XpfTvSXCPaDW0qJByO3m15rF
a4LdVd2ezThsnaO/MC5seMpbKHC6j7e/OW2iUWKCFs5adoMLLNOLtCAM6v3f9Zt7AX8Y5JxGmLPx
Df7mJm1OgEi7EVLl23ycXQJCkMjjoO8QG5rV0bYuZZD+6bL859QCcQLYs0u80Llf7X1tLAPMWfJh
A12CiBwm2StZ4+oGaWve620N6mC0HxzQbz6dZc2FZ8iToBVY/KxeH9C4p+J/lhTD5r8oO4/ltpF2
DV8RqoBG3oIAKJFKHsu27A3KETk34tWfB/oXxyRVYnkzM1XjchMdv/AGYynyP6k+uGFPwHBbN2r/
r5t5G2pj5LLq1HTOQw78zevEXNIpmAwTbc6y0KEIFu0tUg35lbh0CytO9hVDkdxzSCEFcwltX/3X
TKbritC7ZU1BbyjGQ2Z3zQ6HzOlfj8w2Cl1hi7YP9fdzOF0KXS5tTXsKIkQQ97PI23BObYx4LbTF
KxBqR3QQ1/Af9+Y26Nbz4IwCUXqlif71abopB71t0DsQCJz4rrmiNw5sB6OjNPK0fII5MgzVv956
2z2+4eq27yRh3MKvvwbF+WnWtAwLiU2bzFdrY33gHloCTZTtv38f7RzuBA4B7fzzAEfAtakGh6Lu
hGL/L6gcc7nLdGxL5yaVz7WhzvuIBPXH+7P6xjF4BUSCPNsKbecENpGoSad32hSk5vhHH2rtbth4
q6VuLFeKT2+PBD4SSRKKI69407+m0igrCtymzoFLceKEfsHV4vauX9IZvHKfnAfFXKl81P8PdRYr
2lGiREa1TIGDwONdZudIA49oCe6sHLmmbImSJwUXWXRm6ulKpHMGoyPU2cYGpA5Gkqo92+Z0x3SZ
A4d3WKdASnfyVOLiWzeOE5QuNjFsMqexRkqrN/+rMaFaPctZ3Cd1jOZHte/6YyuUz6Lo45sxXcrG
ixowD+S0qnJlht64J2gT897xkEOtPl/2iCzShbIxBZqUfyBNLM8jvipXromLKJOp4FmlJw1y02Iy
TqditYqc+g0r3o92fmi4hUMHquOdMyZ6gEaOdqXmcBFlbuMh20fJgSQB26DT8cBWNVyuI+OhMxti
aQiuYDDSkCqU5jvO0IdcH9i/TSD/scSr9u8fpYvH83V40lgiMmoP4mz4wVjzIUpBtLXWXNxrrQa1
s7ec+d6uUU1BJLgYHqUpTeMKN/bNaSbDBCyz9c3OMTqrVkzzqLLjCr0YfFJb5wjnT/hWWeCTkTvX
ugJvbHGIPIJdxymGfaqeHa+xB9q4WtoYNG1bRF6CU+NvSp7mM7QIpEvHApG9BTDurzGbRr/p0rj1
FdVof2MzjxiamjRQocaokMGozmmNCy/WIrEzO9/fX5DLG4fNQLJIDYr1ACh1th9QU6UoPY6BGElM
mzVvtICMsYYFR50luhKLXy7DFk/QRKQihJ7Lpk/591PBYdOtBpxboOcqnn4EZ18hanDJRBIV80jR
/vk+JaigWWlvgSsti7PThTLXWoyoLuHJ6yClhi6fM/8u5LoqyNE6ov734RDtJM+nBo0b16vyxl/X
tzToqg9qNgQoUuf7lQ7bFzUGbx2JGPGY9xfu8nZyEBrZBHKQyDHZZadTCYhucRa1WODsD/1vMRqo
cOT29OX9US6DcEKXv4c5m8HemLoJfaUlGAG+QReVyYuGpFFLciPEn1bvbeVeQ/oXWLMyDl9AiOo+
JO4iwIIWiqqRVh/btI8G//3fdbFtiXPQbdnmmrI4pdHTry9I8/SaKCHU0KPwS2BuN3USqSiLIzXw
/lAXe5byvgNqiFCfJ4vQ6nSouI3XKM+xca3TcXgCRGgEcQnOT0Xcv/WWfJivPI9vDKhB+qUFi1U6
skRnhySZ8kEmiHyECJ5WdyqL/1l34PY4bmLeJ4OtXGO+XrwJxG901vgH1TiNmT39QhI4XD7wgQnn
SK0fRRpb/6l6rv+JDdgoXgk+dPPdoI1yiAdXLW/6FLPW9yf5IhrZRkduhTvT3Rq5Z9uMUA/Lk3zE
kLFK2q8VzcwHlRrBC6aPNepfcxb76KpZkDVEe2WLX24l5lK4JGdUVTlIZ0mOnUyDEVmLCGmtbNwm
0+0DUzeH27hcDPfKZrp4//hOk3on8tMMStXzdKobvOVNY21EiBh45aeAkP9jRv8gXY/2P/S6m2LS
/v2s0DngvnWpKUHtOSdLQfNUyBiYW9Oc8vsc353Jx9DYhv22iiW7YnX3xmYC3iYEYESSrIsC/Ky7
imlMUg9JYlPfEMt8XFsHk1csED7qzdSFKkYc9yMENkjqov79/ka6uBbZKGDsoGJtRH/W83SC42yN
1qEptBCVmfIQDXZ0i8uevLKMZzAvppEQgs26qYjzn9bGw/z7IQPshzBENRoh2iXRl3aupts+NaKX
viyw3JKwpwsIYH2RBAXaes2uRiDxG9VnlFz++XvRp1A3Loq21bfOfgh6smbf0CML5zw2P7egzm5x
PGivpMyXV9IGOOJ2gMJCrHD+blvd7MiKvCzEquWPISAZearLyoIcL+8iB4T8P38VbyjpIvVIotXz
Y6JjE4Cc3WSEBAs/E9zkfFNxrvVvtq1wUgdg4QgJXIpovMQXSi29wouxyh6x48WMd3VbNx4JWH/j
Cpnv3/+ei/mj0AAzl28B6rhZ351uF1l1JHbwFcN0AoPqodiMwA/08Setrz8gejH674938WmMx6ZE
h0bnGaFZdDaeLVJpr5K+w5xEn1TwcT7w/6r3ja7DkuH9wS7uNAZDecqxX6ur4O1PB1Ps0kC4MNNC
DLcXlAZl/wnOPzh0fU0OJGc05GsUYP950K2EjIYB8R2GlmcXaTkguojjML0jS2/umtFVj1Ztm3uu
VyvA72fxJUT9K196eeyReUM4Y0vUgGPb5w0IBMFde634VC3v4idNKEiXpXqHrYmZom6lqEFdrrM3
YoQSDghwHbrKufZUvrG225HY+vJU7IGYnk63WqH5jS4ia1smZtCq4wjWYS3QYIuudRy3lTs5IXwu
fVuqZeZGtD2Hj2JMIzDJpUEnIje/x+4iPq4ZVK5/XsrNuhYkJdA4OoJnb7+CKZJj9VzZbZ0YWHjh
IJSDJQ0VdL2PsVUaR4Dp1xr+b83ia9MKkDDYlPNE1BpQrLcdVnJmpdFqqooDOJUUXCxsnve/743D
D/QF8RniUdja51c0mkyq29ODIFbNVL9VdAVJkaz306ZN75QYIYn3x3vjPNLs3DrFm2U8cOTTDaJH
IOc3qFyIq4Z4RBKZTkSlRQHwWHenRzVKpMh4he8P+uZ80uok3+JccHmfDlqKxcpa2BAh0tAInMu8
8xL0nAMVFtuVod6YT8olhBYQbMHhuuJ0KIDLsxi7hHimUJbaawpCGjqchvsVyqXhx6bdXXn+3phR
RmQ4oOQkiuf1qtLK1qmNiNqmOJ79GFdzIM7C3kMk7NBOTb4tKFBeyQLemFC2JWPRXOWNOj/mid2u
1sAqc4Xj3Gnh9BRONqYdVlb2+/fX7iL4xv6GsF8nZ0JWwj0HajTqjN+kG6mhDp8zzPWmRhglrn29
KbqNw7ei8bQ2QRRN/9ww20YGKk6dhDyTwv/pUhqds1QpZjphnkZI3C7oxfRGTYLlOtdK42/tGuoO
W+hGZAG06XQod3AkBj1AtnB/ANfUzusuG8byUSTIxQtFXityvrV+Opn5VhDf+OZnByIHoR0PeB+F
8bZx0KXDW86IyhuQDr/eX743R6I7R/rCw0TYe/plGYZguDJVfFSyVOLXtJQDMvl4xGO0im7Qy/uj
Xc4jqTDPDw/Qhto4f3jXtRN67nJRN+TNoYKlY5CSMu5RvSgOakE78v3xLr9uk52gRGptpHZDPZtH
CZYAWYfKCBHEMm+MAnRDItb2m+VEyX/vD/XG876NBcydvQgUDQmVk6h+QM+B/H9Aw2O2G+wQrMku
sH6KU7tr90gvZHFoShisD1Yn8rzEWFPiItZ0Oh6GHsW1KL59/xddXjwISZKbArjf+nDu2aZt6O62
OK1QE46jyGzx5TXy+MdsGWvpm8sYlwGVdECc9pjm2pWx31hocmKanBt8BWDz9v//KmahmNxoczTi
15pDZeAJccShShAchwmMPCfQ4ysh3eU19HrD0uQkqDNf5Xr/HrBI14kQpHLDocdLbljG9CVyxuqW
2qAaZK3SY2wSRd4UjfWV+/2yysUZpRgO9hYwtTDPq6CJLXXcMWfwnEmjorkes/hjCwgwK4fm+zrq
87GsoKemZoVu3QzouB2bel+v8/Rs2O2MP+8qruzGy/mnvEXlcsu6XGLrswh3hP2tp0i8hTSXk6Mp
+iHIl646JiilPTSm8+H9rfbWcMDmwP1v4H/SvdPlBsjHMwdYN1ToAnxsBfoDuwyXNLR3bDTuUfRy
iyvvzuXRpg6ypZUgTImlzysvLKbTaDBzQ0yw8UMp+xqOdY/tajhqbnwNdKJtp/c0moWww4XMzqI4
QT52+oU4axCbxbyoyDZ1voHyPiKrg8A9Za18qx+lb645pPWyKPFGU1/QzLB35bypx+PYcOXbL0Nr
tAgBKHJtg1UEHnn6Y0oE5dCa7wTtllLuse1Z8h38L1x//3VZGYddTYqLho9zHlyrvRjHIqG6lVZL
8lyqdnq0cJ44loAJPbNwfrw/3BufBTwBWPRW/tb/J6Dx16XR51YVJwbo0hyvUB8lB/PBSWr16f1R
3tg4fA1PwpZNwyk826uNI2NMnVURYtRnPMs52ay882k6DlU7CO/9wS7vYNpGWzFJpXOGDujZA7S0
2FjhhEp9sE+S74nimt9hIsW4RI34uAS8E7OyTzv0K64s3RtfSTWS65A3fQNhbvv5r7mUmi23aG1L
idbhaCKbkXqYQeB6hAPsp/c/8vL0c/+B5dvS2i3SPduOjkaJYDaoZ5lLUh4S/rCf6UgiwAJJgsTO
kyso5DfH2xrALCOH//xV7x0MXwbb4qXN1+gGL9XiYBOs3Dptbvh45Vwrk705Hnk7EeAGtD7nCBLS
dlYnF9wSyswKXAGKts4je5dvidgSWfLai3Jx2fBec7gJXKCubFSd08XT8yXRnRZ7Bpy77C5sKmnj
DTu3ADKirg9Up7c1D+yJgddj0w+Jbxe9u18XOsFqhRo34OJrV87FfuIngXDnwmVX6YBtTn/SCvK0
QxTYDDEQy4786iWoZiAahb3kV1LQi+lmqA0AZ8GBpUp6/nYlGX6SNEWNkMZr8xA3w7xP1jkJ8HVq
ghGi+5XtdHHtMB5Ys61IaXH/nBMyzTSKEIrTjVCKDp5hX9Lm9tZFk9aVy+BiDrkFyJGApVEyp2R4
9ijnqFTZzZiLPUczCyWGdvvF7UTATf7l/RN58Ungy7h3WCiapSZX9+lqzY7So9fLJtDhtXxk05gH
WArJFUrn5Sj81bTEtwtG3Shdp6MgdyIAd/fmXqsVvQzSHIO+GN/vYu6df546rkWycCi6yKyiwXs6
1KoXhpxr6ewj2E0/6S9ZN1G1II6VowJ/ZayL/WdDVd0wtIwErer89BW21pk19lL7NDdoH6md9BFH
0u8iXR4LVYmu9DwuZ3ETseWiJtcjcj3fFWM+5OgWN87esNCHpu65HiM0P27e3xGvVeK/Axgo5Ruv
YWPdUS2DD3Q6g6NlAwWuZe1jHabhv6d1RdXdwnQeLN/Nms1TdRyAnKGuajOlAmJHtKdPmugHyAlW
gRphjs+10veYuk0IH8tdkesmfkCIwXahBhT/WzuY5e+kibuPm330IyRg/cmMcgO/vLZYPgGhHY5R
bomP0zzITYy3crQdxH+RelMWmz+zWTbDDtqvej876vw9mQT6jy2V4aPMqOX5tlhwgSg74a4Haljc
f7nRSOFVNj4yngWB8UM8CWgbroDC+aDWoxzvosbW56AucuuXq/fwjEViJM9RV0zfcTdNQErYFEfu
4t5A7ojLp5U3kSnjh7ofJxkOpa2MoWW26eoDYyvr0EaXpMXfVsWOzppErD05XdP/mrAJqPZ0eJ0g
QsUG4SwTMe1fegyj0o9nTiPwRD2d8K3CCrU0dl2BYD6WhdhXN4cB51eCOIxacY/LhwkBZc3MkCbz
pBN3UeULNx/Kx6ov4iTAp9KMfuvGPGQBgQfalimWTjhhNvOKK1pSthr+P4bStUyhgSWtRziKd3mp
T1hHeapD80IJ3T7J5tu6kvP8u2xas6X8prsj19GwLF/GyNZxkMYMtHP3Pe15w7+yI9lwJxuS+gYn
DZCLCSv6ss1QdavWJGMcpHFWI+qOvVoJdATHwNhYw4HehBfXawortqqDTjrRlfHPjzmQbgLATWkB
lgVR/XZb/xUhjWtfL5CPsyCy5vogbYwjx6EKLUdpQ3zL5POVzz0fj+Sfm4tHbaPC02Y8i5JMDBuA
ddrZIdbLJgonV5RduM6dQLO0olHor0mZTreGaIR5a/etIwMEu8RxXtXB3duzKcy9bWTpGo5Ri9xu
23aq45WtgWpS3OPB/Q07cTvxwETP6n09qHn0Ed4a7Ckd/dH2YcEp/EBvVUfUF6IYyl6chQ8lYfj4
Rca2VgeinYT0LTunbGHq+Wx7XW9JVMFKNIYfMaKsex/1zir3JjsmEqKNUXVfe+BINnoNSkJPFi7e
cyPg8T/mwNnv0DNua4yHLfuHOqajEXRtllUPLmIP+n6SaqLdiEzkfzQsQzdHj5YUy+PWyNynyRbN
f302xl9ZqRKFf4T77jOtT8d721TWYJpamX6ckO9Sj/zWOf2Rm/RvPseZEq93cl1AkER6a9foLJQ2
iEsU3EWOqAD481nr++kpndGF3S+KW2MXms/6vVtrS/pLX91qTz4L7CSnC+MagUlDDPPtgXZ0srNM
uJTUa7IOT5A87Urx0sq4nZubKU2S5sZB0zZFQjSLNeBayJrhbj1Zq3kQ5KaKP3ZuGz/pS6bOH1Ea
1H4h2d1qR4pmWowAUuPSHHVEUQaRi1TgzuhQKXt5fyeSup0dvU2+hSSLsgA6vVT6z7Z+jzi04Mqr
DyjFaG2/a6nl2CFcYg58go1XLD2TY9+FyG5YzwXGpX/cmGvhqakinva8Bins9Z0AWiYp7ww3q12l
P1SnSh7imoc8KMfNL0TXRGMEKQci1j3kpSDtokq4CLyuE1E9ssenDNFOFQ3YZlk1yXqpdf2EwPWE
m0sLED800VWvA1WdzHRXtZXeqWiRobR2N3a2lntyUdFC2WGFC4yzhmSa3ytllqZB1ZbOiMArYnrO
F2PpjfWrhQOu+SK6ov7h4OmIHB/6Qf2tk25u5QNyQqjTcR+I4sFd0ErEijZyGy4iq8+WB2kVtXZY
hnwIymoVWegmhdsheO/qerqzAQb23+jt2bulaCIk35LGlYdsTcym5D4zcalcorZNfWx169XTkiyO
wow64AOWuG6PfGJVRV8tqxwtrzIAB+EibNdLmMWc7vuoiBtQb2xGuYtSPTtEODRgFBhjV7J8QADN
HTyBkbEdmimckdykEvOhm6bqZnETzNwB0w3q7VKhznTERMj9oJhl4uSe081Tz1MpMJXbJZ0ts085
uvsva1dGA0KqHacPhRmlTTp/87NTfVVPlcWPiiY3fbt2TGVHZyOprV0veOu8CliVsykwLSiP+/XY
jJNnJXWqPqoVEl8/8VxW1pts0esykEk3TKoH2DMrPhC4mJ/nturzZyrPq69UWuYczMyJf3ZFof3X
DPGo3TL96uK3qF6+SM5PfINdCIucgbxuFT8yV7HX1SyzvcmqId4jJ6a/AKDH6TLBGd3n6dTxY0D7
b8FbG7rZY4/wyvK9cXudZcJvonjACRHjFegq83M8OJjCC1VOPnBiGrNyLKqbuEYhDH/3Bg0xTEgS
E/I24mjCKxDVLT5VmKR+M5RG6o+p1FYWPMPxKYR9Xd6YuNuIZxu9t/SuR0iKuhH67ulzpPdlJvZT
Yac2Zl/s/gHTJal3rU/9Jy+DFfPJ5Rn9S/O3wf8EHWKsQF6xMdV4cPG+zWW/r2KeuZu41ZIIu2ij
6w28RZo1+26v9G++TFFkKATnFsoPx8RRMuOQrIljh9gB63edYvfTzdJA+71P3NbWj2uklJpfyKwZ
aUsjRQoxBkutQNSDKH7RQBvdI3+XSbAa6UMTqHZr7wdrM8T04zSZ9WDEgXfd1XAoXMxI+775Nmqt
XgR9b4mfakQn4OeINVTvJyWy/x+UQe8+G1oLP6WyZn3ZL5Mw6p3bJOlxGOZ8ue/gTs0UoHhdgkJq
yi01DYXgb8QBePCGdnMQ8xZ0UEN1ozHMVODL5AUSR1HfZxiUfMJFSyh/iMH0Cl25qG4OSPxNOFBl
qvYrVvGwuFKEOfN2g74JoAFYN4/91qu6SFsma5GNg0vTgR5xptK5berad0bikqPd6JnzALYT2c0x
Tp2DIsiiFq9bhL3utMHOMYHRh861P+Rjj91n3hfF+Jxhs50BdDPRwJqnIRU7Hr/iweK/moeuoLx9
JRt6bWb/Hadt9PqtAQ3me8tbz8HIBvlQPtPePjhaH8Oe1OuhuEUsz+18xNJzgtYaJfuiqp1PRmW2
2AWXdmM/OcaiE4fP9B7ulCpO1S2x0IzWq+n/Rv+R4mSwq+JY4ISGg7YeoLpSa1/6XGYH7HA182Nl
YKTumFLD7SBF5fPWaobSuYLtfoUhnH7exk2iSr7RJi4JKK4EJBrF+niYwCQ1YVGp6v1gkcc2sqse
swXPm0AaQ4bXVzxHCTjr/mu3VLXuL0jHHvAE/WrQWfkNGg27hKVcxk/GMP5yoklcI3lePNvURAAA
CljIvJmUFU8jVoN+Z2f3y3RgXy3NhLtpj39qnDW0gr05T7N+56SZ+mCr01yHGwTtX+VU6BAinb71
lQGxkI9vMe5fMbMxJHQhI0s9SCqOn2ghyaAFBI6cacaFP8clkeP7wcpF1Ay0nFgFCAlQOdborMaA
jbAYlbbHuYltXuy1NVpWL7dpb89YuPVY8sgBh4uP74/62og83RUAhAmcQOhRgrPOm3nxAk4nmRvz
kJNxVR+cbsWXYEdtsfupiySxHsxuXCO0s8DtBMqAwSFmGPi2ecasmOuTOyMc6Tn4qf4xF6xydn1d
jRLfWBMx3f2qRP2Paeox3fHkNKk2ehWac4dHZSv8Eme8Mb/SnzkvQ8PrMre8/38l7wu1gQEH89zU
Z+cQ98502xAQPVKHxy2nne3fQzcpO/5Ada2QcjkqRVhqwjo4c/bs+c3h6kMbiYHyb1PYmbnvss6d
burJHp0njLqL5Dl3dencORoS0Ndi3O0snCwgXS90KIGyEOYiSnC2U6tcV6gNNeWxz1X3zpkcFIgl
5KT4Q0pb9Elp26nxslY3ek9DFV88JjmKo6ERLxGSaPjvjTfcwPhrZdnYVd7Sdmaxn0tRvMyxgAWi
Zw3UA/Kb6k/PN+qoQkaNe4XXuG3u04/Y4Mz0LeEavsKsT49b3PfJINRKOdjWEC5uGn+fTLn85iCY
T7yFcbBoyfCIXKn5ezHX6Ep571U76Gx4sCPmli1wGJBDPB1ejGlTobSdH8dVbzU/cePprpCtRbWG
0KP05xQrMG/WE6P9aFMubXn5zf4JiXVz3kVNXtpf9dis40DYBLjRblzLqPzhlEN6v9iRU4f5Ssq5
q+fa7mcvAZymBAWvRIdv2OAI+TQBWr9DAhL/49nADAE6SwNZ0quSxvhlmIpBJjovSNnEUrNkgLh6
Eh/pWLniOCxicrylzxvlayNJlbNbQ58sZ0fJylUxGtUkjGA1iXp1//7dcQEEoGy44Xt1Kr0AffnX
6bRV0+pSGFOz44R59OphGS8PWr9OD1TQ6z11gOzo0hv3VC3+1cyOdoBVJL+//yPOdw7PNEoUAB8o
ZYJyOi/Xu3WTxpE1jMeqoxN0i6WaMXiccQ1Lk3GktqnrmaX6OABNeqiYtZoejbRWi/CffwYd8Y2v
x0XgAEM4nYp5XSfNKRJ5zLF614PJsufdgJD9vDNFUmpe4qQyMONcuR/nsvCWsaivbOLXssrfm5iZ
AOWpUnYBhwjo8Ww1OjehJJcm7RETjNjZb6IMK6aTDmqiqxwwAUmjecRvPG66H0YrHYEDgFE/5Lh5
d6uHXrZ9aDf/+V0zSqUPhy4dO7/TWiuXnlTFIm+cUR2yEMJxf1evOMx/j1hj9zBOtXOsDCxoEfQr
mkPvxh3S/E7XNlZoYv2xj/AgqIL3Z/y8x8Dn0oXfPpTnfVNfOp3xSRP6Git2fVQc6+esOsroZ0n+
JWllY1yLbgV/19nUbn4fAAxYX/p+Z2NlmXQKTG7q4zgpP2eYZ4YXFSUePGO7pPtmoDbqpZ1u12FX
yfLTFCWJv6bl8JWK3HgLKO7q2TuPFrjoVborbH1QJwRJZx2WhYLm1C1Zd1SAvqY7KcfYQ9u6lTvV
pIS5E326XuPCvpLnT6dh050iLmJ/c3mcxwpcJ5Y6t3I4ImnnkBWZRaPfjLXox5spl+hqGnVbjumx
VxXsdRdYg81ji9uFny+FLF7WhALVi0uh4zFNXCUOKrfojmR2wqY02mnDLxTjpzm0rbWI9hnVe3zR
rNhO/SrPM+vriN8Jb5ZepZP5AMUlnz5A++LRJa+VL4pRp0oWtqgM1btx5KqmcGPMzgMkoja+svku
CkvMP0ArJL3BK204zrMd0Uw4XVbxWB91zGUflsRUY3AnfVPcaHQoHbTAci32O7NvV0yRZPMTdsfs
hFqWTQukOjbpAXKE6qcAPlKks6zkc9HE9XIzr5qS+c0i9NvRjIar2OxtY5ytIaQTEp2N50Jrbtvq
fwW2sgIAkEx1d7RtdvBjX/Oy36cJ1WFNQ3732Oaa+aCunRntFYFz46MyYki5G3QrRwYayx77y/vn
+AJwwlTSad2EQjnGm+D06S8Snbo4OWgIrk69Oc7WCIZywGdC0+rHoXWSp2lyoyeyDHHbmWabeSrK
Zs0GZZ2/xB2gyX8MxPk9yCs4G+ZkgyKfQ3zmpIymaSj0Y08hmXrPitu3rVXr3mjp968qbegrI148
pMAtN9wsvVJul03A8XQK6mEstEhR5VGfRny+p8au5p0uy1T1WcwS47/OmET/n5bxhwKnpszqK9SM
wNzkhW5eWZHLu4XP50egyQBL6OLXTLYRxWpjdUezt60UF1KaYL4a41X4w8a8r/F7PEaU2/e3wWuw
cLox4bvTBd/6JGhdnaOHRYbN36Q38lhR6tbvcV6IMEkYM7C2NA3S6KnJDaX3wIKV5S4qVutnwzJN
d6CBkgdXWSloV1OhJeGABIp6UGe3UPac37726qRcpmOjF+O3TEDGCdJFUcJoyfXqSovzTMCc1xfW
Pi12dGa2FYUPf7qSeVag9Kk4kpeiyPtn6bbaY1ZYbe/N+EVlXh5la3qAvz8+Ynw4VB90OYkB8JjI
ks9EkNWVqOAiPCIl4LLeRJNQqAVge/p7jBjBKYSf87ucue1yYoA1X3dIM/c6/Q9JNcdrYrv+LFLc
XHwcijTq/8pa6leQHpfLa75S+siptzYUPfTTH9KbnbuiH5bdZZExt3gf1FM/vdRmLdxdBamfxuVi
d9K4SXuyVAxY6eP6a6XJu8WIB3mcnE6aiQ8qK4m0HWA/Ry08ZXC1TtvVuDI6v5HpnKnPx1F9ZzcY
b5A1x2itWtG4dL/e36zbrJ3sVQCfsF3p6m0GUlBrTz8moeU0yTgSd26PFsAXtcavRDQ8WFjDjE02
YHy/RGa4dqusPr0/9CuQ6nzsjdiiGdt54Qecjq2OiJRVQ28caUQZc7WrlhnDITVJCYRpYiKI/5yh
dJTwW2gQmJ7e58WY7opo6vrea/FLQpdLyyKQH1gdvxDg8XThTe6YYaonme6PpsyP5aDODs7fc7fD
vMRSVNw38W4+yqhqvwpnqP9TJM1XtL5c2d0pUarijRyJpYTh3OX6xzmVZe8lwzzjdOVW+qPEBknZ
F0O2xHdUILuDk9D4CWgKx3Knj3h/BTZ8LOul7IelCpEqm+9pcFf1XuZjG4cgEpv5k6DU+lmOtNZ9
SfPup2Kvqn1X90ai7bK+dn46KeIg2ER3468yWngmQIP3loeYl17ua9SJ571l4z1a1CZ9e1kKY99j
RNfe0FEphG9HeEhsdnkQL+8ay+4JY3pS19AqzMXFkx31//3U2tpt3rg1bk2DMS5XYotXTvrZCvMA
bdo0WzX1AtJaqosJpkVJ7kTXyOx2klnVaCRRoLM81Liy20RMUXpw26F28Y7P6kSUu66zZ3wKbEn4
NebRHbAiKYLakXWGgiRgnS+IcruPZjZuyDVDFPifTaKI8wfQVMtz21A3CTrXQHpH56o6gE3IP+Ic
pVV71h3GwWpa3Zr7c4/rkTcrGY1HfHYigT9dbxSmF2mL7eDeJdwM3MT7m/68HrgpHgiYQRv5gjL6
+dswoPDRxtJ1j/ZUTr8bYCZ7C1Orl1UzoidVgVXojfqE8+KcVO6VG/SV+Hu6HGDKKQxzo1NCxzju
9MC59oKbVmk5x6mMIl4TmU1mv0OpovphJ3UWfyIpK2zK6q72PbalmX7qiYWtH6Yz4W+YUswcd5Yi
tO/UMKTczNvt5VHHP3fUDlqWL9knkhuklL3CQQ1+3tFKUz6z01ZKnmZUxg9Rm6ipTzfVgZK8duMU
pkabu59jLXEfnWjV+51sOakdDjZU2hU6FvUDyIkaPc+5a3/M2lzTuXp/SV7n/GxaIDZgYA5uiHjy
fFpWBESF1ajmcR6wZyBGp73nPmhmOwRzubZ9qNvtuDfLDMedxFTKF0PhwNceAIl2baji9pn7u+0S
Kz2oSZKmXoXEhfLV7Vo6HVmJCxfCeqaVFrs4HQxjZ9hjZH2cO6eVSlDTRecZrQRUVE8rC14M08mM
dm90m0dpNM2u9c3EnF37qLWzU987Ofacvt1nPStoOgsd5zlLjdtOV6r2I2jISn/KQS+NdxJ9MYwf
8IdvdpOWLmYArqROJ69shOaLwVmrfVdtSlh0fplWfpf9oStJgB5cO8/+qyq7jQZvthYUs5y+aaMv
daZmmxri0k4IUTi5kb1YkU7G1nNylE8Sy+OjLis87jyuOvcGz1V+LJZiGMp5aKV3f9I0d+jONakS
f35/HV/h4+frSORtgi8H/nyhMpgWKtDcYdCORdOnJbpGnfOdSCvGohQ76+KnhmZk4kktWgMATksa
LLAbpmC0OQD+gKlW3HldtPTifunGXHvsbKxaPmSd1D/FAEq3WnBJ3fpbjSyU/TFOct4LU51anadp
TcaXpi/s5GeboC9abWmHG7htb7g7V2Y8YQ66oB/dttRSKstZGeK/Tq/x/Sl443bhN8FttpB6wt9z
i4f/SokA5ziFU7rL0VIipz8gPDk86YqhD/ecOaEejW4EFeKOQ9rfZ1Jd02vUx8twAsgadRtKWRtC
7tz6ZaLfCCd61I6DpfbxfS7V+L4zBjnutCJSk2DBoqw8Agxau/D9T9/C0dPFJ4rYyiibQj29h7Nw
NSlqkJVDnd3Rc53yYJVK9WEWBdxL1WzsKzfpRQfqtUhu/x9l57EkqXKF4SciAm+2UL6rp8342RBj
IYHEQwJPr4/RZrqqoyuuFKHNlZRdkGSe85/f0FpBg2K/XVox9o7eWoj+/TsjkWNLFe8nVnKIMWTB
1sZSZfVlaGD0RspSdR6BhmoOB6GmGTup96bfbYph7tRdM2fT3keqZof6kmTjU1mXhXlkuypJtiGW
2MmNx3T9gtgVK1dypbjTEa076J8dohu5T874qN0Vk/CNPYNBXYbeUvvyuXKgIXeuM34yhlWH+Pb7
WbfexfuhdgcJCOgKGUmu//yfhSU2f5Y5LOmZMVytNsgDh4ONDbC7R1ewHHo85T6/veJ1oY48lQUx
wQUJv65tS9liEko3cm4qYQ+/glGZ39Bh+OMeL5ukRnSMbScXTky6XxgAz0RMguB10ZZnjgKwKeEI
pHCNl1BxMSenPBfGvF+Sypk2dlaZLiP6QHyatVqJd07iV95haOz2VrLRK1sbdzh2GQNE/tO6rJNJ
spi0PhNnP8V178OCf5f5UR8SOHohNbAz3gq4uz5GoF8ASPLkdFot4wICTqZxaNJMZOc+CyrsEnQY
iZuREjp+pJr2xYOvx0Yddn2X/hhQEXVPb7+5V/YK1vBkkaPNA/y8lBzSYXnZ5HTBXUMI92mKF5f3
4+X604B10b1ZxMt4oyy7SLqh23VhrXMfOuuIlWnAxU+2/YBoJp3w01EZHgAzAVnjkxgl9nOaXrXN
lyLpRRflUytgBzGa6iNCTFP/0Uhm+dVNjCSGrjZCrHsvxxmGh6nP0r2FW76ypR1IlChoAU1RiVz6
9Oua8urAbZNzE8SU3eGsjfnyE87r8E6bAUHCVooFwlxpeWFepPXDKv1aaVh9bDykZd2XyQ7ejtaf
3R5QLXRNmWrvgrJwRdTOld8dtMlyfmixoRErPvAOyl3iyTG5gS5cH0N4OXIgI+rmwGbG+fI0KIem
XjotT8/VZBinDEdXKL26SLWDSAuDhHYN1m+x5nmX9S12xF+vlpdHEeAM/uBrfgv6nkuJlLQcslWn
zLtThaofEc+PXxy/7Ki/Grc029CrVcLpu/TkctpdH8eYXJrKFvynURE7Q/zOecxmvC9myG0txQ+G
6d8Xu5DtxwxaxvIJTvUwbztNBNXXppmtg+PmYxIzOU7Xdr5PgNi3gQ9sE02LLPNNBR2q23YK5/Jz
Y8ih/Nk2Wi3ah5RY867dptqYlUk4k2OnBZEa3dI7Txaa1Q8j3OcjE6Pa3nWSKVrIncdvWJAOdiH8
iPI7n+rACeYEREQn+aR9U5aeTMXOJnMXEPrtT/eVF+uscloPtRbqqUtv0By219qMJ2efo0puMP2n
o/HTBW0yswa1XzrX32CuBQfrPy+8ikFA61c8n9f6ckcxpqaFSmCdo3kacloPuNPtSKCuFmitFgK1
ZWeGprf6uVd6KpIV6KkQmkNMvlKSeqmk+h7j5c5H7ON5EQQ8t93NsIaKsCr88bc+1Vkcks1qBKfY
9pf7ti/LHpdYZWuhO9gwmpTI/Lssm/3tSHXqrXiaEe+wMRIiWvRAwrnTGYx/xpYMEL7r5NzdU3Ab
/iEGB5jv0mDO3LtxJiHqezHD+X2neeDOz0tj59/HiYBpcrJU4kZODJ1NbQcfNqm76ew8LscNqPAt
1svfG+LlJ7YScyjEuUCY7poXZUZvSs2zSj24c/hijCOpVV67sfq8nJ+bsio/8alQ2sgsCT7Qz1Rf
YRqO/oRLVbZ0Hlipk5b7ssy0XzjaQ1h5e6u88tfx7Vu4GuGKuY7BLhG8sdWcNPaL81QMS4z1aFar
9Ggbgt4oWHLf2ydG1d2rFMftj2Y9EdobwtYXWHxPxpB+CCTg6QZwWdjfxxkvx1sJQddfEcArJZq+
2qOsKsSXm7lfbVEnS9bn0VHZSfezuNm0LQVNciQYOpv3uKTgCmGrISvbG7Xt9eW7tsEoONaQWfSj
F0ezmvslHyGRQgTv/D8IQRTU8VYc2hyAMDTcWti7G+/japKD3h0slcbBX1nLl9M400PLksWmPDuT
m9E7FLFwD0Gs/H0ryieD5MQ/OXOLEPrd/MFtFa4YjQqqJ52pXX0Dvb+Cmbn8GeMA0aw+Q/7lo/cy
r+6IfAesdRddRblvoiVqTU1+ThJogVHTp8y1djhNYo8nKq/8nlWGrQ03/owrGuL65sHy6DGIOrxG
mfNk8mtMb/tztozaLCJzrPVxQ4ntY9E/O5NhPzqMNh4G+DFaBFfVKZ6GpRnR1wg5a4sG4WPyU+jb
eif8902lRtsNFz/utY9dodnxE4ehlh67pVjqw8pESx8Jmm/cWx2He7WhuAvgrsMlYsy7VrEvN3MB
oVlaeEKek9LPs2+ZZaXls5uOPnzTLDBPtjeLCs4Vxza0CiaVm7EuhPqE31O+E64GdZ+ry2jyiJC9
uISRCXYWcbR7X2PDk+V7Mm3KZ13M3DdFscTf4nwkgbupuOA2VS39j8KjMcQYe+bWySw79va4+xYZ
MaQ48tgFAyjbVienyoUVaWk8WcSNZ76h9ZseEZg8xEMs/d2iTCf55qKsGjfkO+vONq+MioFxnIIM
LGaHZofc00G+S5zCIni+CuxvscoM7dRPpts9a8WEX3xeun1opi2BtBBJTHHonVa0CNfg0x0HPo8m
NJTd92GtJyLYEvuizKMLqSE+pJPB0NApTEo7uA0ezkx9sCzfSV10ACyxG6kT/JHb1nQjwkZ8mYeQ
lgvtswu5DRpkarXwpd7+eK+OKswU1w6Yyhl3PHgjL98utnyug6YkOWtuaQw/Umf0I5wcFRI0NWib
YCBxPiE+wbp1iF99qCzMDcPgwKOl5Kx6uXCf1sxDfDc5z0uqvKizgunc81B6GCok3X6DlS26k2iM
2ju0UG2raOZc++Go0v1KWmGOaEuf8mD+qgtdxwuA4QAD0lCJqhyOuQu3+ZTYBiYVYQ/x7UfKfXZL
FH09MPYwCmPABtmYDLOrct6c8sWSZpmdAw0EaW9ks7chBsp+51ltfGZuA0nUR9YCDlioYi9BodLI
zgwr9PLcgx0Pr/MGhHQ99+NvWqW6OlNTCKOXyumEDq9vCynP7Hxi5MkhsIl7MKrWO3dJIrQIlQZF
A0oCa9clTfuj9OLgKzx/NPmaVanh09sb7Pr4oJwkcIm6be1FL/kJSe9RUhHMcKaiIdq8GWa56Zu+
VfAfZRoOXXxjwPeXb/OiePHgIQLI0gJDA4GK9XJnFVQvRU6A81nL/TqFMtQgXoL+r+dbkEzbikB/
RU55ZxdtOkbzoHgMG7+A1WaHMtGa8dEQjlveUXInMCPgKgewt2wwH4XjdbLI9MbHcNWwI4X+m40O
pMNs4TJYCdYBM7tBOWdvssvTkFfee7/o5zY03Wp4j8/GlIc46GkP5Zh6Nx7XdTuFChbXuJVpAIWJ
++rl48LoCCrfElhnNo1f5ketM+pPva1XSGsI7kCv0HtW6jDfq2chza0jusyJw2lu0bZ4mTH6ITwT
Zwi59nU9TBEF/Eh7f67u60Ll7ZOtZ928r8y5MELmhaUZtXCknlQzTmD1EAitNPK1YFjyrdHlYn6v
65rt/8yNNv9t56VA8mWKkfhnac1pZDJT/yDq2ZvCeRaOt41tb8g2aI764K7UJ2JOd2rsyKoK7YSp
Y1TZZuNkG84azdjMOra4X82has8qS5tEhQVSSGuIEpjnT5NlFP6N6cQV1MjpwMmAf7qz+sZfxf8y
BQTVbvTyNLVj5YQ18fBIcBZP3ztzOTz7QqCxc1aRFZXL3ewMcqdirzroNdI1Dm1yg+3WONlG6j9n
pYJ+6aIqDBGV3uqFLq8CICr+tfZBlI3U1RcncgpXLBst2Z6aBecmvyjEr4o5wWFuNG1bm1gNF7l2
43R4ZU1IirgFA3ev61+sCYRQqbjT1KloRv0gpnqMYt0sIzKz1MGgMAmF5Y03tvxaAv97QHA2/OVH
G9RnAO2XZtR1VsP99ZvhUNqL/OB4sZeHKXMXzMx0hiE3dsDlAfh3Nc4ibKEA1K/s/bw+0BiG6sOh
RqUNDlYKHeVM59Wb2ZhSNmgwWreYQ1ePlV+4IiTwG9h1yBdeftOJOaqmgf9+GIrA+Ux8EpFQtZ/k
5Tt7ynq0b1pbfJA91daNNv61R8ttSMcI4wQvWPPlwiRFBRhfGcOh6rt24ymnWnZ+3okuhFHh3UIr
rh4tODZT6ZWuveLDl4zzlmAjUdJ+H6WNY+qUu9k2oAzYYQT0o63pON6+yv6iHy82DusF2M9yv64u
DFfG2zJQQ1Au7qGFPlcgvmrmZBgiuxQye2wyw1aRNyzu8uCKuT61uVa75wIZUv3YyJbWv1mM5Bvi
DVNsWqlpSP57C/JIFnC2b0w3c776RqF/bzjRSGeZbdAqV1XZhxK31nzLhRcEB+GX5pOaUyx989Kc
qnPZBq46BKKQ6ceAoAQn3ZV9PDfmlg1nxz8FmkXje8pEncMDwl2/qKjRh7742QJBzTJsEmesNjJz
mnRTMNov4G+KuI+aQQ4/zbgxxZ2ukZq0Q4niJZ9zOu/hiOVXvWkQTiZH9KhjExGugn90ySlrnhW1
8BYnVTjpbWONboT0dawayA+WQROEK5l9KuekHFYntLH94GVBfstY+pW9sfJRQbEgz6EJu7jWNMOm
HcqK9DhXibF8MNPMCKtc6r/V1C7Du2LGL+vG9rg8VmAEgOniDgUUDXf/gjsXiJFazynEMW+N4p03
+Abe2cRkfSNLWtxK27osGVBZ/H8ChGsNEp2/w9R/5zFV1QNlzLB90OpbwBtAh/Bkp40f43CgJW29
LTtfp/fSyFz5zz8UshFentSv8MEuvVgdofBIzQaHj3yKmbyQqZ4YtXVvL+b48+2l1tnIxRe3Ztj7
kCepT8xLbjVxegv9Wuse6CRU2JhVhi4BeeN/TWfgcWK6xZH5t3TE4PLluWUEGCIzZvIPSVJr9udR
H5Vzkq2tD7dOyKujGWYpwSZYuMBc5ii5OCGFMGG5o905DAQIPjDGVs964htYbJT1goNFwdgxUGPx
H2cyqzMgmeN0pCuX8or1Rj+cOk69BAdPksO682bYn7vApNYtOmSZkQshpDq8/fKuLgPWRIsJVQVM
d9UGvXyoTJ8kvKBYOwDBZv39rDdA6DZMi3dYXn77r2uxSfDeQS5HA8SaL9fyGqcpKkjqkJT07qea
ZLwdYL1ZYerN+uN/XctFWoqGkVhLVrzkCcuk0PzEU+nJjx2oMeOESNyCh9RukJ6Ot8qy64OMTx0k
j/sUXRwWpS9/2Totc6HDxce6COxDEczdo57NzWYZAh9SruxuJA69sh4TXqBfmnoeaXABXiKn1mVm
p+6RWcOIodiUHka9AphA0hPss06I6cZ58vqKBMbDJTQJAbj4heSO2dMyLIRoNs4n4TfGo94a3YnT
RUWto8b926/vEnlYRTHURnDawC3sK51ajnsCOLrucE5rywZsyg41R6+21pAbYaxr80HIftkkpHnu
48CSu7eXv+rQ1/VhwvJ4UXrhvnxxT0jEr57WF/5Rwaf6muJecZeUk/5Vl7b86o9af3CqwMyRTZX+
WWJNsGak2Se52PqNP+X6EuEvWambHH3r0PTio3EsiTczQOqxhM20QSAz/6Rz8nYt86+HzOjReNcQ
cA45LIjfbz+F67OBwxZiIX/AX8uxi+t5oQDvhFO4R43L/9TjnLEVmLG896rm1h3y2vYKCJhxuSp5
7Ze5zzKIc1SkLFWXdr1DwF1tGr/0Qw3S9t6dcXJ4+6ddn/AcCUR8gmwxpwRZe/nBAvdjNjQbbGdj
tq1QNVl351d0Nkano2OayQ+IeKq3BBXXP5MWCukbqAev7GrqP5QtzW082UcPU5Qvo9HK0F0GpBJW
p0fMR40bSNP1z6T0hhcK+A9mgdfvy58ZLMJ2MU5AHVLYU9QrYW4CO+2f47iMHVzzkuJRG8xu/M9V
FstCCGECxC/FR+PlskkZ6+upa3McjmJvJI1z9BmmhUlpujfuzNd+IflnSIjWsoCe8eVS2SBiXEal
fUSKqv/pYr/9jCO87YWoZDCn4BZa7ksJqf3Gk+Wa5P/5ZdnDAOmfla2XK0ssHGCld8wWXUs9S1xs
x2PduvSmhmR0Ek5tkAehHfet866qZK3/AEvrjg3fUX/Uy3GKofEJh1ppNBV9hzXDOojMhUEobEiT
9IGuzOS8rQhd0TFAm9zHJPMstbH0Wf/APTN1kQk1QoO1nCjjKNCUDo+6hZh0u4yxbD6bnavms5Ja
6z+OFQP3rZcGNYbPpCy1mxkNnvmlhqQ0RrbPIzwtZkWYpjWSsrAZ23oZP3X4wVnvOYcNyOASem+o
tyi1wjIv4o+VXZbm3ixRI2wrfHo+legBko0pxfCutrBuiQx+7DvYqjK9azAmetayaSpCIdwCDdeI
PBYTBfe7Z0rvfW/HC5ZKJN0cVJtYf0wI2j90Z+y0CO5uWYWarYkMY3pGc2Fv1WzpAdLyLq2HvNky
HxIDSUod+p9Fmu474lMoFFtDzg8esY/Pq2roa0ldQ/fG4ws9qJ+nDD+zNLIaEKmIwYkvPxpGmY+h
ypX9hXlqm0K/NZZmi/q5t/b+UE53g5w0iAN2YW6V1pDvtxAQqkL+d8MdDC+fiaZscfYYq6K+E94c
kKSd5hbuTGPQ4KPGBMO99+O6yiKaDw2hipuauItkise6QN98PzRtEu/lmKf3rYJiEOp+rX6SROOc
jdIeB5q2RPuZ4UwlQiLTiq/JavW5ms+1jf6kYUKTnh3yCItHrLds7UduNcupk4kf/FBBLrPdlJqN
3IyjNlaRauopOOGWqZ8x1lVx2M1zI8ME8zP6dGc2mocSCTzQplkX9s5wKy6CVjcQ7KaBETwktfAd
bOzGhjE6rmX5HsFYN0XCx9riZ22MWX2PCBXiRWNjKPCnQ62dRg5KHQTasreWLbZfzh9mw2DvngTz
w3FFZFaIgaLhPMTk/GDI4y6YV3sglRsaxnj4pBctKY6R3Vv2uYcH1w0hXJhGQRmbJ+23bILlyUYC
snwfPKeaSyKWB/mjxgWn/2rOsfa9Vj1fT0Mo34jJUoyUDUFAv9BWN6I2SxzW2qHqkYqkOj6RuCKV
m1xDhnvnYXGRTGHu6nPO4SJyPSL5DqmEnua59p6vcWyfC7PCN4ORHUSytGu9n3lvaljKLCOupWhX
+jlAXa+nn3NMudIwnwOS+tjMzk9dUW8cil6BfaJDWpVcifm+d1GaHzB37R6zdjA8wqIxEIsqMRe/
20Y0Nt4pdaNtrdJvRv62rug/M3ZRPb4GQiLY71MAy9lBeJtUhGYfysUIlohzG7F/DQlnvisg1XW/
PAFw/GvU7Lp+TPM6dXAoNOIR967eqZzIlkN7LCHpNvtyHtUcMpWF2qgFSge87TWnJlkNDP4hV1PB
XMyy5l+M94NpUwjGwQzKZqGFY8f8d8uTNbtHuMu2vwHJNz63rSofhaO5/i5p/akKZ7PC3Wow84wP
o1uG96WrT08M6aqAHIy6G5L7bpWJgE/0jHcMC/ed32z/1L/LE92795MK2YqLlVBwzDoz+VgyVWb4
5CX8FwJLdeHgucnqpsdW2cEsKk6t3dSwqkEO7qS28lpl2Rcy6jqtxVsHnWG2mftG/xTIRWs3CuEH
UKiYBoJiPCGPvtVa1qZH1dVgRbTAVKm7VTMCg923z02TuN9KOfkPdKzTCDVkGLRwLuwx23ojz+FH
q7KJVPMaV6doGquJiTTjM6hl7oSNYwt9KdnVTjsQrJS1guEMYgEzbFKV/dbgs/1RRRL8mFw9ZYBv
NU60tmJkeRjB9GscMk4fQgbmu6xP0ufFraC2jYHi4CjSNPikaaOFf01KDOEemGk5Yjo541MeV/Hn
KSmaAh78IL5NxCLce02JXFVb6uE+NXM/iVKSs8etP2jTMQi66kuhwXkM1WzWXuj3Wv8pgU/8p9VM
zL8rt2uabSxre4iGyRO/oI+XImwrrwqscIQLAVxRMjbf1yOGh0tt9MF+wu6K9KF21IxoGnRe0tJh
ppemky8iioL5yYQun4bz4AzFQ5Dm06feSoqnTMQYA2qB21QPdtZo9pNla8GcEqyIZPA4Qfj608+r
Kqe18iZ/KqbFuZt75SFx1+byWx3301c9bZx8p4PhETFHfMc5JTUMN62it991c+4aoRrcBligbZ1k
3xiLe/ZKQzNDb6rKD4Tqar8ZFhjNESsyBa7XdLwVG2oePSI2ABHJhK6M0KdXBXE9CQ1d3NdIOlUM
xelg/Y0lz+HN3IPz2fghWra8h7TiohyvdegyjROc3JwLAsN1O5PHNm5Ud7RoUvpt1meDvm0rAuTC
OMNSNSqyrjlbAndCHEVFSmROVfTQljqMeUNX9I66d+DOPygatGaT6WWHv1knbcwyLVeciyAJpp1f
kb11thng/craeDWnhO4E1VHJPgsHYXXPvkTqQA0vimxLjzr8HlCmfu0t4Mgt9qI9JmWOXjIigWce
xviFPUkR1wPZj3oxhgYWAEzhA17WXqhxeM79BdXQqrl5mKvao8YSdGNYr3rLQ1nYvgrRKjEiMCiv
y3DqKGG4ccqKiTR6DA3vUKP3OIYC46dHfqaCE6j6+17z2+9aoqv8bOmq+21IoI9wqSAqvtdlkSW8
09L/bCHM7iJDyfF3phlTfhwQapYH06hjfDXa0gqiWsNkMuxMfEd8/D+yOz/t1C9vTIwmSt3G6T8Z
VZ/X26Rr9SFi9msZByJAVxnOMjOGE7bRm3ux+P2zk+KqxA+kfdkQc+77yDDjNqbVx8pqHmq3PqUt
jhUh2Sue9XvCBlvs/cWM8w0WCuM2qDp8Uakax98j90m/q/wJApYigti+d3LlMv9LvORLYHeqDRu3
MbMN+3kMIichiCg0AdbS41TJOdtruj9jdznoDW5jWN/akJOsuDwUuUq3zAPRfRdeZ33CSGKptj1y
EMjew0xdFgTLvKaUTljLTZSRW9MsXfAR6jQQbm1yvIMMgvxZExpWGwkzVD+qF89/xCDSmGHTGsZ9
HRACcuqMhnROazbs/DDkif87DUqs4KAcju5OTmVWRTJN44b7FSLRJq8H3npQpWV/wgBEgmX3Rpl+
bqABtWEVD8ZeLxdCozBla7EIN83198x4a2Mc5RryPoaqEu+bGol1KKpYZMc8Tkw+RIXqASO1BlZJ
OQs3I1RbS6tnmndDnVI2PR6DZRNjZZdqjIW1hNTJCuHfL8Qs+TM2dZSCjsdtc1ImLJVBFXwAOW46
d3rh8oZwNnO9kOp0wA0uSDS8JPEhWkKnXCjpigYeWmjPcY7G2RvY9BtXTKO+bupMov1IsEiw/VR/
L6bKMx6DZc089pUUTagHvcJGxEnzu3xaJn8zLV3+4OLZ197hgNBvupmDA5FC1fP9dvUy9R+cfgi6
jZ/W/AXe4siPpUQV/EGvjVhFs1X2fADmkAU71WoV3o5WlxpHmtAB/8mpqvvpwVQ40RxN0r+CsKuE
TDnA0xpTmrFV2HmaOpKndQ5Fle2Z0OzCgDHj5wr7xZaG3B+TjTEWWbWDQewF264ZtKc8wJH8m5/y
/xzWwmxjnL0aVyPr2Si0R7w8DEoDTq56g/cwy5JcIKt7ZvMdZYostOemWtQHvw0Kcec0Q58z1WZG
pLU957dPcTpFudaX1dlcTDM/2vaoW6ERVLy5ylDz8I6RkxdEWdnX6t7uJOUMeFimYcmTU3o5SVN6
72HAa1/RN1vxt0U17bseXl2/17pG929YtL/W/BLsAlwC1slg5qLPdnIgg6FP7GMydqdlLPr3ptGY
UTxo9k6X859u1Mz928DJ3979su2FuYjTAQx5mvwV4vhnqKGwLW7QUFpHZKJedraqcbI2kgIergw2
I4IBTt07eHm2jXmKU46hsFajecgdjWQOZErQBEjaCz7mSbp6NnOEeyGwo8CFGlgxdI0kPettOrQb
MxHuB1w87fIMU8/4CQ5U7ogGm1O8bnNeXj/DvtsM44BJDn6cvfVce5kw78xJyencKkhbeD4WIw+j
y7Oo0KvywVcjh2KoIf2bvuV1bTthtfj2H6QasX00cAD9CFspns9VMzmf3R6pTVhyhfwRnCjWPnBj
Tex6e8FuElCiFnd8o01P39D60BlQesP6rooWU4+JNMo9stu6PwkPGeNxToXe70AxlrvZVWa5MxB5
Gtt0dvOPc+AP6cdai6He0BIys7GH3Mq4Hfr/GhgOARQmKNAqhnWQUO0LbBPhwaQ7ZY7fr8DnZ4aC
f8f4d47qVnof4ri4gcS/gqWyHvgTww2iC5ipvNwxyJVq0NzYObp1IA5EuGeP2qL8ZVO07vzJbBFP
eDzDO1MMyIAw2KY8GsbaPulkIt+ANF8BbRixcKjjb20wILv47VRMZtCXnnNEAzse2nowd9mENMwy
A2wKMYNpvxFf8yNL49i7gRi9tvSavgp7g7ESttQvH4OBYQtjH909Yv5FyUNlv+MWbXcBSDdVXFwO
Xzwe052XY6z+9kf72isAyIXXAHWfmeRfhv0/H61lN34ivdk9AmrHG5PUCi/kq4lrGAfaEAEZYEOg
QB6M0OihwyAkmBhek0/rv4OdUEw3Dq5XcFD4APwbCQPTWGc92P79e5BV4JjtgdotY7evVRk0G23S
9NMwFbUAZMqmcfv2M3jl8bPkmmEMOwBo8gLM7gLodXmlnCPsHXMjhjTZK4eRfirs9ISt/7TvWnQf
1mLL57dXfuWUJqIS4jVKHBIG/r6cf35sZ0wwCSew5qDv/V0RJ9n3AqJxOGNrdBzQYq/MVsLH3l71
td9LzhhMNT49Prr1n/+zqmXKOFmhJdjH+Np+L4rASncjdvmRMj1F3oGK8dEeMDLYpfMS3KK4v7o8
swP+tRqMXS4/a9PSe4PGj86nbldC5r/zp1k9Nqr3yqhL2/hnIqruUFLgyht31PXwCO5HwNDPIGKI
kuPiWiwnUEZ6f6ZjA004doYcShE9LHryoFNlFmb+IKPJpJlwxejew/4o/jMCzpeMtSRThpXdcHnm
4dFjkSPgO0cU5OZOYkhwrMi1zL1yuUGUuv62ia7AfhSRLEorhv0XF3LnKdj0C+fKANw57qwStsFq
FAimJFO7aM6jLEQerioqbxc0edY8BUDQ6W7JM/+sRmO8NVy5Uvqt7noId43VBY1R+uX8HCuv0kBr
6x/TunH2Zkt9G9oUxHu3CJY7HEjaDFeJaXn0iqYv7gYdTuGdXbrobORiyg2sE5r53BDtVpNdfOvl
XH2Q/Hl8iwiYYAnhJnXxaaDLweUYLuLRTcv0vjHBhqOSDKpzL2fjTHYulBjfFYe3P8irM29dFbh8
Zbpg+nM5qQDclJ0cRv8IZ917xPsBJqtZq+y7bcP0DWVu+zdWXG+UF6UaJSGVIcUa6BrN4MWNMyW+
H/sTsQnYeZtY25QyPYiZLL6U8+cWkeDqg0eLvupI0U4ytL1iZzBQ6hBOWulJC0r7WXXWcs6lMGWo
lmJiRpt4P+e+avfpNHx4+8Fe/0zHgmMGhQUtD3z1i8skYV6AEL7KTkHvnnxPxr9RLAQ7y8B96sZn
fb1zWApcdDX44C1d+UeSMMXXOGSnoh4Bud1s3DEQbTZG4pm/F7vC4g9k8MairzzZdWQIOxWGBvzs
i9e4dHbHUCfPT44kgTRs3cR813p5c5cmSbEcu0IYA8DUnKWHBJ93979eJJAa2D6or3HOxEpo/fP+
uUgcvTGp1mw0Uorop55sGmTJDN3A7AqjOWR9s6ounXjcaok7vn/73V7/dmRkfzscdGQEhFwcbpwZ
ylyYQh/jpEVpYNaGxMuNBj/pEnXStaE6tm6vmgi2nP7n7bWvacHksKysYG6TNXTs8h7Bjt+aawl/
S0eI+hH3m7bc60Y/0c7i0nXsFNO081Q28Eu6VPbxJ9QrsBXqYbV+7l2cTjZ2X41lEi2ocYvvhj/V
5h1SoUTf57K1Du6QT1/e/qOvTxnqDHjB63f/N9bo5duqMYsFULVriu347IL8fJnh1+9Mp/01ToF9
S+h7/e2xHFF9UBQ4YwhBe7mcMU6MZhu3PhYJZEYbtPoPEo9815dGl/3Xmf1aQjGeYyuiz2bBl2vh
mwWzrGrqY2KL7jkfenQj+v8zmAxMiLYKx9EPQszjjWL1+oblicIk4uC2oC4B7r5ceIBlyp1K0kIb
yHE6AVWb294qx3tB0f61ScECWoiVZegFBZZWWaV1v9tqBMWH15DcoP5cPXHM9mCIoTxnlIKv18VT
qGcN9KpvrKNRufPnjhn0g20lVnCUgT3eMoS7Ou9wQlh9onWMzbGEu/zlELCJb6ig4YAYmkRf5H1r
HAQbzz+SH9zhVOu2eRzNxFgVN+TrVxvZ55QliDKAFcm+0i86taavGlGCHBwXdyrM0OTbubdKBn6V
OT64tXfD8P76sbIcdAWctNDrX3VICeYPE0DleGwzV23qfs4eMUfO9pMqblXm1w8VXT6cGhAUGC/I
DV5uJ8duJQ4C5Xg0hZ7tpW3G2yyHSyQT8GPkF+Y7aST9Dcnpa4tC5IFozvP0rzouaCDw2x17PAZr
pNYmLd1ijEZy25KQabBdHJKlaX5n5PPeMse/OsLhF3J6BmvnhTbx0o6rBgLz/DxYjtDH4s/2kphP
YODEO1nxqHenWaDLx4tKamYkgliYu7cPxOsf/pfDRXWAlAAW+sX1NeDuptHX2kf0tkET9rqXhoWN
oXKvcnObd/J3Y8T9jaPqejfBc/Q4L+i7MKm8BObElGvZ/yg7r924kS2KfhEB5vBKdm7JsmwF2y+E
7bGLqZhDkV9/F+e+WN2GGgPM02gwbKbiqXP2XnvmW3qs0jo/FYYzWhHeRq+NNJp28eH9U7x6VYAB
oVF2V0EzqsqrllyQMGUxvPZcN/UkQz+tGQsKkTCUhdP4i3Y5V/g/HxJP4qrOM23WoMuaKy3x8vhE
jpyR5xmMj6eCgWaRUSC4ZOuIUy2Ii3v/kOsq+6aahVu84iRWObPFR/li4UN+XsY8SMNZhwRkQKz2
+uFY90xhf71/oCvvOh04xFIseJbJ+WHTe/uCtugp3CzT1Tlr0IQdU1IjyyilH57+IzrlfvadTs1B
RFB1mkddmfpfdZ5fec+QKvvI6HtKf1alN7khVBlvulENXt9sb1372dfTzQADZb39cVrnjcoUg36u
JR3f0MTlEJqIMx59rG8H2c032ndXry94A3ZJa6oFQFAynt8eDxss8FsFOl4WSnmnjtycD7j1fgMV
SfbA1I3hMWss/ZCNU7Z//0ZcvUUBDCgSLuhi2Bbl5/r3PypPIwHrLzG2nbEwj+4QSujs/b2jSOu5
w7d2Kyv9+gFbTxVBLa3R1a9ycaYLOV9+HZdQmv2qtV+ghQN+J+DJqW88ydeXlJ7Mik9jgLnimta/
/3Fefukw7HZXriQVTTpv+7oaYSHpQ/4qndlXR+LC4/aRhEU5/nRju/r6/nWlQuMIf75L/9rv2chw
cfklfPne/oKhpK5223I5tVOQfXAV4ZcbbUKdF8og8c0w7Uvr5ODdyyIkEYX6SG6b+N0NFlDaMstL
77nlvXkqzab7hSRoeoYCKYqDlpmuhiGSd+IuQO2Wfq3kVKhdDP0yvpOWANgyMqi8Q6shxUvS2Mkv
la5RMl7pTi9W348jpF2zPcyMAhG21kL7ndSxMu4bRqHJTJc/q5sHtqHDHTaWdilD2ltltum6Yeie
Zua7+Y7kuNohqKZYdHOPhto2QlKgHPldVo1BrCFTu2/N0szdB3CyRD+3PTKKCI+19XFQ5Vg9V70j
wOPMxkCwj7Q6Rz/YVln9SnTPeDCSZfhWKsMFZYOH61kwukhCbUnV734yag0lYJs3uJstCuKAOwvo
3IazqTWxY2+Hwpt2VezQilkwFOxMK/HjU0BmGrAZsM7EeI7BWDxVCCayh9bo9elgDU77YQKuxEjb
GxLnMDlLn+xJq1RxlLXK07Zp2+Tyvi3y+GhjFFKEX7nN8Di7jTIio2IaykcPKdVOoFUSm8YDmAJF
nW3PJtXl9Dz1sSwf7NQg2KwqF7yLuj+659l2mjhyhoGuaUBACBzTrurDuVLjuceoPIYVZqZvJVgB
D5l7o/JNxrRs2Agc118x4Nt6mE19NzP3TNSPQcO6HKbIjn75k6E7H8bcghvTF6b5KRjmVnwocaDO
93XbE7VajY0kTHpRaBzk3FtnN5PYMuHFkfWc0kT/5hLf+TglC5EDOExnEmRE6iUR89/EgvZrBTuP
pFR7b8Q2jwjq4rlFRdXlO0bHI2pUnjSTIFv6NbvGIt3tMMkVb8sCjunJAOj0zziL5qeu1062JX7P
KD7aHgEed4sf28ZeG53GuA/ixmL7Obj+yzI4S30MRmQSjudMA5kqhWXc0WYrfnoKDnC4kJGXQKsf
645njbr3M1juevw1NErU55oQBvRkgyW/IQ3wxW8m5kn+6BDUqH47TIlyIPiBF2+IkXPjgyWaGhzC
kJcMt9mE7ycKLIpxZc0fBwso5ta2AKEeZ9Km5DYTCwpDyTtQb3K76boNEQy4kuDgjvZR2SN9aCbW
uvGJF1ezPpNXzOjfG4FtRoU12T8Z5U3FRoyrWgZsnm2Gy1D0/TMiGvOVQPpSfeymjHTOqtCNpzQZ
0CnFhq+5m9ljZfmSzfHEjgFAsxucTLHY/2Dc53lAKaK3kZcv8nFZUvdZEuWab4ZEd57pOKj82aRM
JULO9lQXFrQGu2MlUmvekaRWtFrk29VkYApARzVuiBYKyu+UZt13ukHLNwLz9H/0VDJjGhNkG9/6
Lm8rBgydv8cMFsAktmLIo7ExxSTQWjicN8pBuYsue+Q/tINetMSUsOWETNnpn4pcrV0Q1Tt3ky7x
53RqcJpNRzZgeW5w6y2RDZV94y+dBWXYI4A2gtwxPKiuoffb6O0iv2qMGhARYszj/XBGchh4H9r6
jk5ZPGz1xoudSFcuLQYTXvkJexhfP0vJ6Ttsl5rsBhRNfQizNTgbg63a7UJ8kLOLy9qBtGNMObm+
2RJ/6VKSmSL6N2BMkVFVX0Z7rptoTKf2yxzUvLQxZfurlYrgazaMtn3vmSLYgAx0hpPWxvE+qGxt
DWLrBnlgY1wVWVjQqzrVi5nme9SJVB+y1mpTRZntuMgF+zr7ZCTlbJ8qTLzJ0SQx9Ng4y1A91ow/
azMEsgNvGhleeh/Y+TCfBow8J412tEF0Wly621VL/RIUaPk2QycJrIk7Y9JYkSvrK/koDZGgAUra
PYVp5m18hA16lChY4MQ3dVoMxAs9gJ6HwVhWnwPJ5+3VTguz/FgPndedWr9FYpLVZi0fGtYd7VCR
zvwr7hxjITiuMUlk7aVhq4019UhXZ2R0eD+Z4fpfAmEGr5ityfCDPic9UCAQFTZIOF3QKALx9REp
tD8BWbMtnH6G1qO9yQa2uA9z38fVhw7q93Rmh0/mZSRXu2UWVmnZ9V+JRKzT4xSY3V3hB3l+J8dW
naSeFPqnMVA2sFG7NMK0MbVhM7s9nOdFH5ujZcAS3LCNMeWxHsc+iyYct8HGoTz7rEQbPNuwIe1D
W81e8hpXejZ9XIVIX1lAqh+9lWj3S5paxSkh57P94rCZm7ak8rIYaf/mHfo1lKsnlD9Gcxr8ONk3
oDTTrQ4z3fhOhaSBUDGbCvpMrB+1QWIghbJbkQhDwqPpoB9JFw/At5cu9R4C8FLzJis77+8Wcxbe
B8DnU/trcBPvF5DRqtqx2bf7g770/T9zJ9CSVnUNR4+XPGNWajAhrTbrDB5BDAXUfnHIGPtBQ2iq
N65f2L8C2PgxsaUqMXboiw17o1zhGD/rxDXKu2AJmhjNNoLe4jVueE6P2CKN5DcQGtMOc2axr6rA
2XMQ6dKKyC/keDC4h/7R0lLnpSDfISPxdNbZ+tDoSs6eMyuA2GWrWYdZ8xo7mlKo2WewLdP31Eth
n2SOpmvnpHELcbYHrxBRIFLbu4tHX9+nGPOKXQVNXH/WlR4QvwtRIkSwoMsd7vGq/IEBuBGA8Bsb
nY5HUFSk0CO4e6JmbGO33k43Uh2sTJiRvbavbCRW6PTZ3H9ghRKQ9YSotsnY03iQ2rzkNUkHXe9u
akPT672wffmiWRmKvlob7HgnS4sPfgMubIciw5w2Zlqayd5b1JztqBEJ3hBkeWbhaIh6vi9ndLaR
Nol22BpExw4bt++dVxVMs4hgDTHTBx7vZdupCoofzdykxq4IRkRvfVp4O99ORsoYv4qp0IIGxael
BQDcZ6/74WVktRDXKvTht1d5yIyqPsOBBcyQNsmYmH4GAHcxzD505ZLd52VdOEf44ummiNfcHW1R
Vgs4pXRnuD9e54DJqK14Swk8o5zychcY+KB56TdAEwW1bjKph5xOURc5Te0Om7T0R/8D284ueSA0
ORs+z6NW7iXwEUo6GvfBXus7r0R2V4kZ2VXTrcbqsA7yWetDVIDeR3wgeX0PbMubPrFRzl5qtovl
QQUtke9UGGazmax6/qJVI/rosHYLaUYjM+X6oHX66G3atHC0LZYblN9ki9SbsXTUGE2YyRUWQCRJ
JQmtiTb9JIAYaoZXV5a95eFG4OSbcqb/QssOaoMl3W95buftNm6yKWelooOxUabXuYeGZIezINFJ
RM1kdfep5XbuB6/GZkNAOlLT+lxBgLC3roamNEqoywBzaJmBUrewLRqykx+U96iU65b+Uqw1WVRR
HMs7gkLwPCiUvagQkOmuFTe9zMeGgZBD8Wg3mrfqRRtWZshrMwLctntSbenkG6PySwLRPcBVW0uV
w4O7ZNr8c1q0CoikzKZjo+ctSi1JkAdhIISQdJHFl8D8WAdT97joYsjvkOYHhFp0XQBMCRdKpet3
izSSby6ouvYYD8HMusUG0PxEJgeZz0j1qT0x23VkHoCCTsZQgHoClFo1DNYLsSTWji/qIDd+Rut3
0xOKKDalmIqDGwPsv0/00fmBiLtm/twHXrLXiFc4pHCUSNlr85yoZnQq+t20TJoVoRNP2w30F0Pu
ZEq9Fil0KE8cmqDvvpmXCtZS6057HqLGwfqSKT2Ku8DKH+aiIzmL4EdJY6ROmsgc1Rh8gEJNuWQn
SWm8yGXVGxbEc+anJG7n5FnlQwcRE3jzwRVFqm9JNGWDZ6AotaMqR7i3capKZxRLx5vUhtBpYLKz
kjVBGY2EBEtKkT6ffvgaBUlY9L6jtiIICoJoDOHUIXnK3XykHjH7w7J6RpcmcAHP04yMUU8yMgn5
UvUBj0JXmtsuRbTu5PCT78uAtPstVxkLZqK37DT6enGfpGtSfa4eBnHuZtk1OFVcfDFDr7CMFFKl
LFYk602FvyRP9tjFu4AqX8Aen4L2xYvNMTsRB5I+wWr35m0xY/+DPpTh7GUYO2TVVqVloaKxHdri
0BFz5jC5pi8CZdEgQzuULZJwhJmDk0SxylFOy9R1vsbLjEYwNhfN36IrpHKGHFMrIq/7pXfYRGqp
ESU5a0QFLcUp8juVul53r7kmuHmTBMWD6HyfRD/MLtS5qNN6oICJ0rlvcs6jcWzjL66PPiZ08S5t
loJdIQ4UmqdRPanSO4mE+eg2V+P4bR5scjtGy1Tdlgok5uoj1nVfAFLUaCvdacxPfNL9rWappdwY
YNR+tawgeYxMwO3bn31eZV8bqdvqRRYVdi49xptWTqn1Ew9BM997HUrI/WSU4ltiLeN80qXvk8Cj
VXn/2MVtf5IQcapNMklrOuS9ae4ApwdoBOekSU+y8kSlI/YmHHw/LuQZboQzV3zIrHRALEDTQ/Of
dDDn7Wli//W9WYTxu05dfAiFb7f23gJKtVN8yOQ2UA6pYeVgacSE11baNEkI+hYLCfU5EjqzwyNG
KriCcwgOTN8hJiyWU0kjrd95S1WrDZsaZ4oQS1TPs2wQHCI+cIN5K5uclVR3FvuV6PpCbecR1OvW
QLRsbBqLmOGBuaN8rXJOYicTU3M/m+heu+dGIxGSXHMp7Y1YnMSGV5r6XminRIlEJval5VvcuUp9
4CM89RtWbukcR3pw7HwdHQlWk2uENaNv9kg4QP6en+yen4/PgFVMRKDM3WGfg7rrwixDFxwuCDES
O2xkLssPUymMiSLRXfotGx2dQErR2tP9kLfdIx6DLtu7kHid/apRP00uioCQzBYsHw7I7ma/GDBw
GG6Xen2f8/J8b1MWCpK3CY3YZQ1sXgToILrSbWzBZ/0QuE3vvfChNbxnkRqU+yGKm/a7ETtd9rFB
U2Hc+V3LJwCwQrPcY5ox0A7P8+pt9JrgBysr37GyUkkNQ4JqMtSbGZlv2+Go2BaD1qQ7lQn9tUPT
qEftkCC+jcGaoJScJ/HLFVmvs49ztV6ENlkjWnljEH4pK6JpZtt40Vc5FSPIy2GYzjiIhCY7PnW6
2ezieDY2yH8qehFWG81d421Gvn17nkPaMmOfbt/v2l02ftfDgx0Dnc3s04AG+LZnl8VFN1VWwN7Z
yst9VTJ7zw3Js+v7yevYJsGN4112KTkeIkWEFaDz6BRe6orGVOgtA7PkrIQmv1q5aUP3c8xtZrIn
i2Ju5feJ/Ou9rY2FuHGpL4c2/x57Va8xJbPpUV504HPVaF1scmz2KhlhiUlzQn2OmcOrly/9JMsX
lbTq9T9fYNQdcIOYUpmrO/ztBWYkkPlz0abnNGY4EKbYST/ZUwMTqFdgHjOsTeLGGOUqy40TJUUZ
bKcP1pGnZb0Qf7SCMUWbRiCW7AxQM9l2dRITAJn3Hy0v7TeucosDBLc6GqAIGzQq8Ql7gxvcuNp/
udOrVo1dNnhE+t8XI4UMS2HTYRQ4kxNrvQbxYDxolZJnGkN4g504U6fAo0PsBBjk37/mV9GI6wVA
ruCg3wE2cJUS2WGeNBarz850cavikGO+IQVV4COgaSvq57bASssb3oJkXeplOdZzwvuVCw3PUj+N
oJNac95BLMx2cD2oYyWo5RqkwxkVd/Z97JL/SodZVW0A0ejdg8yzmRa/vWetseS84zphlIVZjA+Z
awiKJr/AF4Int963Hn3JT5IvWHd4/2pdvxaIOsAkOUjrEfr9O7j642lxrazzs5zcRavSy13blBQk
moaPOPTSrN93VVOMp8xu3VtpBVcSCKaL2Ng9HwUEM00SA96ec59jThNEuZ8RwbCVo+NWaPS/axMJ
gBA6rj5P/hAqxwRkAqwI3dZ0o4Fm6z8Gceg3ZvV//TXMPJE0IyFman0xvug85ZB1oRE85qM2oexf
lhOjA0LFnKGunxvUZv15zltmdLiHvmUe0LwNah2smAZOnvdvytXbQxHBP+zQ2Xs50BbeXhpNEdkd
mL24S0eneDGLJTt2xLGBrsSTE455rQ5m72HOqaxblO2rT4KFJAw5M4PYlQp5SeYDVUatgujm5OWV
/GIObbwjiQb3kG2NZwy8twhMV6fKgw8RFfkN8DjsfhfLsgGNcSmtOT9NxARGyTQ5D05TGfcLv5FH
YO1JT/0rH+Xk1h2/+vZy5BU9YwCwxid+iZ9RMOS61g6KU6dwRRCe6rfZo+UMs8LF+69qYxBe5M5I
gCI/UWWyGWd2OjuP1Nj9rLd4zNx5mINtm49l8JppSl/2OVWKvXPcIkv2ZMHP9rHwjbzcxHjVbq30
V68uJ4BKd40M0lcR0cVTUi+x15baUpxmymeXYn0y3U8YUn19XdG87idpBhLIJsjk+oZC+G+HZoLK
+4L6lBHVOvf8Y9WolzmPq14UDOWl/oHbJNPIIiTtWWNDnUUwBX6TsXcrmO76JeWMES3a3C7mSK55
8VWRMQyG1p8lDUx9tkJryqu9P5fZJ3CSJXsbVGN7t/XSFIOe6X/IyfSA76DZ7k+35TP4/kv611/D
smWiJUSohvL37UVwTBTF/uIWp77TEpRMK3xqJLf1ydb4QoeYTsx17xgsL6Q1kkmDNb7LIhy3S/ZA
knt/Q8X1tzdpDSBHKLtOgi89OG49DaMudXnqiahL3W7criS8UFYxPvlBYF3zTHrOemKyDXz/UqyL
45vZL44xHBBUVljQ8IRcLOUFxg69pRlz0hKnObiJUc1hM3k/7K4Sz+8f6t8a8fJYDlRhB/8M+pvL
mpXtVok7K6+QDSTyaFmF5mzKoksf5ySvqicC56qvePW1ZMdUpU4xzPeG+KJB3LbPduGbJtiFDCJr
GrTNr8kdvefBSnJjpxuTPn9+/8f+7bogH0ZqCwsNxu9F+Vc0Sz+mOTyXiabAU9eIl2xuh3srduMb
Rc9fj0SdhQKdqodl4eJZZCwL5l7UJ6Hp5m4NrWbQk0ADlPXKY3//tP7ypLHkrAJi/E7oRda///H2
B13HUMky6hPGfIuukycndUSoIz5MWmswHQYn+3kmu6+GWSD96caD/pdzRU/BbIRPFAyrS60DyI2F
iIe8PvWNzB6GRLofu6Wbvhr6ZB3+65lyIOBkPqBmmmT+xRKrVe1od3M5ngTGxU3eYynTShworWUW
95rmJvd6vzwPprilU1kX0DdPOSwnFhZKM/Zm7BAv7mdTjroX0wxnZOand3LgeaZJ49k3LuXVOo7D
AyO2w4tE84Ektrd3svdTNzX1djgtXmFsVQ9hoBTtsoeGRgRB23YHJZrX96/p+tPfnhpfDlTnPjNK
dNjOxSLudl7u1a4DKNXUU9y2fdFsKyYOT7rC4sN2vfI+VnXrMB2NBWVw3hb9P+//hL+cNuUGOhmf
Yoca5+IndLSPE1qowVF4rsfoF85ZaJjLcs6IzMyjCslwWAxwdN8/7PVNdalzyOzFv8SRL1O29TLP
nIna9lTh+E9CY9TyR6tHPPH+Ya4/TDw7FI06ei7MkSjs395VLa2Zh2F2PiUBmrNnsC8YjBemhtVL
uwQGCO2U6Mk0DFJDOxKVUfa7iWpchL5fwGI51AM2zk/v/6jru74qRBEuIlBCDOet1+aPNaOt5wAm
lTaeisFVodk7DXZrO1dHVpnSCiG65L/iLJ62CNHqo9XTFXj/B1xffH4ADi40blwWXHtvf4A2MGsa
nGI6EQln/WPNmjWEWmEv//mN8n2kkyip8WhBuF7r6z/Os3Cndu5qbzyNK+ejsIoXLGX+FiFLfef3
yOnWocXx/VP7P+Tt7TtFQ4XYN9cAQrvGMr89alr3jDlcU51mntqPqPPrOuJm6AR7N2uvVUPI95R6
vUW7DRMxBaKx0g3QEs+b2LGEGZKeYaQfnFRLTuVoxyTsotGC90KSDaVd3nXeRhoq1iN6/fQcWzzE
6G5wOduUXR3GMA/g/2cd/FAVKdkb537lZuC9Uv5I9NoSFw+SYKf6c+7PAS56BjVL5I398CTIPuV/
RVVdf2ZY1jInmNLUfrKZkA8PvFD+ARp8bnwzUDQFv5YRXHykNPQj2yEdJ/eOGBM4I61yW5fJYcNo
N3UTXW7pMvc8ZFrVv/axqF9ggQT1qXEq6zv9k26mmVs2BJyyPhjlxl318VHd4DRAwzkU+1qRu/ZK
zan9KpnOBofVKkMbmMtC0rTf0zYcpfqdVCq4A1uGpIBnr/fRDnhLsB/1gQ0MA+LxLlCpuSYRxe2z
nc35Uz6Sk4evOw6Q2oydMyKZaHO1r/B0PoHHYChNj5v3g4bzQAcHqWjyupgqNvcMjDP1K8+AY2yV
0keyaTPELkcCqnCAds6EdqX1LO2ekfX4OWMS0nxNp2D8GGM1jzet7SCWGL1FLA81QTXge8zWmz6a
dZJrIdrj9HPMViuPhEso5hadXuMfIa5hT2kyiYi9S0lXCksnle1vLhIjtaYukzIaMn/lgUjP/xYX
xVDdqG6ubDM0RuDEQ6il3qBX4VzsEgEMK5faktBua9JfIMOIBIQJ3X+Cejvri4k0Y460DKTMvVV4
yowjuO7rA1YP+kPhBAJJXtwPCn8ReuCd7Dn7Y5YsFvw3oq51BqWBVS+3FuK17r14LddfiwebHgc+
6YvPa+6nYpx18ky8ASGKi+9wxBCeVYhDhuE5Tj31iW1nhdC1lR86XC8HZC/GqScC95sjtWX+r3X6
v1nJfOr5ANmUNBffPYiNpexNt0VxgY8ti23aKrM2OZtAGPONj911H5JTX5EO6/nzEdIvNgV41lGl
eGV34vXmRvH9gXVS2V3wE4vt+FEayClan5azV1TyU6KaZBcXKCZvPDvr0ndxD5CksmSy8LNHudyq
BmwUhzHucAV0s7tH2TTeEw+ZbgurMm4c6qp3srY6aSfQtaEOx4fxdhU26RdRckwwW1uzeSzyEi3P
KGZWhqJKGiMa66T+8v7Sf1XJIDRhX8FFxkzG7vjyc1OXHlY1s1mDIpxHIEvVUeqZdm9WcvmlaQJJ
SF7nt57rdWf75pquiAfbpAans4uq+eJzk42lWQZArs4oTZFGIW5wvy3Y9ZjxuFn/ExgAWDEndbo2
oridf0ww5pLNvPRaumr29Bvf3KvrTrsX9KlvoO1mU3DZSVwKEk2F8JxzJxbruLBh2fWFrW0Mc9CY
i+FceP+ir6/txenjFsNr8a8hmaLi7X1eRtdr7Taxz+3oOFu+B9PPrDBbY7dgyqi2ut9ljyJJ6wxM
aA7J6f2jX91y1N3rAIVRJR8/omXfHt2eOwKlUIueY4eXeMAygoOync6kMyIqoGUsP9pBpd2CBv/l
IvsoQU1nNVHhWL04rNMoyx8H3zyj+Aoiafhp+1JQKP4sElHqL5lrBp/eP9GrktFl+4PPhyBC1Nc0
9N+e6Jzgh9OC2Dh76Wy++LUD3QRJzr6bPesnLpQAYSpyVgaWtrm3GZTVN/xif7nPgUdkiAPNl/X7
kuwhpi5nLmcZ5zYV1RepBuszARraBnG9dsil0o+FK5p7jM99c+MmX61aaK+5v4yNaIvSY7t4r82h
l/zLwDjncz93IQ6n5clsAwbcgg7lDSPX9VLN0fBD4LrgeC41+tsrbVvWVA2sxWde1rXVrFXbvNF7
YpSpcTcl69pBC+ryV4Pe4zPuGHM6KlNl//lyv/0VF+dsj2kXL5NuoHmNxatTuSyZoKIstJexWr7S
ZrejWgrRhiIoxS2z+d+uOK4GI+Cp4w27vAazRFJSKq64GmIvapCtIKU0Nf2wYtrTG7f3+skiuIRZ
pM5GiE3wpXFfSFfqbgMTMgEUZ0Er8FHmVVIcmUO6KcIpu/8Za/mS3hdxNdyyYF6/yvTocFnhO2Wr
QozE29ttZclcYSNyz9oSo3YWSADmzTykgG1rL90ktenc6Bf/9YiICnlk6RuxNX17RB9RdlDRKz1b
pay3Bf5l8KZ6aTzWQeuigzfNw/trx1/uJvt7Wkx8kdex2rqI/rENswcj1skJ9s6NUQRna5ksuZVa
HusIgfvmxsH+cjctPoNAkALG20y03h7M1XQHs7pnnnPXDR6UlbufUVcsJ3NcmjDXywmIvpOnkNti
78bW7+o8Ka3wk7nUNXhvrho404iAo5VLdc4qYXc7PVc6lXG+1NXGMxu0ee9f1qv7SKebJ5YFwXR5
gC8Z9jraakobveFM1xwYI06PWH3zM3FeybFAR/dfr6yHYcEF+kGBY7h8eS6ubJt52Evy9uxARNvV
DW8mwKeenGDL2xpVbrzmWpI+G8VoPb5/ptcXFgnWGkuwDihZFy8eoGDUnNEx5/bcZ735qLuL9ZBr
Mo8y5Fu3glWuvuicpU/1xspL2gkorbdnmUhW9iC12zOTN//oiD4/tXzNUYqOZbgAiWxCM2tudXH/
ci8Dy+L5oWEMXcO6OCogNClLoaAHSMxJEYxk7akF/Pl5RDa0RXI83Hh4rj8zuFZRQzArYSnAEbde
8z9eyiVJfVfTjP6sxXbxCa1T3P50dbDTPLJuSZsPWKidvcSOI792Ms7aIyT4OAnoS6UVk5z/eoct
tkAu1SuOR7qRF78GLTWvVuLP5xZGOTi3VaIg5p+UbbfW2+uGnId1l60rFTP8Hm7y2xOvejkkLdj4
s6CHII/mAtQiG/W42ZtTSWe3VHTJN8oS3rZZXK190hfKGcSRlT3PIVqOOnt+/+Svlix+EXIUA08A
DI6rLJ8agp2dIEU/16oXPtgRoyvgDrNFOqN8J4ktQaCYRiIp035fsvP2n97/AdfPPAslqxZjS4/S
47KGnqU/C4Zl6myjPHtRvjWUEX6kwj0sTWrauxST6PTN6X3rZjNh3Xj+Ub7z0QO7ADmHndq/0zvr
7d1gweod9gviAZl1s5wLj1vgnRGuoi0INVxITRnJqRL5dzXAYN8KsVQYUPAMBJ+NrPWHYFMT0IdA
g1PzjBsr+uXDwi0hIISq3SadnN946eVX6yHsMZ4eBFBvu4MGorFxDNMEOfjBr7TpATQXGCZa80q4
xnaJafAW4dJ4TXXU+qQfwp41Y7n1+l48MlwtHhkKJFYMigZyTN5etngpAw3fH+YzGnlzONHC7g5J
MWDJaF1vOo+zM987Bl7FXT3OIJfef2CurwtLlO78u4unHIeB9fb4HdNUg+ti3jW+Ve8lt8HlYwAU
7OdYemJvgs8pdsFc5LkMC2Mqa9gamT5vgj5WkWHVN5lP9sVzxAXx2J0AQOBzaPJav/1BJbGIcaJl
JGhisjjAIGvmMEE/f+vzcLEP4sITA8SkBFQNq8jVR7fogxn+eu3deYWGYwenB7mgo5MDAy9KxGXb
UZaVG5W4KWU4L26cRo3qPPnf1sv//4x1dkHH4S9e5oFBdmNVmn+XO8i4Q6nxo0NY8d0IXJu4iBuH
u37cOGtmF7BJGDEi2Xt7dYPC6dtYuf7dYJvQofPZqI62FmOGrJI8aopUbTzNcAFJk0l940v1t2OT
o858k2YODJr10/nHhyodGlmrsfBJR6arfSxpXTGHiifzmOSt0A6gekQQJulcfl5lXbc0MRdr43ql
0RXgEWWMQFF3OTa2cdKOMxvSO62TzskWY7lhxXJ2i2Z0UTvP2qFL0lvlwF/OGfwUaDXmnHwa3IvX
y2DBd3K9D+7YjmfNpsAXD+h9qOeNa6fZWXSYHtCzOI9WOxnmjZf7b2fMbhflFWwLOpMXB8f2C4eL
ZtMdr2m99cagOMxZbN27uvHalcm4pYPu724sKFfvFYwddJKUI+vgnLv99i6jchNqAZV9r+fCAsOf
2Z3/w9Jj46lybPCv2KMCGabGOLpPpZ7P4otqayaUzGHSj9IvnM/4EIvi07KMJOEUjpixR83KK8Ur
pKa4rbHSLcYQBXq9Zjmt8Svvn8H1CUDFWav+ABDqClR4ewIqWQpymhL3fiCPF+hKbXQe8RA42fXI
yyxZP/XS0ntGNrFiFATeoMfd0Q0W2SHv/5LLh4dNJLEt7EJ4fCh1vPWX/vHCVIHCD0MX/H7GfIJX
O9AWoFXwjeFpQ72f9nXjTd2B5FtdfjPTOsDG8P4v+Hds/OdXnX4YSFhmi+yDdHbwF3cT2lKJGbjR
7wLk62Iz6GktDkuGbi3MhsbTNrFY8nNGFLA40tU0ngmHYBEJZ6sTzstU4Qmwojxg3vWhjXlBQLeW
lbdEnd6QbRoCRFEkxxKLWT4g53cVBhMO9FSLJHG3hYGklCxMPbEeZTwtzl6pUX1xamNQRy8edJ0w
kHYY98KR1bgVdkL6cW/q4qGjAE52to0rN+qLgPQm31qKrg3LeDT1hvGV9DdYR8o+pLoGwmzJgYsX
kIjyVLMf6+uQcVuebzSn87BrjZaDQ8OepsJ4LHShjq2ASvxgWJ3ZbkEDWPaGKKzB+5pNy/KkJ+i4
ACtDCjz8j7Pzam4cZ9bwL2IVc7hVdJJlezyecMOatMyZYPr154HPjUWpxPK3W7s3s7UQQKDR6H7D
9e8xP9FoNSAlwuVIukCtcq6yBkfMCTFPDx8C6NLaztK76hhUhvLYQJ7ZWBn+SfjwLtYMZ48a4Mac
ZLkFwbXTEHXkRv2wEXE86LPGKr0HF4uadaEkzW2TF8wxHwf7OYEm88n+AiOSDvGul+GJNGAuApt7
saEkeuw9iNxyN75DUUPgeLAhH4OSen1Rz3IgBrMcXt4ek0Mne97ZTwaaR01dhgdQYJOGAHYEtiuk
1WqsJhp/IxUrtXA3VTy2khPlwK122lFNNpEVhvfyFKcLJ/98wflF4IBosso1cGbHDncsmsNBHxxy
t7Z+jwgafOUBSyO6kXhOHBKWiu8yzTw95wxI2MPhmJYaEmqnX5hcaIgQpwwOhWW09zrD7mj4RXd2
P1gLt9LZUDAVQCZLG0tZFZ2HFBF2Pq8QPOxrEH6PQo+GR3SfInhzzZK+6flQlHNla1OaS0ob7tNZ
1diUIx+qGQ9w/4rt6MVavDa82jsQx0ZlYRudnU2pqEmtk+ePyr0330WqjiJqTnfjPoCgukVVDwi8
VvR3aE9OKD7E2ovorKWK9vyyQmSSUhx9A57BNOPm2XKHFocA0GTfp16EsVDbVN62a310q3H/apOV
UqKe2iu6WNVmOPzw8tF5un565Bqe7BxSqnfrOCotAEHs2QNm6GtRVnUqDmqIHvgmbQwvfQiqMRt/
XR9Il7npfCSXK9n9/5qgNfuaVZDYVYL8As8htBrXzWQgxdKHhr8pM994GgusjlbVqJUhjzh4jeug
x/hhx8eiBr5qotRWXjVhl/Uh0zuNt0UqevhJZgHx3Y0tevSQJG3vreW9nq8MAC1vfuAZnbOQB58d
blYMwST0Ryn6wROazUOra0FpNmgOVEfaO9GgVVMnkXbnw3X5T2C+s72+cBfG4/qWAHRiKU3UWTDR
ukarNTtsDqKbinVq+tkv7mJ9hDabPWVlYS9cUmenjkq0DmIVcAFMGRLf01OH8o/VkY62B3eqxrsm
snF3Guxk+sXLb0lS9uzQybG4EEH0Eb3onJ6OBQ7Gi93GbQ9qVesHLR6UHfa4/j1WhvquEdbwnx4O
48IHPBtUqtgCzrUgeuHPPtfSlMZUPcxi9RA407TGXAU7cb1P9poowdcB8XHWXVIkC6a8ZwdNjkpe
ihYUpSWa06dTxftMh8feqodSm0AUKlY0/gBlGN5e3y1nXw/kFFkfu0XqknIFnQ5T0iMzDcXSDs67
uZeem9k9Qc9+1ntH++zOZCy5IanwMytqeKdjmSoZdATh9jBEZn7HGUDkXzI+rejdBsnOy7fPT07W
DHXgguAl5/lTqUbUweIOvvfYeOqK3QsRHoeqEPH1oF/aJ+/44JOIxZOeu44khgUCETk76aObV4kz
Wsnj5AfYp8U15eHN4MWCdq+0U5mqyvCQgLLqt6K0k+8AgNAkQOARy6/CQ3NSodqorvVgaF8MkErl
OsNK5ojJT9qvqLM5ys+OSi92FrhOp3+aIWMrjrWTdj9JTVGK2qWihHfcpSJ7wyzRfUH3hiwYyxHw
/lDMo/IboFhlWtJynOuWUW2Dk8i2gKDHo/vs6eLX4QCeIdAOOHuojccrqXanfm3zXBtxEgxdbF16
zzxSawvgegSB+RQbJdIKscnrhg4pCtx3NUZK+m0SYR631mLLGVZZljSYYzaUr9duhfPLW9FnWZhv
a7ro/UOWdgOCAmhB4W+0siK9EC8FjnLDD3J9Ldr4TTsoC9FO5r6n35hWNtKD0F4cCnjzaEckaPqk
JKcYk7D6YsZ2hbsQvis3FXRBPgBCVfWN78jqb81FPe0+u6NJWGl24vrNb7A9Gfw/pOYA7lw8O0r/
wO1WgK/VBa4/nYQr8AwHRXJ9tPPJ8hQkpwKjQQeJDuDpaJXmSIBRoR9KhHBw7ErDrWPiWegpcXRj
uUlxixgQChhpsmRTMG9zyPotlhgmhRvaHbLEcDq0LdCXEeGkH+w2iO9hGUa3ehoitxAjkr8Kqx47
lrLVD9j+odc8uu2KlnqzVBw4u0upaZjyb5PnEDpJ+umvyLHdM0XcmQ8o5anHRqTxsx9ZCHQkxbjW
QUJqCyt+dtcQpaRtEJ06PAPAXJ0O2HmF0xVjiwJTlkz/qjr+0UsqEuJW/hpBH3MdT/En5eiJyWAg
MD7BARmMPO2s0zGj1sXtsvHjQ18o0X0gBvs3ogQ/I89bIgieLScjURFEj54rDdbJbD+Nhm+qda8m
hwkdA7jZml9WGyPvR5vTG4ifGNq2+cKKnl1wjAmmC7FZuDWkDLN7VJRdg2+rnxwQd8lvp0Ao4Jr6
YgJ9qgSv18/LxbE4MAbFMAvQy2wluxA35TC2k8OAhNsKNVTtl4F8428jj7pk4TK9NBbhlgom1Wy+
3WwtC0bPAlNLOJslIRVK+MZ3VXEba0q8ILR96bOZXG1kQZCCz6aFvgodbT9LCTql3PZCPUQ9GswW
No0FAnZau0RSOz8GRBsiDmOSK+BmdbolUYcIHIAsyQHRj/jNimL3DcuExgcAHLecftzCVsFY8la/
/gHPww67hSMIDpACsoab1unAo5qmKUKkfEGvC3+hcWNuu7SRkpKx2+7KcXRQpfG0aJ3FJip2CDa+
6dD4Fr6t/HYnl4z8FSRKpqyLUGCdBT+RWlaH8x0LLtThCcfDgxVWf5Ng6NTbGhHUFcItk4HjJNBE
6ltLVeyz700pV7ZlODUoKsAQO12EyRk8BRHh8Wi2aYGiJNiwFvUUjDotKn0qqgJ12lm+u1lY/LOv
TkpIqYDyJ2VCqOezUmzbYplbI7VzdJKocu1VXinJF8OoQC6tq7rsig6UZAgIpXVG7UWT4NN7NDuz
dG2jxKetR9+N/4KeRwqzw1fbs1a8o53+zsmsdHxw0LA2oe854vfC75bH+uRzIXpMrYjkTFbBKS2d
rlfvlNS+u0o8RtAiNsU4CnrBIfR4zA4NCLhYoq4dVI/uQ09TvkRJ4e1Rzi3bdQ8KRF0j3xe+tn4b
LOyiud2LBryE1ppk5pI2SmjN6e+arNbzC6XrHrsIju0Kjac0XKMKZ0t7aExIwb3UX8nOEANa4UhQ
7drSNpvN0NRujJFnWQ7PuMPJXxjpXnzUhljRFiLm2U4Hl0Jg5rVKno4QucxAPuQzUSHMQm3j5FEd
h9Jdh4bOC15Y8WPWwI7bFHHfmEgFCRdOKtq7zd4OcVNfuCLO9h0kWK5AqlPwE1ip2Y9wraKv4rRu
H+2M7qMI9ei3FVcqGj1err2OiMhsULmcvl3fNudT57FMeQP+NNWxsxZ1a4ka31y7fSzqRiCO63e3
9hgPUsQyQTdAXxdWFm+UsXSfS9tZMk+4MDqoAWAbIJBIbvRZhC18Sn1C9cRjgMLdVxQbVLHjCdxj
dsrrO/jVFWH7RNG2DNZ9lw54K1aUQ5+vL8FZoCGXBQXrcOolB3JeqijovJvcAO0j+jz+zlXCasU2
Hv+6jeavUVOsf3x6PAnZg+JjOy4YrNmBqB0xpbg3xMcGscVgNYy1Ga29PCmfNOSU/tn+WCb760PO
Rcs5hIBebYirSDSQRs7zj9GNC1pkIj8GpLkuGr3+GCgrkkrFwKRS+HAEbSOsOXYlgqvbbFBssSP1
rUvc9kDKvVl6oHcPBtoWEUwRswrVYSFQnKUSMELokyJTT98SmK7cKx8O4VggwaBXfXTU0e5ClrAZ
cY7Ja+G/Jf4wVrvrK3K+88CrsMpcLOw/ypmnozF8bA19VR49Jx+hzynomHmR9S3AR/VL1bo/qEtD
Sw87+w41QlVdOOzvxNqTaE0iDwaCHpdEYlMYOB2/jrMacEgfHguIK8cEm0xjbcO4ip4G26/8QziY
o3gLYc/nGwSU4/Ix7BITB3qC+4+mTkb/xoGx8UZAQ4MSaV8vAPfJc2yXYmeJ4eWIwwDqP2WM6tUQ
wxXCXFYf9m6iF0/MPScLBYGtrRoVIcDHnH1+oGwQP2derWi4NEf5c4tvsLevQHzWG2dAdHjTVEme
b/3CSBF3K40GKkBaahhhNr7yBSFGPX7GC6T97dPUn5AEjTWElAP02R8mzZqII1Wiv6KR57+BEPSM
O1vqRW6d1PHTf4EQTXmfaGNpfEVdqh3XnpHWxgZ1rMDfNBCHkPlpcQDfoYzHw0eBKF3uRsoPw12J
nqBzZ2RN/kitoYzWFta4za0Cvcm47WKo2ke2UKHthm4yMJ1CZRKamxI0zkvaq2WofH538VzFchXs
D1IYZ2mxCowfyZroaLVtfzfWxfCqA0t+8HEo4PSZTfVPSSprpDqjRbjjhqnz6SsNxRwKnjzh+AXq
3AhGTVTB6SaLofgiXmolDV/DMGs3taOm/holwmYdKar5aEalv6Osoi6kUefni1NMDwlKMrvIm5cr
09qZ6Fnp/qNvhVG9iwtv0lee21vpWneTqUaEvJ5s83vsiuog4PemGw9ZzGRhGd75K6fnjAcXMZbf
QegDA3J6zlLLRhjR06NjlE8TfvO+Galf3NpoHvq+a1y4wln2wL3sfM/htNzleZF+BzAeuC8Tl7/9
LY3LMn7V/Kywf1gpPbD7OG0Ua6mPI8PN7GfyWJPla7JOaqGzcNSgI8X7gsaqBlzsbtRjv16HGVfT
SglRsl5xbRV/rkfA8w4kctC0+Wm/UciRsKfTpYkywFYeIsjHrgGZulXUPn+N3Cavt0WXSbnQ0IIt
idZdE8Vfp9AzsrWeK/2h1+IKJL9iBIm1cDW+X/gn6yDTRNZA6izQOpvXeqwpx0ypz7SnuqhT77H0
Q9E+jTzi9Qfcy5p+g2KTh5hkbnrh82gNlnJwknIEJ6cWXbjS6zhMXwFSF/1abTs6bzpSe8m2q8c8
eQOr0Jd7bPx673UoxRhsCzpGj7U2qsPLKKZs2JW+EagLD1ddZt6zSUkNKwNZOM4k5aTThTYqkbgi
N40nOJ/TrToG0x9XFLnxxdH9YG+0lRd/Q5eQc+mFfeTdeZnVpLdmK9pvhl0hYhqCzn6wzdQ0v9Vp
WD04PeWKPShboTxoedJlXz0La6uXzOl0ZV3nTvYt9fVoifT+zr46mYjLS8XgQFEa4oZUZ0+M0MYe
08lScVQbp0EcHwf2YWOryNq+dH3jRKsMJcnwBlXdHt5pKjDUSUf/yxSYgbFN/Djhvx7stvxsrOG3
UMsHVU5PRvZeT9c3Qr9J5HhvHXFidrQbJTSCxymqijsfeNQ6ydPsR+Wj/LhifYbXqXc/Kb4H61vW
JSiI8oagUDAPMp0fFzQqvOFoCnDmK4Az5t/MriNr3SM4+kVtw35hyuclArR9ZbEMbAa6B2cqIUbo
kTaC8jqqWWT8VvvubsRTcydhJKuYZzl+9W7iV2vN8YunhofugdJJulsIIWdvFvkrbCqElArp33iz
lR8GvTJaHiXHRJ+QxRFVZbYbJR+kYLuHiDU6yNpwq3bU2Atr7PJ7AwlZjNkwbzCQuCc4a98GZTLi
g2W3nYnLCCqvG81LYySAQMH0K2vUlhgs54GPX036BcuSFzMBcJZ7aY0PgRg277FpSrgPqd795v7I
pm0h9OnRb6c/+IQj9a92tbNVGim0Cf/6WcGVZclsVB790xMFswVFGbJu1MHAY55uXTMy0UhI5AKW
prMLY/evWbT6qwor6jFJm9JbyDvPaukAtd9bJAZ9RDSnZtfhFDnqoLfueCScw/sOm+mpREF470Z6
8CUUk7WaBo/z4Yja+n59s1zYK1RypEklFE+u4tnQlOxrytidfZyarn3r/KSJaJogfr31Ea94Mpr0
v6jwxNv1US8sMDpTgPWhupAKzV+YMBIGr2ws54iRcNatlChMdp1jTz+ytokPoor+uz7e2SuG8gEZ
PYBXR7YY55pGjdPVTQ+//Tgh63qTVfrwKtpaIPmZLyEtz1Ks2VCzx/NkJ7XiFrF1tPMMoLAb1sB0
VKtoN2EV9tjqONE+8bJ0OxhDfIwNa4lCdJ5cwaehcE/dHoUMZFBmJQtU/5DX9j31OJiVm9yaWVk2
N7VfTwmNwqq+cXPss7cIZ2Z/8rZHqUnhIT7dpm1lPnZ0jn4bUxc/V0AIxRo2SbTLk3Bc6p6c7zsc
CQAfE6KgnBvz+pPSaeVAEqofSwUlXVcdxEa16/6198dBHHRU1/Z+gFPiZ9FUAA/BjUgcrBTymPdQ
aAcMdUyGfoTGhQ6365T4WpvOc0Gl9YZCQ3B7feO9C4OchhIQepQSZWSjkDVP57wmGsyy7JwjOqy2
tk9IKxBjSVJbW5VqkDp3Yau2ggWwh1tN9Pa4a4PGU7iRoxbsgFHlyjqOoH7v4b5pR15RQ/9gTEIB
gzia6r9Sj9xx77R5eyM0dfTXgVNUyapyB6dA8VVX402hG6m3nXhMW3vRasAm8QHppP6k6SZIeudI
dGQ+mhWbRsfq7tkSlrn3oWGE33NV6b9QEKzzn6PW6G+oxStEBvo47qqLyv42bLvRv6vpnn/P+ip/
Rrpc+A89z2S8A2A/BuMq71vr3/VVPT/Okg5IBIGoTftx/oyyMOgWRa05x5Z+WbjxM8tXtjlwRakq
hB/EUuX/PD4zHqhX/KQoDgGNO70P2sBQUF9WrSPuUuBmjMIk+0toTSC9bal7p3Kaaa+NkcDmwcbL
aWt0hOvbElfRmzBy9PZnX2SkIHExIRIte78bAc4VWxAPjPEOY2CNsl6TkbddX6i5VCt7XYp/6hLg
L/ORuUZEVtb5gD5Ze0TpyeGHZnq40SdMVxwqptZrYEoCfzoo+n9ZIpJtQvvKfUKQJMfeMQ8NbRuN
NZ4xJcWCtaKKoktWaqo74pciDX0b3c3TL6x4MC21l8/DKK1litS0etESQiPsdMmDJBJ2BVjhyJGY
IE4V4UrNHeOuKYpyVXuKt8mH6qfXqcmOO+TTrVaWjc2FlhJ4BXJreX99qHqBJ3PzpBftceTmfNY8
P/wJK9/ZSt2c/TSK+q1uOiBm17/WhW0mHaORDaI2L5uhp6MqbapMneMUx2boC38DCcnfOKVr3JSY
hGwGPLTaW8JjdpMFBbDU64OfX8k8IWgJcDlKJuh88MIsrMi10vqY5al+o1ZDEa1VF5fNmDLkd8zY
kl/XB7xwAwDV4pICEAMGZ741YUIVdjbG3bGojKbbDH4xaLeZyIJNVIb9OuzKgKdClny9PuyFRabu
IVl5yGVhkCh/1odP2ybVNLmh6I/4mxrpd34ATATHAbK96YOmbP7WUmL7kE+Y6H5x/LFdiF0XxwdM
JY3laXDM01xAfTlpWCGOrqKjs1RH8MiEgW3ffvRqRJxGwx5VbJMaN9oXioW32fX5X1p2CVHhC9PK
5PY9nb8BUbtMtQQNZD3RqpXZxpG7M93OfzZyvVshE4G97DAo0UJh48L+kkkmVQSCEUJhs7yIRpfX
oVHGvKeqv9X7yA5WIV45v3U/Ipr2vreUYlwIfqgtACmQKAZYTnPRrtxOjIrd2x8H14mGu3ww8v+I
8QhOJ46dNPcCWOzfRLYQ95DY/T997XTKpq6Gzl/rGBOY90avJ8pewSMIzHAAJZv6mIMlG9JZIti3
pht/rbMushe+0XtWcJo1SJ0ICkFUwqV8wSwS9HqsF8WI91isRf2zjlezsSmbNKCXb/j4lwdJ/BQG
lKfXEx5A4VbBdKHZTPhI1fdNGEYFzVC8plfFoCrJBn0ptVqNHj3hdeRWpXdTllnRrHqnLg3MkAo9
+V4i+Nivi3Rw/sPCSfuGFQ7nD/8AGpJG0RfJqp8CSHDXN+P5pgDXjpaqhPdLzNLsoTWkjlYajtIe
2arxTc2l9DXg9XnIYj3acCq6hXTsvO1JGUsiGVGaBK/AlX66+1sNTqGn1h2yZ1WSTiuRDzGtYLuC
ZGe4IhO3hEET6w6MfsyfoYj6e84SOv1WkOPNq+cWxBQLNv43vdBE9KzZk/37s2si4XLEQ4p/qBnN
M0YF/ap4aMzpqHuhZiAsa4aA+rxICt6JXRKrIJWvj3geEhiRwjT9YM4nMfF0Ueqh9PCy6adja6Jn
25upfhcMyqvvlgSoArOMPzmRaH990PNPT6EEnWEqi9Q7ychPB8XBMHPrtlWPhV6MmzxPpIlXHX53
U/WmH5z69fpwFv+70xN1Otws/PQ0KBGF7dVjh2Qzhi1e+9MIre9ZPOpfr490nrmAJIKRQ+WAMgYi
IKcTS1xz0NK6VI9lNjY7p+t9Z0ftyUp/o/FHPpzozUBXyzAbkJ1T4iZrrKfx2lhd/xkXJsy7mq1O
RQEmx/yJLfBPdMbQt46ONtbTil69Dg4wULcNENKFY3XhW8pMnNAONI+QK3/LhzvVDN2qyPuC50mX
TnsgFaO5Mq0USlXd2Le8eTJtd312l0bkAoX/LRs5PAJOR8QLyYTqNmDtWin5S+wk4d4bzAG5vkwE
mwlhoYVs5cJyytIUGRI1BJLSWeCogwaXQtx2j3k3DdPWzKzOfVJT0xtXYNp8c+GdKgPfbLvCVCE1
4olM53XeGQazqntd7WnHIiLAZIrhxXvg4LW+UAU/z0YkmpDuBomIfOHMTqESlhOgoUQ/9m0h1lpj
0ghKrX6Xwe7DRUJRbxF9i1HWa6kjf/oTckJ4UEFXAdA1F3XpAsMYKkqzxyStcLfqIv/W8EGewA0W
mxzJjiURJjmX+Zpq5G5S5hDisTr7hFFFcREYtg5NLjex6YpRhPQaTIkxL33Q/NhbexDNnlvkeQ6K
X3nrqBbYTSH/sqSMcSHgIjkFU0eCW1CHkCHkw3nhkV3lRtxrR67k9MtUa8lfKNDpjUnY7TEDzcxp
oym6qyyc00ubmOq0w0VLNnRWZxR9OUZqVWlHur7G3uvdLlopMgJhE+n8vv55L45lwetCf4k67fzN
TAHKTAr+/GgVVfezwgMSbQcLQHSnIYbyP4wlcRS8dSUfcpZGFEqM2+HAvEojG/52PoRuBEz1zvxV
CFTHFs7Mpa+HggSiJhR2gAnM9pEWm95UU0k9osjt3ZijEW7NOG92XqNOP2j2T6uqnqKvn58iCBHw
QO9beF64KkpTCFFP2hFCImlHkKh3mV6l2ZrGCx3U/2Ew2cUAsU/BdL4/28YtERG09GORII1yr0Is
3xquAh8hUlJrYTkvhHIqM+DjbF6dRKDZcha9K/oeH9kj1sKxt0kgX6k8tD39Z1X1ykZ0UbfkGn/p
C5JvEgJIP6RW8en5m0LUPQolNY6O4labyCkMDLwcN95oMV1drTacHVtaWwhAF04EMDIqSVyQtBbm
DbHRqQVuzybxJyr1H1zbqfaLWkpzwyVnms/XP+GFVYUcxGWMBI8L1EH+mA8hBgHXzptGm/pqVKe3
fd79Kxt0SJFtdFT2Z2IsSZ9eWFMGRGpGHgkS2NlndFys8yJqWkfbKFXxp2s6r7+hBmmJPXvap/yt
w7/YoIQUTAu6dpeGJvdwICkB8GdlT+eKx2YssAM1joqjlE+gt7Jk7xgo4OwBrSU/eSH1+XpCQ/9/
yHtsSWGFL8uphJRwOrAdJG0eEsOPk2InmxpJEIxUo8k/TIFbHVWRFvXm+me9tIekqA96grwMQHKc
jhigMKEajaEfKRsrT5Hh+Bhw4j6a7BJ7ypKFhb3Qk7MdeSQlWgOkxrwRNmgllChTzZ6mmtegG3qZ
vXGylrIBvih3JGjRrsN9ZdW3GUr6hhNEj2GpBHfUU7SX6zM/B8tJjiTwI/7hX5ARTqfuGmmQNBpe
r1Fg862LrjVMVK2H6KWop+GeW6W9beKxPIjR7n3UuYduY5dD/RfcJDXrOEU420VLZEF57zyDosZM
YYNnE6kaIez0Z2kYCAvHausnHy4Iyth+SVoBWOsBBBD1YCTZvyTSfzQaIcIu3HvvsfE0pWHz8ZqV
lB9O3VygAhRbEmKh3bLpy3+aMoLADy3rocpDZx9qSfaS13m3bfXIXNkiwJfRiruFQHN++FwdSQB6
TpLgyYPudP6UxuFm5e7wREITi/UQgYEbKI88t5odoyymZ/jVV0ieLNxR5wGO/UhxFjgTLS7YB6fj
5mWbdrFX9k+jb3T/Jtdrb+EENcpX4PtcwZYZOMGnbyoQplSvSMqlCci8YmmOWR3gk+Qes0Dbh3Wi
6/g2Yz9qGZn7kk2V/+v6lj8/7PIZiWILOgTcAe+n80MMD6eoRwRedY68k4t/XddZ1Edt/1sPWfLL
9aHOTxcSJwB8yJ9wKeSmnV2JZhZw2eZJ/WiJbLrFoD6/FRWC6Vuvz/w7M0UuqwuFug3bBOfEqg/0
r5bRhki8W1r0PTTG4k+UaEW7sMPP3kEwLsCeombHdyYGzW4VvfarFshL/ZgJvfo3eOoA14lexpI4
6dlukoI8vCPReYGLfUaMbr0oNzVfjI+wOtx+b+aYctpmyxMdzd/8H76+9u76ii+NOFtwP7ZbpAiG
8VHA1GjWiD2lN37QNg8ReJh9FOn76+PNNxPnU3aAJFGZK4t6w+l5qexGgdQUZYcyN5NbrmXjUBj+
UUOgZKl3Mw+J70O5vFoxr6W2N++epFU24pSTZYfI8elxmVnRA/FLi++AaOFiuq39SyuKfFwnWmAs
nJl5OJJj0zqxoAvwrqWkdTpN0ViD3gs3PQwDPakorWxogJm7CmyBCSz8UeNf3mbuj+uLO/+Y76PK
8McmRUN/HoySvDK9UglT5Hkm9V4v3G+a2YQAbaaHPiuThcN6cY40Emlg8xqgD3o6RywgsBq02gz1
ph5OXEC3SF+NoAP9bakF9bopA/MO5rAhFrKP84F58fByJCXATg7u+enAVeinUWIO2SH2w/EuiIuv
QlRTQw/Z126iZIiOcLaHm8+urUMJn5wZ80T2rjf7olmnlr6VB/khwK04WxWp4TW7NDKHfpNbvgEz
oW+Khcvl0kQlC5GqCHklWNnTiXZV4OuxGuUHvOHwN04b70Y1gAQHwMKf0IRI1zTGlwY9P6F49gCx
BOrPoaHneTpoEHYj/fYyP1RIJm27aNJMpBHFdIhr+G2fDKxS4oUaIxUmniMAMWbZVFNFmOEGlrcN
tLw3ZFPXj1dppg6fLfEzkAdlC+qqQZcPqYvTWVWG5qdd1njb0Oc28UfTfIEn3a0kAPnYum3xOa16
+omMJ0tKNJlIjeZHER84TelLx9vGRensmpydiYsjrVujH9bU0RaGm3+09+Hks4OZSVz5bHdqtLXc
UNG9beqW1c9Iaatt2drRPkzjaiEbn9+F70MhqOqC1KK8MG8Kacgu4dJtAuXICmtTBDrCY3qbLSQ5
8+AtNwTISaopQFZQQZK/4kPSYVU9unDodGNWhTdUYBb21gyBe+hanu1shZdG4fU4CA+Yv18/6Ofz
Y2TKYaByeRyzP09HhkmR6b7doVoTG97O1noBvyBYkjdaGmW28XXUukQlWm9LHNNQHtDsXWiDgrg+
l/mF8L6KrJ60naWp/i6K8GEV0aYxytyovS1VakkE6c11UITjzrVasY1aZBCuj3dpVpSjUOrAEYQq
/GwbktRVtQmcf9tMTryLJthSep8uaTlcmpVkS79rRoIJn42i+mpZt1ngbuvJtW8SqnHhqtZzZzsV
xri16aIt+faezQv/BRROZE4qkfjzLpHqTL4YWi3ZTZ1bHFp7rA5YCceb66t3dohBCAPUQQqEUMWW
l3/+4WsFGMe3RgJQt5r0aq3a3KFDncdbd6zyhaHO0NoSjUy45TaDQsurbbb/FLtUFJwDk10TVPHX
FNji3vIEVjoZ4hk/TXSAnoj/0dZoXMyQ2sLyj63d2P+CrBEgJSkLmwt7dX7ZyV9ETkj7lTWm4Tyb
fTmlQCF8TAzRvMtuM6PJ74YyzDeI1NLvtiftbqT/uBDMLi35x0HlVvuw5AmGD3UJPXpHpb3etVrt
b3wUqtZdDJ/481+XIrQEHpBJkLycDmWhsTThH5rszLCIyAkhZcEZbsf8pnPjvPwfRgPB845Pg784
r4MJPxE4n6XAkpoI1eBa56isyacae4dsR7VUojk7khLcTnok2+hg3OfP7w441NhmebKrEGh4VHnF
rNUJGlGchcUui51+YbNc+m64kzAzSkJcsfLAfvhugRX7nalzC4xmpVM67YetETn5pgrIyq5/t7Ob
iAoXGhv8JZ/4YFlPh9JDUw9yr/O3JvLD7ld0uszsxkrCor7FZ9Qx1tii+siZkToCSuwqVCEXouqF
ydom4BGuXCkPMeegqlqLYngslK3u99Zfv7YxmRoyo3zCGaYoFiLDhS9pow5LeRj6IcgP43S6ajD1
3EsqmURSDDbSFxFwwNYpQ3CDVMg9HlL1VH72tke8iicaUFwOB2n97CmBxHJL4btJdyPeYmt069pN
2etiN6Gz/sSeFZs2qMP1lJRLJorzr8tr9P9PCQ9Seo/zNnnr26BYJ0PcZwBPpr1EvCArYjSPaNh3
4wZOTuMhEpTV93ESUtC5vrfmX1a+haUQr3TURU9m7tAhbQ8cHxrTvZq5bo13o1f9AXFlbDuhLQlY
yn36sUj3PhYVQhjkPLwhRZ1+2CjymiRDRBmJ304Pt3WXmVid+mOFoUOktxuvSuL4xbWD/rZFNcN5
IGXwgv31Cc+DPD8CjAWNBAIg9dN5nmqECrrdXoyKuOoUN76nB89ePLovcdl4z9OgtDtU6ZcMhuZb
mpGgJFEdlZvLpUx5OvOWXzMh0jnch5U61P+aIvFSdech5tpulVib2l85YSR8uj7VpVHln38IUW6C
UgBdpP6+r+MpedOwXrU2/Uhp4Jtpw15Z86zuX6+Peb6f6HQCsnjXlQe/N/vGqlJYnd6k432uNJO7
zY2o6zbgthNt5UZNvwTuuDBF2F5ke+8gaF77p1PsSmQJ8Gca78GH2/vOaoOvicm9jSx8iGXVGEdL
KdL5/gE1iXMPRR1MyYGnno6oIJlauSF+BtpEpFhZWovpStW02q0aqIp903EdPLa67S00zc5aEOwh
EjIMg949yGh8nA4MnqO2/Gjs79tAU766tS/wsswiR9vUU/6ku5Vzo3XgxZ78xrfjHdqW2ldfsZz0
NjaDdokucx61pPKUlC2HYsVizN4oHrIYRd6Fw30Vi+AHwO3gLinUfwJ5pC8cKudIRyZ+4bqqFgLW
eRCRKSMNWQ4TyJC5hckUi6yplKq/94d82OmREWwC5GHeSqvVHvIwjJ/7jqqX6U/NEdX2rF4Y/+LE
6XTQbJAoTm92Ufhdp9WWw2egrtUBWbC9mrJ+h89m0NX2tMbrIn2rjCr9Z49N8Xb9dF3YfBDZELwh
QwcJONdTDSnlCX9g8mk4KVvAccmh9gbdWYmxaze91TaQFNR64Wl/cVRYYLK/B+V2nqkPdALoJ2G8
EBZhtB1NZ7x3AEtsdDUpa1Sk23xPzFzCJ5/1dNjw9BJl3w2xIcpLs5OWaGpotbA87l0fPMHoDerG
quIIrV879J4yf8CPoBiw/0usoyIzPw2Y/P5/WHBpWoOpHOuuz742fReiJn35eyX0u18oMP8MQzXE
yrPOlBc/jKqXVgm93fVBZep4ek8ycRSr5DtEogJng6pj1E5a6w5c+LW9V+A2lKiwhv7f68Nc+qyk
leiR0kZleWfri4KobIphjKJhZU/0csZk5aqKWq5ROXaCtdEk2nGE/1h+MnWWH5ZyoivjGd2M+RE2
R0zdkyhjFztlucMG1n/qq/o1b7J8YedeOqyMg6YImTo4B7nSH25Anoiq0Jvu/zg7j+W2kXYNXxGq
kMMWgRRFSZYtjyx7g3IYIwON0AAaV38ezNmMaZZZ86+tMohGd3/pDet5R3d9HHul/jK7yr/Tstpc
Dp6n5LvMHAJqL0CoNy7sK5GQWA9pYvfUgFV98RXTDf4NPVt1NhkXhxyg5WzOZTfcW5th3OI+X7kV
6c5yIVg0TEF1XYR6FBr8LcNU52wMs0kNIqw4tyfzRIktj3PR/EDO3PrpruVH2yrF9/+8kf5pgjP0
BJaDSNCvq+xSxG+z4W1nTFNUeiCnlK0eFphoZdGqZJA/tHMh9dhbiu2WZcmVL4yaKAAAFKZ36O5F
VJRWOZZ+tRKOQdBpmAen+fZgb6o4+5NPb2EoIcXqkwbuuyzm9pYwwj+IzouzyrUIKYqqGgbW5cJL
zJWXetD4yoGPSbLeBo4WZ5Yzj4+tWWxttGgKT1aEekyvjbLNy/RTuxmliGlAuCYSaSUOy/Y+Gf+i
YxOA4VlRd7E0F0+fb4SuK/cKnEzmiPCKgTRdZhBb7wewsc31jL6gevPt1I48vS9viQleycl2bw3S
QM4deeDFdpjRoXAQ+ldnWgsl5mkbDtm2JQMZpm5TtsfVkbc0DK5sf5/xGjkZUFgaARfZyFRloixN
tZ3RDjMhjQzoeW2lpz+h1Nu9myYja0FqeFZ/qnJ3+VoMOhinPx+CK8cdsDQ+Sv+YltI1/vUQ2A2m
RZNT6vyEeTyMeiWLjymEhT7Mnbmu/2PXiCftNyd5766gQjX169NKFUz+oDf6uXY79SgsCadVQWsy
Tm3WNN6Na/RKpKBeI+v9/6ddwpoBjBR1WrT62bey5VgC7P5QgPF41S2p36FEO8OnrdSN6uXaN/Wg
GHJxUz1RVfz6ikTMtTOaXD+X4HmicQjs+1GoPDSE2SSrixf4amrQ3jGYfpdafXYjCF97ZxiOOy73
n+b1xePzxUPXNDXwCFWW972Rm/fAZCi/R1DI6CIy7LyLXbXjgP68j66dHlKN/9e0/r3R62tmnlXD
bJxdYS1pEXbtVsungUg9HnaLeORNTbwz059/fuy1exQZG6IHFwOR8uLQrpbeFqbGwcy1yooN7Dte
fKXjqozrSwwko0yGlemiVa/1DdzQtTyP0dsu9AICGmjVxV52dKYdSNht55n2VRHJ/eiM9AXgtX6s
g0qWYTlDm/k8yWbZXT46L8J90jTCxkqN/wyO3s8wg8DdGoiUCDzNr9vObm0O0Cy2c94OcH0qENJ9
ivqW0sUSq2VAQxfhheOy2MFJlkMTp52thyMCgTc2wrWCDw9T5qCU0TDDLwly4ALQ03T4Jdiy9V+V
dMVX+BFaNI5ZcVeo1cKWyu200JcDXfStUN19MNFGMRY0MG+EjiungWEihTZKPN4+zfl1VXIiYOkv
Jt+oUdOdQ2cu4bbZllizZvFkVnoHOazNb8mgXdmVSGXvqkOMgfds6tfHomXctUzX1VkF2qhHxoCf
QVTR2UEbx/VRHo3aEbKFn64ClWyDruGN975yq9OD3PE29KxAUVz8AEujvy0V1X6udBv5HWxWkUVr
3/zGM25cslfflWuW3sne7L0k+todhvGM/ohhEA/PaizXs8+JFOHChfdojtCswlGVVfNe4KvUH/98
/q+eQjAFHMMdFoMQwa9LrbWdPSLRzRfGGiKabeU8GQZKZij0iuJ+1bo+htQv3jmNTYm90lsPnb5L
b5XX1xZ8Z31R70ELAM/368+o9a43nHHf9LYBA6BVRZwJePktpqE3XvlKOkQrhxky43FwxZe61RYo
OeyQPf1MsWW+7916TDD+M97/eWGvhLFfnnJxcrJ+AJYx8ZTJrY1P01qnby2Kewdj8KckNaT/4rVp
ffLcfogtAEOf/vz4y4ML9Igtyn8Is41odonKJBMsnNXf1Lka0uDR9+r+rerX8pOumgL5KWEGbShH
JPb+/NjLtwZ8CxiRyQhlhQ3+4GLU1DDzGfCA8s5W3mxllIHUCUI0jtSxaiYhY+UWgkar6F/6ycfX
EcfL4BZ16HIr7b9hTz/B81FN/3ZnBcYyBqoyvDPykrMf7zNTOzaGEpRHXY1edeOq+H2lmWaiEAmn
mlktj73YuQE+5T1CGnjdqPqvpin7qMFv4OxuwfJewTpLvMI3oj+v82W2sL/j3ltmrXdVjct7OfNl
Key29TEVxYUqEL5ywmmavJfOBsK4QTodkz8/8cprAt7faaP74Os3RdZejHy6XPhnlaoq0uUk3+er
jm8yShxFPGhj92IES3tL0//qY7mWgPLDBiMj/HV1K+lglYdH0jkrTedkWBLKLzlo8F7m0oyR7vBQ
NvbWW9fR5R3B+u5gq30szICI4PfrY1GSdPW5CNhDwpVViNVYEMSNawPk+/OyXtmsPIjxAHKfwLsv
61gbIdEpy2r/3Hg0YNoqkIc+dcxTA3nh0//wKMARu64n3J1LN5Ox6+0iWEr/7GwyfxwHx0SSqxfR
YiJU/t8fRTz7R5qExvVl+BxhEXplnwdnIZ3+0dBRxwQG5XxaZu8W/PzKSeBd9vnvjo9gwPPrl6Io
DDYNrudZatn8btiw+GCOk56XNMufR7EGpz+/2rWdAbgSuCzdZaRt9g37r9bSanRtWXqDcS6Lanob
p636npr4R/75Kde2PTBKhr40oBDiuIgeeGUCMyGrO/sevoGRatDODwdvck7IYejp0XLS9jhbhX8L
nnHlAse3im4SeJN/2nS/vp6XjnNmyso6C3MythByh7q3wWHfjY6G7jAARPPYuLp6kNCItSh1mvzW
hXqZEO1nj2kd8QM4MktwUZKgQOiVQeaa50X29hhuttehqd7Vh6FZZxn5bi3IEsoCR2KzZr7031ce
ZSRMNej9Up5cXDgL10FvIwx49vIRDsMqhjvMW7qk0PLhRRWaH46wFOM/P/Taptpv1v2loQ9fnhew
NxrtrNw4W9bUxAVju2/F1PWf//yU33I9VhY8Mq1lVEcMRlkXt5redn6Oea95bjEVvG8Z0iTuNIL2
1iYzYcbuAW3TxFOfwRCvJxRK47EI/Nc//4orWxumBmIHgOy4Bi7RNqbT+ubWBMZ5dezZzhK4vaMd
DRUc6ahBE6xCe535VYbG99xyRm5Eziu7C/oyfWGG3yhvXVZXhTUj9jbq9lkuWfZYNL7xMesmRO46
WU+R2tbmbwu/7thHG/NGpn/lqqKnsDf3wVTsH+LXs0U86UZV9fa5KKyxuytkJ51orMzgzRpXR+RJ
j9K4eUvv5EqEQV6Cbw42hsf6FylZmvWBvpiTfV4hqSaps40fEHjxAaRbt9zOrlwe1DHUMjBr3b35
/usLeludiUUI86xZZdsdpsFc3HgeMmEjMQEIFtN3Cgrn3WJrbfHSw1I9tYsIbglvXjlNcLX4uCw1
H/pynRsfEWuBWxm8zaAOwqmw6wShM3u7sZWufE8YXnxJKFlYAV0eJ18tpj/ahXWeiiD72dGQGsLN
6cckG308qfJ5vDFauHJ0SEVoeEJfIB+6vJs2f+MeNFvrPC/69rVeKsaA4/a+mIV/BF28PGxl0Nxo
x117Sc4Lgp40iX7HO9nmLGEs5ta5HiH7+stsgzcCE2s40k4ojG+BwK8+jwEvO4gCnP7Hr3uotGuy
13mwzkVpF7GXYnxc6EMb9VZTH0lg5OnP19GV+4DmBtp0u1ArekT77/lXPK+IBKXcBK6R2OF2XUjP
OFg/57nyZQIj1lizu3QMGPamos619bAgZH4L5HnlYqbrD74qQKt0N1i5SCqmyutEPtXu2e9tX4jI
aIxc/LU00iPFGAo8h52ynGczmYKyLT8CHFES4T6EQzBdTtfqVvr7+6JQNmHISGOdPjNaYL8uCtqU
XqW63j23dNjrJOtGeV9hZRhlll29r7xqeu+PVfDqW+3/EP55NvBuBkp0RADMXzxbbpAU2Vznpd7m
NSKWINKXya7yEGDrxPyw+FMxR7TfcKQewbr//ecN8ft9yWbf/S52SKyHFP6vz9/MqTMKLbXP8K47
O9zaZjnOzeaWYa9b9Y3A//uNuT8MU9YdCAueYv8x/9p9U2kSCe3WOXttoRK/zNtD1efenbWMLyQg
6WvgQPVsrbw9bnIu2xs32NXHs8a0O1FFoNX26+MLWQgnk+Ou8zSqBxBpTNLQEvyw5IaKocAj7y+B
w8aLVwtsyZG7M2+kW1dXG5WPfRW4qS9nUwEmE563eYRjHJs/YjH0YTSX7lSs662Dfu1JDg8B7sfQ
072cKwxbV/Zu7ttnrc/v6sxNv2eFrR/sec1vxPlrp4cyC9YivUu+7MUVRrhFtNIaHKAqwSie0b9o
PYRP86JZn5tcZksew50M3sBz6tl5WzEk/O9bmCSDehJ9ESBHl5/Vqsra6V3nXG2LdR7qcf2g573E
G8q7pRT8e6zdB34gupmZ7CY1+7//awNXqrIQRQycM64Fbh91JPRFkrlW++nPr/R7WLBZSepG4t/+
CS9PpWZPwha9d6Zezg+Gv76fxxRp9SrFmbpLt1uNrGu7ZbdD+acBQLPl4mBmgljYS56X2rNaw3Hc
7TGnpW3v3LkVNzbM/j3+PUwGUATJdR+EYC3P5XZR8Wg9xpSUOd6582v3FRfIZTgHmyubH8pf7eGr
uVj1HA7p1Nmn/76sXDCmD1tx99O62Cn+JBdHr1L3POiMzEPf0fxIdI4TaU1dVqHRVd/+hwfSUuf8
7dqSlxPbwepNv8t894w0r5ju/BozDTT46uzdPDTBkkCXutUru7a6AGvYPqTdwJkuPuXcz741K80l
4xf9cz+3813u9e47R8j6bisyfYxqv2j/exkLVAweMQqkZBWQ4389GdybFURLdpA32CKaQEVSsA5V
/VAWAqENZ1IqWVJte1mlfosXf+W0GNyo3KnoUZBIXeT8ZmdqVpEX/rlNNRnlW60lRZMXh6XX0wgk
fXtjG105LdAnEDUMECzl0FzceNLUu9HQeR5NXecEQM9/mGXXfFmwSLghDHXt1QD672RlVva37q63
UsTavaIz5wor0edaTwDc2NFWGzPsIu8Wsejq8+g8kp7tRliXuOFyrlPXS2lAttPcn9ZFC542txHf
Nl2NT00134KFX1tKeskIVyNOyZ7df8+/LtTCm+EMYyIDwLJt4xFvyw8LtoV/rZbSbsH7fxs1kt4R
o4j9kPl3Cu/FHi3bBlHFIAvO6dw7h6kptI+NX27J2PbqgBXvENmaVXHLemqOjZqeVOiljvGJpqx1
o7b5PWjyU/aJH9uHoHkJLHULcmzmIAHhSiswiyjzT61yjBnd5qk+uYayXm27z7rDkFbt1z9fSr+R
//d1YBy0N3p3jKl1EcXMwc/QqRiDc72ZOhTbtt3FIYPx66gXcx2udjOf7ABxEw3POBk6GJEyBguw
/YmVPfufdludXUvn1jnmmrrYf6ZODsx1+c/Z2hXqL45W1gtRIacxJ51hAhDqnKqyItpj0xTlVYa2
hNukeh3PuC++HxwK/XAasIsLF9lp43HWlqGNHS2Qf3ksgJXIHBxAFFiSusqqO2eIXWOw79PKSp1k
N3uxonW100+5NtHlgneittd9znNniFrTosVJS0tFJYnrOkVlGbjSjhrbrA2UL1I5ZxKZzMYotwj9
myJ9Kje9rT4x7Rrmr5lu9mipu+QId/BXynwMsYFy0ldNmsNkhmljeesS+bWmMqzD/WFY/p67fZHx
sJ0XzQ3TqVmWjzbWUgU22egmHfKNoPaZ1kKnEPrp2uJkCVsL3pwl9/y7FFMTocKREGDMYdDP6XhE
Ty4fYHNuWdDcC7waZeiVOC+fXF3YWTTOfmo8O34P4rUSchZRXmSri54GvCzxhsEYK7RV+M/KQle1
DA0bhaiTGky4W4Hyh+I4ZkvfPChfzPa7PEMG7axA7BZH0x5rPwoqs/GwmlBtc4cSqV6fWhin619A
M9YmalFOTBMzUK79NlaDqu7QJE7bxJKpo8Ipo1w7aMOY+snUWEYTMf7J+nhwM3N8v0jD3H6kNJSs
R6TOjfURGnC9FGHgINzxpCFnj/cj4gP1s3TdfPvhaENVHPyyLPLHCb1E7bDi1jy997IWFcMKo6Qu
hsq/s6mMBhLBGXTbnK0n4K9bEA11vfpvU5d169+MtVfD3bVzq+m+dqdm/L6ljJZFvEwL0r7JAt/a
jhBmDzhZhrX1dR36eZvlCIZbvSXNCH8HPfPDooOz9Zcpp5SZDuFx6h6DWok0znLKvinE1zLTyjDQ
ctt/2FzU7BKtW6flzoQ0xJ9tddFhtMVEyM2Lx3SbvOGx0KCg1ZFwlVUbcdG3xna3Ms+qDV6Cc/+U
4axIPW1NlZvlkVgat/+kUGOu75HOsdNDa9UA/hJE58vszlk75A4ScmlMsiLarP60hIbql3yBI7yB
rIuxLq/w82rHVLj3beBBJt4YknQnJMbH4NkQhVW6kSGNunhCrC0bf2TpVhXRqpflaCS528hxjJZt
BPRjBz1u6K6GFGETBsvCEqNWZ+XFEhldzrwuls5mtIlT7rKMrQYiNVylFnhftQbSH/hEo3scZlV2
YWpUUxDudKPmtcI/RCaTEKN4DKhzaXA3g6he6cmgupc16SQOW89wz4wsM3fNJ48R5xan82ibD9Jx
e+ekfI9SKq47ACRHU6VN/yVtGBLct43rby9LPfdrjh/aKI2wXLYq+4EUF/Zf9I/SIiCfLXt9w9Fd
093xCP2+BfWkeZ3Whdu26Sl3lS8zcVfqvSdPUMNKNC300VTPo6NGPJf6LEuD8zpkzhY2XenZP6rO
HDNc7MtlLsPCCrQdjjp7evojtRtNfbVEJ4ZXI8tXcT9UU159yIqs13cqTqZ9wSPDsum7Y6Ie9sFm
B8/poEv9PodRuZ1LzR1N85Qjg56KcOwYHsRmhv5+dWgcF7xEX4vG/ZJbvZZ9L+Q8OCCEGF0muSlL
eayE0PuDKWczu+fjDuK7QGpieHRXR0Pu2rUrnbOAsVS+fJNZW20HqGF+WYeGdOb5LlsQpCDM+JPx
nf6+nmXhgBiM+qClA39k+UVa3Q2mcr1DRbcueyfGXs5PRt5r80kXY7O+skE8N0IEoJeRO9ijOM6u
sfZ3uTnr+Z2axL7d22Gdv6nO88rtPEwZoyd3ro3yhP7Okp4LVYiZS0poDITMbCiMrzMAhvFU+n2L
TeeELs/XVhBQIh8w0lSHbudP85ZY2VCuSIEIPKBft6CznSlKexvmhp7ltv4FWqhw7ttcKTUd6rXJ
5jfTGpB/WHyCgnEg7DTyGAgX05SQzjOM6xzCBQYRYivLLirTZRF3xMC+/4gwRje+gZTTVZe4Mh37
L6ti+xAs1rH1KHLAL4l3plE46lT5QNCePDentwn9Pk3vmPuubRDlU+Z2p0aXhXbi2Z77si1qKf7K
M071CVl3b70TmlkAMXecThUhSqjFwzy56URlOvr1V8fV3OUsmYPgVGpPlXJemQBUKK7XYnHNmECA
UhRSsagGETSR9jpWvaPkgo0wjMWjBPIzfaDHbHcxGXtHb3IQjnBFCEyNaiXoAQo+K/rabdLiZYJI
Z+M0Hd5xS1d4z6Ugi37sy2Zrkmr2NWsKQSxnRdxAudaiVvPdEX8y9GD0UCIs0t3lyPoTLHrguxHf
1kSCoyls9y7DfQuh6ApY6jlo9S5PKk11+WfH7QJ1b7nrYC/JajWYCQN894PPcpy14gP6e6ZMXFjb
g3U3DF6K99M4wSgK0aQRWC/pnNP2ybOX/C+pgxh+QBsw1Y7z1hZFnoAYLjwRbtIttq/VuIj65zj0
Or+wo9MdPKts6LfXrsztqowEFfMWKbtJyR1XJN2XJ0uOOF9tU2CpQz2iqYqtC+4CvR0RJ9f0JUW2
4LA1Wj8BL0OQ+NjCSzSfskLl3ZnZGQTXGM4HDjaBsa9IDYLyB7dSuyZT19QxugaQMpW5DUOIh1/d
P5e9xqdSS92iIctC4SsjAudnnVfFizcM+UzktpCNkXIeyc/wPT1Xq0q/98XIFF4TpA2JylHwi0zm
d5+d0veLJyFavzrWoz+0R9lWJOA6GhjwnDOzP0DsdJqDFCnmFGkvcgRcCSrt0zKkjsfTgDsfVTei
QSTmaf5R+FI6oe9nxRdU1LPXwVI6sMbMm41D0cgaO+kMveS13pYyAQQiUdWpcLALjpBd7OogldfL
h7VCBezO0CTIzb4gjN43dbu84BSars9972vB57StjCKEM+x+sGkgax801OOW733TuC9GZ8x4ijpp
+qw2h8+5WjMKpbreyB+VaxPdalvYL+PUWc+DsW12GLRm0J8VEuyx2olAJx2FwzIU3jqVcWNMLplw
bzukdiaK8Jg3KaM7cttmzp0wxxWrT2GNL4IpQEFQYJn+Hjq7HyJ0oTcV+26KYHJni/wlndmQkeFp
zUvR9eJH5ftTejQD2akvW+NZ9Q+14VYWKa9y2c25MHSc43BDTpN8YXL5hQRTBu+x0OyW18kcnQnk
boZdxYZsThvpjVY2D+RJgk72WJHMDARzzOjQ+PLeE94K/X5hOGnHga9sGQ7D6uuHgu264cWZld7P
FOwWxVlAeXjMwK6II9bMmooWjHMrMAGzLZ/NgRHiA1pPy/Jma4ytQtHJpU3czM+CuwoJyo4kasuy
YyndzHJiLFFcto9jrV4y2bl3b6/KJVs2uAYf5lnqxdGwM80tSO8CF9/d2dE/1FW9/l3q2NvFDr/k
Y2VpwZQQwmwzdP15Vu+2VBkBVZRNmoA+4qaCIsZWiVaIU/d9FVdqnvN7xstNHpc9Zo4ogGWeuOvg
lwefCZ+Nk5REKe3IMG3d0nDT9UGLlw5CGLNqv2mPlYXr/RM6dFb2qfIGr00WoY/WsVxsvYtU7jjD
AdWaYnkc1SCZKIl27L7SNZF1onkVIS6zuM4+9+XWmacdA1hAUljW4C7DJaL7ZNmze+xTMQD9aSyF
mGFTrVWOIpxbLM9UFt4SkzP6SMaLHgMpU0AcpVrERKxKz3rnlxnH2iq9e26Q3THIGfzBjcqqx8QY
KD/yjEvQCFbUnJh9myt2J3ZdL14E1S7vjxtErSm0/axqPnWDbs2oUltiiz25ShVXfpfOoQoQxD+t
G9V9YqK6XselQAkzsionU5gKYqz6JkWNMW3bIUiuc4RIsbI76iq1Th83uqgAKUBoBwvQ3tGYGhlq
pZvVxdlJV8/on7XZItTiR9JSgdKYd5lH1LOv33tTbdhx2vejv1IS47BLAgvt/KHfZgM9Lq6iImrt
VfxdoJnXQxg0lXp0G8ygn6idW/tbzhdtYrn6OfttNiZquMzmUWPQAjM1Vum+qBT0aVxisdMmK/Jb
bz4gec7eoFlvyrYKTKP6tGZYY+aLdTIyOQ33ApNkN8p9hTBnoY/Bi+sVzl+V5aovDrmsHq4Y60z4
S2MfDjfFUHXCKUbVr3JV5n+tW08vI00yc4GRikcChneVdbK22n7fUG/RKBmNoD+pVuu7Y29gZxIi
HKL8WAzdOIXFqmVBnPr4h8XaqlZM7kU3v5OVAUzIyFeQDXWZmtO56mzFfQBFLCzpT5axMqwhD/Hz
0527tagyK8rRPX6j4xEUh67wJwt5d9H2EerZg0jKTYDhsvzcs8MVIcw2bP3GVUdTawhzOC2th3Fs
dTe08db7Gcxj9rnNTV0PMb1zf+pDkH1zN29roqVEisoKBoEnlp2qR0fbkQl67cweOUdQaokI7KwO
MTx33hYGwj/zdW5mHOllryI3mJsvlVfblE4F10AMaLyj+hFlm562Upd95HcgiE2rLhwQn3RU4sku
yPa9ILON0EJr4ZuD8Hcf4i3ormGPwsVHd6A4CQtzdctkrWpPAyHn1VW0QDKEc7tILBI1bRo17lJP
vm+XZgiilC7Ggzav9GjmRhpj0tsqw1KaJFMLrVFJ7JVtlcqoQ9R89wWVrREVFCd5tHRD4IW1tubv
2lXHq8rt5bodZ2qQd26V75DzFEXVA+R6iTRMWkwPhlfCvl1tub1BBKbuW9J+ozvQrwNK0ciEfJRm
iUvU4tnVd8qzDpawNqjhbt3P3sPcD6URGX1RzGE6BzCJAzUaz761Vcgj6MH8rNl2JeNCKVdykHz/
YUGN5hHaRC2igAty4fIdxU9zLF09SQdZI/A3ad1xarijY9BS5Rh5Va0TLNc0z8I6oywOtTVgcroF
LfYEI4r6P7WixUTXGJFRidhl9RDNVTd9sPllRgLWK8uTSVfrFueFQlKvomnhhfhTNR9Fa65IG66C
6JCPJPRx5hbG98bS0Z6VnWGUcUnjkd+SlfiGoIrYPUts/7gXXC3/2plTW0HrrXQtpKAF7e7IesH6
jdLjsFGcPAK1ogvqL6VDQbfCeEgQr3Ln2MorKCO+N7mflo4ie/KxdqDudadX5uStE1rOZpnczpu1
opWng69cSqCB6ToiVRaM025GNvokOP6WUxMYVilT1njP4MwVx5G4m9wfGLNAUW1MVURm5fV/i0Vx
bnTjtcpHf69snW+iKI0va+UvcTAoZHX0tC2f5Eyzhdsk9T/2mRqKw2C5BNwcxE8f4vnq0gPpNutt
SgOjhkrhYKjZ0Du445i1FhdlbzThuIyrFZZWb3txa24q4/9emgRxJgHL30KpLgS4hIWrgS9NzeoQ
JsJxNYwUHlyDEq/fKpccFD8tZwfUu0uY9tUMDzUz5j70RGlmCAh2TRMbra8/ucU46QRn3cT6TPWB
iVduGfywrQ6L2pyL760wc6cI3RSzvdAb5u49+c+Eb5vV4Mes3A6Sp0k2sLwHvJgCEFD8rJ6T29NZ
seo2bialkfQI0S+RV9Sr/c5NQfSyIoZ5gN1Ph8todCeNnaItvpExmDBveqn9WLqxcpK1HtyXlqDc
RJ3MBfW17uc/9XLqpoT2k/rSmLjixY2kagunHGZatGFtNr4AXM6ad7k3reNTp1v9vTe7xUtR4vAX
drmB3yZBuj1sPjDfe1wg+ZGt9IyO6YJMRZLhY/lz85apjMpV1A7JvcXkET36+a6imehFFbbyFZbY
gZuG7C0c8hoaEvkBOFvdHWz6TupA/5CipXNrPRT9uBHXuznNI9vWqinKHDi8CcnFUJ5r+sxFojNR
CT7q85bS13SXmkKxKd/UohV+0qN3Sc0vpqZKTKmX791Cs/WTyYlZIoixrfxeazrI6K4ebPlg9LT4
T6mEg3CXFltZnwJyARGnZEUvwtpK2i6oNAGyaM2erjBV8hT1avSo0YVpPyqm6Ua4tmg8gLV2HfOY
raOrYjXLnD+ZPDs7kYuseuQ32raGuoVCRsTAlFmT0aoyx74NhbjIL5xJ58PY/Gstl1kcamtRzaOm
be0Uz7bNCTZlU+p3egkIsBiEWx07fSpLxiBgjiIoj3oQUZHj2sCAPR+PTS9byq9gWJw3zym9+eCN
9IMiLKjLJqQdOk3fMYx0GCho1J5RmfleE7fYvOFEvOED6rMB9M7Y28H/JE1y+7hR01Tv/c1cXoGv
4QIihMuj2mnKx8e8pLt+bDOpvUx0eM2wH5qhYAI1d14XzZtmQMbqUvenbQoCXIv6SxP2RUAJ3Er0
30MDaI+WLFRFa7SZo3kSwdT3xxbYxWsG5rKJ5gw6d4853HZIHTm8DlVQTaFip5VxTb3XoD3CQCch
0tMytLox9xLba7x3jebRr3HyZdIRQ6+57bjuReIFhVZFjBbUB1zH/Tc90/zy3s82aTybfd+Q35gk
bwns5HEIiSq99bh3bfvYLNS2nTwAWR8KOBtjvIwY3SRVw6E8GNucuhFHWi74g1P7niChpM+9PmV9
IoVjfCDmBhnelHr7Ni7S6cNtl205F7p07KS1e0qfYLGsDzXd0iIURqt9q7y2b0OwuU4KgVoK2hEF
TohUcLlpRWjc9ye7hGEfZXYjf/Lttb+lDFoRVuQDP9G7pLhpu3KrQ32wV2YRfVbsulHMEA5BWWdl
MlVzkCUlZj1+VHtj/b2zNjEmAsUT4u+m5qducqxv9l74hONG+XCkGGgyBsV1d9/61Nqx8nMzjRcx
y89F07lfXeaBP1Oj6L5mgYYiYJpqgxHqOB2sCcGFrKocG5phY4Mgy0PlNCppxDx2cUU/gHemqgvF
/1F0Hstx41oYfiJUMYctyY7KkiVZ3rBsjwxmEiQIhqefrzdTt2quPVI3CZzzR7/enhozjW2qq81/
4bsNN15mr/vwVNjXJJ4Ut2TbwvgfLcuOnUbDPnuMr0E4p/xsbX+UNd08x53iZCpBCemg08Hbi/Uw
c0I/3N7KdwKw8jGNcJu1hxwqYz9SB+68qTW8pST4y/sYreWalTVh3ufNWec3dCxdkXmj3p/VxA13
iLp+3u9KQOHtwJrF11US4BCnrRFQQRSrdpKP3XhVGpCEMKY6V+6SDkAk3WGksVsn8YySLPHXpmBV
i+qdz7nogjLdtbffYq6Re7XMvhRxL1WsgAqmMszCUUVZ1RhCdwICGI9gCY48eta0/rW504OD3Fp5
McSE1RRjQo5AzE1k4ix5AfpReX1xnL2OT7Ajt7ZPelUWb3MfgKnz7HY/e3tdmZWWYKnTlpDHIdFz
3z3vqlQqU46o3qHarTKF5d6/c8NilMmmGf10qMvobe2VCk+KAPRfMbUa10WMer6XgVdcSr+YAsZ7
e3mv/EU7aYWyYoVa0t2W4SuqlpOmKf5S7yqMj1FO6XbqwxwJNjtdXMFaFp1QzBRflYdGPHHGfVxS
Y03FHaKSekybwMmHrOaiubINKxIHwtHVWTsNrUrHDcFJqsahuKFucW/hIQDXBEI1PVRuLWc8tWqX
7xNBTergwzsxjzGJVVkthX5jnu5NYlxDod5S1NQjzljO/7l5hEW4dvr9gV98Lx58XxTLtdwMq77T
+vJ3RA6TSEYDCJ16PFIPUY82NZ1jp/8atggEPSrXPEoq1cw/93ETebK1kcrTGWxiO0rMcx/WisfT
gpX7yotAvHvSyn/TazSRZd3XYNXbHmPUBX6l1rldeus6urJfUscu/DuXmdSkrrd17/so838rJ/CW
sETXTx4+UjcB9+/nZCVo1U6lZYuvahV1d6hjVsAUGfVeHUTsdvB7br/e6oG7qEnbWdwEerUD/FQP
MRlHJuBBzBaDi/Dg6b1k1NsGP0iCeSCdp49lSI3fHs5TRkcJZCKrMe/HWo0LzIjwO5oUY3jJbBl9
dgFrLDb36s9K2KmZJxCiwTPdc+guN8ftqlWUECPWUugQd2iS8nb9GZphkcfNj4XJwItMfhFy7JxH
gXi0OcoAsJfrugzvCcZeHCCctvxpz2QYMvg6fQtacGvk7Ve1maPt0YuZEn/FTTkYm3cjVJti7tzW
8tMdePyOYVFQftHvXfEdqWjfYbx0yV8rw8LLBHQpf751luhcstFEx9kvQNBWu6RsySua4iQayIXT
OHSDedS4ScPE6RZAQHgPw548MskecA6pKGWarUr2N87oI7qvfDnntp4Vc4hj/6jWsNhPYNcMslNb
LHUWkl2zPpUYgnlzmlvx+O1Bf8XpNHYH0yyjzSUhi6bhhVeFAAmk8m8hFT1YhlOpJ+dAJY7Sx36Y
PZVuczTUCQhCbJ0Dr/E/OVN5OCOAAJ6+ZqHFzg1mX3DBM5RgSx+3u6EeNQjlIvSWCBCrMtGwfOD0
slorUgR1FKeLFZQqdaqC+TFmWW6SvIsJ3etBpj8d3lZabkcnuH0hc1wlPHr8U0m7vrbVFL/ttBAG
KZI30EdDQSsGLm+tfm9QOEw1HbKFQyE3xz5X9rjtTHV+/tttY0Jp3bWZ98wKRXENSd/51EWBitmO
RvYE1CVxc6iCRQ+M9Ugu0LlZBHDXxpR0b0dMJphzK5MSX1Dv2Tw73s9OyZVwG+VGDwQ0Mrhb9jLe
w1/08gRpaLfXKPTz+kFQASh/4DJT4ozYhCvf3j0D8T/Y21dczgpOrCVy4c5XZaU/eSImOqV9TXBG
xeQANp87S5V2UWAg/NzWrQ5lMYQc92FpoqNcckgu4buvVMcWzmFdO8H/uw5Ki2ho2TOgW7hRH24C
u+1xAYBpP3gNi7ZO8nhxtoems6v2beHO/8il025vxAfykROJFbUHl6yHP97oTu2RH2stMOWRt/40
aRx9X/Vqa/WQI+ueT4tTTIfIMN2f+67lShx2eukTb/SCX2vvamKkW166c0/iunu2lqGz3jzkC3u2
ba03HaYoGDmUyY3ZOAb1/mKVbbud0QLBGyW7PRb+qQO4shPVQejcbwPIQ+IxsuqXvl35Zw3yvbOU
E/vkXxwY9fBnEyJIwbEUm/V5WDVf6KoiR4OXVn7/Vk2FaNPdUBB7Zyo2muPgijB+3k1gxFEHvRkO
pCi2/V0RWfuYuFT8ET66d5aBanZLnfadt/T3Rdnger19SMtdF+9+8GMhqn59tHnCJLMMZJ7/tvvT
YvsHpI+jqg5eyWLMMLlTkFCvw/a321ruLcO1cx4jJ/9YwJ2wHpkVLgzmPQoTNY+jyfJajn9mA+13
gBurf+0IhIoDHTxNnJlg6/Ab66J5NH6wtRcp5jkFDjKpsooXFuqRM61+4r75yIMoT+NgHP80yzxS
4a78n+WtwD7Lh6X8teO5E4/24rHsTjgAeGOi3zVBuR/h4n/WpHQQPdYM79JEJTWzrPQunYt9k9H3
1p3KUTYftl694GgNjQYqKNZfobfGMXdVk8//Na5dPwbWCJhXM4HMiafULq5zXEY0q88eWGg1jgTX
aOPH3/usoSpwk5dnqfz4EbUFwFWey/Cvcj3pHbn9Y++1D7fBORZMa2vWVrImetGqg8Snmtc5S9/Z
T5Dm7h14F7ie17evDlLUI/hG1CWiLMxfzyHdfEIawXnjVfowRkNljkvX6/Xo0kVGE29LblDhExFy
gPHvDpZfEMmGfczPIrYSiJyw8n9XXQEMEM2340XKLf8DjT38jqrtCaF53GU1JVYg3mNMwbpxsNcl
E60rRSKUEx5GqQFHpzLfZiostTlNXuWNaaCtVp+chjsqKeawtDIenZiK36AeGwZJVgu97sbitfVY
FiicmF9MvkyXqcThy9IU178YENpHlK4WK1gw+ueRZ9JlG5tdtJmDrKNj05TFP9K6glv1dh9+0fQT
26xn0fa3lyg90yUfyu+w4Evx/b3QL/hNwwT5XF1Avs3dY+WvYXM0ph/dn2qLuu9lWGvAZkuDTIe6
2D5JzpWsB/sNAPJtS9zXbTzGPzcUQO5j5XbmZ7GPcwfS2K7inDdzUyHMGekR6zvUK8nuiyXMWiV4
+yPtwBeOqIlPbr6H+VFZYTk+KNEsAXRf4X8XUW/9hyRWTglufMt63ZiKsO+45VK9bY2FdbKNTPQt
9pw3J1+r+tB161Sc/CWEeR0Zwu6RVNVXNFY2eScSNYfHdyXgMdbpoP26H155BFkAh3at7aOlrWlJ
y6BS42Fh+FUZpqRef+uhmA1aHIfLRnD+22cbHxOQpgJky1zYEnO/jauy+c+pGPk4F7Q8lVXkFoDD
iy6Y0Tt/OhZUXFHRDDMcd2mDBKTO8tCmU6GJV0b4cQ/4qYKc7a8JkZ0d53jz2LXZOYabqXqiILqo
B5HalT180oLNX7+U3ky+iNqrKDGzzBE3xC7oqEvQRcxw43EZRKIIp2RE648YbAnq8ipHm7radRj8
b6FNNz1uwjDceTspkUhRrDih3zL464pZ9+nkjavOxC6RzywRotVs6yi6T/KtGuZrs++bc7xtBoBf
Fk9RsIC4J9y6Xn7QG7dXEq9hCTgz7OoA7YDyI9ZVjOTIm0sGRwGQknZzgOKlQl3EIr0pqIyhmYrx
GvTFHpxDPH+a4rlRbhc6xLziUPLL+EezUnsO6eN3RRJ0lf9QrFXzMhTr+MlCk7NwC6t7lbntX7hr
tJXF+6zYRPfuBtXPjbiM7S7bBKd1Xx3ycuxeN2jcP9W6xY/e4A4Lc8xY/tOMlADOMLB9KmcIfYDu
3TjncHOZvZC3PVXWZr4tUdYmWRHPuUmr4vau6it9UQCNJLDAdd0mU3tMrLZxvlnaW4SHrtP+6MO2
rrJR2VBv9SQbO0HFZYWpHen1qyna9cJ9v9+FIPRwm14hm4zT6UXuFv8L6mTBUi3sKGuiZiOGeSn4
4MPcQs5GS/3iJ9AfW3zQkTdenapZPjxS4v20z/N+PZTL1lxXmLn+SuJo45HILWYfU6Oqnh251ObO
zOxLZYeMMsGVTzatAwHmJptnjx+b0wfHCZcPagKHZM1jx0R9C7oqK1YToaYQyKTOm0TvMcO4s5bD
ux9V7TfnIQKQWjbFsxVZxeF21e9ZNLtR/h0hCTxGUQ7RWtl+g1pE5eNHTgoGZCyDcUTafu43Wd12
nAXc5IQUOgUCIl6axuNCWzfuiNUbl5naBtyxiDHkcjRo9u/jfeV+Aa1uppS04708IPGANhZ00TWv
VFh2X14LQpEunt26l9pqdHMf9rKF1XLmYdiysnAKSDT0lQe4H92cJn5PJKfa99sEtKnr4O95jA/+
WJRD1gTKg19wK5aGdScF+6RYI7pHHc/WcskBiyBJ1XxSaqteJ+jy+qALWTVvTV7jZ6r4cZkdWn5F
yokgQKTEjnXWZa5rvgjSLq900dDZ5e+1B74oUCncT5JVKeP+o+NsJ3aObdtfBJKFtnPA+wJBP3eN
6J7dfyOxJtUOcTmJrppuzppQ6//WupY5P3TUNAdgfuS6M8vPnyDsCyeDIvaLNG6Ea6WNlYe/fX8l
jGGFuM5WqTDb93VcHMM2CO8bbxn/8qmKb2vYhuGgWEKts9uFVBGHSChhpyjMUg9h5YwzCsOqn/4g
sWZjR0DuPPThvv+YeJ36tMyFuduYxdeD3VXWH3LNl/uNvK3itAgrel0wm3iJ0zTzeA7mnWnWb3Xt
pLwoVYNpl7TC1G0NwVgaFSlIlsp7BoWemCYWhDz82P0N2EY7xqUQdsiH/HlqPFleNgQdQRp6ZmlJ
rQrdORV16TvHUgwWF8Bsz3OmdnJ1Yc2b2DptQQDHN9rN9LgTF6RoyMqnnicUdb6f5Fa4QBeMcWxO
Xr6u+XlxRhRPdNCxQQwRA0ldRZV7YQnCyjbztvspZyUtqlMJ/Hfcm8p9JDcUgYjtDKWdWdMOuAoY
O4eJ9FdrYBbv1uKzKMtI/NpZoOSpBxRrUp7Q3tgJ7Eu3XLggfZOhUQXPW5EehdlS9CiyPbKpwuMc
gnmmy+IHy3kh74eO2trZubJRyUme6YHrpA9a63eMqPW78rXT8CPkk3+yWULC25/kbq42Xsc3uFRK
BUeRR/xJJTmpEdpYr1RALgiUsUBViSfgVtZwan9WOdqyB2JzZXF0l279rGs9lulSVoF79NjNoGm6
jvdlnseVIyAOa/syCe7rU12SuHvvgX2JI/tXqBMHOis8MWOBYlaAeNYZD4sQmVrMeOfqmVKHLucc
iKKaj1cI9Z9pgmA+RaXOPSaQst45cIQ33gcrX17aqtK86BY1J7iQP7pJPN5k9gJatzv6+V7Jp71x
dZwFs+vNx4A7IvznhEP4gSU2X48rHGZ4reJo+uPyXoN/tA6I3BBQjpVYALbk5LUStco+dm3K8DQ+
2INV3VX25B1rYZaHeChswgW4Eh57mgzekUhOwWFvsDQgCowm9wGBLzSZGF33ZaBWWKajIrv0mqvF
++GPKn5qPbXVGVx/uxxs43dvmADd9k4i/6Bmsi4s+LEoF+c5VsAqwdo71iGEcmSn8aqPbZZ6f2+r
PqjPO7/xI5bQmiC3AEHMiert4R4/EFIXZXBI3HQileLaxqnLpR7IIEPlucjEW7THrLv7LMahO2E3
F1T3EUBN6CVMUpxrUDSiUFNCUeU/EiLj7RTiOdqyit7mv6hi0QIXYNsaasPbjwtebFpbi/xKHK4e
DsZdy/dtCnjWbmzm67ZJ9nZI1Zt8XBbaSrUpy69VAPsmAfcwQtf8V9NO4T1E9fqCFGX779Y6jM8A
mBuEBpEr6SVF3fb3pvTQvXSL8Q5z6Vcf82ADwyzchJmF6HZLBpidV3Qy89/VoJxkMajCZzcoTJ50
BRFlN0x/uJvlGl2noo9/9FDGjzTDNN9TPLNNTYWnr5Wq/efSMeapH+35pzW4MUNHbJYnxQ8H0D/4
zWelGOp37c9roofR+2533lRkW2S91dJv71q1W8xd2PAyj97FB9VaUIncJa0fdivp622w/7VngPfB
3MT52m9/6ojtZ6sa5poGysuRgZWqyFsPN+D4UM6BOtZrN5x2O+y+h7VxLzr3g8s0W937ZE/2nfQm
AY3qsRL53VBkcQ/V50/OAwLK+cAevbwgPf2v6Izk8+CH6SqSiURjM1mQzISSpc33c1PEv/HfEfFR
3finQZ2scNBP6OCC99sLfaodKD2x8mMvu1eeO1fqU9RF93IAAHe8zUuI8oVg9lXzhZA3foT7PcZx
89I1kQO9yV2b9rF3rMw23UmyHjprpmc4+m7nBSlCt931SBQT/u0KjBWs99Mw9T/ykeDMtBxQ4izv
5SBYr0j7nFMdDabPUMoF79GtA+vgh5ObduyaD34RhGjEBz3+FwS7Exxruwkf9qlRl2UKJgn0OyqU
8FGPeKQ0j/jWebrBDFB7R908Hffe9POhqOqNMJvBDtMgqv2f2tnFy44B9GOMMIUUvRyfetHJ/xb0
4oxWpDj8DlrP+pxZKH6JUXg/OtHaT7DZ/bM1Ne1VSbFMmVXU7lFyV9zbvWkPMUD0Haw+U/K8Oe0/
CiYlQpt+LZLIG4LDjHII/t2JHzft35RGRh/AWZtfdo02Kmliu7o28MWnCI00hBlp6x9Bt0W/Nbf+
1YEu/Re3KI7CRxueRKHln8GsmXPUEaXE+kBqZfcubc0UHyl1B1SGbb2V+/Dm5Nr67eM8OTAGQN4a
BV4X786XGD2konvtHOZp9N4j3pVzvZgSOsMAZJb1m+TefrapneZlHEPnTxnfTBerL9H7+duVM7eB
PXS6Cal7XNpHyLXwI5Z7e8+I3PNGo0p/tmuv+eRyDqHucudqCUI/EUFseU8nXWmd1iVq7qwOZTbC
IdFBr9jt+sf1RPGyBvhymrISj2FXr697NTpr4k7KOZrBKX8Jk7tf5TKqFcPFuF0Y1oTBOuLlb2QH
tF8rcT6Ihm2v/B6L3OXvl3kJNKKM8wtAQL9iSBpQq2wBz9zaN/w9FQT5MwpwSgSYsWV8sVtPgEXG
GJg4Rgit2SKJbcAsvG+yxx8zdG15WHrlPiCmHO408sg7BwFHosNuf1rJDStS5Hm2yPylQwgZFRx1
DXvkAaiwf46HeoPRB0F8z+VUvtSQ3khLLbECN8te/pq3vJvxWyEh0rvo/yvmSWYT0rgoCbQfszT4
1KYmdlVsdFMTTP4QM0Y+DkJjSwrwf/2FV0GB6HrR/t53MZ7+GIcXxrHg5sS6SiGcP4xXLQ1bqEX1
ZR+8/Eas7E6hzgwltvfiaqt0rmxjIEV7LMT83bdqsRIwNuvDLdQUIBvH0f6VG8Tw51rJpf1rZi+c
Txr/Yf2rbrbWYuGL8vHA3rL7aTSL+gdKSL9BnFJ3dntAZ7JUmZqaYWeZ6gKbJKJ9GLHlrHtX+z2/
3FI7V+we9XZh19AI+W6tnHh+ABtIUFLYsgactoOgk3hUW6PfRVCgt0th8Mv9WIYqD591lEfOg2wR
Rx98X0YXPDH7f8Rjl21abO1cnAt2gf65axkajuiC1tU6FqPdRvtjLwIVDseJPaOSpykEqyuTSJnB
YMaLh618UwpdruHe03v01UE9BAe/LHv9Y3bbm9yjcYdtw7Xgo1ueTu6IqqPERbfTJNpvcA8HhLIR
Mga95wrXsEBKYd03PSpGmuegZNhue6typgGNN+SSSlekdqvM3CUo7McOpik6O+2kcz5PyBz1l0PO
AUxddmUbfXFyKjs+22k34oQUrdRzEhm0vC4DfD5Tm2VFU7RNVJGxM1vHMCoX+WOmW959jWZiJx+R
xYwzmMbkWjXloFgI3gO7mbuLwWkXQoowd189JAMxK+26LKknnZz88wZh5qFE9VffF16o84zfu5ws
WDQnWn/yjRTI8INl/T1juLV+bCMn5a8ptNqV/WCrgP4SOcnW+iIg2yF5ZmdyrV+CWdvj4wCj61yw
UvfOiQSNEaW8N0LO8CTUA8aotWnLx2CA00MUOVnuwYO6CU9Nn3f6XxB09QRTgwL5DVdD3n327mzD
Qy+OA0Lirop51ZSDXT6uLS5YgHM6Zpy0xIiUn/Y1WGHZWNK4OlxLaAbfFvVpJiPiju4slBv5jt8j
csujcNzS/VnoMhQPMJ4bX+84iWl7zKG4oh84WzAYWF3Rk3e793H13CAdpjyd1J/8jJsyzBPS5bf9
0m4Y9J6muJxy2P7QZb/YBf/RIuHTiuRZRPO2bmkJVuZ1R9Dcvnwhrcevnmjz4EDeIwtJRRcMPhgQ
DWbj+CQKAxSSSKFqGaca3sL3T/yCcXi2rbBGqYwzeW4uWNln2ONwhEpPgqWXkmAnNmj/p9VEs/3b
q6g5PtSLxrNywFk85FCemKFu0UH5GM+nXjIEHQZ+QsfOGk1/+8nd6Nh0L5ztEVP2XI5gRZ0zuO6v
wRI8IuFUC0ekN8U8w6/Au6UM2Vk58ys+G3+9zw3IbcJJJ/os5+sMZ9R/NzAkdUU3oMcAks/tj8rq
XfXsoxiqnnI7ghdXgBTjPzSfrbx6EX8NbqUC6XbigqHI66CDxZzQMC75bxK5l/HfqHp/unQOgO0B
lW+R88zKTZ3mcF7ae5IWRHwKI4CLswz7nQqRLs/zzA4RhKbx4rneL1ynXnUgRn9Zniv0TOI4gQji
ae2wYSdbGAGR4UaGwS46lnLQQKn2g5DOEPCQOqTuZFZdLE5mVw3P/jEC8ZafzIxadfDfYnWtqx+r
cl6OXC8OBMJYhqW420SLxlWXlhghtmtS1rk+gg59O0PPujTsdt083nmeiQdI10lXXqZCT2watERv
9ptYoR9gmVjK34IdnwjiW9s1D6LeuvDkN3BC78va0tiGsYF/f6OH0RWsI76vuwWZkLnJkrcqpSRQ
qS/cxtVykb3t+pxyuFp7kun8CnNDPOjqsPGhzNs598mxfetVD73guL1X3fX5YKETdqUFA3CIQIXV
kw6rqvo12JXkVWXXd/Ym60OssvmRAah19HGu7H4YLh02o3Y8NXwk2/ARaPD6LwvvirMB0vLaP/eR
PzXBu5O7+JuTgnKGILPLOSrZqKRqoms3yO6f4SSJU9GYKj76UhsMzGjzrf2Ur2693BNRjhV2Z6My
zyFeUpyt5NK8hIuxWYjcul3TpSHWhzdjcp3pT0/yuo1b0YdkCI5lT4fI0xz3Y92mIKKiug/9Wnhf
4d7TBUrJ0dwdu8Gn0CEZOIoLC7s6FryLCrw4v2/DwAaTaKjU864C73VzcDkvOWjRNcZ3GwRAf0G6
MENgK6frH5Qz1PU15J6FzFkgO/oEGcES8zDti30MOpDZc+OuNC3ij3FH+emKmg56MMpYOGdjb4Nr
v4+G8/ZvEbp98dnVJHm56FFx0OoE3nGfUDPRXdUlZqoD1EGVRiO00tBQHHwDvuCwRi6Tvk5uDFB1
WGhzGu47bWO4ISOpDqd0IiO1fOkiiOouaaK1R3QMJdgkmxjL+PdIaOAkAedFURaEB5KZffTGyluc
A4H9gWueIn/u9gsO66H7gz8CwoPfwhUvwwDqeW9HiKmLbBCSfa1d1jl/xbitKRxYQC3yBK8wAufe
oRv7jufLraGMdulLzKK5WE8jE+x//h4offV0ThiFMMEMYxKqeHjbrSIefxYCWYHHuVbHwxVCSAsg
SQiyfsT94eXsOTWfU5EV0QLdycCjgnSVUV2fWNYHbBCN3zZ/G4LEiueA0Iv2H6pJVfxzl1unZzJp
4slRuCNm25jTSkth3FI+Hk48hG4mHNn6wLGlkR94HJrqMiNT7Z8C9AjFS2PjuzrulRd2l2WrNIPQ
TgJUc3HL3mdlDnEVYvGMdt+CQkZq99t0mjuJqD3N4GOWaWjNsRm0qPCO63gzp8K3bNlnlYErOGPj
hJTPb61td9ZcB91BtaP9vXVNU78g0/cng0aVd+/aoue6Vg5AKaM6duCf/RxH+V9U6vMikmZGUZ0p
VGFhlAX5EA5/rLXO9+28SRnOH35HnkWXFA7BTokktYSMFzgdgPzIyNonyteP2LdWZw3CTLXSmOMA
9aq+2hGwHXekZa+fSC5Mh9mC+8f+4SKx4WYSXtmPWechP3scnC2C9dpsS54swsFQw3jDIsCS7Do/
cvlzsBrAc9iqSAkoRqNhP4+NU92EY1CkLoS6tToX21nH6pQzL83nPmTcr5gAq1p87UAdKFvL0oo/
vbknwCEFnsz1msyhVzX/MeJLhLvEz7K1+PCx+f3m6lCR0gHY+goFNLtphXabgQsOtXuWCLC2D4kG
jMwKwXWd9ZEIvL/cL8o6LXjMiFrNSwBtUxAIUCau8nN1LOPSUY/YLkV5iPQ2eP/loRWaKfWs1luO
FeldFSMJ+uWVH1AG42/AK0qDPZKvqtQWHohQgvMOL+7mNw46b1kK8gTmCEZDWEYTLDd1ZqCEOu8m
/zYzy+FdhGZFdO/PZdUe9ajD4p/OOc5QjMq1WX5gv462E2c8ueYsQKskcJz50L55yDA2IhZkL3Hs
we3+bHuXL1Y2NIZZYh4NL0jQmS38Qe79Ut0jtsHVXZmbPmAM57I9l/1soUGha4O0Bj3V7vbD07Hx
blRFMNxhK2alEmG1VSszJD6uX2SLjONJ+fjQzjpem17zJA9ifSNiAgbvOGwTwMzmG1xGp46pp8ho
VXXs7SgWFManOpIsvHzVi39q/TlATYmQyXHxlU1rjkC+3yRGuyV3Gv+ez33fHue1cIejp42J/+BJ
5cTKrEhrulFk6Ww/Btpvv1CDeV+DZ6/cYgPiovK+mn3AwAMyU5IZfGe2izvb6QQGMJ7zakQ/osGg
MoqLmv1eF6MzfTJ9TurTWbBj0xnMVbXcN4wP8swgFo7ZNmMeby48790UZRtTFa5aE3KBCvYoo6Mf
Vo3XIjopUc8S9Whe7RRTNR2Z4dEQr9NR1dOm3xy31cuCuHQpOg/yYUC9SWcPWqPpPOESqzSxRfvc
P9khb3YHzD/tPMLDWBXrGxp8UTzvrM/brxqFivjtkzS3/qklhY2XnoO13FGaWnb8m4+1307bGKCH
wjy5VjKz2kGvyO1UxEptGW/b/5JfhtWJYc14Dm9qGKMRhwwrSuEmvtYAADyHygiVkIHhiRj2EZU2
tzcXbqDudyKMp/EA3Bj2HfqGyQRu5pEb0VZnz7hD9U63Qo+yHLWDv/4X73Lc/gIJWPovxF3gvM44
WMN/xVwvzre1qsnUCaSo1zgPDUrqZTrkVme6k7LKifd7WmITRlxSctF+Zq89iRJpqMYBd0tj6bI5
NeD9xDI4eNrPsO2ld1qN7KKXXpKLckfEqdKvdTdE/uOoRN69jlCs1U/VI+06FsseD48WbFyQuMKr
6OBhvy9/+4D/+cVHPs09wi1qZ4YS7TK1Co9qRhsKyHvfwf+DV2tjZiX9xO1ufwMc9/1qtsgdbxLK
jcKukSsEwrN3jdfe5dLam0/fb/z4FU8b/n3W5NrpMnvgRD7HeRXYZwXC5R3CnhPoTvNcqBPhTy5K
n8EiRDj6n6Pzam5b18LoL+IMCRIsr+qS5RrbsfPCsVNIsDcQBH/9WTpvd+5MTiKJBfsra+fsp9jZ
hc75xareNTfIwMoMIsEyLDyUbB/4T+Ry1uAUeiCfFF+Kr/V0HOKE3Ay2t1lp8kgbqcvMBRaGO0oE
UX3GlurFCoc6QNnR2aqcfY15IyfeuaTJ+h3bO3LiX62MneEbXkxd6a2hPAmd3/bOEtx1xmsWZ7fi
Y/0/qS3Ukcn7FvQwaQOvsrAb0pq+89f4HEc6dkuG6XIkRmnUg+yp3rDmevXzQ1aNmTxNAdJVDoaC
2eIyLislL3rqrb7FU0OK2Pf8aq5lKPbqjkiAyXpxpondBIdmdeqJw0e9AgFoabDF95zBGu9ppjVn
hz11fOASgiervp+KPmwOeb9o2ZEkSdzwi6N6DleMFjAj2ViHDXMmGRn8alJXzicDhFy4ogkvLdsg
INo+7oheZtC7FUWOubgmS64aZvOmnPxPB60qeO5LHljnfMHiuGvIAlMS5J01QyopPW83NmGcoyUW
WVNcNE5pAbNo5WEGmKVH4wYX0+eHlT+YPM95aIfjCPJqfB0IkNyeb60fhe+1ZXr/Czgh7t502FSU
uVKxRNTvGizUdwo1LiSTkCzt+9wm/nDoGZ/bTyIDNiWHB61E/TadO3fPBB8dDnJUFLmNSV+I+dmx
kIzx0bx83RG3rOrnuNa3CIvXexz/h1jTmJzDyjjRJmn7tA+veVsRrh8yYh2HdSpmfbRgXtQ+AHoh
YTQM5C+uZRbRAk6CZal/tEHQJY9dueI+mknzWU3M6c3bsdRNmw+T8/V2nH0kz95jXSAzXSq08XIv
+e6TZFsuWRIcsygePscbDICOZ2KJksy+Z75iPUFzvKD1YTgxy0F14TzNEsFr1NEE/JXGgUKbZ8br
OPMLfIfifYVOYDixEZ4tOdiHJDrJraUUCclKdM5nBdt0esWampo3PGP80U2rx9zck0Qw6+0vRkJt
TULzRDQTirbyksYOj14+ZGW0t0nrIUKnk8+qEOKsdFrmxvXptPdisg+8N1tMKWei30Hcsi3HOcds
zwNmgqKUY01+2CdGUKBrqYc0CXpnSyF0Gr4WO67didx2q7aZCgEgxBx3SBqpzAAEZfeMljLeIApU
GC19Ei/DfZD7VfK2dG1CqjfoYjfY8PjKe+YPAatngzS2SLowcc8/OaZlulN04OK3taFpT9VSpTzW
9sor2KQ0yHaiTt72kUPBTGZes+5aN63i4CHzBCePcxn07G4O+1bY7okMjs7lC4OVz+5qtrJGwWuR
uL45L0MFgBrFFhE6q20SoTMVyj8AyXPFc1U3anqWFgX8bYKd4H24MSboIQVUUt3RJYbnOrtzG6eb
MJdpCFoh6uIHo6eyvpRqbKmIZipgq8sxt4FhmeLgQ94viOjanKRte9tYijcuiprRXjZVMf1qE93x
ZeSedzFx4qhHGnEdo+DQcpTZNZRCmqMzdxjEG8KJlPx2QJcIAuDc5XAKalIYOSWPcogYW6kVpMO6
xwFGQ43J8DOHOSoMhj1Mpzl5RNmt1YmnDY4Uep8j4s+249T7YYdeoBry7ZH7p4iIIkYL2AvetGM5
Lm+osRPtAseIuIwlFLn8kxm9ivNM+TTYFbyn+mKrsgY9M2IJk3ipUpJK0zZqimz9nEBhAIZjR1RL
XoHQd8ql5QeNnvdJT8aUYGBeeGIPLIjUXO3O8fi04kqh/xNaSYigORruZWQzwuaQKSp1Emqa6vz+
hr0Z9tWwWpJMI2NY81giCrjqrG/nMsVBglJgs9Pz1JJRIrsZ6ji7IFIx+z10JqGuQOJeTvofkzBt
yS2uzy151YRFtfwYjAcS7MBGdq+5Y+q37t917JPeZ5XfkAvnIIKl1CwM0i3f6LriQezo66b2uepy
t34B8BKH5hytftBVF1onU/FAQac4tAzf5V9U9DlGICoJ4U3UUIGJCE+/eibUjK/dZH4vFMR4X2ar
eUGXiKOj27bqT56RR92si9R+hOrqjk69WXl8+QdHJ+vPgJviTzqDbGKDEHixDSOlf1cGy2D+cbz3
nrKgURiaOk+8ndTUlShA9eJxGdGoDpWT5uXZiUVzqCub+zQ1l/F59m6xDoLLc/TLQ1JtIY0YkDIk
hwhWGgrLxY8B4mDzkPMWLr9nep2ux1Se5DOikxh988ZzNor9jRu2oX0fZssJY8Oo5FWHFmnuFksV
en0YO/qJNBbXYd56gzcy+ATzbSIIWsn2ZvpApGnznvCSWOiYk7smNn8YecWDxoiyMXrmxeN+V1VO
ApzSj38xMsrbI2lnBvMZNJjgGm2ZaLe6FDTgczpgKWKPwlr3a7uKHZ5d83cWDQz8iJjUK8Edn6AD
GFTxMdYxazaqltzZSequLy9F3Pge9POkFvtmHAt9VSQZ+2fJSjT/JwHcKfiZ1YEWj2mMmHHnsON0
uFOEDqDEVGEthp9ImIE8w8eqLt3YL8jtYZMkZG/AvB6TNAeky4d1ynNRpelEKDVrQ/+bpF4zuNuh
AAx3JpMTFYfcX+luhZ6bOA+jqmbE7toy8WywfOP1PS9lbe4JEgGFMP/T4uFs508BUVGIE9WUrJek
dsLp0+FtGU8cFxE1UVWanL+D/TeeJvIGb2smgoJVh6Uw9xlXIPfKc+mita6cHSalGkTYpI6WPT/c
ktRUJEhNYO+1VZ2UWxmsJfEvcGwopMR002b+6SOYBqTPYuR7rxyd4I5jVOjeZWTx9J1DHSogJ1q2
pf4ZSNk7FzchpY/8LhdBCi4Z5+Ek0PDll5P04OBYoCDNeSpLWqdd0paPhE6XhhOXH5V7Tw4cGDjX
GJ4qsVlDGC9AZEoy72HCc0p5/JeZaggoF/USdPu4apbwUBUJrB0BBJESYUHBtduRE5m+GJoXs4uZ
wimUFsb+WJyiQEEVxge2lBGVfBC9WdtbSSN8YhX5PO+rOsvMfsSCLJ5MahJ/5/JGzx9sZW9lBFP8
UvR1HjKiiTTyPOLP+7CS9qUvyFhffQcg193CIxJPqxzEpaLLxBGZQwdS+RpRmXpGpKPNCbHJ9Y+9
oDlN8BzF/Gnwy/Rc8cijmqRJyT/y7lHjJuZBFp9u8ZdgA26i87gSYopjgQ5DCk6RMtMj4dnS/23g
S2Q0RwPW/TgkW+1AqWvuR0LHoNLyHlBxUBEuGbYJM7ZEE+s49bKgZCwGa/Zs72VBQeYy7vNkNAFQ
2m0xuNMMycJxEs7XrfeP52lFOKmnRFc3l0wRZg2OFMlyvfNQw9b9uNgsQNYU9Xe8WNGN2yXu20+Y
nhSJVaTr+LbrcHISLlIUDNpiFF07go1dPl9Ywljxo6cCdMpxlU0UQnJvc6c9rYtb2WcgHrSpmK1H
+2ZzIsaQaZoisI9tW/r/et9v/9IJdeUxkXH24KccMfeF0pyq3IYZhVGZkZB4+MiGZVphavqQxFjn
Q8Zh6xxlCoL0lDoVAIpV+fzboCrcNOs6nMpDSoblhVh8QXmLFvEVhGBLe5zMtnfgc/gvVL2aL88T
pToV/Dj1oRoGiaYAodFuIg4pzoX/+HIonGhVPzq5/F/p4jh2SV0Wwu5AHpAIYmjlxkVXCjErTP7b
r8L5NeIJ99sRQWyvqp+i4WFq3f6NTzQGn1ldjvpb5khAiNpT2Zw8NQ/tOa8GjNG+7bJ0j4kMHyVL
RnoJnqUMjyvSlvsO2gQR9FzV+lkQabcnB2kalIlXldmVS6v5Zh1yFR7WQaUvGinQ33UBp+t9TTBq
5iqgeolcIPN4Bw6VaHXGhhHSLMPous2XLSeZbbm4ORUpRsN+L1jHUH6XTQVUCmErHSsK0o0Uhdi5
DjbhJk7IVdI466s5PIEmzgBwxAXHQtoEHTeS3bNprO22ODF9vVtmNPJfjgq65Sx6kCFPrpul9kaJ
YsEqUe6uioA29B4HzLUn0Lop3BEHbpPQuyv2ulQOCTSwcPIhc8fpL3qdI/9oyKYfw+ip4gc2MEmQ
CLf5AX8QcGy8GnHGK+Mtn/WudU6onPEfpKfqkjgQu2hlBHm3D6IoeiYjPhWHcDTAWeh/erCXwQPX
AARYJr2tBjB2gFooU5Ojpa/x6NNyRQZMewV8oFwdWnxy6sR2xurv3+iODscU0dtyxCrBawAp7NyH
FG5OcW4TScA49bNVXvqE2x8b3osfM3du2u204K9cUAznihNVB6Zvbj1ijh0vmh01z6kDRmDNgyCd
OW9bEGAesak4+mEYx7rDwAXzzwGmeiMRtJYZlWyqe0jKtE6P+Ri757qr+uCKZEm/cixv2BdGq/y1
RPKB+ce0ILZAWOOjxWBE3peVRwPcYYXhfd9E/aPLguRqyzqw5o/hwsGTnVkiHqLisTgCf91haUmN
cbvxVOOFKCKEQXZlE5XsMZ6TMTpxEsAYnU3pEjnDPmK3lVmHF54GhHlXlY/LDpbRStYS49lPjnbq
14cmkt3TlJqgOoY3QzzEtImO4dKNEFsTugHqrmVlV+AfGn6o8oQNkjEkM2t5+94ZZTRc4g7ZxXv3
OkdO/Z5yYU4UgKZJ/cvo0Cuu5Uh998iprZ5YwBqmfywO212qvbg7TqaAdudTPPjIyYVjlDIzv4dw
PRj9OD6xIyPkPeGcFqDC09dcUaU5ctJcm11WSB6FyPJUwrMyFNxinJ2DuwyOobtfEbrsFygUPP1v
27cNVWo3rfMK4GCXuqxFpZYbZ2Qk+vjO5U9G9SvOW8ebJup5ZJAP4Qmunj1ta+xML1deRpaozdPF
WnLMWVa/V2OyntrR09lH5a4pWEUBIGk+qME2A00Lkro7bUKAFKPwPH8j/Dl5gLCrcZN6UiIHYrh4
Ro7jgBWKPe43UtgD25RonJaUpXl9rcTrl0l/KPC1C5Sgdil3PsCwZI/vD7V3MAJ8DlfIxaWOOZxm
dlc+xFZFyy6q7cxCmXzWynthFclc/ln6vsdBSOMOiA+wGc//SYiKFQh7wWjUnsUQgZqamjb57HFe
kj2SHCq4qjqhT109UROP00xfKKLJ+HdswT588Iy3+RXoxLBbEnLjuCl6OSu+SoSROoYXTTxD/RFl
yOJp3qLS4j/05pEZfmleK5hz/0ZN/49ecleBHxBy5TE5NmNZ73plyBTTELLZNSAKipxTGJAfoiak
cxZA5eGeqNpWR1MmizzYdqjsDyVYGIqRmsTdpYdrmpMSEml/jIda0rTtkHU3xUqkFi0Y/muJJImj
cepMvpDHioFLZETpiwN5HabNyCzVc4gl3u3UJMrusORCA0SpSt6dWZwYfb90RXfpuNbpmkWrc6y7
2zI93fTuc9oXTrwvfKmva7965MBX7uy7imQpjem21+fCp4q/y4QuKQBYRSw0TT0s0A27vzqChlM0
XhdK6ExQqzNcm6ynQ9fMHNheB4c341HMDDKbyMpC/qonGlebEsH/D6/Y7CkeaeAfqY4Vz45xAjgI
N7MI3XlYBhJNePDOBo4H3pTxFvkrCm+NFa4VJndahtBWepqmO+v1+dMAoIA/P8/Zz5FlcmZHr8Kr
fqGza39DMHB9gGo0ZVvUo4i8KcodXK5KEiFPIhEQ6p2oGB08CtndNraz8yscnWmhyOgxwukCpBu1
++l7sTOFrRuugUBSyA43NsjND7DsmZU9tgS+LW00AQHxfKJWUIzNrxBlVT1WhZtpKssOcEMemfUw
PbXDICi90zsqjrkbco7VzkwdgcVeDT7CyqqRYRmpESwJIGnqdrU6Dq3f6fuek64+9aXJvueChzDK
qru8ZnY2/l7bFZyTwr3rdwhCnGmgabv9tmIjzAlw+Ixanxf6NcmUDA+1b4w+mML0v/OEg/ZtKJ5e
msKRAKo14TyIO6EPWYcYraFLvAY/K0L+1b4srV9ulrzgIg4qXvwbJnnzkWRd1OyqpvGLHdCHGa+r
E/GxWVtFIbBT1zqz1dsEcoKQZNOUvwgaZtVdBwv33RNwdO7AF/nP+PzVO4idFTdPZOMljmdNw5wg
DuG31RrKlOmy+tUD8bT4L45qFp0DsG/mQsiu7R+SUDZnPXZkSgFGJG8Ur4GqzxW1aoJXRWcfgjqj
Yq9KLLh8ngt/j6mg9+QKLf2wXldIOiyB6m7YrpRwLyCj5G84z7U1h4B5fj4UncR5SAU87kPHwoJ0
C4QiuZQpQZYdPcXSnMrZD88AEqcjCMOJ8oHJE5LbhsPJA93K2t2r1jq0ujt2WVCGI5QuiNselZ+z
OWciasfkt9qSZ08ZueEBMNn65qWFcO7zFrPqhkAf6CRCCuAGTsFlm0l94r+6XLK2m5PooQqL1HnB
msI9ihc5TBc37P3xvPRZNRwUQXBnUzhJ8mvpU1AUFSc+4LuLoI4VjkvmnmhHMv0mDYbIa1/GEtPd
WSL5Qdm8iHl7jAQm3BJq827UkZe2RMhtgUDk2wjfcI2apt51KWRtoOPZpD89kTBubNIxn95mdoKh
/XrTsNOTE6mX6hYW3kxN4vSP5cAOqeNUsazwTCXUscepcCMwYXNPcGftS+bZcUS72K7k7Bgc2Xc1
XPUcN83vEeLBo5mYuq/pADKWCCo5fYSYAEz4ZhqLsLmi8AMWg3M396QmXB7+xtKA3LXrWjyXQVT9
TvmMP8aCYYeOP18kouU8v4IHnQYEx2rF/40s0H2Y59gDnSQP7ndNhBSedWWzU9Ead6fQktnisVYm
3mWIkuiyjNZ/l7GqH1hfDFjHI9L2nrsCIlcQCUiliJjLD8vxCf4LBfPxntAknnm2EOCklK69dufl
ThN9rYZtGRe2D8b5UY3M5EyZaMO7Dn4dJWIHKiJYFB43xUQ1YysC2K6bCBzOG94tP3Bhm5TnQj4v
04HTZRXvSjn7gI1bp/gYZWjewJijIXYg397JSqTlldV2zvgZZhHL8tw5Hw5oFpX7AIBZ3jc+dgNO
pSp+WzdrrvlQDcXfUfjuwI4WZGkO+jG0U5Y8YFpxHgZeOc92wuEywdp/GKpxVFlqfrcT0f3ibWJp
Qvk2TWt/H+P+1l+xDGT/RB7K/Jug9hXbylu9X5ymuuYCo3qoyUKY8ruTTvlUj25JQC8UkOVs6SYE
173JmnshXbpETDQoJ1PiDsNzkkvMxohf+2rnQv3Wfuo63y5VWQqL0WCjA5dFyizD+FXtPBHRC8Ii
DE7LiBRwhnYzB8/4cJH7Uq+cRHj41q1c7io3F/FzRG/e35HoX8qL19bTn9lL3O6oTVK1dyyMrLBy
lMSebAy5s00f98uMeGdHd2dEiLq0maSz9j+qLqiTJ/K3YuGvbNy/bamS4CJkLNwP+qz6pZ2q1FxG
Vc8RlQjPG+G9ks19Yjap0teOfkK6ncmtL/sBPOzLQhywxXLQ4zkp0Nx/tAB62bXha3ksmxEeOOd7
iEvUEwqSEZ/E1EJ5H0PeVZs5Ju/JVjGWLpzKhOQlzbsiKQ+jGxMKS7BntgGc6D3QcVZyahU4/tNg
2DJ4Ta2YiF71pV62uGDIirVJlufcZiz14ug+zVvrK/lZLoPXZts282qzqbu0Jp8t4d6RUelzmj4c
CkAiDqn/N2iRDO5dklc/Ie4V7jHFmIigCInpRRpeUrswb8XKcpGumP5I4GhYfQnKDGxavux9ze9M
uGZUHtLKOrZypwps5mveI+wJWevgI5p67X/HnD7PIwsSkAHZUlP+9gPrj1sOOi01A+4I4hDplFyQ
GjzG+rXurmpi5eSOWlwKZ7VlqtrmLn7WBmre8NkEXo5f3w5S0iSO+u+kbIBEDGswKBypifA/ON/1
j5P6TBBgoYM/a01b4z4z2mJyxWWKB9Ay0vSjFoxqjMLtho0eHNcg8ZIamIfKYWptZuh0YDgjrqUq
qMZHdq0g2GDcZtFWlsZCMh3Z8zgQPh8gJZXsGWHMam/QQcJQJ+IQKaKYJjHhKfh7WE9dOG7ZXdv0
KDieeOPEHkLi9xvIYmUJmcXPpd4IXkv/PEuoHDru0P5mYUDG0gpGCh7FKTrdxp3T6YnWp+btzQsy
BxwZm1dDzOQ3yHdoDYmajWV0cOGD0Xsm6SytXE4eh+Nlgw5D27OH2/Q8El8lK1jBUNn0JIb8HUxI
/ZmXK0zREuWKVStBHRb3ao1AZ0Q0FYj1yrn9WEcM91u8KAIuZeqXarX6yBUDkAfmgfPck5lJObAV
/cVPEpdapXQEtOBSB//8xEXWcHy/OihbOt/E60l5ySEpHvXS8ZBLQXl1qL/V8E7SAkBsVLCLDC1U
jNuyu2nGHmWHW10Efugu8Rfx3onc/THWc9vsMaTJX5e6FvwS87z8QSip3yRFQAmSC6tmI2pfs4EH
5YTuBOS9GgxcKKmp1utnW/bV9xqKHJooJg3L8uqAVls6TSnKXRmGKOhoqxvPj+uX3ESkkCpD4JaP
Noe/LUzVEz9aaLc5FI+eHpxSzsHNw4794PYWtq3LvHvq605kFDwVggNRtynf+jYBxMvG2LXaeoxn
r7oJ+ydenRWAQskTnT5jw2L7kNT1e+0aMvNL3q4/dR0SAuTOrPNtNIfxo/JmDgpM2ppipHBstdGe
ICQKabOFt5NSsjukNF/iLTuda48JoUABJ/vfvc+jWL9gCBQRhU3S0xmGIXB5Oef/bvMxyPrVXX5E
USnBuRG24hjH982ZLUP7tA1rPoJWO/TcLD1ll40aj72IFli78HrjzS1ueWTtTJPQsR0otxeoIWpb
cD+f4dvF/cVW2MGbHK4Ffdk8Jt9q6L18GlEaQvAgYJ/nUuArVU0a/64o08IwCSn+HqIujN89WyOc
V5xhX9A4+Z8kWW8LbNTIjelMuov2axvB+hih7q17EafVs8q8/KvTN/IgjTvn0PDaybdDN3J1QcNJ
H0Kvpk/M6QGzkC+Ct7FNEw7TUZYs7XZRt1GkbhpOSZUI22zfzv6I6FeonjAFu8PeSJfitlOEuVWx
bTKcZ49oyG4iaPDXWZ3sL5uABoGTH4tzGtbrz5nnoN4mYxV9LIsz5JhOSr1RDjYfVS1FTA0s0I8x
sCR32/oG9t7s8tbaKEbZH8nopQi4oYYdhIXN0O8XRNYRIogh0qsq5aWIxvZnYlG1Lilf3m9ihHBE
gMkx4q9lHl0iYqzqULXQEQgBTHrf6DR6DKV19H6UdX4V9cIj2V/SIofVIbvHeWzi31ZxuxwoZCTO
hh1Kot4Dj8RgnLEp0KFxf1lHEDKHrt2C6aTlYvydlAOQVcwo74+XRx6JvmCR40npMX0uax8sxkzA
P98tsIvbbdtOBirVoNyg2hhfCC4W1wQXGmfOV4L8lHAGX8oHvkt865GVkGesLz4BLaBMHxq2OTFj
jUt31xbo3bs48S3/D1L/Dz/FTOs3WDweZ0ZA/ZTdKVLTT0EAqr2rnzspIIUO5tbPgnRUdIhHYP1U
gdBMhqdqIBq7YaMSd2+z9kAncJmz+C6TKv52xUDo22+H/p+ZSR6wIqQ1E4s/J8Cev1cPMkqwqb1u
iB9udADSaFxWLaE3JGqfJD+JjkYcDWxv/VHRARgoI7NhYYFMRHKJ/TKpOpGt7tASCDHME5tgXY66
H5G0aPQHyxQpT+BSsTRx1OAP42TzyunzeDnhN1O6aufBngoWI3A2jMqc5V0JnWyZ+/2XGsIh3se5
VwFZ7sP8u+PB9EVlgpVd7dQmORN2jmy3NBON1QF98k+SdOGabuu8j6b2sg6+H58Rgjv6tgmxWr7+
QQ46uM68iOq/rOexTLXTKJrbSqjhNsqAcasZKbpEJ78ij8DYDlE2k5TMsGSOomvyq18TO97eDnMQ
+6uFOpqlBECjsxrGYrsqNAdd5R6dfz81X3jSAdEDr2uWqwVwnoCOF+yW58tta0NsCGbr3L9IWhZ9
SLMnYteH4uhOkTlDoznrdRjeSrfgz7GOwnaPakEQ2USVE38lKVQrTmV0DDYNmevyyWTlyEaWMi2/
IyTX5KSjKX5zhthY8oYhdRq/bvW/3gZ0xGrokfwwDmhetkQz1e/h9MXDMRn79pXY4iA3mmMv2Iom
qtmVkw1L9Dax4fDVwO4mTOAnoz15iw/XOmOpjj0mFKu7vWwbt95N0eQ/4PnoiUcBumu8oa9V9nfG
G9T0nWGzun8d8uqCt8RYwduh+H00/hI+ZQbF9WenDLZz4budObdlXFMIB53WVlvELFV9afzOadw1
OX1jzhQ2o4678Wj9OVeGG24uUtLRn1lPIAD5KE51Vc3qJ4BZRomdnBa9vBtjIpgsVVJpsZkC2bFa
CqrTKB7j9HYM7FgAsALkzEOScH5ZFkRAjLFbbLccOBfRkHrZd26VDlC7RembRx4tef1XYnQPpwDh
lsUfGlV/A0Uoa37Qb2/ti1eE9sUSYUWqWuaYG7wNoRdyrSoDFX4txI8V9T3nNZ7M+Rts52T5mY/F
3F5dbxLiPmcVOI+7ogiAKdAXSO80WT7WG9XU4fZRSD2J9nH5vwFVDI8oCQXEo64oh13HKm+OqhKH
ZYPWno6PsR6sPfVVO9zxeudVQ9/OzH+QxFhvJMkfETqwKQEz3YjhLbNFE92bUiZy52r+xT8rXbTB
B61SL3qOYLvybRNJRnaFlEV4iM1Y+pGHeMvRuoNNt8crSt2D0To7chpX0bYyAqOdy0+3m5ok7/hF
JhwhFM4RmcfUGsQ7oD1AJLNqmfs32lKAMLJ4SPUDlkAr961GY//UK/dIxW8Gx/dApqFSz/DGcEiC
UFfvhCb7cDP11jzmo4Fw1KzzSkQUnmt08ivZLXeYur14b8dunXeOHFgDucH3ptNtUtcr/mEWLP55
oHMxPY0swOveWz/kMkFLQfaQJLK56P8YfF3yRFFNHGP1xgiaqCZrz5pMQ1yHoaRhvQIw+oDqDPZR
d8dEythVk/QJntlOMcRvPrAumq9EMdLPWIS5+wLbcAb/xZR7AUozRA+aBMp4rbBrj2gfTUMKn/DC
mWoJEJ/VQ5X8BsYpcXMIPgvnrGYnLF45MBKUB8xfDe68rQuKLK9xNDTBKyUwH5wgOhwVPoKQznYE
YEFhkEqyC+schsCrIgsRHjnuuyeiEVX8ivnHTi6PXKXadaEVT6ZWuT1J4AdXYzLvNU1KCogObYF9
qRt1kY2L9oZnkYFXUTWHpWTi0t8u/lxdl/7WKAk13tlz7eClXyb6N7R6qYvQNZgtdB5ihZNzXslE
5rQYXdiEj/6YsTnSX0djH7CRiGqy4Vv5v0oP1/aTe6qQe4KeRD6YVCSvcF2R4fzF5niClxGSArvc
qmiYa5bWWxQLDrkRrYhNFPBuvghErv6+aXHvaYal032fOAmJQBcIX0QjLaGeOmDf00AAK50n+MET
Yal730/6V0JOzRczbJR+JXzMLx2NKJqlECVOilqbf/Tchhi9rBJ4SMuy5Pl5abP8mRT2mu0m8Afj
VoN5hV6CfXCP2jtgzPErqWrbi+L2OJK0uba9U4udLIK+fkltN3qHYK2ZU6eF7Cr4FLNa9n+50aOM
axkfyqRBKJBxjhPRzAs4j7Tuk12AqcRVp5RpdzPvY+ddIumGH9PkvGU0bihTtM4xiHhVBA3f8IbF
ECK+Z8PLOiPd+C2v9YGCkeDImnRO8dAGy0rJeCoV9uTQ46jFNlquk2BNNcc0UOYs4Uhq3a3UF+L2
vq3c4c32Q3fDua2e+1SgFjv3A4j04AlyfhkcNXf7cIwtd9x7KzhebSYP3hzQuWQuj8Ukk888j6O/
MRFiDgRrMv8p67Bm2cOoO5AEAN1/DFNYs3yT3TsNcZxmeWeuJdNh1exdg4aoFBu+TM5hpKeqdUpR
MGles64kP3udBC5EQoIa6arYvnBUVDC+IoIL9seNcWAfE0KnoE57TN19bVWmtiHJwuJYub1i1Wfd
/66Sym2Zs52O4KSTGP+UcVhr95KQ/7VPsPV3KOuuQVTshAGxStubnHNZPc62lzhIkFLcd4g4UOmg
VTMCzlEt1uuyFsB6PT/p9KkOx64/WBfRnXBOL6otW18951TS3WZA9wsYXSIk4bllNaOLIhjRctql
2GDPknMkRFHYx+NIeFUrrkPrNPZn8P+2maJfFFVbwdq3eyL2y5mTUJDfC9F2H0ym9XgUXiiBIowa
QHsm8nFHTaujlQNB7eCHjTk4EUtCNuzStcuhHpNBnWtF5h0SipegeHLToPKFJlqOKf5S/eBxQljv
pAxnuZ/SSNz2fKi5aE9C5sFTqueg+5SKNdIsD7GjPuLmRu8pS8SgsVX4nbSyY6BsgOVZV6CEMxnG
JSFgHEScqIKwDzluJ3kWds+B9apzEFbKAXPrj+vBQxzrnsJ5Hf8m5F6xMKyNvfpubDO70+LGwkZd
Wnezg1h/h1qLveG0FByeZvD8LL6hcPFUibhTB48Dx22TSVsEHz2hecrni3K+PN+l34bTE9R70nja
V9sZ+ER1wn5YX1aR9clyFNSRAg7YVPQFP4fxceb91XHuiDSRD6nrlKPmfxyd15KjyBZFv4gISPyr
kFepvH8hqrp78C4hyYSvv0v3bWJierpKgsxj9l47Cyz2sDD1sH3KqtxznFiPKBh7J+kmrNYx6X5V
0OyiwAvnpM1ZKaCuli6dqWrV9zJG1cU3CLWSmNl7fAiUGwzQk2D7BJSSIRVusjSB5AbHDhCeaKYd
g7Y/4CLQLbhiViIr2IGVfWaQx2hf28BU1keOBvEiVR2aJICXs+xJEiQIdbDQDVBRUgkDNlqnjxVT
ULNHigcieVIgitAPd08ccPYLESHp+iSHkAKP3WbXUisZPGd1f2Mw+35jAUKop0+C6xB1OOiIUMS2
6VuKEu6bZaIo+Q4NAwzEUcI9dk3UPDiD1/107Y0esg4wk4c4Xty70hq5/KdVGLhKZWdfmt5Z1G9j
F3H/ZGNg3FMw9/T0ix+0r07f+Nk5ZNFdn20GZQevcCWSCtMK+6lnfYjmwwnEj+fcnpQiEprcv87v
4KC4ETbPBfih3gVEk6RUJsph+O04Wb9d+wzKN0GRhAexQ3Dzl8XMqbdtkEOEW8O3UO1uLFWPI54o
zz0d1NJy00+yfJaLPdsHTxHAuYGDwZCFvRogjVnYGHWYmSsrPbBMDlgcjlka+od07tVtGTK667OX
S/OXpIvg30BJdAcVMkegIEivPowynNc3xORUG75j0r9S9dl0lY6VPnLgQMhCuDyBFXNBt27ciSr/
9P+MkE9bL1yQaOBlKv5MYUb2sz1gKNlBKufkbPq8tX6sEWevELKKHqq88N8xe3T2F8vVNnrWLeck
UkquQpsg5bX3E8e31+nLNbNtsTW6SR+2eT5EKWoQrMsbTQeAQr7Je3kqAPOGr2h0PNBYLEWtr3H1
vAuoq0UCECwd7FJxpaCQK9+Fn27zL8Cp+ph1oFi1Z+2Emd56lDx3SP3G7MpXVH9h6awI3Rj7cCbu
oRuvagTpCeO2n+fL5OSEym1yt8l4ofnK25+MuVDw6fXjKGgc2oqILkauaNXpifhaFN8vFR5ILY+z
pyGHO2om6w7zH9iYCSPLN6yDOOIMsNP5JGVk2mMdotfdeyEH7jmnwvOPtuun15pOcn30+hXRxxiu
JiMwJBfZiS4YNfbGZlGZnodbFvcjmoJ1PdiF39sPygVC3gBLQwrgNHCtZD0oqtSW3xb/YxUL/6l1
K3m+mWTXXXdbEADLcB8DQFb/xMIsbTujkkItTK74Fgegc8YWHLCE66IsG1+rWY/zn8lqxnZC+CXD
5bmL8traSW1uD7oQAa0DldRrJiqSoTeaB+mHjZwlvm4KB3cHDTF1Hx1dqPgU9zRr16YJg/NKtIV/
h7qSqWDEKz59MMRU9SGuXcsk+RhP0GAWOW5Bp9TTbmRowW0a3WywSR14gflZ0nSET8zja6Y1icNV
v1mAvN0HH6wX62fypRn3b/vFwgR/69muqNrlcM8sMRj3HU0FKoy8pnFH0FiZn2lpFYNF2es/pe7T
5dGfzYB5e5pjgnM4b7G2+dqfn5ikOA76u5u+iisnv4eBGTZM4BioscwnVCsR/qLbJwI7x/qQzywU
E02GyNlupoC8Cz1xilZF2Xdb8H3hw82SS7tEPqO3CYzTWI8tmWTLxndHolamAf7i3tbYwSGAEQi/
1b6VvZABIpwzCt+QX0Nlc7OXYARezQBgP4GgHpKfYuac9ZuZwyzcN4VjnUlSQrMiSqg8O1ahVFP9
FDlDUhLtiQunRNpEQEdZOs0CRTiz5XYFoxPsXaZuv3ZcLinriHi8Zxx0E2dCo91muLFXPg0Drw/j
BxWIzhV4MAYWTbtnAMOKHcr4jXwmyJFMwgnWuDv0RpJE4/Z6y1C3e8xK/NjJkI50CijcJbkIt4Tg
xQE4l0STNdts9Sb/T9g3qnubcH6LB1a+tkiGIHOQfgIsvKI7rC4S2uKarCXGMlLSmlKfCdor/zmg
gbJ9Bvrs4oayyOAeuIN5a8vBQt48xdalJFUpuCtsd43PReF3NcAsz/yLRa+KD46y+amJi7A7s6vF
K7sJWZA9lbFjbqRiWzNJjGY0pC6hlgSZm57mQrMyZRDlUOY4asJBS471tEu7vPvEhLjWD3ybbXvG
Q0dQ21KAQzuxQ8RUwGPuLn9LSh7uDBWMTYKvT5BUIBhhb7lo2M9bfaqJ6W6JJKKgTmuf9JEKXXuP
/z7aOApvVQQ410ZkW3TnGpg0CB+mYcdwIIICliDDrK1CC0UCOgvT5xVlYHhkSxiYt3oKMaGMkBuO
0pNVliBlv2VQEoTTPU8Z+p0g1o31EhmslRxvLPseGR94T1bHXOAx4xMiLj1PGfF4GFgPoVUiUu3Z
eP10DZHDm15LhbYg9MzBWpriyt5eeIeSE+SsbaNzpCHAOO9jz1ckp3AAly7eVz9qHzDO2oeAVBuQ
lV0rx/2SI+h/YV2ZvRKk2vbHtoqsg24m0kjsIZLnKmLe+GRYd5Y/2OQVnLsoWIu/srQIRIULyoPP
gtQdPmYkG+fQGmwyMw2u9XmwsuZOr7hyN0ZWLpzjEGN9EuF67s+Lgo7NFiz2632oLANpZyG+gX+j
Ies4/J5bi4wHphIz2zRyVfzsYQaBZ86QfACy59A+/wN+qNAysdd75vvP+f2isAh3lQuKAD3BVKuP
uk47/NQhO0NBRjETSPYt7Y7rUHqHiVsHZw7BTs5GLjUgUqwW6q5p2VU92hIXFLML/MMkohbdTg8l
3EEWICvlLxhfUi31mK67VGvQuT4jmfDOg2b6mM9k2CV9nlcfUxOV7j4idr4gXX31H5bWmdIdPqXB
x614g3CvrHKeENGw4GCm6yKHKJ34GxMSwBtAItNw3zEUDzfoavpvmHQ5k6f0RjosKeVYjM04aKyg
LgnsK2nxNv4CJuEp1jZaQmGX/VNHVWYfaRTEhz8qh/VwGekj+aPt+mhs1Flo0NBi46Ze7QuqI4LH
jOyj+DkPm0juVlFKxsKT+I+JqKa948n7S0mtzwhFUSDbnMWgUWZp/3cTP5NASayiex6CXj1F8Iz8
xLI08h/UafhGF4K/bnTsgYwiVdV/nbFAwZ5Q2UV7kC1e+qqiMT87IC7rf/iXXPhz2F8FSr5iHAAS
aibzBHa7xp4PCv6EefdoZu2/qeMOxTFC78RQEAMzyHynfZ1TH/3M6hUZ/t9sIAt0y7psni4AMSLI
8tiJdis0fqwKrbe8jIBAqLTifIm/yAIMIewIwICQTdr8npCFhVd6cREf5VYoCrCVpiCJsUBLekmj
ovxvDAM0ZgH4s4mhTFQ6mBRuWZuY1ymKwllmL0au851eWBYnHaG0aWJPzUJkIkazB8FdM776bZR2
m3GY2uLQzpYHEiI22T0rNX5xIRXheq3TiUs8wQTcyHTFM6BRsHJOIXb5pcJWGX+xx9x9IxUZiMew
hvZxVKM1HDoPl/6BmIJbZWixaD8NzVAdjUThnyx1uGLqyxx5ASxrflH3NDUBElRa90uhvHSbj10E
u1ihf98CQ/SxowbADhDZE+FwtGW0ZMQReCnZfE5Tpf8xLuLIgBWi4i0ds/WDLpruMe9sUI6p56nm
vVrSlTWTj3X9hb4edKoV0jImKCTQjokyFEci9NSyD9Yu6M+6zv3ujlLP8B8Ky/8Pxt4EsWoU4SGN
o4iAw6BBf5thpx9O5AnimltgjaWM0vnA3qOpcF/BrkdsiAN8VXBpMgFvo0QouOLCkEemG/30mUV9
GAYXlzJ5+WpXI62TIYrzOgYNViQmjd57gIglSIrRI2oLhsFKCIO2uhEJYJD3iALJwgQEYMcyOPD+
5N5BxxXsvhLRzusoiSc7gkDP4dHJUolbtIEHEdYeGeixqKNpF3NFa+jEqrIwOxh1sw3Z0c6Tw/IA
Skh4qGPj8dZ3YafeidJN5z2MA3JiUODD5e5mO5IbwmVhknLhqjviLG9AK9S59CaLsYA0ueW6ZY2g
5DbWi/yYNZlO1DAI0nZMsHAfRKFQb7B0J3InaQO+lOxYJveIiTnWIa3ZCPmJrdqktDMxEcvj9AzS
imwKelIL25ot+rMcdSDvbJrhG21xCvXBsdvhntc0Xy9LNXvfpVXRtZPSMa53VbnYPyPBRH2Srn34
NuqqpSvHy08yKSdpnuCfbhYW/LQDOxiOwRvNcUaOQulaAwkjdnxvKnuKrmOtuaDBZjhvuR7ieybV
VcGdl9fMyVut71rREQ4FN2XeyxU02rXSRfFgHB1lydBJsvasUrX5mYunemhoW4mCdMI4uhrGrFi1
3cn9r4S+cXDCpUKvD0NyzxTECs4QMQ2HhUjzRy4zW29YZAfOTq8FGsy8AzYnUMLwOA2D9YmdX/yJ
6oF4TZzKw4E4oPpfL6zut50IT0OElDKIp5MtyxbqbOY8+uRXQhjyhIUUE74ezbBYmFIkozOhQ0+d
kbVu6k4kt3ZMb+9mwtxEwksNBWrqV+R8m5CHd9lm6+KrpPeg9mwdbVX7jkGemzR94XpPbNErtTNE
Od1W8LNMd+sK6hu1qtX0V4oGUv82M4mGLzwwLcmHTC/potx0eg+qjlLMLomVwvIdoxp1Zl6KXRsh
St9CP8ApPuLy/eeJOXqrKGtJZzZ5/wtdErWIMHpR1153Yvhw2fjtQlkrn5GhxeIEhvv0QaQHgKYA
LeOD3eeo1slqRrEDWuujIQsqTrBeQI4oOO19NlXzdPabyNjbSrgsSCpynB8Xj2H3cSwnM530WETP
IA2YG3hMLWJ+dEXicMFnTt4SOJ0NARV0+W2ckqGIIzSPjtHgh0h5BK7LE1HhiJGBkAmi/oiQfHfp
IaxfNMYpXC4t5dX4Osue3DlEU83c7hOhD4If38dWuWPylLNkz2qvHT/8Lo3XE92amuGLdjFo9Shd
7aPkk2b+TRqgfaMm+fUzSRzLw6JC2pQcw9kJj1vW7HsSM7t7Vl3RBRKvz0MXYNoBudDBnV7Jrakv
DWg255DK//PZTRSBJ+2A4U9kZO3iNfXkofDAenyj0hcP2lAUbh0iMVQiJOQuqq8F2EaCACQnrMTo
Pqzlpoc4UB3wCc4YIX3LEVxenlOTQ+CuT7NwQ6a/lR6fGvhtTIwnHw/Xu2+TC/DTgKgILjGcWWBi
cZgpp3+Mcg9N9Za/rV0sruvKYXTBzNNlGcqFqGEgRTXRxyucAR7sYma27yCueQGpoLu9Njp6orD0
ut20mvbSj7U9b33Hw7verRQkn7RFeXZgazAzCq/EeI5dqHlbig033tVTML61i6I96HNbQx1aCv/Y
hcycd0KK4C8mYcXhqLg+Nn3bio9yFtEF9GT5GXWEXGyIaFHk5clg+OmkTUc9dMQtEIWLYmbjsyCj
w3Em/xExZ0paXtiN0W6SY9theuyqk4vIRh2XrjPegfEMyUGUkCxuTYXS+kBiQ/e1kuFpfdr2Qta6
BRWvpp9J5yPppeYxxuSLwMIaqu7HspDpJjHYA2rYoENKSAifxegjl437Dct2rU4TgQLXEcCK2Yh0
mf6DalEG29VzscuuAY7uIzkUOtgxPeua86zXm3UBABOyVVLgYtZ7GNnRuvnjn9DJ/N+8H7B6R9ZU
r9jriH/O5xavBC7VOj/lrWM94W6XmNIiJBd35DOk9oX6PEUKvYhB+4eOEK3sREhvvW1UilwjgXyU
Nsc4Bkhy0e4ChgYeAUI2j4F2QkfT5Bc2t8tTWvCQHrFzLtzNQU7ip/S5QpH0wdHZU9kjj1tDPfgv
2OKI7Wwylbs77EfYCBCqag0awyOJCbIanUsxMj+HiO6qvNiFUx2QngGnaDG3FgJ/CZgSuX7Gs9L+
ybLrsfhTVRUWRauRgvAVcPxo+TbUjyuVPX8Ozt6eDWslnW2JocPdERNF/l7QeTS0De3cCggCeyDJ
UfyPtxirkOwDiJh2VPvxP4WMdEJ+PLAI6jzahY1P288cR9bZR+a2jDQfAtYw6Qt5cfgsgTTGGDd5
SRDCXJZ67N1/VCFruZ+5oP51ZOF89RMh2qc4GqBZaRY0K8IGwdaEJ7CNz9gr5JlUgiw998PovExx
0PBasq1w9jV+Kn0mO8L8Ryqz/adlClTfXpg62mG+CViCTlG/bqUNoRstoTXeg2vT1puYsUKlS8GU
gXlj5dIoZwWSLaZjlXptAMzY1zRjlv23r4gLOCxIEvlMwVh5nzyAmC+SEdJTesz58sWvDCbbOS0F
aj7mW72x6mMYunaFeVV4/9FEDwj4DV/ROTUBSbJby/Em9JEeU7i/ll9SgEe8e4QlpKO0TxCwMBRb
SHnTo7PwUJ5T3K5YOgTiUU4kAY0+9W2vD0lyRW6dBCmjXLUVBlos6BQ4J2ziXMvnGlMul5Cd5lZw
7QEzwxuNKXp2WQx8fQd2IwieHWdg74zdZS729sxPfI86GnGWHn15CiwrcE9r6NfM5LwAq9YMqcul
l7H8YZ8NYX3Pc5qScDYzpQd6XAGgCacm2BXQsTw+UpbJ5mzniPCYEftR+NbgcQAUV8vQZUHcqU+7
6MXPgHYmfh1xJwLGZ0F4jvWoSNsNyvCZc94i4WzRjFphE7R3c+8RxDmsDVp9CDbxcWRJRa69M7kX
BTbYHCgxabZ7K4qYLuJrabZ+ZDx/j8QgrD/cktXHKdeU5K9xDsJko6YsD65ETSCChisdFKgLyibI
XxjJ+jTvFYOC4DANULwZ7TY3MEXsw2cFnR6yu9mumUXPugkHUk1fEFh5zf0Kp6rYM0lLf9sOSCme
ReRo+2YiIzNpHM1CihaJHD8T9ubTWmfzmYc6sI6934felZkaXj6klNVWAin526reQ84YlC4819Fx
rE2Dt1ujLQwYNK1oFarNMtt45kuljN41BN/E5Fp5fXucLHIsd76MyHS1gbBYpy6YpTpzMznzMXLp
vp5x0sw3b2FDqztlMNmLmGX9ZsVpQCiZZxO3E9mp/03xwIkytlRiB7EwsNikCBqQ1tbEGR2a2CNm
HoMnqFMx+foR7XVUv4WM7W4Rwkpc+AUWl5MRuci2SmMIm64Lozeu+6X+ijGqLxAG+mK2noOxReZS
KCAruHzRa7wD7A1ACeLcQXGvkQcEO6nKsbikZDojwrW8vLosvfbarzUgt++HH0qmP70vhtD5aUd2
p0fc6Fm879zRvZ8i+hcs33lmJXMF1OLMfbNCn6QE5O90gtZ6LmFVMZ5Z+2GdXnRndxXqbwVx4Kzg
kwV75TMCO7OZUMtPLqr580YyBTWj15m5Y5raWzANucfIxmmy/ISLOrQgAPchKtApm+2LJe0gSgzp
g/1dUM8kK8aM4BggF17WasLPODvBWECeyxOnktH9beuCaqksGsiSCqDXBmFveClFmpEhDtEG2Tvp
4fTEiKEAvN66l25ew/Jgoqb0dqTf8PIEI5AXyIk8CC/MmSPYQkvM2Q6+xNKJydCsoXWNPW6xbsrS
P1hY5vipl9y8d5VZAz6fgD8bP5SBWsZXsvBk+RSgz7mpc5STUjWQk4N7mWXmqYV7BYoPMh/e+nIp
AohWmJL3oYkF7QLk+h5ZX5Gmhy7IgfVvHMPnhIWigKK6bhvjSkFAeOi1HzS65skO3NYBRFvgQ2BA
FpxtFkkWTbzlIYwPK/FC+vZKVpeuAXfssC420VZwrOKoKfruoIJhCN+8uKCrZBm57rFh43IYYP5M
yL7Z1LB90mzxi1CEbxyvqMFxDge8TzJUxCFC2voe51D8zcHJoSviqIRDGjMuQmZh2x85g1ciKVEM
Ek1u9/63KSpSqylFSIanyyRoMu0J4oFtwnX5iAqIJC/Xad2HYQl8EtWgjVMvdmPIObYZUgg+2M4l
vAdRxYW9W5A13UJPAt8+rABaX1k0s0dp0VRXh4CRBjKw7P+RyED7cIUoKeyzZ0RcQp8PCBGQDZUM
C8KJhNJJGu8bFQq0EjZmeAyXiLk8pNXBry9xI/29y5CCWJehDsyW0lFwspJFh7I8KA1LN6UQenH+
9HDZcUcwfOZ6ThOoGtm/YrIHAhe7GbR0vLp/VUEKX1anxS89EFgLNIh/oceS7eDgET+5DaOyDQHk
pfXLOYyUPx15CHcUiUR/1pYTIimroQ/edZ0Hj85z1dAeC4MqFhEcoPL7nHb7u2FWVW5DGZavdu89
GGXi+kGWRtyFoapMskjfJSNmCcE4xotlu8chMB6oD9aBzMTBPhQcEWg1X+jTp2DPbnUlzWBVlDl1
vZRUos1IfQXlb9Ut9suG/hFKEQJACPZt9RT2Yi6uSqzVH2ftPGfXNFgbFL+ZRduT0L+vv9WChvDQ
rG5vEtSpRG9nip7w7DD6G5M2dMp+Y1VBh+ShbewPOVf6Y3CGcNg3kXbinSwdy710WZx+8kzMwwGO
qZ99zDVA7iS0RgbkYbgE12ahp9hG6P2IiTZ9RszTkIqFGzYVr3GkCafr42md3+WgQXDq2LfvOhJO
mi2gEpJBGXy5Zts5Xv7eLjbOK7cCk4HViP1ivDUxervENuPYXPGWdFS0bYtqZ3EW+2IvPmHVPc5T
4BhRpmzUbmVD7fdq4/yzn2csWMWFgLS+/WZsPsGFljlWqYUn0aT1M51v9gl+j+EaVixmWipMMy/x
M9vCi5g1qH2b7UjMACK7LoAjl8i8s6a7tQ1Vnyz0PcXL7A+SQ8yEfryNkZhhJJwZ84E1w5NikBnL
Ia09DnVl440bLcXPeNOYYEphwAoKigd8dsbs0HYj7te+bvoYZjpspp41xpCVzM7KHv/O0GuGk20R
KIS+2ooc5OHY8Ggq6tF1OvuQE2ii1yuu45yF7GBht5ePoi8GZ0/n1XfvS2uvJHe5bj/F+6pIR3zk
QY5HeQzwOD83vaf4YCHLAZ1AZKxwW7LMjpezXJEx7g1xOc11iNoguCuLifPx4mReR7IKSu1oBmfH
OefBPeh9dWAtr9Qveyjjf6ZsSMt3mTdomYlAgZWQOCOhtttS9mt7ZzOsR03WMMEFExalE7ioIcQd
PzNCrw9Oyx9/yWv8TiDWWFUg1O2Vb51LxZz6sNpNXjwONVrNDQ3/wH/UaJ0DscvIC0DzPsu7yTG1
+SqzThDAZi0eMQ123SZx740Xsmi89cWGM+ee+7kGDmU5yxyeFI2w2RSUoMSHkkfBjKENFspdbwDD
dNCsD/7Q/2i8AVXoIDKjiERJxSXdQgHKwAbRSUEPPUtWqipJlStW+mOQ2lsHwickhMDW7Xbq0BBv
Y2Gp+tkuyfyTmyEgPPcqFy4u5F4TwKYr64dAPZfCHdsrhdQyvvua7pfZZpVlW98yuAZdhLiwS4Ju
+jP57prf45oXd62j5Csyb7s5uoOADhZgBrEZGHTE2SwulWDdCmZBndPabIKKYborjYKDXOvUoDUZ
5hsRrAMU9dWWqGOxAVXRb8X7pXeARYOaSBZKzs2UAxJDimrHEND5Yrzw4A4xqu4CFG9wXOJ1ZN1G
YmadoNgiDBVUM26kmDKQANkQaB+rdq37q+kEbXo7AJMmategHawIXYlP1eSp6NNhbPvRofxF84II
55rXZbHeW/NsN98gRmTx2GK4hLQDJmZFDi7rOHxR9GnDFtaC/ulGi5K986lMjujh00+0wf0JWhmq
e3RxNi897dTd3AyoGKdboUasIxOnVxYOQ3gBqIuvwEZ86SR6MI45KnQFYjc0zhQ85jy8GMJqCB/3
liLTYWu49n4jiZz+IAJf5TggGS5upBMF5dZp+zo+80STTgHh75bPoPsvNiO13PoBvQAkkXE5G75v
O9E+g+W7AV0Bqg3Ys9NF9n22qqOvVqf5u/rRYp35G8LmpXAG80jyq7HvLGH7H1SGXlOT3mxKcJvQ
GdCWJH05Rs6HaTyzVAe+iypjEY190GeySMTpd5+7Kt3Xbli+F6xSiVmrePmw7d0A6i8sLOOc9Xfc
Tm9pmWUSi72QmChB4dXO3qdCq6+sn9P0m5d3dYHhstBHuzDkmb2lw7z59qdGE5eMv0mGDRgAUZY/
UwWw83ZW0gGVvhA31knlh2IroprBnqrTEQ2lKgpveNH8Y32qfE5hzlAmz95rt07mnMclCIaBu4V0
m7LDotwHMOOBBPu3R60qgx/aMG/8aDCWnnnCNCr6OcKZJfqARpBEdQ/KbwaE+Bcflu8dw6gkoz6H
bN9/1GxOehKn+NYx8y8OQrMBxOBeoBL/8ImLv0fKQFQgrKtR70kaExMii7Q3jELCZmJEFXnvICID
Itvq2XLf0Oh73UEjPHJO1Y0ARDlFhtFz4OPnUXqa62MN/Dzflb7T4/tEHHfReZ/FRCnhsti5Ds4/
ShcrPdm9wWM0rmX1y0suvzU2d2iyge1+sj8il26Bihgf8kAQ2swWrf9sw9QhwnYes/d1aNQjmCkm
1x1uB+RtBEvj8Oi8uf2lKov1v8pyuV96n1jMbaZkYc6YS5rnNlbRfzn4EU0mu9ARYtgIMlaZT22V
IA0363toPHEaF7ySieWytUwmJrI9KxyuogML1RQpcKugpBSt7710kVwq3FYQqaRT3yqm3mlcFhe3
SHU056VhXEjM6CmaZmQ1TT83zb6YTCC3msqMKEiI7CQKIzQm79f0rI3zOOuQyMiC2SV4SsSM1GaO
JKFEib0iptzaVb7vX0VlKTQfq1s+cL2wiZ9jIWDJy9Bncd+ZYAiTwuJ02pOiYqJDasIbGxy4djl9
pNWNNlTLKJPodmyMmGOmx5/KKcCuRQCEMPyShjDjPxiZmwq3eW0R5vCeU8h5G41RBWos9mgxPmsV
IwfYoLVfxXXGSvzfWoAKT6T2rCppFmY5EBHIwmmgumUvjnBxVvHML+9s9qigYQDSjTOHGOGTFk6H
hDfU1r+xHIqL13Rxde7WrM+PVpC117YiOBvT3zDPYmOK1SW722Oqs50xlH0ZHHLZuQgg8r1TOZQX
Zcu2vFlo4+6qSY6w/yy+IHkKn24KcscS8pPHBi53hklhSJgf++CNgjJ7dx3MNYehESgtT4C9G/M1
4w1Avmr8uD4oJmfPEAKjvzMyPnT4c+N4XzqdlLkS80OUJ/pYgM2w+DtCwCZM+JsoFz2bRqf9g8si
uhKVi4DBxeXxEmpB/jCaCc9+iCyGXsPJWe2V/SYAFnXfOv5EbowtG+fRX03hHnxuoxgpuOVVst+r
uar1gAid1AQFPAwBIRV860f2comp/EKQZE7ozRuI0JVFs8IKn3XhYEd/cUVFHj8E+c9H9DhzSNwx
0txNU4yMH/AzanA49rhgly6cEZB9uwRQpDy6JRx3DW4XKk9zF/ckc+89bUdnyBLp7xyC1Nyq2nH7
T+rIuSTTnrPiRwDJeAdjoogFydp/oZz1ofWM+44lI/yXcyMTdeHQEeARJ5mLoPP7GG2B3ooBFh7G
FNP9R389L0djl+D6egJA3tFkc+hjqOM2HlKbTUg4CKY0uQ789AImeP1GlbL+YMt0v8Ea88uIiLUO
EzwsdfsQCdEtSgfTXUGYy3pcFSVDgp8E61JMKfhJRLSz8snHsTmSxKFuTkGa8wfmxmXwiHqqtZG5
UHENV78QwXoHrdBatrgFQ/zkRKjA/nNu3C3Z0iXxboeAASW6quZ36AM9nnoATbANQresLyk8Kwsg
M7Eoz77Nnyo3KapMhsFo7Tk+QUY4VwCuFbbCWYbPaz+RsoFMvyDBWuFr420gEbngCn1ze9v6ixHe
cY8hfDL7yeRTyu2NmoDQFHxp3Va6TVPe39Ttb7wl5MmMZb0kYHBKwSp2qY7CGSqQ1VVKPNcfvCyI
P6dUeEdFLAoL0tIzd0Fcjt6pJJQTJhs1PzR7LEekqxQxa/vu3arLhkasoGsmyxZD/M6dG8J2PDWL
Ce5arvtvI4UMt+7gTOuBxW21nCPmWuzeIS63f9ERx3wQJe9399UEgAQP+Apcvb+FAy3vfmXNU1JW
N/YncAvSRFhrDWn87Ja851SuXoBnDHs/kKUIjIGsetJqNyValY3dWWTnZhnl1DmIm3EAxIvmPN3f
rnNgMDVJWsKbbupW1xGvLeuynC3oMraJS9C6SFYCOueXmko+38PRsp+7DPTmxr59yww2m6k4YO+p
YkYcHSdqnU0aJZFu7DvbjpojsZNkVdAircMRcA9CgZLS/qtcQswMMSftcUblyu+L/OwRIE2Q/sIe
K/DOZMFAyZNK8gBZLy1X9hckV6S5b8G+nH1IXRFH7psWC6I75TnsS03gSkiNk7XsbOEO7mO+zCu3
DU5+xEDop1+nXCw4EddiuM4213Mseh3vc89hMsVCtl1R+tYeebdoPuQz/YTExIuP6F/UDO5wIWNA
k1VgCnXHe9+E6HLt/hVhBsHf6DnoX6RV6RQg4aLynep8/6FkT7jCz8QwWshh/e143zO6KwXXmLG8
7+DaZNEHCAWmbQo1AecrUQXhEc8NO3BAMjD3Bto/JFduLMqDy6nTnka6sHknIS23as/ypBA7vlcH
s3uuI3ZLtXLX3cB8Jx63smPTEhxQdUycj3YBktJ5FlVJlzdI37IOU+cu8uCLkU9BFOwSeBQz9CGl
tdhvyvN1TbNloUTobWZOW7so0vCfge+SkgJFagdCswFwXgsHG42VNiOvGJPV+hnh4rLclz32Kp5l
MLadmnsuU5ISrixDFQNRxel2AJDg/7DkEAhh6aunw9CCnD8hmURhVVQQFRIfp8brzQiWcz9bAzaJ
dh6vpUWBS7bjwm7HMmJiNpxNVI1TLRD7EXKQ4RRCzzCdtcWFscUEw9FJ3lqbnQPyb4HVj1H2wFQd
BpDGp6N3YeSt5m0uJzJTKBty8HQZqZSfUWXX1ziDY0AiM84ZDNtIwSfXSxiWcpyn1hD9eghKIOIN
aHi3I/NyRgxtrp7WbCThhMlDdP4fZWeyJKmSZulXKcl1Ic2gCkpLVy8MG32ewofYIO4eHsyjAgo8
fX/UqlNSJFt6k4sbN6+Hm4HqP5zzHZI3SF9sizi5dgpLha+dPY7nkgyQYuerCWkESWALajLG8ps2
wPSrsOsTzE7X3LB9TYMn4EcQfJnSq7vKsQmqavCm/aykXA57BJRGRPZmUzj7VTrDNJIhXbiFdNWg
q/LEuU0XKK6jJG2AAqhW6kj9Mpr7llSkQ0mDHhwSQBzejVZh3x16gkzEbhrBERyL3KXimshTyy8z
WLSfLplR2GFHBLRJLuDffiU/7pz6AVhviC0kqpxZPmXrpZsMQMIsp2DnTRYEq4PJ6pPTwOaGlW7Q
cUXftehJAo9vQ7fTuSi0/q3zeZAomsh73lK+wTlwb/ejztobvLOdms4+aXz6qrDd0kHHw3X67nQt
7oPKwBxCktVVfDXGndlsdngWI4TuABx72pjPLmiLCcXB0i0TwkzwLh+xXTYncGKV/SoQgxdP8Dvi
/m4GhLVy7lNbmBnmor8FpWYxNjuX1TOzxRXSAno1PMO7jkFb/uxXAeqDgFxtxeI+pSLOqd3xKRWJ
9u/wTJADxAZgY7SshAstUeNqtgxFMenNt1IVZNplBQNFJ5T+45KRO3AOUsWZtfNLZuck2Q1E3aDS
5fhnM14urGbjgyhVTRvFUyni/OimhFzCZxnBDT8Vle2EG4DF0vNTiEQfmUUn22rYFURYLsmRBqMU
3X5dmvC3tMoi3XeOtepfLcltxb5EkXyH5Wx+zqw4Nzv8rgx6Zrp4FWnIxbc1A8mnqqdQZjepzZWn
PFSaEuP+U2IlGd2MIaT9SGhmfgkQTS+nFlKt+LDo1nMyWlD/5NFk5Ql4vzUr4VLqSa8fqzAIcSNe
7hKQru2aFvUsHLKvIRurLf8qNH535zHe4j5kAIqGXcmijFmXIildhl0Vt+hZ7CCDxyZSRsR3Y4C8
5FpBkWMjWMXoI/fcdVIcyei2FGkWxJM3dxyAsUDUmUj2jxjpAWtFPceSIF88SCDLAKaCBrqnf2tG
d+eycITcjo4tK7+VhwqN05JzGR0+WVsA1AqiG5EkUgek1o3Vze5yO9aJbP8wDJyZ3sSO7WNeb9zM
OdXgj1DplRjaMchDfl7VcEB+XySfjaNC9yDmdE6uXVArI8mWzpzG6/vMdfUnRQ03U0Zpu3wk3AU/
wr5FITJT7OrSucuzcPNO0fy+9hU+vSf2jp54b73BAuLhisnJbhp77eVhnsG5HJALF+OPoIcQMUvV
FDZGP3H5yjv2trJCy9jEcGypdLz0XhGP7qBoyvIes125TP0dbs6pOHAOlvU9gCiBlhDEXXKTSaQb
D71Dg/0Vzxru08HRYo5ZHiPrTPHKs6TxvyXlhLtJf+Py3eNmw+MxMsW6Cm2Yy+8L1jwk8JVu7Yy9
W8OuyBhWe+3exbQdHijyYd/wXwQ3/BnO4+onLwJ7A0tFVixZcGpYLU9fWiinx5mbttbRNL3vnFQ3
UDOvYAFTSEQBGRt7jSIsJPxKxcbGNF1RYkWuRYYKe+40aG5QgYcJ4WrZKli4oGqZkot2emnD7ep8
s3w1xAYHp0n4rEgh8uJM/ihy6maEl26a7CfRtAviShNWN3PRuQ256Skd9BTDAPlyjIRjYxhFDQgf
uATie5gf3A549hxWWWFqQ92t2wn7qc5AWQZTC9QFMLNq3dOar/18B4M2EEzcIOQg+LHn8NfMyKM8
6CpcgtOIx0YfW7TZ+RxVcqhIvId0Yz+THUSyJsMpt7/YXqvJFc5EUXLmYenxAJg08cTgGdSkFZAc
PtObYaZY3QyQIGIgNPkh9Q00XHgMR6iCXV2cKyAPosGAwWFIetoUOLy1RAfl9m5hN95+FMMw+C9+
h1CWvKXeJ5bIBKReRk1uUk9jJaejZX/MJCxs90GOtYR/yLbiqx6Xoo5w22mzm5PYFh+FSvs8vea9
CTxs0QW6/AYvAcj8HXEhnNKMhG0y/BK7j6GW+SDidirvfCiYvSCvgXXYDOAJXhHeAjrmll+m5+J+
n5l9eDfsKwr7x69R1iPFnS3wxYilhSJMomAaCrWYNHPfRjYPtjEQZ69NRg+J4cJK4arymbSejVDZ
5na0PU51okLIvMI8gwZvYOYfSaQcv0vquOkP+gbGfkQYuWokDaWDkiIgtGiuPGOsp4EQDLoqYXjo
hdP5vo//m736bQB6XDwoD4LOCFMXoBNO0CYdn0bKry68YpqtAcVFuD4z8Ds1dt8yuwsgBpn8Djhh
Y9SxAbLWdQd8v24FYrG2A1tFYPPxSS9kHxjU6ypfp2NR50H5EVMHTNeKJ284mbonm6JKwsywRq91
eJ5mZzCn1nZI4LO0AFfE2AKjq3GWhXSljTJ6Ydw/TMiAU3Scva5c8GBGKRLVE2hfh2r050tJb4Ua
lA+p2lfo1Vgko1ZgYJaX2RNK2Y45v5wKko062oZowQfR7uuamn9vmXCgNGJ+QbeW1qTToZx2d9pb
hvTMwEYu54DNn71npWW/uDxA4dkmVPmLU54hY5X74qbxBkJs3X5960rbHQ92VdQGW7jGvSUwizBT
kjEqAtwGzEXbOZ0uRETFP7rxiFNuZaz0D/IQKT9pbZyWrwQFXOQjY5FnwpU784h6jtibcfagKzS5
roIjcz0YyEWnraghWo11nzdZE8s8TiS9b/H0GYwmqxJfhTLNNdqQHKBesdJFOVTtFESlnDF5JC5m
NgWSFMN4V2TXWvdNeA10YWpwM5fo2BJC7N0DqylKtSBJiCwJ8owHK7CaHPVmM8uVQxFyI1Jelb5b
Q5Ot5wpko+bZdur4mlMAmdQwqeE7Zev4Ypf2zMoXxxlKeaehHq4F8g9mU9QJDMVp2HaqUI3czdjl
gEosPu+ABfKUeKXQD387QALkw+JRiByobnwEKDQo6RXpMsF0j1Q8zy46lIN9HczlIg8kQ6S/9CSU
Qv1LD3gLv7x7zRXiyk+/TpjK1RKc1j6W7AWObeFYvxMly58BR3nNt+HoX6O1LliqyPyrIoPS6wtY
DBZ/cnhZIbTxlr85+Xb3hCW5ci8ryW3fZeK3DSgnCOPo+do1IzEwMS5rvtxca+ibP8OEBgwaaRiu
j+RmpfcNxKflFFeV7CI2vFt4TWMHzSEgzZmQmT6oz6iMU7F32ibsmIEicnwcXHZNx6Enlup+HZjs
P7OtIoWDzydtOG6JR9qxMJAnWiRoeakuXkEoeH9lk+VnJNVg7jFuZS+iG5PuKvc90Bfk7MBF95Vl
3y3JhPOXaNHqabLF1Bwrf3EUCUuhIEoP1G23E36mn7t6LhhOcxgdc8TN9UllTXKvBKvt8+Qx7SJ2
pwyxpU5ERR4s3fnAo0Qa2zsvYAB9n9aV8UGNjwJzgx4UA5kktyLfybAgkAEgggszlvkSWA5O79EE
gjahTjD3kAHd3cHlJW7H8gMcpw7iIUJqscYQQxH61qnuY1IxCpQCBdNn0RPV02fsoQkWtR4aNQMl
hGuTeztEaQmqTJxO22mNqe3Y+bzGn3GCkW0fxJZ8QncEtH6sTfLYVXb+R1i5fVMzJmcQ99+QLiuU
yPaLdd0ORLz3iBKrZYDBPuSM0sDx1jcSTAX6sEHbm056jkMykMCZFRu0cLiGNRAgN9Mrt41fVObb
caiBA5IMoGwETXaZiCLY5ky4/5ACToJsLmuthr3tt91yjbY9aW8Qp2GJmPP0g6pv8QnxapOXEa+H
vDIyJfEKZ0PxVltD+5UTHv8nh7LpXG1Jzi9Wj+QyYstYX3X8Stk+xUrOuMYhb+OlcXT4mnCOPsm5
aEv0Xxy+Nhr83n6pQOq2F9J4piN7Pz5lFQcEEXqtNFGA+FxT3ACOnYE/x1+MrTzkHFDKypMtc889
253KvlfbXv8olkskLo5rfgoh2OLKs0pbnSn1FtaUIb89CdV2glWVVyekybVNsK8QfxDtlUh9MwAS
FGzHeVKYmzQScqcomJmRwLRemXEK4G8htL9FajUkF75BD2izg/Z5X9uyYNHRhnR0s1XEQLqHUjvX
Ax7GbDd6M74qbt76bukzM2FPMA5UItep994KXedmXfvudVTF+I7PEZxOaKmiOAQJdWQ0Ds7WIWZJ
+7tjGATzJGPI9lFbk/7TrzbG+3AwhCEhFsl9dV26tT994bxjPAt82P9KzMJLObqim3cs9+wfYk+X
Hzat9XjTrTFyzJ1fx8m3g4SngFO3au+sMpK+dw3AHU5T1PDuERm5qm/HTsn6qGnrvMgLOtk/iypm
EU6sXXhEHjiS8UGU6/bS9sOLSaCwHFijbihBRBQEJFG3k6AG/4VuN69TD8cRQrfIDALDRJKm7ofP
OljeaNLA5pca9zRQGy+tiO1FtITZ2ZrA+nix5VzUGJbEuRQ9ZbE/xLK+RlZGRijAieY7t1am0RmF
/bNqRPGOkyz5iuHgmUO9cHej5gjpTIcpwNmeif4+bqkSoySdoKY3Q598gNbGfgS2yWc118Qdw6CE
JR6iRwnYB13juJeBRxYWQVVlFRUClz8B98EWSigs8YT4h4WjnxHEPBPPrR4qx/f+AAyYAJ2L3vss
U/QkZ+wWdMReg9iHsK8lOPjEGdX3HraRgvs7s4s7x8aod2eyXm4UVPgHmKgU7vJ9KdV6gbo+gyis
ZpCJdhW23j6bHfwurSm0oJrvRtCY6AuHczc1M2AzaBrOyQlRCPK3qggvGkCR7FNsxfYOd4caH01P
y7NTPVbVq0bL/FyPdAnXS5d2AMJ7JgC7lQZIHlJrzIMjZ/dyoaUQiIGJcvWtOyOwYQRnO6bpOWAw
9aY3xqKpfV+17BH+YqvBp30YgxbY6HFCTJ0ltyz/CJE+sWjw9HDIAzyl9B/uJHM+5yJ5tmZbZsCY
wnjsb+pRer84xIPgINM019ESlMmHxjGh/6wL/mpxYJY7OJFv8G4T2C286rNLS/96HLAPYC9BSlAR
AoXGeF8sYuxuEeIt+jiapUFQiCTGmveSSizmaXctXJBdzOjuiR0vjggJK7fbFUvphjAaArd/8+G8
NidcuG1zt+AMtbBNxvCeIxBcdfpA8lfmMvleGdqgulkQD7M4heqAv5xEHKhjfhkVlljNteFgzM4r
BzQ6L2IDEzzIiIwu6EcGmkkRTFvQgB9yaGB5K6NV2vOvdA17gdtXV/0RWZFTHRwUiU8ywWS2Dyry
gxinWOWvnIQA9zZufYpXBhLITZns9+IXU7nxJ+QFplZWciIScPa5lvH++DbbQIJrI56a7fgPmq46
+a2cgnPrMFpmqwXC5sxyx03+EO+FGBJcofCPTZsi9A4w+KZnEnQWj8W56O36WqbjMP7hgnezW6AQ
fF45hr0NotOIZ3er159QQiTxM5SpbaO4rAI4QbnwWB83x3h6NCuoL+64RLlnIRNEl1Sx41uwpEt2
ShJM/7tOz5jK6MiRrNPL2wxWUofmxadkhEzjl6qKckXNG9UolJwnSVPPbqEiSj2/TxUGVW4AEFLF
CtmZogjqI/AGpaQCTNQuD1Q9LrkACirULXBH+aMBdCw3jDGUfpkcm9A3ZuIdAqLACi5VASTp0WSU
vu8tjgn/7CUMh5BQ1QbrebpOuyWR1viWplI1V41BUBsxWW1t4q26Prz3mlnbBwaVNncD8ZTNX9dh
JXhEviZhnKZ1ygjUg+P5jL59Ki9TahiZMY8JkT4lSDvFo4cA9WPED+bd9qQWD0cnpsCAoeBi91kK
vq7jRHL7RovoZ9NFmPtSErT7HtHJNxMSfN+kBIgbxICzAyyeKANkqVbcpi9tpZZP6opleuxCApyJ
KDKOPKGAc7EMWa1Q1Q6ted3eJkmt82vSGoL8rm1Y/uxDAIasrPF61Ax3gHZ7GDaxAQLgdz3oqgzA
FRwm9FhtFxIVgFtN3zQoX4b+ca5knL+MxZSh7+dr4dBacpbxXDNhbD1kvhP0/QudhiF6NHGSig2U
tQ4EUXQiHvy3FoPKDMRixLPOnygvfBtUuOg/eUgbfcYINcrzpKSTvXHlOdYDE3MTP4kk7/SZMoZk
QTMHHp5xz+FKqaQW9cOMNjs9bDsf52xLPG8HP0O5RU/NOptdk00GSSywm8eVpDilzNHEzEK6sHpE
R+LIbNpQYbuEGamrNsFwc/BlpqtvgARwLeY0yN47YZLLLLCxMFByycVCNDL9cn0mHYjmOjNfnCnH
EyYS43/H5K3rqGcwTfpQYXGJBuHk3jEKJ4qkyHlW99sN5m9TV/8tdEELMfCGE8UCsAFLg0wI+Gat
nf68Tva40ao6DFV2iNyTlc1StEAFFCjSvlbrVRxgZWLmNcOM7CZldwACDXk8mrlQEhUDApW+VPNv
q87KxyUN0xTjVCpRbCLFhtwME+9tbrkfsUT2yS87hfnCdN5YtxYmB5xKmhcqQpBHNY9oTUxbBG/2
it56+JuZFjWShQSfjXKbSf4vEDIYqFsZyHIKwD8Yr7EgS9TEMTtkvH57GY9YIZF/I02uzareCr/I
m32H3P4dXT/LvcyfDTmz+Aw/0NS4BAaRpXLxJfF1h4nB+Ouwbjse7VbLXc9DegvTkMFmWTRqfAMr
Wn6uq6s3pJqJrSgNRu8RVJB5Mm48fJBZWf91tSi+YvJmr1zXjEAcW4T5u5nLHJsb0qJPhqMor/ql
69tDD4fBOoRVmb+HYw0Cz0H//JHhU3u20ManyJuRn+wNlsW7KiUwaxf2DforIG79ty6oVtizu8Uj
VlrvNbQ992+RZf+d1jSOQbSqqkedPfqdDfnSKYgGRH3M9i6pnb3vuJyLM9LTYs8WubpWKDMhHxFz
3O1QMMJUNuBKaw69Dv/iIjrSi7BHssjIY841UlFYHFXKxyTkipzzds0XbBRdinhtp7RNR0C3Z5U4
+kTztxet9iPSNPsf6qwmO7imDjIKmBpqZ167wfWA6NDGSSXYhKum5XftCLfJaCuCsLzyvXLAWMR5
NRIWhXBV2WhU0Cvm8XTiMKh+zNSJL8tw3m5A8Mq6Glu/+w5Y8YVo+Kqa5NeQgfwhsSBfHcZVdHeD
56hn7pzEP5PER3zDgm4WGEbN57QbOVfp3qws6C89I1DwflNSPvedJpTS5b4m0bdhaXtwWLn8FXq0
XgyK4PPate49TOWNrgOWSbMzK1IEJ1ztkQlztzplcYIJbUlLdd2Xa/irhoIxRiMcB9SNTYNtJHMp
UlCBYO8N2Qg+WIhmuouplPs0TUP62MUOd2EiCNACOpDMd46easAcSMm9XQqc7BpT3/plT1TnUeqR
db3zZ7pwNqwOjloxzfOrsRc4mTSj7D3ZWfeos72amXAaVheJ2GmKxl4Oj6zVupc8WZrbvCYea4dm
hsGZ1IF+LKE+MqZJgvmvU+RoR9iE+SevGMrmONjkkx8tiwT6CN05AZaqm9ff2Ke6Z9VPCSISe/MG
D5NTV0fqJhLNee+bKbItyqlDLbPVRCZT4K0Q09k7ZnzFQ17Y6Re2p4AZkWlktsfDmD+FNLYBVWNc
fY6eFXyH+TDle54EMrJaWrKnENoPfw0HH8+BJUJ3HW42hWhNKotJ29oWv/pwQadSWUbeJK1Tu8eQ
yqnbBTrnAE16BknEBnGu7kLgZO/9PAeYj32+f6qGmEeDCw2BEGcDbPaxzZwHshA5pwByOZ8JeyIe
qmYUJ70M5bsc3fIdcEv9MQwewkrHXsQNC4f8Ja59WNBDzbj+MlV5dSpnaH/7mb32BzIcOqQ46JDy
mxURFLVDTtkbuA3kTRe1eXqG8sByXGNvnS6ipn1WMYJv8E4Le66elxE8U9tSDhBsg8jKCWxoxvSO
5EkWa/BNlntvwJjJ/r2i23z2fIvQZQwgCjtQ5z0uuIXmg4UT63eZptO9UZj0KK9dSdE2VWLdhFhM
wUDKlb8sG6XXDuuojSYySUKzZ9qj84ONCAghp2YOvNNjuOHX2bYwzWkC51Xx/rJQ9+sC9Lih2d0l
fTIOEcOhqWUvjhLggHAC3jO5xsWbJPjL3q2FIda86LUCKzelJEN0OqYFS8CGiWPFUXmngjW5RhjT
znv493nykevU+5shdfJ3aLg04/VywIRRpc1nBqrh2s7MBv83DnRiuo5EEayy1G9wf53lnmFtD/0D
xdZtOs9udXHyGZIJ0I4KVJHbQfbMaVyac93nm/ASBgXcp663k4MFenm6BlXJMlH0KDwZVjjybuoq
62dEjH2S218dXmtisM6RaPrtL5WD+n3cBOzeJDfJa9HDJAzztnsu5ir4CnttuEU5A/GpwgI5LLYr
oCoxCr0RowCzSYMGqkcBTStPpB7CjeOe7Myud91qJvoAgBzyUGyEcHS68kRicYNDqEvi9CzbBtKI
MlTvhxT+mORQl+avR4JRcnBohQa22NraTAmtvmDldN4BrLPDnX1uoihjXs0+1wKDDox0CmoGHraM
d9xorEaAfbF9GDMVPiFV4+rGtpbcshNmjWXbE72d7Zj6rSQcN4eu38SvCPWxdcaJ8U7twOKSLwc/
uUMu4ZaZOavNX13Tu7lt9dGXVZ1eU0CIe77/DlV4m6dfWJCbX5WqGD+3sUiqqwTCBoN5y2ZCkLFK
0sd+Us1zTEIO5XORyFuBywn8zuybjyQZuKXZcYh+nzpuEhwmnxz7ne1WLboeJtZ7w6ZL7aYchyRC
fd3fezS+ePOl1X3xppOH4ftx83fG9UOeLBILhKpizD9ViIPaG+kkj7WdwoHCmTc8hsQNMWrMm/qC
gL2dmD8FxI5tRSfDjmB230og8+xD2BVvXmZiaMBVqvpSJuk2/tcFesERkzB5BexfuY26FLWt5808
pQTM1HczwO3vBE4RYTdrl3VROhTJq0ZOOvPi1sOdaqrZYonBy7pzixH3Sun1AwkHYfzDA844B9Jw
zXA9t585GavnZK37ei8Hvfx2sF48snAYZMR4vQP1DQ/rLl6H7Ykhs+4tCBZzIalW2NGqQ3vjUcXA
M5xkKhLAJPP67iB1vsUNiLHCHgFp8PHZjN0CObXo9AmbNlBFUxiPfBh0+8vswO6yWaxStBSWbPZl
aHm3DgUYWS1Zpa5J/8aqxNfpNnuv91gdLrNHMTYQMGlHlulddthUJ1iBnDU0h76w/P6ASJtPn2Mo
eC1Fxsw2RdzD3KNrvTPPP79aWzndm+8q2rdqnphjDAieH5dqs0pR3Kp9DV4/3wY92GI7Slp8Q6Wg
LRsxDZx7XDcEtmTT9ItQw/qZxnv6mtO8wFakicmxGDW0Uc3MstqlRIrbUbJWzskdCDukXt3Mu71X
F69I1vtXDXkv53LcnAyZtbCxDoF5w2PICfTypiz4y6Gigj3ek1wdTDmYzxQq1tvasn/d+R5T3ANx
cZl/7hTGslNCzXqv1UjrhTo8R/tlyuzVE7gXQHESTH+Vaqt+QleYotXBII9PK67nj7Sl1orSmknl
Hlajc+HkoqHXiFDKvYVcwJyxEiR3mLnYanlMPqAyZlw7JJNVMo/wGvohHvws4Q5g1Q0kPWnMV1Wy
8TnijNIHh+gAtoQdYhvGnX1v7dniT+kT8+WEcqttrP2ME9K+G+bcmfdhXaIzWxRr2stAwugLfl59
Bhhosx5ckTuyrmXFygrbzcdDPq4x6AUeCW8Picf7GK0BbmRPAuVwSRVm9uP2uEg+Xt6iA9tsmBs0
oNAq0Q32ZHJZgd8dLWzPNFDEgS+wBEkdn5uO8qpUAjaEEoQbIFIi95XNqrZBIIaNOSnHdGNE8cnV
gU25ewrIKkuOnePPv3U2b8SX3sUwzMpVoGBA7kFs1zA2n8xaBdgCFxvKzkJu/CsHaAMlxiFDb9fV
iC/3oihg8dh2hjikh6gNpi5rnM+hBTIdcYS79yu8IWQy0pAdNaHZIoh1EAvL/HDDyuq0MOvFmfNM
H+vKL9/UsqRy10LZQoBBvVCeB92GpEjj5ItPZHXRhjA9BFXa09r8zcccD6Q7oOa6VFagoRVSyjB7
FEbE54RRCdb2mfxreEPl7bpMwuJ6Sab6xQ+IP9ljm4jDu5zz+feYmpRdUdMpZ9/VsaF9Jc/3i8EA
rJFx1i1DJXZ53iNsmLbf47fMH7Ki9wyyBv5wj2F55b3ASkLmtqLI2XvSSt9XUaH6TjIveSin2hsO
pDuJ0xTYZCrNshhvqffm7OTSUmY7wUVk8/aP0HS0VTjfAJ7yT2eE9RL1rVX3L3Da1WNlj2wWzer2
9kmOKEPRLfc0d+wQMvjdEKiY8bhd/onttP7BXO40UWnHeDaInnTWgyX81MLRhbuDYz2zmKnQp0Da
o7hLSb2c9lyYPZUMZK/3qVCA+vpx8D+Fv6oeb4znIMRM0i2d2h+nczxKgRCSCLv6qKh4fzwGkMk+
R0dOgYmt5QG7EBeubFjbYcIafhQjmp6RhBsAU8IVF58mG9c9WApZvaIYYnXX6kEcGKigCGGiRyNX
Qlp4Yd7W3nQM5fBYlX1tXiqAhsEOQQ7bFrQ5pCojY3YZS+ZBvuH6iR5NKpmdtS2rgKe4WoDeM24d
/6woq/KD7pFY7B30Gu8Fp/ufmuPoeQFBm0W19NeDouWEj98k8tUb8/ra1iSZ7EXjsUX3ZPO7Cjxk
NDCk2gfAZun96imB0WAsl79MaecfGzvLB+Vke6WYt+b7FsQf1CoxVIcS2uhryhf8xJIKpVAxMtrP
0gZwfRfWAk15tU3awnbUM0ucitgpzDzFHW8YTCNq3cm0IN+Jdh7/UHwxQ+WlbPPyEdFM6qNRVc3k
MorgeN476TJyiNiunMLnEC9afRzSyQ92rrOYArtNbwfxtKsUe+gxWp15GW6ywm3YLyO00r/JAeBj
Cgp2zAy4dWZ7lwRO/8jqplk6lEeMldmz16vLxCtyrIoNcMbzucVoDF52GogLnNl1LzZvSuckYSG4
9dDCXjZMh0fqewc+ZChCb35wkc3gpZCcYN1D7AYuyxvYAj75a7lfjsmr6zt2paKR7xwHaJdLwP8w
ssBYPueEQgPJN20wXhNdF4qjGJdcnnwCDetvPK1uAC/CbbWBwdg2/gGwA5DEKy+EzEr9nzgj0Pm0
dHxcvAw95+E2VWOg67MKyVzyr/Hrs4A4ZKnK+EBmr4W4c9AF7ghxAEU4g1FJya3b2cz37a17oMPH
0zdTqoXW+lDC6a9OSL5Z3YHw5JCsxMCFzw2lg6uc/EArmp26IXUCsROBqxitNhaYAdSekz6+Aswh
GThKUyzrIBdcjh/cP+lbHkIY2+U9ulQqi6x28ND60qM/p9bbCyJL7yTSevLue6QipeZ82uG/tn73
DNz++kL0r8xyex3loAYoqCqCWqIhi+UbS20SfMbGddDgSULP91mDgWZvJ6r0omny+7+bZJgMACPy
DXvSS3z4SNnJOi88kKMAyAXt2Lz8VT5Ga4Kwq5mNELJ+Kh8sDcUBH5Z9RlLoSkYQbX/bjpZcdtC+
w6+gNMsR0jvTeSI1BpRH48AULRAeqjgzDtnHjET/d0JQXnaYa69m7kSzRuIYezF55u/B7l3RNKxn
DFNU+QCCKcrauQPhnqxyFPyvpW5F1QL+pq8LEAGtA47D2adajSCAxv0B4hEB8Y0kVSSb6vCdyTry
FaywlX/ls8JHUqkLBJDhUFlPti+Yz0gv7/6mDGGXqFqlHK9V3rvP1Hwot5KQwni32iSHHoxA87KT
ErCSsG0vv5B9gp+krVmoRJgfUR9lriLD3RNW0F0N2yOyz7HNWCfbzGsGQcpBvBvHeZBEBJjlID+c
Vf3y6WhZpqKjcMnOm1yMYGg/yRLpCtLUzYI+bGaNRQ3nMvRpWwzgHA/kn9EEI/CGRlATHDKmvfLP
uq+HqzzWib/PJtdMkZIxwwjwK/zbcHXkLq+b+AslkX4LUYVSpGKy+JFO5/0BEDbxmPgLT3brDsDi
Z7i1u2wAXrrH2ibeQpvp77FmSv2IYIz5Er9bcR7R2D+CWJq/ZO21t65PoO0xY4cTH4iqEeFBE8LG
jeltaCOvZ2+9Fy7G40h2fMHkM/h9GZGqwVQNlmto7yBtwSxQU7ywLM3zP3VZk81a69q6A+pUwn4L
7P6qLmr4yoGvulOVEeB4CbHcX9tDX7wHKQcyGaGABPfwDtAgom5Gv+QMvgh28ZpVb2g8HHx+wLi+
0qxYvg0EY/pr1CZ6J5cky3YMhul9aIeBzvJxcPNrZqK//NQ1H+46NA+x5ItivlgziKgtuPVEiHng
chdjf+aVrFnTj9lT4WwT1qzylgnIuuJ5E2TOYb+bmdrQ7WEioHjFEBAkJv+0G6CtTpFNeBYsQA74
ntbsLVycwN+naAnDY8uCut1RELApAKosMek5XNYAzk0KKIKALZy/2OdIbgvMN83fQkxyNw/XfI/Y
hnInzraui2ncbuQoAmbZulJtTIXgQ4ZisyWvFTQaeq8aORx5FPe0WDMdu5XJ8cxksu+i0XfkAxif
+RP/Yv+Z07F8s8tNRhq+dX4v8RY/sf8c3sF2988zjHIoQ6kDXsfxfH5jIJB8EP+J8w31JZX+oYNP
2p47O0gBa/ThRAbX2LIIusrQ9RNP5eMjcA//+I//8b//1/f8P5Of5qEpF9bs/1GP1UOT1YP+r3+I
f/wHW4Xtn17+/Nc/Ak/atpAiRFUZMPBEg8qff38+ZXXCv+z8Z2pnqe41i+bWq4bbCRR+G6fTw7//
IfJffwh2EeUSouK4KNi8f/4hEx8dj5tPkJa/MOck8WJ9QSE6oOgJGWrt/r9/mqKmd5T0PN/jF/vn
n8ajgNlQBSjfbOrJA54roO+LG45XHuuGv//+h/3r5+dItgsq8EO0eaQ4/vMPKwDhs0Yn6AvxWY9P
iSBPzijLe//3P+ZfP0HpoEu1qd5cEaDk++cf06KqAgYVCjhjuMpuAXT46ZtBje+fF6Hi+Pnf/zhn
++/9X4+FCMMgINDLk5i2pAuL8Z9/3sI0cSRRz3+s4ZrjO2hgP1DKJSMDwN0sdWdOrGYRd1fONHUk
OrgLZXg4xuWXxXbKPQSzTDnmOfqmiRXMqld4QHUCI2QSLQezn+cdRAWcPtzUp//H3975l7/9/+Hs
PJbbRrYw/ESoQuhG2DKTiqQkW/IG5XFAzhlPfz94ZYIqsnynZryQatxAo8MJf7CFY7L9dCEsPN6n
j/bXoh6wMgVENppH5B8TDAoMhIAGfB8TOA3+w5iZyTe0CCf7y5DrgrsrRmwk795zoYfV4frDXM4k
S82xNZWc1pRE0+fP0gyE1DQE/FPqWRUeVcIzCdh67VtX+hZaVNCMVNo8d9dHNS9mwGEs/mHH4Wcp
p/X01wykIXqbTde2R7tL3Z/YMiWvHKU0RiauOIWhVnTD/fUhtctZZ0xb14VmsBE0Of3+7zGTyWC2
UdXjwLdx9iB9B5RA8eKmb566uBR1a+C55paLOaFW6/RmnH8o+N+Oq8HpvBINtxoNrxungXM5E6aG
DbPhGCYIC6meP1U+Ajvu2woVLXxxaytG4YvFse/0UMglLdoUlULBSYRWb2rs/IGLeHljYqZP/Ndm
4ohVORgA+oJnEY405meEVaMoM7jaMSWVINXN28Dckh+PyruB9d/zWKddSnW/RVu+8ofKx1hI7ZID
/U1HjQ6GH8EqJJGTCUIxHEdidf0B5WyN8oAcFMgucL05jsaDns9RmZWuFUGpPnpdoY3hwWxMNKEo
aPgYoXYQnJR7UQ5tvx99G6Iu3bbR0pZhaTrmUbU7Bz3nUkZ0ClIEPKB1pNgzvhBLetUdvHEU2Sl3
db9LRJwxQy0U+vnLaugS1AFDBINI1psQ+dQB/ym3xyC6rF8wIPXrAqJETjaIDZNi1yvdU7Qdbh+y
2/QaYckTZsV5tCGZJaAE19cORxvtow4Zqdqv17DO/W4dxiBSDpkbgMQAUtm9yhZJ8jXOnnTMlz75
df3YcPKKYx79afHGStiZzxjpIlyZkiuOSySJ8DzTAbFtlTFSlRNPFb9rFIqmIrxHeiPjLmh3HazQ
5NAU/eOoIMH2DMYNDu+N5TzfZdO30oTq0DbAU9Dk8j7/VpjSqCl6mtqxQ8fyHoFk+hiTNwcmrahS
LFOBFccKYgosA0oeLjKZXUEzybc2MkCO4fX60plWxvnS1lk13LaGIwUH7uykrbNOeIijFKd6dJ+6
qvd3DnzzZRdXomfTR79tkSLr2brZjdPm04Gl1DUCC2c6T86nQelEjrJRXp4Q5PJ3aoidvZVWFN5y
PXkOEZ95p1DED0swxLvr76xNR8bspTlcLXazJi0bMvn52ADCWAv94J9yYFzOiogYd9w+h7sHzBlA
BzDO2HgNWg0gAqZlpw6M99fYIdW5/iCXc2AIXVV1XZNSqo49XQJ/HbiI6YCVzRT4KxYrXbiavtDi
ZLhPEC3dqqIIvoeq6S9RV1a+XB/58sAQJteK6TD1WDDpsxMNeYIRwdFMOULm68MN8t7+cE8qHYqV
EPqw0ky624sMnP7Nw/TPW53PPu8K+ETVkAiEPD+7ZtQg7itQr/GJVNTC9Kg1YCZterTatBg5G1R5
aQbF3PVAZ3E98h2Rji99L5tyUQ/wifwVoMgQwJrS6uYOjl/nHnWOu/53X+JZFP4aEgSvH4bWLfRt
Fyadv6093aEnioIcNqJ549P696HgLswcEzy0fkpNP5aAvu7o3GKSGFfsQpoqgfqAIYlORq2q9JHw
HgJUAq8RBzbquG354I4+lCBoLBkinF6JogPU96ipXgnMsmdomeM3lxPQPcqsKMxt32sUa1vYGM6m
EGpYbSuYozS1a5P83Dcb1foxwnlNaJDAsDlIU6IAgSxJx/9r+KH5TDs0uU/DrlG2A9pAoPtQRwFZ
OzJh9aFErQwTKqT8mpXVGjb+zZVuUtrC86N48RVqxc+409fJHTRTXG4osdiRt8hk6+KvCIUhCO6r
PumjjVX29gmhCKRTLd8tv8KG6kOojYjjfkgzkd+QaUO5gG5Uhb24lZrbJqDtD84VVbal3yEws6l1
tdvZCeClL50Yyh0A4RAsqUnyDL+REG8B32rw12aoRRBYsQisSh0SaCXCnyWNHdzCUDN20q03FKL4
ZneeZT6XOiygZyusQF4bmS8xQR6QQF9XREQovgImQqCh6FL1gb6cFRabsRuBpJY45NhLaEJs6T6D
JvpRmlqX3VtAE+40HNXNX92Q2Ih9Jd0XPRt6et+S0svKw2cML44k79awX3UgQVDYdlFvkSQtwTn7
1ZIO3qAs1Xi0Dz5k6mErOzv7ho8AGJwO6thXU5UxUpyKiU6niVAFFkCjp5fD1ux0NXxH2zV0tmis
5gO84QKocpnZmEOEtvTR5xm6jn4OmFUn3g9GH6t7at7tf0WceBTFEBiHbynQm3qrOnM07htI/tbG
14H+IvdVt1aCdXOoT0aWor3TrMQSL/Wgob47KaFrwUokjjk8sRDi5HsFndl9dHs96/YKcE2k1xUl
zLcW3SMYnloXJXdpFNTyVQrPa+/HQpXVou19/ceICgmbq6P0cdfpCdzlJfoXBeRGH5WByRIy3yYW
iOxXpRiV0duYJK57ALSAMDZTUENElVjqW6/kto/itJlPri6uzDahXel98ojAa5cr4KyH0gAuGlVH
uKZh/KxjdoILeZQo7tP1Q3IWg3NTg8+hjUI2jxiFUGcHFdhSpcyGPDy1TeE95wFKwAtQHpQD+wA5
H+Ic9caF8OfcnZ2NhuBaotcKgMsyZsEuvh/sZsoVxyigNkxBBoXapW/a9CbxvIs0YDg4QI1YmRmb
usCNlvl1fQdzTA3pj/vcppK/9WovKw70dIxwUrtm0yCAMqIGnOgYU2g0iNBRyAbD+YkLNfrTIMj7
IMO3AXQ0TcCg5Ky9EaFe3nRS8j6kMpZUKc3P3iuxVcwjAQ8e2SU8Kp3GvgEgS43dABAQmGLrA0Fp
Hw06o5m/qmAT+P9+60tL1wQShHxNQFCzW9+sEtRr+yA4UWgk5kJnIHqqHAyeRFIAX4AetpMI5e9Q
prWOvaNUawX4/Y3U9nJNsdup0yAs7HDpO7Por4d2FzsaFmixTNBQAIkaDN6Wjdvba68j+9pTCDOt
G+vqs1GpvhNqUX0w9Xl+gKE1fGbM6E+WqvrHDGjDr9pFJMYEgfoEdUcz/j3KNVXLVgmwNG4p25jF
lW1eY4NupNmpwtEp3SnQ63qYFsjwlUWWWShB+7b9OBTdFxiM4bYF9Au5lDARVLgvnq9v5MvVZ6q2
aVJUYvFR7Zmiob/iLKQHRyfXtPzUlVn8rUI8+R6RWYlS4JjfAdQYoYp7HDddrzQ34uvLQItIxzSF
pF5hwCmeB1oW13/cF9nJaKrwsW0MddV3svneWzYahrEkaYZ2drr+vp8MqpmgEage4Cagq7NBeyBv
aWUG9cmlI76qmsxeh7mv3g9q5r+hChId6FSJG296MclEC+ToaPdwctmWmG2vyBpwE8xV9xTFZrPB
piF4tUM7+4HsHB6zGYGIdgffDMZ/7VDRvv7GnwyuC93iXQXTLOcFI8SDM0hnbfgCoj8eV04lix19
XbnVcszcLCfIqoVFiUhdqSkWfNcHn1UoWFNTTY/DhYjCmtKK8+VFWxHacp/HL0L6HQB+lS9LpHSv
9jFideggA2iLjCcDOMpBCULt5frwf0qUZ5eGrk2lMv5UoRZS8Dsfnxox6jlcRqc/yslLJYyhpWR2
K3/1Dt521K0EEA7VqrZhYaavyKpCZLDZv2+DmyaLGvmyL9cf6WIBcsSgUzhVI8xpGc5vzgh+vxJj
jhZGQXwyEkvZqbaBqZiO9MMujFr3vh0xqLk+6sUpR7OXHYbQBJ13nfrn+TyMjoGunCfEqXAV174b
4O3eu0WSrfWscCI8TpTmx/URZ1Vdvrxum9P0AlDXHKHNTnN4Z4Dr4S+fgKklr1WBY6UFYnmLiqxx
Y5FdTqlhaNIgVTe5P3VHnL+cByauhTLrvcBnKr9mnf4BwthEQNYA9t24TbQ2lTz81ySdKFZwZ+qq
5PykcHE+aInlDi6isGWDyvDuyNnspYoxEmGeKx+RrrTuipSwb0Hk0N4ogF5OLSODMrcIwCiSzA/O
Ue+zPoob/yWjNoP5iYe4r9aW3hM6LXBzr39HFD94k/M9ZMBZcyBOCHYRa/f8TTMWMzlUYJ2IEory
CAWjKzi0RgjMa+TSRfULULDbvoK3UIE1eVpC2ZEQnNZ11vStijyCA+6/qmst3Zh6rvxEZQL3tCoI
kucO40d3YzQYXENVAiNCAa7o/UNhR5WBcYNqYclXNWgi4xU06WfXQASDibOQlPuuQ5fnmWhca34A
rXDix0jahUqWhaxS/wQdDwu6WjFyxP66CoNpg6z6S54EyRumkD4OokGA+M4IFRcjlUYtfmgcCNEq
M8PSA7dSGS06JGn0WJWN7a4IrFU8vPy0/IXYxoDGQVPl9QOQSOUjlKJtHrWor774Zaa822lT/YjR
LQzXXl+Nz6ZMXKwEW6CN96rRyJPok/FHRxXuxU9KfDmiltIy4MKeNn2g64gc0unyHzpDDwDWqijV
H+okzE6NqzX1Pk2rUa4yOhPLHEkH+wCUH48hGvIgFQRK8AmQ7H70drTfQD/aEFC/oKEMQKvxqvw3
+EDIy1Bsymob22rnv6Rk7sovwGdF9jw0Ubgi+sv6jXQmI3eXMss92kTQgyns1r/5T+hHYsHuh2OC
T1qLGjMA4Glq+6Z08Ay/ZsiFYtbHvXDAN9Ow10HnNuFq8LXmAyJgka3DckyrBQW8CvwlJVljkYOV
Ir7l5+ZKh6WAJroeZZmJWaFHYxN7Kt15tsmW+o2tZkN5L6hdBG+yCrHPmOykehhEngFhtyekWvj4
cVlLKTK5K7MUhVQqjlm2aKCZiK0MkqR5KAZqJ4hIIRj6xZJF5B4w2oQxiVOpGyDLS77l5N8SfUL6
Svg1XxprcKMVoLVm2+JYZ7ygnVQJ+vYApzc4kAOcJ4wcYGvoDgmqortjD0Yjs98p3jvmD2CRYABq
ZN/fChrnMKFxpQzvJP4kk16LBmUgsZsk26e+G3zHtluBpekFCql8O4GIV23ehT88riksmpriWxKn
mLwo6FZtOsdHEDkMPPuhLkeMaQsX8+l3yt9ZvqJ0N1iT6xCqFxbrH1nHwRmCry14sZ8c/nV1bGA5
PwJgw2wh9xOaBg2HWwO/tKYrhhC89o5UaK0+Iz1i0re3AtM82S5F//sYcen7rmwddUdMxSlCTSAC
54hvrl8MIHKCIniCLtb3G2cCur1lbf9HQckSfrfgUQcVVGtCCwlyjJIam77tQFa6CGG3O5gSClyN
NgJPaVkVT1ShmSsfQr+s30GdNT9GJDd/xhqLGxDKJOZZtU71DapqH9zjYhZm+35I4baMA2I5Igh7
5CYq9Kj3au8qLdleGrzLBkeZn25p14KSQIOYkd6E+o9C1L27i/IGu744IUBedRhNBEC46AvuUceL
sUjBGVIcfQcd1GVklF39w62AyBxakPbjS9hISIawr2uqh9JUom0Buh9mR53LLz3rUQJr4bbYRYPS
017EfA1IiN9GmzAPgnyp5l6Pfh0BNJp0PUC/ldrartjDewzRE7KgIzKDiKChZ5ToLhW8ONBWtVuK
R2vsLTDCIYSaYEM6bFIoFHH+Lhwt6BaNdLsMbJSFp97HyN+PhxQ8001KACHfasNtmofWpZy2TDQ7
Lbd9YkIXFJ5ufoErCAvKFWX50DCrjVwVkwfznZHDvNjoLUWKhVC0MNn0EtkX9LxpI0QiBVJul+SZ
J8dsCg5mBzMdc9mDdM5XkHgUVImywVnzF+jF1szq7Fc0BN0v8PHpm4E0YbNrHT4QEBEAbDuvUDF7
VQFAUYy3ZPU9bw1dPqpGgJWnjosZhnJGbviHoVYhF1IqRPVwVfQwH7aKBprliF5P+TuDvIWJeJwp
v9B989q7pnFksS4wXfT/OUwRNBCnJgctO1KtWcQgjE7gRDcYJ/q7HvIJMsxXqrDho8qhOmEvi4yR
lzXdjQv8MvRjWIusmhzEmhTvzq/vsQTbicilcZoIo+DqEHnlkLAfo3hMHk0zuxFyXwZj7HBBOmfY
Eg+weTkDRvaQGnplnBTbrL7BVp68O8GN4FhEEW8Sh9oVhRr/axpLV9aU1OstavASitP5S2Y5UpNh
68cvyPIjs+s5BVJ/WdI+YcYJnVIZUCSu6ZcspFPZ2Y0Pe5nk2JqmG4RikD7sC0BBkKgpJYvWPjVd
DljOFNTJMegJwOxI6PpNJAC9jlR1lrk2ul9R7gZLej1K++QRDCoAlOSoIpFYzKJtmsBlj4VH+lL3
ESaUXYQ0UIcJEXBnbDZpeqLV6al4VcJMxfIkjmT7eP0JLpcZMr80asDaqOhdzeNhUlwVHS6reiFw
NSa1j25yptLEAS52eqr0Mn27PqD2yTtboL+mfAooDDWc829u5XmdI8IH8xBVEqQku9Te+4VGGSEa
IwsVPZlX5m9EroInaseKcvAMLjekrku6ucAaoX1HYYT7TcDBvJaFSH5NbHTaKp0LAUo6qPhsw6Ds
7q0BXe0bi+Zyn9g2jXOyQDTQNN2ZrVjPtCrclv3yZRIdyQn/Gmfdx5qN0pHaKoDs/XbFcYFw9fVp
u5w18j/dsehx0bNnzZ7PmlOqChNX5y8G1BAiZajHybZubCSpRhxACGBqvHvAVg7dexc18MngJXr9
jae4XC1korqcclJSRBQRz5+ioK8Ro2uYvYz43/1XMC6+zD6Et8bPlKXej+r++mtfDOioFHssjgjB
BcYimA2oVrATsJV60eDOPRSdOqy6QMgDnZ3iYIR2eyPhvmykUt8DDyEp7HLkm/O6opWZ0PUiiX1m
ho8KHaQ/zr8OwJFFoygevrKwkt+60bZehdmgYwt+OHuCxSzkjXTxsggyPQrvzZXDLaCKaSn+VeOz
ZF4bRdi6LyJtuo2BYdIjJPt8GXBuVbRV02CDzpGy6jzV/Yh1dFUDrTS+gVPXTjk6j86Nj//JA0kq
rROwjG9Bt3mWUeJ7j84ft+Er8sAST6LC/2jgFKADLYfUX+KqFqwKkEyU3/VxOHgeRORVhJ3wV6nn
6n91izzV9eVxsSscSWlMMynB862oS55PEfBZpyg1H4msAobcAgUD+zvI4+6b8Ed5z9XyPkhEl7JG
VfdRgEHzjSmZL0+NyEAnPrGn4SXX2Pn4DgLnMm6A3SpFkPuHyEW289nK8bjewdpGNd/KpW/eOLLn
RxCDsivQgDekSXlSn32G1EuDJIxt+zlCmP9nXZM1byt+qm91lYhhbfbI0mywdCzKl+vTPa9Jclvq
FIaA3+k6hfT5dQXEFMgalOMjMBbnP1yo8DTNRg2Wie50zlqOofIBQVnBhdwE33rjLLjAmUxATbAN
KpBSAICAO85nG8QelDIpvWOWFv33XlfMNc64Sb404Lh8xJ5Vb3EaUY6Yx0J5hemHQHI7LmwC8Fu1
q4tzgmehBk7zAYlU0GVidjAphSsqsA7xUUuC4WAjrQWZXQ93yFmNdwj6gAJuHMfDu5dAbuvaY/Sl
LUfX2F3/Ip88BwcSOSjIUqaFEvv5nMBoMJqOYvER59F0Xw5D8ijK3iIPBKL0o4xs7bsl+uoFWL/y
iwKlt4ahfuNKv1wWJnUtlY1IVYs20GwunAiR1DBu5bFpaXEuzRSG7IosQX0rVZhqK1/gXIPoLMaD
C1guzS3A8OWGIHSyBIVLMD+E3vr5HDTxWKMzq/bH2jCSY6T1yWa0JlNIF/ZxbHTKnim6FQhME/t3
eY2739YsbiQNKCMlvdkuRHnQaHOso49VPSLdYropRn1dLJU9lZ3wxjl3cc4wDHNLqAzAhS0wO+cC
UAMlBlraEVM2OGMmJdyFn1Tu7wAru41nCPtGmDM/WKf3EkA6QIwZtB/02YBV0lfQzoB0iXF00OMY
0wfTBxn/COyi3bOOoy90suWaGi4SePYY+/b6+sr+7JU51QmLLdWQcn7ziwwl0hLnyiMsMw+bLbds
h0cPSe+Nmwaato/ptMU32uMXC5m3lqiOUuHnnYlRzxdSAL4kqaJBPUqvAY0vYVjsKK00yPbbrWXc
U0WC1p+4LjKymev/vP7Gn8z5dJdwpJOKkYbNtpFZF+wZZJqO3Gl49xSGX37NhaVukH9J6h23V7hN
fapUvZ9YGDi57f76A1wsaUNl+9Lrcgg46LNN0/NXwEGzIVcHRYcjTv+nXgkMCsUeFpWyKB0Xt4br
o/1JnM92EDVrTeXg0nlt+sez9638VKeG5DjHNHQAaBVFC11whWh+d09Hr8YktorgVyeujzwb5hPA
MjMkS5T/AJMYBhXrtjV2Ddrja1SpgmjTQFCF8tEKH/DSskDjJrmD9q7mSNll0t/QK4NdlYWSnDq3
kLTKdRxVEFAbh2oxmiBaobsECWhcqMeUxIM8b02YYzYmt72cUsTaEfVT0PZhfSvWmwLn+VyQgWms
9KnXJ2Yrr2oDnD5G1zzGQ0/Jqc2OoSF6scB5Q6wwsCb58xG3v2swz12jwNZtBebs39FPH94dD5cW
sKPqrYeaPsDsoSac8qThZxs6jZrz9eALvZW+EY1HLaXYvYUHVjr3kPcw/YYvnSr4AMU5VcZWK5x1
XuuJsvU4xYJTqOWpcmO5XBzyCPPbKEnBjFZ1R5+jK8G++eWI28NR11Mfk73Md1fB0A/t0tJyuban
6lgYucbq+ir9bFgH/g5ZDzGPPY854tyzGqFn2hGdV1XuER8wwapnPlXroshb5b4CFrWpirq+0aj6
ZDNyn3EKTDca9Ynp939txr6Uug+uTz0CRot+m6WNQ0GpIAsYIrpX3HjLP2SN2acGvciAZJZE9vPb
jMsudfDxUI8unJEPj1Y7GkjkZciuF7G/oqE/hnfA9zEqQSwHN0evo2GhpWG518AY30O/H9rnoFXN
9xbOIuR2ZYQb23uluirNOhzWXU434qUBoO0va78MrFVmW8UuGCV+tlmUp85KdDg17YaynbDv2lCj
H+EbDoyx65/0k1Oe9GVqjMEIoLk122saljJN2fbGMQ8dbz3pJi1No8BJCzR4vqPEjDHHSIf3t5L6
Ynd97D/90/lE01KfJpkY3pznUALcXFRVrn7UHAAiVE2dyC2WlT225X4AKG28IN3RbXGkN9QHqh3p
g0PKjQ0W6eqd54/2gCxb3U0KoYpMHuAldk9RlNr6jRXxyfVLtXOqTdGjpWk0uws0T47YqBMAlIOl
foHcjrVXVPXNMkH6N12Vdhm8XJ+ay88CdJZ2v6GCtwAxNhsxQfxAS+JSP+qmOnpPDVL3b76uxMOq
t1qtJrlStQ+w9r63N6xKfLk++uXlSxGOUit/cvVCGTnfbkPdGuD8uPuaiSpUoVvyw3JlizguICql
wL2cSqCDzxb18UrBmvL68JfTraENQUmMrUe85UzH0F+7nbcUHK6jcfTyoF63CF/ilZLoqI9EgUav
QdTjjfjq8nwhcNXowDt/IB7z9jAAygYpR3B5buBBcYgsQRMQEwdriY2r/nz99S5PUQaD9kOGwiTj
eXv+esOA9naVp/JYDz7eSL1VK7/ppUAFMA21fxjUyH9N6vrfAxpIJLbGvxbpoj1/R6Y0VBLWGn4r
SvSfotiUA0G2WAeMGHCV/vd3nCAzQBk0hE+d2QrSadUgFs1gOQIwqHP3inI0W1d9AoHq5UufVAg7
eUxurg97mQGyZqea3HQnmuZFRVL3AyCWmSuOiIzgND8ISG7QV1DMkQGu4WmaVD8rmrDU85VgnY7S
W5Mc6R//z2NYUypqGATs2uwTI3WFdJFiiWNrKBpAISPamFAiAOMguXaHhwM873DIfwx+YD9WVeZS
lQlu3daXJQI6ShyunOxsU5Pa4flCM2VRIz9ianyEqsHMcqAbvqXF5DlrzltQW23pm89j1JspQSEG
VVCLkU/hQPHjSSunGI7X5+WTjQ2SSoOtA34NzNzsgVAoSGME0wXa9FFwUMvA38BQ0ScZ5ui+Rhv7
xrl9ua3BS6lEzQDWuM/tKdD86yDxQ8LdSDbu81hwMS+qMsm/qjH6MSkiqOWNM+Ty0JyAcbwYPC1b
om5zPpjjRj4s5Tw6aj3y0091ibDwlsyxXaFW5+N2itq5tUr9ovgwzTF+d9QWFMg/7zsSRLpkHN4A
Ii8qtrUxSCWTQ3bMmir5j+dpMLpDfGUZZYk9bl3X0+8iBMRuxKMXH5ZzmtU+wUHJFSnRnr+7xqXU
eh0Ns6hHt3vjQKSk8AjWtZ7ceiaXyX9cSIK+HBEXrUhScjCf5+NlMN6GMdBdjCnwlNrXRpO+ijyv
YiAEHrrekejHGzzRy1dkSCbUFhxptCJnQ6Zw5MAt2M6xknXe7DNHBlt8eRyU2GTad3gDouJ/Y1ov
isxsXzmVGCWHKIXdeSTqmzG+vFninWIU3VBGGtW0fJ+MU8bXvupFiOWM5lQHvXDiB4tKwLAeHA+u
GYSWpN8XdYExXovGu3JjY12sdfr8ECZVVIep/Fwmx/4gc5Iv55hYdfMWlV3yDhDCphdfBZV4avEd
/150fhMfMVtM17Dugxv52Cefg3ov0pIq1TZKI7MAqdWSAuXrwTu1odIddC/QPzAtyCB4YaaLPFrs
iRtr7iIk451pTE7YcqjIQPjP1xw+GFiVMx1HiEejcpcZcbKPc9tmN/cIVyBsn4sVXlgoRpJdQB+5
vuQvzjJBSZ32B2Qykj/alOfDYz5aRz0olJNf1HjmdchqbSukxPytbBE/uz7Y5buaHJu8J6V8iuvz
DLw16gDJqiI6hYpS73PKfq+jLIxvZLTvDniqDRBULKLpKNJyuz705RU+fVNQtkBtaa9dZP9GBqQc
+W3GBl7wBRi72GoYge3rTik/TF9m4LyCYFm7SonUWBr87kF03Njsn2y8Cd9OS4EC6gQ2FeezjbeF
gvV2ax2NqofLs8iNun4Jek+RTzaOceMCdhHRS0C9Gb49wHJ3J5QU5SOt6EI04nRfvy8nMe4by/5P
P+MsZYLFCVVdAjkH8H8R4KR1pqetHTlEcVzt61pTZLECqWa1i7hUhwDynI3+Ve57KhoxZoVqIlTz
Cpmw0vN2NqRmcDD48YZ479hI1WErknxVB9s2DkD9FQE8ZoCeEoKJ3TSW0/8GXtg+19CvxhP65jku
laZa5Gs/r8P/bnz5qYQyfzfa747G+YqLmDmb9DCMRs2qW3YYbZNyHXiGtcSU09vXHDPUkwMPnpwm
aHHQu7+LB33YjlYZ3VsILt/YbRcxOtPMg6BRYApaG+YsBWm4diyTqiLKsoZMdvBFvS+4+JXWulI7
b1K2stG69HDBfrk+CZ8MzKUG/ABYLrnInLCLAGeTuRxBR0eWGoRmPfbeA3B87RbaS7+kANW++p6v
jDe23eXxQkQGDV7SyzF48Vl5649WELxZ71TXUksgj2nFEpR1oS0kcno3SsuXkelETwXkDJabJE+d
Z3h2XtZpCz/m1ODb98t3rSraooxs1E8dwnVyPYC6mBjTplLfJzX2eS/AJFBENrQIIbxKLZQb++qz
U4d0ZbrOJkw0dabzDa8gnyqK1vRPAfqabzm3+WOTqbRoNGOSOayDYpHEUb9PEjT9Qfm2/QKnonp7
/ev/wQzMtsCf9hEtB1AVpP7nj4FxAjAY/PSOndKk+V4ECsas8Bd1GPQApMZ1EmQtsDOUAkEatpZ8
92QFMjDHBL3Z9ZmSum8u7nCYTYl4+NV3BvRY2ymsJx2NiedR8318Wlq1LZbu0KcvA+RDubRxEa8f
ATsh9NeIxHsYPT/+ZTUEHvCLU+O+dABBb7zICIMXWw0af6mYFS53cPcHBrcj+BfwBFzzoKGsvpaN
F5QbbDFQD3KL0Na2MqsVzBttWEDShUVGYUt1nRUd4iz4EWp+sSsBNaD4i3ZiuKzQuUH6G10ge8OK
RfvSsYdIu2ucDu9F4tv0uRjCdrivYW53iMQrfnFATEY1vhsyRpcJsT99WPdIWMAy9W3cfeygGJ9Q
YzS+5U6qOQtUyYK36x/vT1Y3/3gQRbg5QMYBbTfOPx6W57FE4N891iIdfg5pV4xb31ZMfFvBFiNg
DsUR46ahRuY2qeyk+U/nKvsjcYREd1TVJf6+bVE/CpDMiCHaWfMDwGYRLPF9r/IbR9wfWYvZ41KA
sOnXTgkDj3z+uEHat8ivOcrRH9OkXXkNRr3LzHMH3D+odft3rd7GxZNXV6q9VWiOlXDYOzKZKsHW
a5EDISapKjsDOXKlb1SxZmk3uyauQvDoqDr+N7oq68CI1fy71oXRi4UlGUpGwahiTlcD6Fpno548
ybwzgW5GpmTgKglxEWxxSmCVtxECwg49zH1cMF+L3G+HYl0jhXRr/+u87HwywLmQI6IZMN3955Oh
UpBBCsBxj0FCUe47Fx283EUGHtRblPWQi/cUsXQc87ohVR+tsnYOeOAp2QEIvNoh4d7W+SGj6nMr
h70MdCcWv4D4hEYJlMLZwWzWlkCVyUhPkY8zyRPmOeNHKMo2eCzhl+3o0VQ37uHLEanGUnYjsEd5
ypzXbvzewF4ocpJT4FW6CuNdJ6BJrLZceNVwxLkounH3fDYgLXOOO3AU1KKn3/+VpuP2oFm6W+Un
ZPrtHTcg7OWhiYOfuYvt21at3LzaXd+rl9esBSNJUtykzXdZeY49JXFGrclPkG4qrJQT66OKjRGP
FVyblwYCfcWihMd/Y9jLvIn4hpyVP8D6XYQVSYYRtQys9NQ5OC8+4kLXZsvQ6YufcPhB4uvCHjEE
7iD3L0aptGa4kNAImn+fcHY82RuEOoBkzmxNtRY2DiURzAnMDDzuSpVrzkP/wxQu4gxFlt8Ipz/5
wAalXPpm9KtsetjnH7juvU4B9lCeMhj12yRzvzmYBN6Dxq62yPr4p+sf95PLnFejg8OyAcR5oS+V
0qHvhsEoTi7kPeycBgxKsEPA7pMg2Rg2JfGGvybG0fQ7oN6o48o2w4xV6xH9vJEqf/buDlUvHDwQ
7kGC7PzdsSSIoG235clz3W7r6WN+b0SaMQKSyJ6QnKdTd/3t//ABz48yi2VNDMkuBoYyLxpUYSgc
6vPpyQwEWlKuj98wBbLe2Y05VvKoek7ijEPlMbQK7T4AVexlTyqYuhRhcqOr8ZgsbEglaqoYEKA0
LKgdwMDo9oiIFLswRL6qvBTbKLUZMSprOEaQeLQbA2JMFrUbH/VYfHJtCBorJcTc7dnpcXW+/qKf
7GHWLxU+RwD+AqZ4PrOOCBWjN+v4VJRN/Kpiu7aJEyVhQKM75PkY7bn39tfH/CQxpB1C/jWFiqbN
GXI+aKJj3Fm6o3USIKZPfM5yhaKs8a3oSn1rKlX4VfdxvfKdhpn2PDM/FFD3dYQSUfdE5kcb/nlv
0SXSoZxzZ02w5Nn6Gpw6sDAMsk5eoEUp7j3I+CXoVPRrZDv1+zwC9XVj4i+X9FROVgEsW0C14VWc
z4EfYPoXtpF1ilu8SGEjAY1nEoa3IFQjDdXSsr8RWl1mJ4xoICQ0Ffwm6sH5iB36BXZcM2LkjuMH
rlxiGY9jgKF3kbbr65+Yhj5/29kGgvgJhHG6/zi2eM/z0VwZFQR5vsMpbY3Nd1/UVYuPSBjH4X+U
YXD63Xijj0JokdWBjrRNF0HgQM3JE2/s7Nh5B3ulVOqCHYXlKRhdBcohXh7xTmZmjLVuSVOZBnHY
2qss6mzvO94CiGRJVD/lMkQAr9z1fuodehXNnnvVrom34B718H2STrx6teGJxwlkHS3yyXyeidDC
BrNH4jyNmETPB+J8UDpavEL4URkOUFn1B91LKtksgTeoUNWEbHQyysHR3xRyNC6C3O+Bs+KBi2KQ
QKxKJoa7QaIC4USplrgtK3hHfLVao32cAvpo9z/OzmPHbaRdw1dEgDlslTvYbXeQbG8It+1hTlXM
V38e+t9YlCCiDzDeTCoVK33hDcKOrR2kq7DeVEgf5JuO85jSJg88pGAUFaTwukPgR31rKqNWVwkh
p78uOzF+dZXKc7ap5bXvoYkS1Ma1Cpwb60590XpLG7A/yc3Wv4vjovQf7RAXPoJ4zfqaub7Mgc6l
2snKEzmsqkLzv8RF35mbbDSk2OB4rf8hHrWMY84xLB6Q20bYrE3G6h0FT/FTNJTP9o2qyQfOs6Ks
Yj3ARyNJ8CF/FQUNV6Nr0m9IKFVfIzOoBuRQE/8ZUWALjl2ZJOuspUy3wXNdPoA/LuJ1VPXOsw3b
7YgFSPuaOIn/q008LV1Rfc8xzdGD4FvpZd4fSpOavwWhXgUveUGbc50l5AH4T8DVXENvr9PPObYy
3ecYJ6F3p3bIogYtpvxbGYiWr5QUou4qbHSUJQbqheUm8qRaw8rK5TvuLsJ9CLUwxq0Tn5UIe6XI
w5EuR0P/kzv6tffVgTCPRIia2Q+uPnRvlDux9pCmh7cp7FlvLdCrRWJVhCi8DtFQfbXHHBcBAHJB
vYpjuyxJzqYLAPtM6axUpfF+oJBQ/GxKvUs+M6lwgzi+22zHzg/vfehl+srs1KZ7GVw8LDe4vw79
VvhJ9af0AY8S7qndiJel06RvDd1DHW4hNqtrs5Wa84qopf/eYY+ivDQUtnFsVxOsL52y8cN9mCHx
RkFmaAUassUw4g+fqWaNa4KFl1BJt+2nqGmHYD+E0Pc2RlFpOl4B2nlRVGO90NBuR4emDzVyMa9s
1RWuzthYxGoFl8DWW+1bm0MQ/K6Vlak/BRCCmheDz/+NCk7Rvpsh/pNYbHtSL+7CIO0e1VYTxQ9s
8YrmK63YEVRHJ9AYQpJTOr8aGcTdfzKMTPuzBDA67jIzy4dVic7/faFGXr9CFLXEb08F2msl0nsq
MW2wHjBAVvuHJm0nGwqBSuUa4WWypo0PwfYz2EAru+dfTLc1nNTeXgNFpDyZEitNfBpihQPef1p0
zKwkRGNHLeu7dKwwAhrresAjCfANwsYBDgN4T5mV8wzoLChY30S6GwyCsIaoRdU9CUwGtTvSH2Vv
t7HlYadaYjNaI/4E8bcZonaXezViQnqVDqD1A1cGd/boDeNra5a4HjFfv3iL47gnm0wFQDKt0u0v
Zl0H2tbM6uxPrcC3/uhTCX4IdjTFRZvKqTMXTc0KLUZPVE1ftLKp/J0a6/0fBQsO3H3QuJf3qCrp
CwH/ZaVrQkoRMdDHIeMgID1/S1DtaaTJMj5LIypWqQV5NcYp61MlKy5vZEvKzx0qie5mkKl8Lwt/
8mYzUQBHnx8nw9tP28XDPSGSIVEQjBIteHNBuhhvnizQ8/4ZJ0oLbrhWr3ulrk2E2Gvnq1crwUI/
/uLdZkAkNbUJzEHbdy5dkUeqM6aNMTxbZTquuiq0DpmRdMehLvwlRsZFODiNxbsMZAVQBRCH8y9t
UAwrkeUcntVAt7764LCxluZ2QWMcQe57czS1aO+nfrIEV7kySVIbRFw9kqkJsng+sGp6gduSvj/b
aa78xtvhtaYgFW10FJfkQnB/ZQUpwwMooJtNdj5XYVFN5Cis1HCf8xyz+6Ics/eQxLVa+YNlPeu1
GBbSl8tcinYTm3eamQHycc74HKkbpnalw66H8LIFJ61+jvoi/92EtvZZE7K/V21p7LXRajF4Q94e
86fW/HZ7487zZiAMAJKoTPNmTy3R6bP8UyGI6GFjgOZkL/pgFPrKKOlxak0RveMlEO+EGpMoj6jt
9PDGO8CsAsOIhQrRfHtNP4EGP+WQCXaJ1PP5T7BjV8EcMSheGkvowcYzag+wZYXIlOfE9WPYCIHG
d5H9uT1zl//tv7Eow2KRSdcR8Cm16blYdtiViEUKvXxxYbT5T36ec12xVPI0GmGwL4O2CDZZTr71
yYB1f7o9+nxrT6NPPF+WHvgbPd/5pC1spcAqvlAEglKV5YXzNUn19s6WLZzu24PN9zYCN5S4EHgh
IodPZcyCfGdMUB9IEudF7+rJ8cD0whW4RZSz6KPp72aAxffCkBftNFr5pOWo64D1hFU2r4HCze6K
EFu4VyzCYUisMnWwDAQDcicmLKuy4AA6stOOhdoTqxPPj94GwIzxXgQ6rU/hBnjX9DJxRmy4VBXn
yz52453PR3q0DN/mgTUwbkPI1u0/kWG3+NdPZiDrGm274IUrSx1WrQ93YpU2fW+/3P6kl5uW6UEu
JXWij8vnPV+/Jvajjmymfq2DPnue0IqPggzhNan7Ya300n7AniP87/agF7BOBqSHhNIx+C+e2gvw
YhO45ejmxStCnaJcZ8LH0rJxouAhsBrHuguRvdyg5pQFu2wQlnPvIuN0KKUijD0ElbZcaXYzlHsS
2v6A7XTaH3Rsfvrn279zehDOj9YEJeYlJL6FtjQv10cWkBi0PfUX7GJLiAVUS+q9gdviwqt7eYgY
x+OzkoVTbJwjx7W6QNmSxv5LW8l42OWj89sCc4albqvS5vj4pHhtmc+kXsSdeb7i8A3xHkNj6EXJ
FUQekiAP7xzkJYaFwObapP4dZ5YjN64Wp50KF5VsoMKF0wOJgE2zHPzJDh0o2e1pXRsOKgjabuQR
l21vVA6csndH4yWi/82zXkYPlhWlv1RsoJeqo5f7gtI3NMbp5mXIOfghivPaCSOdXMNPuu8Yi+Nq
0lLXfPvolKjrT+IC0/mcuFrnK1VVqi5iusivQV9hqKU19UhcRrdt8rzR328PdvGMUA3k2QLUobHV
vDlnykYFWnMRLHo1iqTBIDLLvXdSPwg8bmMOj+DEolcrisv/RtM1u4UDcHELTYMDQTTJmtCtmyNP
gQsYY0JF4pW8CYkdT5eZscnROsKvOUj9fV0m+Z3m2+NCse7apNFEJEoCDkcAOrv9IherXumI+DWs
hU8zB0GFLVb2weuIMOBrkUyJfdeoNrYvVmV/+DkDwkAhBcyYCZCEn3C+vg6iMKg2VekrVqJ0rrsk
X+N6pfw0ZVXeNaFcqspdHJFpPMIvNi3wXmse/4Lu9MMMYOErTARXuQ/xHy13PY4P4GeSfPAWns6L
U4KpxgS+QgkQsiEK7OfT023h6MT2SGaJoM6onWTmb28sl0j2F2QM2vET3m7KXKD7GfOcBU8rZHmr
bHh1IwokP5C6NJzNWOEbu4lF23yyU2ppB72xPX9r0LqiytrZVVXtc8sb7lMnsrCMsjs5HtCYr+1N
bZWDu0WiTnYhee8gxvvKrlLx6rqYuxSqKjTkA5QGt6R2RJRM6Ap5PdbH5PT1Xk/SiCJNmdsILYr4
ZxjJYIncc7GQ2KLwYjjEuRNMYt4tEcRyTu2HzetoKw54jN75piHUtK/sRixkxJdDWcSybJgpxrtE
PWD5F3QWAdArRJT6NQwTT8fZWj4jhWM1u9tX0GWs9ZfPpU7gHPBdFKvPdwyI24j0QhevzYj08d7v
ZXpAMdjDVcyPavEfxk1Yk4JwGa19aDTlC5j/kcr52FPu0HyZFQB3xzHMN6p0lK+DmlVYK1WyBzbQ
BiYqPWYw/ooDbMHW6C7p/1nEawe6B0O5U+pJ4ypWQlk9VdAZswVEy8VVM7FDPYJW8hQC5YvSAh3Z
BIP25lVzZIuDDtxi6F9l86XXRXEadGzBTUQk9wi+awu360XYPK2eRuYLTG9iwc8OouZl2CGjXvRa
hlTz1hri79UKZTazWYtIreQ+C7FnWhj04kqfTiPtQ6hDHFCgUudr2VQujySGU69apTX9HjfQHFQK
vvTGhnCt+5zDxd5hYvbhp4RxaSCiQko0AB1n9mgKYeF6ZYj2VUdVG0961OzukX+9c2HofG8pwKAi
aOtLWffFMZmiQySFadiqDhHcLNhpQ3T8a8tXXvOGqiZuWgA5Vl6rpNnO75y03N4+KRdFI7qWDvAR
mK88Hlzrs1mCNgLXlg/h2wBa/SGqaEZrYRc/Uuv7FIlib5uR9oQBvPxMqc46NEz5cyU6ubDIF7k/
eg5MmJ8x6V/yhM1+B24hGds9id9kIMetmUY6Dj2hnJw1UefCf3YM5eNQVqW/wtW2p2QPSARagS29
hU9ysd/4JYAdwadRgyAMnD2mddSVNAz6+M3gvU7g3fnpvovGcK+Vo/jmtYOxJXxfuh4vun1kolxX
k5nHVPxAf/Z8m0tU6Nqod9I37L/LpwrJynhVqplxJzp8QVe+YioRIn0t7o5mjQOAcEvnkwtwKlw3
ZVVtWUPaqwu74+LAm5OsACUZ5K4p583fh9j3tE4NyvKtxEW8xofexQ5AGg2+pdJ05SqsGqdGMjJ1
gk2ZD6I69LgcJNsUgbBXt6/i35WpuL8ypabfa4Sk4ms9DZu97NJuof73F/h/lmPxX0/vGLuIm8n+
62P1T+GmwqRcjlU4vID5rHK8aojVwPVEYNjA0Mhu1UYB17r0Uw3sUedaCOB5Vvqf2SrZN9ZGDg9D
WRRHDGj0j3ZOacpzvoBiIKJBzdCcIpyz38ZZNxqvRy/fwQgHjZhnXWLCMtmeZndIpSDeeHvpLleO
Eac2pkvaSbN29gLmpifbXGn6lzTyMw97+9B/xK8HJ9IMe7hoVfYGhhD/nzFhLRATmhPF/HyWTdJm
euv0/UtEfvrs2C7OtHXZnbQBPRoOvfnf7fEuXkK+KjUH1psAhvBlukv/+aoTAKRmHfsXc7TuA5nL
Yh3Z6fCml45SUTZDIo8dLL9Uwi4/+ggzNAh5SmXcMxN793xopF4iF1zk8EJBXR4aV7E2+D5bv4pS
lbukscw7tQ3ctyw367fbk54mNd/mJBog9MEGTEWs2ciZ5ruuZGQtG5OvZldWgk68pm2UQDc+GrMB
MQTwAIiI3MbmXjwfKygrD3fYYXxJGk1+03q3fvAdpW42eH+bS7WLKzuWweAr2GBKOJuzd56AvE3Q
axteALFQV61dKTQwsE1TrqTahJ9EUnlLtOCrY0KQnAh8Dn9mp6SrW1Su2poJBtavXrhYZ7s0J5Vd
kQhTxysTwdqFZObK+k1eReweQgoqnbNvqkU25p+xYJoEoi+lXjzlMjGO6TC8394ol+8Yp+KfgWan
0RVQWjx3HF64nvHwNSASe2LQ16LJnDcfJMChsmLr1+1BLz4oTAE6IqTggK0nYN/5jrEqXBnQPu5f
LUw3xcoLO7yd/QSNyF1UlGm3tn1qlYfbg/4ta/17JuiJTIT9CVTOrQci6XxUstwRH2ynfIt7YJQY
dlIBBJKbEj1EZYwhZkWR9A6ZIP1QhZpUdu5YaepdrsPF3QehIav7UTs5dilOUL2dLyai92h8leNj
hbZbVSN65yCyivCuE8LE7u1B3Q+VgXTgqFjUvogUEadtwBCEL4Hp94faD3BCtEOJ8k5QxkG4pqtj
fDGQbekO4F7FsY1SmLA8Ot232AsN/3cX9sH4E3Oc8neBWO5jr7eGtwYZGsp9VepusvDRLiK/qZEE
85saCeE80pOzpTLL1vGHyi7fhKUk6S5EsBhT7Xro/b1GtputytJSmk1sjO17X9u4m6dW5+B9ben1
QaBa+VFsJtm9qhL4UEmEioP45vkqqmUZSsf16zctB8iBz24BJNvPcZ/xs3FMNpkU3cJhvIi6pjFJ
KQCCUhwDSD3bOQFGTlVXFO1bl2tNh8zvkEFjbM0UH2OEu82toyXtby8u0SuvsPX+FMBb7Xdj2Zpg
4LWxEGucT7APXnhK57fE9LtwUJyEjrjqAdedf4u+7Grb8Lvyzanb7FMwNv6B9BoTbR40fOBvn5/5
oWUwip1/Jd0I9Nw5A0nQXwP3qsg3XAeMd99v3F9mYHTBRqJtiDK0gz72wu6bX04MSUuR7w16EB25
v4Dxf55uadQA3pyqeYMnPq6Fl1dHUl51J+Fy/hLciMVDardFt9BZm7bQ2UVBP57qA+8LIeJ0AM4/
aybRrixaU3k1Yi+Te722nSejceV3zYlRfcm49Lmucqd4QHejWFrUv2KR58OzsaduOFVRvvO8Tif8
iF700DqvajoJF1u9m/bfxzjAX9AStlO/SQNgjJt1Fluu8N8opyjWYcDWWF3rZp38zNDk9PYdBizu
fkAs9cUdYoQaEl1qcjuaLfDpeujMfEOPVUfXtRd4yo+yccXBxPRY6cgdPNn1e7gZeJZvQTs3uA8n
Wtds+tJx3Z3TqN6bO0RqvB/9XFCUCrR4q5htmOyTgp0wmYtVzbYLcGjcI5+s1J/6PvS6J40WzB/S
OLf808XDYL4M9KrKr5YcTMZtBcLC+HRTChWfbB9G4O8PbmL2L/VmuPhTkYAA4nxpI7VxKncMvFdE
c/D8dkwleAUmlj2UelTaW7pDKMXfHvJiE4NYh4LIdiJtJauYPeWVPha4SVbFW59Hlb2qkZF6qoc8
bbZZYOPwrPlGrz5rAa5gu//HyJxVel9Ts1afXQ+oUY+a4rf5G69ex0kp1ZVa682Tk2sqBZGBGn+K
t+rCfP/Cef/dv5Bfiestmks0yKemxfk3dsDmGC6v31tPQGjvhNSsE9h2x7uvaMc4OxLryWIdG/Nd
HyvqA705pVg3ninDezrtdoSLOTZYKxXZpZ+Z0hZLwdV8RZAynhAgnHCyaX7t7HzjTa4C5SqUtyax
hYkNpF7+pBEgiq0/mEgXWoP/Ug2eu0RSnl/Xf8elkEpIh28Nod35hwlFS72uz4OjYvnlG1g6Y5OJ
1v0atWGxvb30F5WS/41FG5FHCz3YOYVh6DS3rDRFeRN9KR9qWZc/UbvItkqko1iiVViaZghuWGuM
7NQYaULNvqstRy4J8c3v0ul3UKAiD5lk+Kizns85MQfFgU/gv+EG6xqHETjht1RCwS4gtIiVKQMz
WudBM+qPWcRTubAZ548WdUg6ApSvaKVD3p0r5Y3YzJWOL+Jj76vYTIyd2qxbzGVPSKlgterpir/w
5S8nPI04CfGytfj6swkHkw6I4oXJ0a+65t5MrHKDx1/3OUtdpVkJg9dZDXA1p4Bvy/3tVZ827tnJ
m+iLEAygwNOgQAD5/GNHGYZ3NbDkYxWkKjSVTn0s0sbfuWY9KYaLrt3WsWE9ARIUW9AP+UJ97nKD
M+8JBUQmiN3sPB5JMEN2a3T6jwFCxw+KVjh7K0cSOmlMZemZvPad2dtTckQUqLuzUiBGlknka1F6
7EeMGrAAyb5Lx+xQehbJHi7n+J3KLSSuOk2WctDL+2Oq9qKBpBo0Ea35EiPfjClH7yVHd7TTXSa8
+EUNm0nfPrPuR+lVJ1/RvIXL/MpOpo2G+hwcXMgk85Jv32dpo0grPZqJppUrrzdFtoo0k153FMUT
0dvstY+q63N8psQeyUFUZYkyZzeWohnT615kx8yL7Pu6GetXdhYyNg7NBVIew/5Wj8oSKvDKNpq6
F3xYqjVAwmf3c1x7/tgYY3509ezeiVz0YTuqK1u9g+23cFyvHJkJyUR1ZpLQu9yytLTIU63sWPh+
+yPzew9IGfIUEArKu9Ct9IeSutR3ACTap7QELfPhE8vw9NyR7iUlnsN9+PiBUtU2q9rgg/rQQ4TJ
V24hqOJmTeE8V0PbrELNV61NSMK6qWhJ2Qt35JXtDHecesqk7zUZX57fGnXUU632k/zoSz088m/I
TeIIb1VjpRFhKDEEqx4BoQ/WxqatBYeCIBfSC/XH2SLjl+KJrozyIxYiwcHGetfeghqT+6KUdoBp
al2t1dzrwnVFgnX7q187S6ROfzEpDmqis21NxhpD287yI/6sirruirwPNjh4//HxQU3hgA7V0tV4
kUhP0jDcixxdihBkkbP5hpBnQycy4lOp6BgMFZ2I433U1eG2trBlWhVR2n1BlFv53LdECnsCaOve
Ea4dr9k+cbqQ41wGCNPvAQpF2qhSu593EnR8TVtRh9Fp8AMjuyuLrvX3EUeFu8WEEQtCTEb91kvK
yNmqfY2vhgBo3iBir3hLcrIXp5Bb1PpfoKJP/ZTZxxnUyHdb3QiIE+P615AVziNAQ9/fN3E/9HsI
v7QNc1EKa93Yehzf5WiJL2yKq7+BajDgUh5wfAXPj4ExQB7CDTs6CWmNm4748aDgpfgzSdqfnTo6
b5GR4Q+e++G4DqokXLgJLk4hn4COFs82ZwLRg9l7VnRlV1hpHJxyNXC2nJcqXtFHFZu2rr3vWqNU
jzpF+Y+WNqzp/QIChlQ2dRVS/PNZF4C+RxkL5RiIEI8uyFrqGrH0ZJ/qXvSWmb2zzd0KufhQrR9N
UcSHekjAawdq99SxMRdqydcWAQeFqVTPL+LFOf85PQmJAI8WnIy+1dpVmBvaph+KUd0ZOUx7Ixuc
x8BPxKEY3GLDuV0S3rsIK/geU29iahORH86Tb83C6iO2x/CU2FHwmteJd1S83HxMHTN9sxWAbJso
qtJf/Qhq/IO3EkNDB7A5lqRAFxo3oz7AjrDYAVovi0Odm5KVqCgmVWiYW9BCF6LFKzuOdJSeFTVR
mKDzFMEYI63VbCU6EWF18FjSmlRMV1E4sdTNiCrClzBgN3x4kuxtpAan7HBi+58vcOKC9Ow7PT55
jWM/qTjXbUSl2S+DKmFxKEu6Qdfm+Fd6nWgCSqI7/fN/KkgDqYEtKQueYiVwHw1VGdc6VQcsuMLW
W9uBmu3wGfMWLteLAAb/Dd7yiesKTujiVVfKDuJ+7yanHH/hHcxTQLbNqO41dDOWynLXZgj+gEAU
Lu+U057P0Gwkj01WKsfWgXXUU6x+Qe7eWrdj7BxkayUktXgC3F7FK6cEXPTUopzgezTBzwcdQ1sx
0LhRjkqjIKweeHFyMtAp2QSp1W6I1o12neeF/uDEtrNwT195SYlFqcLaiMRSnJ439PKyU/XYsv1j
UIBhW+lwHcSqRps0XJdS83/YpACAPqw0W3nEr/W6BFdLGbYf6HDWabe//S0uFpsKIT158lsWYYrQ
z79FSOA4lLURHm2cWO/sARWjVSSBfmzSGuDBQrB2EbpMo7GvSECmfW3Pzo9Abj2ROJscXSXytn6b
qfvKT+6bPG+qVVgO3svt2S2NN3sVfb3qaxRgwmMTJNGf0fHRPkFkvsvWQ2O/46VTL3ljXhtxErki
peMvCs7n31PN4jIQ0gyPUVX+DJRm2LW1k7yi4aEyQXzlPj7BqbdnWRNaiRjkfDiawhA6kyA+qrWM
nk3hZfeZE4idgnuJC4VcuvHd7REvNwzpI1oAPHBTc8WaZ+k26sy1XsZHG7L6qvJaTV/FiMWscCxQ
l77mxfUwyRrBvYepMZnLz2uALrhajZprfHRj7jolVmr/Hhmxutz0Am31jev4xp0WYsuyuz3Ly2Vk
YC4/GNnTVWHMXnJt0BNL2lZ0DPsaANpQeqmyUcwo0bZt7Mi3TtPGcuHLXlxL02RpJ0Jt44CAyz5f
SxXoxuhiTXus67p486MGDq01eN5nR+ndV39Mh9++IXCtNNMQAavbE76MqKly0bGl0GpS4AOEej46
1Gt41QneCwQ3/o9MuMnXLAuNYK9kvvWOCSFGWZTX9S+GE5K7y0H2Wz2X1cLvuLK9wEZZoO152cFL
zAJJH6Bm1kgnPtKYGtutiK0k2KpJN9CkU5zX25O+iNemOROvThEkXIL59hI8ptIrleTIe4AbgJf3
8l0M1G1d6la7yKNkgGZNXf7I88CnTZCUyfH2L7iyz8id/wbslFYR6jv/6thujm4yUnNCMrnRv5Zj
Ge6TgNbQemi7YKeOaap9NEidypk8QTTGOVcXbTeNpkavGFZyHKtGyA3ccurXtlsWL4gTFgdXSO9X
MCBEuYcCD0E5kn64gGOaZnVW6eMn8N5PYCsSd5qh57NO+8RDYFxJj5VPnRpOsZN+aoXS/lIpK3tb
mhGde7KTrlg41VPt/nJckhQQGGTw805ogrlDAnY9PWZmHMttnLf6cKiQ6FpY1Svzo+VKZjIxRy73
ld14jZ1lmMN6OEF/s2o3u5tA5PD5WveVzxE89ak9LLytF31e6tTTPib9U7kxKUGdf9UKnn+AEmF2
BLXeBz8T38QTqw10TAY7xQheCCWFuVF51pt3tTE7VBcTkYu1r7XNnewrZMAV5BaXkqIrJxob7gll
Q2Zi01o5/1l2oWtB5vnZUTPgf2/LXndWtEXc9gEZJtEvROhXRoOYMbHQqOIy4PwaM4E6NCUrWoSI
NH8N0spxVtQ8neS35etmtHBnXxuO5J9IBioj1M7Z+aUnJgpVgKiz6xqHVsUgx1pT75L/KSibfb99
WVzZvnw/9i44HljHc2asJptEGeyqOGapZaCF5jd5f+/HefJ2e5yrk0KNhGQeSgLH9HzFMH0tYq6G
4jiUSfld8xRnFRmSLnmhtQs38JU3D3g39RvID/iJzzcHBo0NlHuRH213bFpcH6r2YURL+5COKbm7
tLXXTs8RSB2NZsEE48rVyzszmfGg1caf2SWU6xkuOMaQH9Uqs9WVaQv2f+I7ezkG0UuDK8XC1rxy
K3DbTbuE6Jfm/GzAfgAcaqROcXSgVD97gZ1uJFnYIRjT5FPol1WwpR8FlPP2al6bJ6RFsCak99xI
02r/k0RqdVVHg1GVx1wfqjUSCtG2NJJiYwwSNQtlXMooLsZjPZHlAmeN7ykE49nuwaJcUnJJtaNJ
a/ih0AsJuMWk875KqZLiglNrS/3Ciw3LKNNZpwRF0cad85kV06XMDqv6GIxBvAvTQT4lYZ3h79NL
wNS3v+dlpMRFS9MGVCSQcg900fkHTY26AOat6cdYG+SLk1fdF7eDW7LLMiBI6y4prerQalq801IY
oppdOXegBT6K3SdqIXrhlIInos0wBwMYtB0zXiHj2JK5HbzR7E+WgncXN2t+50prjwxtLJYmP03u
7AmdRgUOynmhKW/MHVZzLDqHIDH1Y+826SkO23jfu9L50gwSUc2g76t3KEX9qlfr8ZSXIt700DU/
uaqPqN9Y2fUKpY3+z+0ludxyPH3ENMCcpnrQvO5WJPAW1MYyjkqeRu+tjFJ/Y0edp2+JdoLsIHBs
bTa3x7zcc4xpTZwNJCDois+2eU2yjkiObRxxZHR+xohRfq66pN9gEbXkQXdx708v+8QbAK6PM+M8
p9TbeJweUPPYIspTr+sgyNON6JQlJ7iLC4pxptotVyLBIRr05xs7cBsVk4LAOqppWj7S1jd/BG0u
VjLQ5G/LCpN01RjG0hNwbfEwnQULBaABkNbsQ9rK0BcJv+hYN2qCs6GFphFBp2hb+uvOt77xMCr+
+NrRY4YWhrPNpG9xPlFRV7QxAoGeUVSaj0rgmNU+7XqxrooWzZjbg12uHh0TJkaUwOXEaOeDFTWt
8wwu/hG+lq6gdQnubFsLqdq/bg908ZaSNQHOmCSHodle2DMAIwcwM1rWMTLUwAcFNeXjWACpzyF3
2S53Q93edAYsjx5T8HR7e/TLzcPo3IuTkhlv3JwbT9WwzMPGto5lpPV7qZTpQXRVdShyNN0CCWBl
5dlDtbs96uXmOR9VP/+4aVJFaaorjKoO7Us4evld0ZgmvAzd+i+uhnF/e7xr35goluuWMB2hvNli
ilqLO80u7KPSj+k2dfVwSykxWlV2ID9pHSpKsY/es/SiJb7ftZkyV4oD+Bbw2E3b7J9nPG6R1Oqb
0T4GqpVundRUIxyEsS3dFl4jn8Mh6JawUNeH5ITQ9UMgZV5ib3uErXCbto9VmpgHVFX9LbKTwPCB
FNrgYxO7er/9ea9tIpqMKhEh3T3OzfkklQGIYoLyyLEubffUil7Pdqj0N/o6DvTa2mpZQVMX/bjg
w1YfCLLQ32RYUJNYUs2rLz0zqqzBtI6g8UPE0nzxJUywEtuimSrvlJA1D8Dou4fbM56umrP3dDLr
mjJxi4L0JEh7PuNkGNw8rsPs1FaBerDU3u6BuRV/XFpq9SpNM4vUsXM2toZAeubZH93PgAipQ+PD
AbPauKg5NW2t2n2vlKcmCvTVYMr6pEVas+XvISzXZsabJgbjwclEuDDyxVJP/AcHTC6tDT74HG1j
FL0F7bSrTjFm8Ljs4vRbdW2BYkUU3ZljGdxHOHYtPNpXvvYk7winlIXmkpx97aosXUh3UpxC5MNO
ogiqR8uPsR9saQp7aaRtbSMst6Ifqmezq5WF2+oydKR7PnUH6VUC6WLZz1e7zAPLyxNDnOyx0ZtV
7SjeHxtU7vikGkiE7R2CJWQtbUuRhC5Rnh8UrU7su2TwlYX7eprq+cajY4tQwlSRN7hWZjdZ2Scm
C5DIE4wp2ayC0ViZ4xD9jLXOWngBL6jKCAPjuoLKJzo/AFXm1VSssjxK76Y4pXFYeuuAsBapdKfR
trnhyUcxNEqwJZj1t3UWh0h2aSPl8grHacpPYQQ10uwVyMyJjfTdmrsPasmopEGEiqTifDFCS/F3
g+jtcNVAmh3XXlNgkN2ixl6v3axKnHVYJONLKkX89fb5vdzGXBt4pkxt36lMPbuxxrToqlr68qSn
tbXB1aZYJbYnNlGoiLu6KT8T15Wfbo95cS/zOZGEoYEFn4zW2Sx8ARIJENMJ6pOZYtbqNU2/63t6
SeMo5FZ1y4/XhqcBJ6T+xFkAUz47NmCLPIFhXX1C4tI8lZLmI5e/sgscVbmnYAjYpW2qeKvFSJ+v
Qxf/INTvgufb077yqZkxbdCpGYCc/+xXtK30i14tmxO4pvCJX4pDfBTsW8jZW7UR+sGv9SUw18V7
71KwAtTB/Yy0NfTs8wPbBzHcsd5sTmnl+dG64EyDIbGEsWoG1bzvnMzdG3riB+h/Zt9uz/cvzW12
RKn2kGvxF8YO1nxwvZTIe7fpiep0+NYlanZwe9E46wpHdujClRx2RdCnyarOwu6x1zzxI6y18D9F
lG1710itgTeH9cpvFF/7p9j3011jFcXB1jB6NsovYbFTFd07xPD69lED1Ht1ewqX9+0ElOLbTRRs
MvPZ6cDuuBVZGqUnKxni7zXcrMc6LUPUK5E13mIAlG60hsYCnOBwVY2Gfnd7/CsnBeYLPRVKEgDJ
56wPr/ZlEahFdipdI/xSdWr4OVS06i7Taw8ga+ks1JT0K/sFDXAyckqCIFjnS9akCRoerpafaKKL
R6k7yaFo83YV2TigrhRhFk84t4evle6gv++3g6qsc+QbvibQVj+nuiNfhlH0zapDfWFTjk51pFQ/
bsDee5vUsusNgEXlKz3MpFkVMm2SdQ9X/yAMPXtBcD1dO8NoI7xl8L5FWWU+JgnSugvLqk+Pw2xn
Tu0/0l/YyPTIZkexVzyE80s9O3ngkO2V6Q9OtyltUeSr2pLdD/CK3p3XJMiG0qczgq2okay56+0o
N3ZDHOJ1kbVl9C7HUvmGvKkpdhDTTGvVl9Q8JqAM1hkI0Bn3wHUqMGR6aH8qdQQB17c3yF/G9Hwm
LBN1lAkvQ2fz/IBX9HjwhOgSwp5I4MigxwZCqAj6rHWKxofB8YphM+n5faaXEU/vi+bc/R9n57Uc
N7Js7SdCBLy5bcMmRVESZTaguUFotiR4U/DA05+v9P/nBBtENIK6GaeJyK5CVVaalWsVRhR+jaxq
fm5Hc/xhqDTPTnaIoOYpLRb7TleV/Cji4vftH7vhAHED5K3kk7zba/LLgeYIEIym9u1cU4K5KoYP
4ELg+AgJU+Owze5rKyz+ImaRm0PYwsQ+77j8VS8Sj0nPaHWiE+Vzv/KHSRjK/WAk/aNMhN6rRrn8
J6MXwaClar2borw4JnOVfn/zyv+4fDwI0fIr+HA3FSpUMn3jQ5DYH+i70wAe3fw7pf7pg4FAywlY
XvhWjCesP1T5HMgjZNFlrYqnmTlFJwE14ACB9Hmcw4lvXM0Pcax/i+d+ebBgADiUBTLRt1f72mth
EH8P1RJJ0Ct6bq+yVGaRq9Fnc8eHrjWih3BSlfNUqz+K2m13nORrn0U0LDNLaNVY6LqtoEdp28Wo
l/ge9Lf3jp2isDy706lyYuMUGXn63KK//Tx6vbuz0NdgGIlcxjjwE+SLXqXTaorHmpJu9mtUyN/1
S1GcHMX0jqnItW9qqGZ3NRrKPBcwiEM3486nNh71+0l5MycJb6xErRELc8aptq38QDwtoqjGbvLD
adZ/dWDO7i2jSf1WCGtn1X/AkNc+h2lUEgDCRXAUPO3XNyobEsXOmRnzvWHyqqORLAvOfKDte8wW
x40PeZ3jC1GUSFDWserl355yMjO/DKG0D3Hlxd8azfaKYx+m4qNR01hGUH4ylHdZMRb/WBZNYzi4
tdJEgXTuIli5Quvb7TMqPfx6DZQLqYJwSYgNV2tw3VmYZOSTz54yrDnXmlLBOwHNIGX/5p/bxl5f
CKjWpFI0qF9XNoyvNwxCkGrpeId8x0lCqlkwXZ+XYmFIHywIs0BCh4H3ctvm69AFPhDeBdgHGALD
+rVNKxogejZ6zS8Ylz7qhjKctM6JZrS8VBjBm1i7lAJQQJfpS3RkTmP6dPsHbCyakjYgQ7nDdONW
BZ9cjuIA39H9MZKarrpdvS+KWT2MtWr/TtCtenN4zaSVywAOp5/O6Tqr0MNGLDHFEV/p3PBsOxkM
3xg921rj3SlRHZ3cGDzrXyySGJdmBhETLarrXWZ6HCSY2el+zet7gU07fyj6ovtgLV19LjlOO3fv
9bFlUoJyAyNOnCYqH9f2ACMr+UJE4kdzngXt0nYobUW99jxPg6XthElbR4g6oYSL/hG+l473xctJ
yAdXfdYavlM2Wnxf916H7B65VHPA74f1ueqG8RCZYyrOYLedT0WiOG8egvlDo0yWCRcJ7dz1OSYd
rymLGrbf6AI6JxOY6mWGCONoRRVkqRC5k6Nauznqq0cFsy4NmT8VaUKHVYRYKGA4LEuYfrmEPQn9
AEV+whT4KU0Vy3eo7j86LYqDLoPl9288U4z8M+wjm1OyrrSme+JGKwokVpYP3C79h+nd9J03h86z
WevleUyYt/oLe3Igk36YrJOuPIU7T+7MI275ZmqWuG1nqtMDMP/kgztU8aWBL2JnhdK5XjlfVkhQ
QvIH1IHJ8tUppl5YayF31UcHfPwmyeI/GoCh7xStEac8LodvTVHae7HyhlXSOOBpNHbJbizpsF4c
56xYxpw5esWfE+ebF0fhsdK0/lSENjxpojN+FYAQ9/R+Xl1YXDBNGhrfwOrxx6tzBDgpZy5bV3w3
H4ofdWfzDhqi/jYMjvPt9nd8fWSlKXCwBNhE12sCIzdTzQYRH8UP7UR9rMe4vhhTbAaNwYjcaJoU
OTqkSolRwz3szqZpMPu0EmVZcp2FVEPda1MSR4FBc3X+nKP6+9mzCsgycrUMBRUzxbqDmo7By3LU
4AS/vfJXTw0tU8CjErAEEpgtuP6ys0jpZOhNHJhpXf12y7l/N02OeJ61WUXNC6ntt7p9adCEAkw2
/RxmLa8NmpOHLmWtxwG6EUUMHSzljanuvtOtL5FpQIjt9gI3TpHs1WNJcqc6a4HMvGuMYokMz59r
VNiImwgmjkrPeCvCALignf3cMsf8haQYBwFG9eZ6eYPNXPpsOKHfwiBytgT1rIOqh+q93oy5ePte
0g2StELcTt7Q1V6imQwJQbhEwQTASrtHWdK86+Ah8I4WxR3rZLe1eHjzdmKSxIhQDA6sNQa4zuya
ADZBgcXqC3hC40H5gvTkNB2hCvh529bG2aTNblI/AlHNfq4ihBhSI8OB7TZoMq8+pRoM8WWTo286
d+ldoRu//sIc+8hkH8RiDKBffzoFMWprxm0Hol9AT7RpZ77T06a7izRrUQ7xMu1xMW8ukH47o4R0
9ujvX1ukM9yjNpTHQa5XWXdEOiMZ3rVp6einZinTjGGWjOGh28vcOKEQyZHtMIvLM7nuYw5oBC2Z
cBRfSXNFfRLQB5RHBhrn7g5wj7X3JG88HTg3Lh/lIsa71zWEGhxkXHhFHMAO0sVHNHSU8g4VVOWy
pJOonygpP2WMXOyU416vkklF4j159/9Ma15vrVY0CdlzkQRuowOmBu9lHatm4qXW5r1ruGkL3w01
A9kdTYFrW3qlZQxViSSAIlx/sMrOuEMapH8CEFjt3PhtU5IOCmMS6XltqulcczbqhmUBF6xOU6Xq
Z3Dj9rOnoor15pPCHuKq/9eYfLpevPrqKJkiVTcOalQjxKFyhhmSRN1OlXs3Le0dR/36oGANFkEJ
/ia4+VNffWGtUbTeUwyWVnuDOR+hvqeiiXZLCSeTW31YGnd+LHEXX996HZhzIvEhiiOuoVx8vUh0
J2LgTnYSJOmQ3Gt57wXwPVRnNVZ25Tk3vp7EBEv8JlUlyg3Xtmq70+0x1pOgZ1nfvBpZpjx0GFxN
q3xP02/TFpEMs4iyzbwm0hP6PBXNuMTBXBjmeybllKe8g+5rnNu9TG7LFHSItND/zBGtYX8ekD9K
o0ocLDEargfRtuhQWf3YRkceBifeOZavvaZsKTAFDaKG3tv6oKDlVfc6XKpBA9Dykz1W30bGumRn
Q/uajH3/+fYBeR2gXZtbPQuzXcVWFKVxUI4L4nQgGAoen3H0/nFbW3z0olqtvrZjbbmHjB90vm19
Z7HrjEZJGBv2ULkK7CEZqAfowyEkevqkoPwGfNvck2vfsicbfQTctLcoOF8f0TIM3dHk/Qs86AIf
My9VvkSuMzBOPVs/mqmw3jwXRuwC5gx3BQgC7LZ+bbDq9Krk+UiCYfbCL+qkl08V7ELHDsmth8Ue
+p0BhK3PCYgHFeA//bU1hZ9n9oYYOouAl4KycWj7ZFCf+jkW47lEL22593qhOkgNTksKrZ21hwnb
2mD6QxKBBnQTtMn1egfF6SCZlh68Nkdk5Grip9kRflGq1U92Q9lxq1uX05YiDAz4YXbdr8lzJTHi
NkyCvG6Gz/nYU+swzCR9sKMFotTbp3XTGANwfFOq2Jq9itgm1xuyyVXjoFLCtv/YdIN40Kt6rj9M
uZHuFOlfl5Ah6AHzCSkBjwYlsdVZBcStjT0jnEEB92J4BBtQoJg4JdYBDuqlO0yRyP9xkR486vGI
NrFTjKiy61r2fiIR2wmMN54vi5MMOh+kNZTeq0JlWZb5MOQ1F0erbOujEXlTi5Jl6N2NISf7wKRF
nNxTWqv3II2vpz/YB0YrDRs9DwnpkF/lxcsZdkVi5H2XBWmJ+OVJhN38zbRDGBrbDKZBE7/PXzWY
7w8tNJU+cuolsUNneR9moPdPzPRVx9sHQX7o6zIFSERZdJIRhGwwXP8koy4cqRiWBmVhFfMRdVPY
rJHfji637WzcJlgPHMlk7VInXsM5owmorxUveaCb9USCroKMXZY2jw7uXCy/etE6z7ctbvgPvCKJ
B10hZFvWZUQ943kHEFsEeVSEj/NsJxOMEwt83qG+/EyEp3xuQ609JJnr7ExnbyyW/BVvSZAJmP9V
umDHZTYtgA2MoQxEq3Zw1NuJYHZZKZ/n2N71zRtfkfYfZWia6MQra37sQUVDvh88djct+vFcCY/D
K1Be7Xb8xsbKAGdREgDlQcK3TtKnXItMNa6LoM5MFRHBtoGEt0lccSgsAV2C3e5x/W85D6AJlJgs
xMtZpfzOLy5ND51Uk4ulCJok1O+QarURcl70X1QXo3edWSb3FN+6I6OXpnWUfbljBsfHXaop87fb
J2rDc0iWZ+InsmqJlbr+JYPQI6hk4jKIG91TKJVCZZtU3K2DDQg6UR2Gwo1MPd+2ut5yyeYmQVmS
RPuPYsW1VcCUvUO1dPbFoNUPY2U279Kkx3fW4/DLybzorZBSaRAWUnps+CgCoZVLWJqBt4iV0lcz
3McpjbqHagTwgEzm0L/XJi95Y2QvDZLJy/6JzAOt1RcuuiwqGGjSfQM0YXkfg4n7pffg605ttux1
9uRHeunwpDH6ekR/FKCB1sntfnGcciqDDRO8qh8uWZ6eKKQW7WfFc6L4ZIgyX3a80NbXk2NnMs2j
Y7wOucOykizF2uLHeeuiyw6bZ/7enMC1O73nnqLMmPbIB+X3Wa+Qt5aiD3BVnvbV9xNDrHlTyWgH
8jELNJm0NRrVKh9HGAPiY7WQwqvaWHynbLNc+kQK3N4+set7IrcYLA/lZxk4EV9cb7Gw6roe6lTz
depSxUHvdeNzYdGMUyLP/HdQ+vTTYHr5l9tW1z7w/1klL2VMmPro+nbCTWsNSzdrviqEVh7qklwL
JVvLPN22s/FFpUiWzEKJZ17V8iAib92kTlR/QcmlvVgdYxCnHnxocklSXf066KP9Vgg9a5PNC8IG
rgcwv1XMonQFdDhepfuFDpIc3TamTRD9gTkpfdeHVPgOlOUq5fvtlb6CwmKW/QRxwMgJe7qWeIFx
eaTyNRp+2i7Vp1g1i5Ma1n0JbkaM/GN8Nkcz/awNsxkDyB2Xx1xv7J3ocePC0hz/U+5njgcttOvT
lBpA5DIGgKkLO3nDfK4dPqgxEN6Dldt7+h/roEGumMlrOHFJWBFKWG00A1qTgInD8LNwXrx3qgaB
P9Owj52XNdp5sjxqN63hVO9R8t4rMm4cYBwENwZ4B5Rl6wJHUhdeTaPa9IfZ6IsTmMbUPHtdVD3c
/qwbB5i3G1XPP3BYYNbXG1rmuiB7MUzAQlbjAeFOUSZq49AMxnlJv9MfE979bZOb28rALwERBQFv
TandZAq98CRkaeMYzZc2qhFj7NxOMw+hYSjvu8XLtdMwmWGQj8sehGXDIUoiNiBJkrPh1QB/NC0l
XYeJ9wV5yh81sK3mAiOvnt0BXB7fQUdczg8AZsfPFqKRiDVYSDm//RVHuICMQ04wMCEmP/6LZycO
p3rorUzzwdym2eOs6DXpnZbU3scCXKz2vtTdaS/V2Vw4tTqY8KGjRyf42mgS1cKpQSb4dRPr2Qcl
nIpTq8LTcTbyYXSOCAstMgAuK4if+Z/FAR1DLbj97beOG42P//sRq7qBoidjvGi17gtV6z6CqCq+
F5RHznZptQC/UZa5bW/j9cFLEL/QBqW/vO5qCyde0KP3dF9XQGLwKufDie6n/jXtaBKe5zyafxaT
Z4c778KWXZ4TomM5sGyuezzdnHeuNmSGH1dN+yO2Oj18igsEw+8SxMeRTZpT9x8dVZfPt9e7tb88
8uTy0MFKVvHrj6yMbRgWtWn4lJjbs5Ia3l3YQ1t60O0lOS/WtDdftbVQhmelsiJoaxDX1wbBhNKh
a1rTdyutfZ954/BUOVXqQj2SuTDAlGUcHSPKVnuDrZuGgbYDMGSilgzk2nAGxUrpNJXhK2Ol3SWM
1h/GMWuePHUUSMknISz44azH+V98WUAKDOBQu4DObnWNoKgbNDNqDN+ujPYDDIXT56EY6PfoKFrG
B5qyU3yw087ek+XcevqAwcgMEu8FoPR6wZqIq2RMVMApBpBO9NJ1t7uok4mIkLowHfM36wRmQp2G
Xj4N/WtzVpdHI2gf07cRwPazWlk+Lcw+hYdSX2ruahMb5yqWaly3T/DmMnHMkm4KLtg1uHHRsxhi
worXwY01/aTNC/2nJPHK8TTllHF2Sh5bx4hhe8IoXnLwm9JrvnDFeWnOk9UUpq8m5gdFcSHvcYf+
ji1u73JjWT5WhjJ/f/sSyWIpPEGYQ1i+sqlFShP2A5GUp07NN0MR8A2CT8vvKMS1xc533NpPElVQ
IGSMEOCtvqOjonpfDw7HRijOL8bi9Bxe6gGkqDmr3XR3e2nyp6/SDZnfAA2j9AD+b3U7ohAWJM1u
bb/UrPBRr/uqOFVT9SSaJlDqNL9oeEX3nYaw4aEIw3rH/MbXxBNB4csLRxl8PewOfogJLaey/XZG
TPqiDKEdIYdiMjoGd2NzbyuNmp3MIpn3+Kc2Fs6Zhc4FIB7sFOsmUZiOjj3kLpYt9GMXBSHAMNUT
dMjq8DdBBgLtEZLZ0WGcKkD3U5WY6s6X3ly8LauYACDJRlbHKq3btDIL1fErG6GEodAYw1Ymehux
Zy3QqOEq7mij5js3aOPJoVMFGBnRARLkNZpKc2n0dbXr+GI01OQsLCMbDprwfitp1OuH2h6Nna+8
tdcSvSUdP/NFptyIF3d2NhaVz5w4fq+MUd8f8ymN/637tIhP6tCHCuSdc6tcPHOpoJJpHP1rw3+p
dxLbrXVTyZZAQQlMXD8EUB/O6tykjp82RYOS6mgfUOiLm4OVhp8hfIn3KMi3vu9Lg6vYiTkgRJPm
0PbVXqnSM6Rj6udkYt7oPgRtgqA4GLKDlsLwfL59qTdcCAm8nLUlciZ3XA0FNToSo3kp+MJlXNdw
AbXaI92mMj2aUdfvzMqZrz0I4FlayuA9yTbX+DFDn/LeNkPLj7LGDA/w5yTmoXSHPV24rUWRYAEc
g+sI+MjKU5XkGClxC8mdo4ulOtRGOTzHU82YUzIZc+O/fQ8ldkNyvFKJXp8WU81bBIMMy6/muO/f
JbHrtMewtml8pqJ0dwY4N1IsWWphGIJnDQDV2umbUari6i3fLisPht0EVJM+duqXEs7+b5bXqx9R
ni8/p/o47XihTdOg7SHtouDDZNX15bTLnPrAaJv+xJsLkt1Q2wczM8v0QQdw1LzTxYDs4hDPyU+F
f98jz9n6rH9YMXjKuZpr4Aos30ObdZ3jGzFjdkxSpf+ogzCPs3CaHbz36/sImAquQ44Pzw0h4fVK
9XximCjRdD9Uo2Y8wlle/4wtlEju8tyw+rOrJnl6UEVJN/b2YXrteqCBY308shRIqYNcW3aVqe9G
Egm/LO3oJDQoU06o75r6lxapsfvF6uLh922Tr/cVk9CgcisBcFHSuzapGajsjtYARlcU/fsIZsXi
KMhhj6qSxHvd5dc+AAQ29FIuCTKh2TpAUr0F2sM8sX19qJL/as6stXdR7on+zU8XdiCyhdCWj0ig
e72oSe80O3KxY7lLU95lmZMsp3R2FOtiG5VzymxodXcer41TA9yFYiiISh6xdX3b7R27tbLG8+m4
GuKuFRVNqVRAsw9Spw0fayjnfrWOJvZKla9fTbJgyi2kw/BZcXauF8smzvR0wYyGVWV5xwktyLuE
7mZy57aR8aNo3eWEjgtSyQryEuapmPpsrwaxcXBf/oZ1a0roLfJ3UZQEpaVmH6O2S9JzVsMRcXL7
vjqi6ghf6O2D+9ofyeQfbLssvEOEtPrG7uh2/WCB1OXJWeJHKL0G4ygSLzMONsRLjy0EsM0hnYvu
P2Ha9Ttuf9s6U9jIilFjW0Owk5nMGbHkKNBDS/s6UwgIj4QT9temM8HcTGX6iRC1+pJEhbHjiDdu
LLeVCIniP6nUurVtiNbOc9NW/IlqzKOpwKpeZI7ypQMPdLm9x1uflfFSsJAEshyulSfMszZfyimL
gkobm8NYjdEnLw3nU7/kX/TJs77eNrdxhVDFZMqafAZVlLWyIjgYtRjmTPHzMoaKYtH6aT4XbH5y
NiF5mqJDM4NFi5zJ3unlbjgmUCg0Uuho4AzVVQjW9hH6QnYYB9TZZ/sug/LTuXROYv3FhlL8heGD
LJjyivwdLyLcwajTSsRWEmhQelx4ZKbDojGqlbvL0F4SS6HEfntPtz4hTwq9MLqrCLCsrklTDKhF
TkYSdAwtjncJAIHy4s2NFd8zReA0D0Vli+fbNre+I70hAnj6uaQt8je9WGWRhVoZmiCF9c5w3o+L
Oh0LJVSPVtV5z3ZvNefWLPYIVLauBbVfqmPsLn35lVFlYbxEF24UoBnpTEgXVtWDjtbCc9swsnh7
gZu24Kwi2ZfMY68ogKjPKaCKQM3no/ikZmp9DMei9U5VjwTpzpnZOpuEXXw9Zj5AzRvXu1k6WpQ7
XpwEmd4VP1Qtq6JLlyeiPL19UaBEiNHZPaYPpMt78dXaGNIKIys8H0nV4S6rKic8Gl0XGQ/WvLR7
jL9bW8jRoFUAWwdh8+pcGlZtJYimeJSDRtU5i1bSjZidWibnNjXin7fXtrWHJLM02FkagBD55y/W
NoW1E+dEGr5Fe/+D0EsgQICimux8287Ws8BD/AdwhdtcB8lyfMvN+jz06XpYxb0XOckTjRL3adGA
sSK05JYDSKi8SX6gBqo2O+a3QgGqI1J9ROq1rTmMVBXStGERip8tnlscFKMdzrUuqseqHRhMnzxx
xxYnF6gssvZclG357fb6t24+0wFgy0GDUv1YxSJaFGd1mOLB474On0Lm2p4ycpb3pbXkNB9sukJN
Yezcxo0Opg6mTkof0TSVyvHXX9csNaglwsTztWhusqeqasJDC1OBccmp2uhobIZF5B7SYdH1R/pl
xYfQggUnKNWl/XV7A/4wHF4XyiiRgSomfyAdpAx4/Vsiyq5D7VWhX+Q5bqhhu+8Zmq/D45Br3Tt1
8KJLpGUdHBKzdVHABBdH0lINDv5xnJH+FdlJoHZ2f/t3bT0DaBxw2+AsA5u1ciJRq1uwuaYhI1VV
YZ6mNhfjQ52pCSPec9TfKzBePPyFSa64JMCT6fHqqxSa0kd6ZTr+1C2mwWEU3RM/b3TPhjkZhGZx
Yf3ntslXmpHyVQWMIKF3wFfJpa53v4aErizG3obWqXY1P1Y9mFk4GYp2R5G5aQ/MWOgwc6ZK0Rzj
eIjeO7mhfs+WKXwOPTXpkB2NywdPhFMZGEo/Wqfbv3DDQfCz5GAbObwUXrj+gYlTeaFhRSF9nDoV
BxTPe+84k0f73aAr6Xiodas4W0buWp+sujX2sviNc8DTSAEX8gYuzTrEmpY5c1sIm4J5aq0nyu/9
yUYr7GimpA7Qwc97cMgNlwSYSo4LucR1r2hKnVbrVH1SQ78HN1j8a5b1EOjVGN6LWajeU8rwUPGZ
2TPL/qRRtfCOYon2XrYNryRJr4kpCe0kFe71ppfkiUO4LIoPoiKMT6L0VGJ0AXr755iB+T1mpS3C
gzVHTb3jkbd8EzAy/JIsH8NdsbINyWeqD2CfgnQahrPbR+mxhoL1ropDxbt3rMz5LRhJ+tCaZXNR
yy5Oz4vd7HGMbe7Ai1+xOnZD247t0DIHNxtVO97nBnCHg5cYS/NsJ8n0a1zMlCAtbcy9iUa5vpU/
5EFkB2zuNuD4VY0xDwumKzJD8fVZ8kfUs2k8tzXVTOSvGR57++3C53K8Xbrvr55fC8Uh0URjHAwM
saufVb3UlcOkMXR8GswsejTbzs1+QaMwXsq6bPUd81uXiw4eXfD/z7F2fc6cxarzqhFREDaMxHl1
kX5cylJ8z7yy+cJ4V2nveJOtywXbjcQbg4V6xUxAB8uLxsqJQE2O7nhaiIDOApFO49QprmJeFlNx
IMJNEW4+wpVcZ6jpZIrYwfBvfWLQ5WSiPMAe5cnrZS+i7rUKnsAABubwfjS88ASltXUSdrmH3Nk2
RccL9BeUDOubrFg59hcrCrRpzP7T6DJf0r3JPmjd4OzNAm8ZYywAvCJyqBziVfZraPhIu2PMmmnO
6Ukhc8phQRE1HB9aYuk79YxNazhkyStK63u9i53mjQt83aEfi0ZTTnZmxPPdqLTRcm45087d7auy
dVYZHofSQnpnUPLXH01vuymqZK5tCboco6NnpwxSxk9zDHtpFM5vb/8SD0nEKdtJ3XpdtUhUtGQH
tVZ8s7fDQ+05lFDzISq/emac78GJN+6Fq8I2hpyIfHzWr6zZ0MJRGJfznbaIj6xzecdAfvXQL/V9
Ow/e19JInDsjU6DSdysIJ3bu5ca3lDhtKe0K88KrgLRmBjGkDxAFnTan920/d499XGgHYYpwb/7q
FXSaKAJj0EIxqQf4aj1vYDWG0xVdr/DCVk35wYkU5ycCR01y4v8X52JMm+S4ZJIct18WtToK1yvy
c+kIZziJtn7z0JL8QXQqaZoyBgFHr/w6L5KtMEKCFOIbjlatjZe8cQxo0GJadvXU9e809mAPVLf1
vaV0DEP7uIZX+11kidK0SPcGpj78hrhzKU6hbGoeW3zfvbMoycfQCfNzGBouDG175rc+tyy+Spqq
P0Qb1wuO9MLU8iQEmG+lxj+5OwKpiBfzR4nj/3n72m6aAppP2QF9QVK8a1O2E/Wt4TVp0MNrGR7J
+JjIpFk31odJzcVOWWwjWgWoAcEF1Dcyb1glM6Y+pVPXMGyXL73RfK5qq1A/2aldj9+aJXG84+IN
Q/HfUNPaS2OB+90pJG04KajOyKNoN1GWWE9n1YCewih306COTORjY9rdv02wuV8do7WGu8Ke4r2u
9+YGMzjp/pGke4XPpA4K9hjtxsAs7Xk62pPl5ERsQ758DNNJ2+FT2rIGSRr1VQdsxSvsT9iBEYdW
OWN+ZAqhuptEtDgfCyTV9X+TcTTf/saQ/MkiEhyWsoB8fXryvqhjqi1pUJkMrRxGvGR56tpquRdO
Fb+9ZYeK9wtr8uu+9AO6F1Zw56aB0RXZ8jyLpQkfk8qzfrpdPJ/ffjH+TE5QfmA310uz0mQxB4UJ
87LOwu7zlOape1x6RpSfoZgMrZ2aw9bNoJhKEid9Dho312srOlEpMwpVARjboThYNYmTXtpaBeFj
ZKeXaHS9yjjoxdD+pEU8dn9xMxgJ5chAk4IbMK/t17CJVVHtwJzUNs6P1pmdC4To2blSWuM5KWkS
7yx466SCvpGlVYq6cPpcG+xMu08or2bBqDXqcvIypbAPOin0eCxU4bx1dFG+IX+UD6jPUEZevyFD
HQ9dDTohsGNjZFCu0Zbs2KpOcezcsdkBn8vNWuUoQKik1j24cIhQVoHeHHZt2eVpHnj96IpHdU4W
43Ec2+TtbUlPKtwYElLJx1u5UxQXoqFBMDoIiwnFdy0xrXQ6JGMz31lCWZZ3FYzKeyXJDR/KVeer
MQYK4HwdeI1G7IhBjiP2U1hSBJvM2Dso/TS2p67KDPtOo0W6N3C4cVqY56X2QzGMqYZ1nyOinG3p
Qs0CxWpi5lM0CKBBigoR1snJikuYDW9f/81V8lbJiTWi2fXc8qw3U7S0VRZYYh6/ox93P0e6UR9r
oRXdGRRXt5fsbaTUjKvBTsQoAYM/a+5ArYvadE6GLFiKqvxsLnjb45Qsdn+0BF72yVMyW7uoau8U
b3+V6THTlwOyw9Pore7+MtnwwoV1HlBDKsSdVXfzGf7wwnjKkagVx3jSoQU9RHWousdGKQb3P7c3
e+vraiZFXom+Bqkl//yFY6d0OKh5ZBeBXmTVT3fwlCd7MOzwOI1i2smpt2zpfybUZAQCduDalqfQ
vE0Qcw5EJKz3iVaW30iNwhCpy+7H7WVtuQHGJWT7g6Yy4eS1KcVETcED/hSUYaRNp2KGZfDcOoRW
t+1sLgkiD9qz9I5wOdd2qsbWR7NzyiCKXevfvm9cRgv78lSlJRPRf2HLkSeFTAiDq7NS5J0NPYNX
BG5r5fcpyLlPzPc7zoETtgeV3FwX3pPurax/r/NlVJDGvi/NPBAZMxAPWTa2F+SndfuiNXH59fbC
tq4f4YUcg6XMDpPN9SYuixYzBsqMajakNvhP6LFcNco/ZmNpAg6cpl8N3OwPt41urpAyOgzaxPuU
+K+NNk62VH3OwW+yFi3vLu9/zlYzwEvcKYhd3za25dLIzGEKIE9zoEi4NlZMJoO4Kic/zcvcuTSI
QM+HRGuG8qguegQJRKn2e+ImWyskSUcxl4Yjs2irO+DReYcGkjlcFzG95AArKmJzxuw+1pFj7fix
TVsEE0BLNWoC5soW5T9bD5ewCDxrHEuULwE/VtbIcIFmxG9l0iCgYPaU0SuWJrF6K2OJ6SSundtU
9fvWQq17EOg6pzFM05ATxe47cuI9wp6tD/jS5Oq0uCAlagZzyqBoFbt/n+TG8A9zC404ukLtP4+i
f/sUMYvkqKhSdYiqwCoqTUU3tGPeVYGtMp3Rxt70IVQSLT0MsHo8zFpafnn7GQXwRFghGQ9gZ70+
o9YCbzhseFUQO3FxGfmcBxvOvmNfNO0jz9Oy4842t/SFvdVXHK2oyM2orIKR+dOOFfIRKT2av4i9
yx+5Vrs7tU15ydahIWV7qo3AyZgpXvnqueW4RG1TBY5aNMWpsSe9PraVK3ZCw627QIQgoSfgJfj7
9UbWiGv1oKrZyKYX33MNbu82KqrnbvbejMOF4Fk6aKnyziT2ytLSAc7TyqEKmA5L9XPelfEPAVXl
Xgi49akkX5xtuAy1ECRdrwhhBIg38R9B6jTRc1GJ8Eu6tP29NkyfS9EYO85kz9zqQ42WIsDmpVXQ
uHIOa0Cw+lCVkgt5gkKgPtlO+xcpJ3hYIPLy9EsljOsVEjd7iMeYJcxH0JGdnNQx7uywaMQXq9Ez
d+c52DqJfwgSaCKBqllPnsVKKbIoHisgSpbzKVX6pDlkorZ2nriNxJbQXGoKMKMKdHK9jxOib+1s
lUEPECp8RFdL7S95bYtLTebyvrPAMh6bMK7Up3Kp91r5W1/xpfXVm6c6rQxXXEKjxVCfIwTVW8Qc
tco7ZI43qSevBod/24Vt7avcULA1oAlhLrn+imVj52jFayX6dkU6XnRFG8VdOajOX9kh82OGhsmC
dSNQdAUFfVKFoNBKpf6vl2hj/cmj/KPsGNrcQ9oI9L+hUeXIXC8odaYZzZ2emyCSQrnERfPOnCqw
y6XzIa6qsDzf3sBte0yUSVwbjDfyz19kA029hApZYBWYUziIQz6G1WmOoNptRNfbx9hChOe2xc0z
itQj0Gy4FmjXXVsshZEhuaJUAaS7zTu3WlqkO3Tj90Jb8MJtbZ8ZGkEhQeflu215K+q0XlheXfmm
K0djzLM6WNrUPSvTON/nSltAkVLGl4WxRd+rQ2VnuZtGIRmGDl/Wttd+porsOoJYogpCGtQT2iWh
e6hHNzukhDInFTfeH6EJ23uSNi8GoxoSXwtWe01uWGdjTac8wuG49E4ukLQ67nlpTXXn6dtc3gs7
q6/pLSoVidQmaBnF2RZD8l+GyDQXDTSa8ucEpMpTFnXdGxkpZTwIOIX3CfZm4uuV1cSc+1pdZP6w
FMp0Sae+VO+EMdXG+0RNrXnHrW6970hJgPnkTSRlWV1Ksoa2nxovC0wr05V/mWXosyeUUmsbBjm6
xXs6HVsfD1Qd87MS/PmKnKgz0Rny4q4M3LyhUKdpOQGhaDx7b0546/bTH6CYxdrQqZZf98XttzUI
iKAwyAMnq/6HtPPakRuH1vUTCVAOt6rUwW2726HLvhHssa2cqfj056P3AbZLLZTQvQeDGcADDIsU
ubi41h/in6JEPeemtDkPx8qtWvxmLKO7uX4IV4eULz9UpqT+0uKKmvXJUCdP5GeIGXn0wbMqI//T
l5po70IBnHCHIq7RbOQXa8Au2XUGi+FBLnpBKKWHXjtqjFBr0syh9aOdI708kk3l2m/N7Mt5jzhm
pp8QaLLVD9mQaU6y0xphWBltvyHqfKccnebU1G0Uv5tI9r5cX5W1Hca7FBUsSUunCH75IVphh+hr
BeywKpw/FZM39/6UZNNtmHvep+tjrR1ZiepA8pSiJbXFy7F4/YoiNpTs3JXl1OzVKKqGT7owk8BX
qcTvvDT57rpzbm+Mu7arpSUC3HtAhnQZL8eNBEXhGjWzc990mffV8UyhxDsNtu24MdLaHpMpEGxL
G9j5ssRVjI1QkmrKz63blcFej4PpD3R79V6kQfHdarXpdH1J16ZGTRjWChgAXjiLm8XJSicXU8ym
VnIxPkZibrJTU7rFllv12j6RhwcrUWDKLzAj3GDWnBa8SkWaGSh+a03c3bjq1LXHNpoGd+PGXF1I
7No4qqBU0GO6/GR51SMKYmfluRDjeIp1Q713Z8g5fixix9kl0TgGb1lK1CFk851S1hJ+3qQAy1Rd
Kc5aAgPmgBUg3RCzy8rf1z/Z6tTgdMiEjj25rK2hHTgWmeDxaysipv3TRXBw48aMh50uxsjeJ4XI
tyhUch8sH6RyMenAIGj+opyfp0aZToNBuuoAIrXUpMC9zJ7bvTO7U7rr6cihpxgEN3mSVh/hTlQ/
r8967exT+KYYy2OVl+rig4KtJ7rTMTirSIrEfiBUrTqmiQi/10kF3Ept7TrZw+K1v14feG25kfpj
4rg9EeYWJySZEq5JHv9nt1TUA8m6bvp2Lzx7TzO4/dKCYJs3koTVuZJwwThEFRyszOXmVavKwNdG
yc+icIbkmHrC8e4UpeqaH0oyR0BIGwHPwM+xf9tKctfHJhJILBsRYbHOdVZZgwal/DwbVARCK8md
e3CpEp3jZsW30Y1aw+8NkHQb3bC1AEFTgZ6/NLsBS7uYtD219qS0VNzRme7Rgkjb8d61CXxP3oxl
3FaJeg3AAqILQivAJ47t0u+mahEccNOEunszaF+tMbo1B52qu9qN4bvIadLvTdJHdwnSe1/1tACz
a+Gxp3WT9Xh9h71c8r9q12RnqOig4rm4XrR4LJ0Z0OAZudQalQjFuXelD6pfN0nQ+FhjgWNuvbH9
eH3clzubcf+qQnHdoLW9SGh60Bdxj93U2XD66qRnZpAcOLiW2GV4QcpPXaUb+egKLlWOiT20FMEy
XiSk6jwqPWT+hJe2SB2/d+bsRqcoOnyRst+NT2vJdu7G2Guz4xSkv3gmtF6Im8pYaRup1cuQxk/h
AYC+A02DF8xJx4HwbnVOfE5qXjZzXIy/MW2c47u8Bqt8CEZ7FCcF0RJeCEru7iyRms7p+idY2YT8
CJdmukyd4MAs3wOUBgq0UeOzk5DB6kpTiv8Ko0OAMW3tgxPH2QMcS0BrbOLpHNsDf4jmaLLnldLO
4cat+TIbQLgQMqmkARN2loGn0mfRoI+Phvfo2jVPoUrLj9TyAIhfn/fqQODU/rZNKQsugmo5qeCW
oG2c60gRGRS/NB6OGRJsW7iajYGW10ajN7ZVJzUDGV59E1OkSA5OacXVxodcO0ugdgAPUN/kSSL/
+z/vEbdR1TR1x/jcptiloJhHtfxkzoozHGvbyor3aabWW9xfuTkuL2V2DToz6AwTL+GgXA5a06pV
ihDV7LAcyuh+Tozxp6dl4fuxLMbsBKoiQqp8mPtTMdV2uvENV/cuEyEhkOZsL7Qg9djqNKPG8UD0
XfnVMbCg7SMRWscx5B3jZ21kmO/DMrHnQ0K11vS1sR/wJnUDV/tdVKp4rQUDpRkVHRyUPOg88vfi
ChEm4jSBh/pyMljF10ydG3otMJMOds45ev0O1uEywF+XwKZlph4BJm+1OUnPYhDB+IAUll7czk0z
elvFn7UtDD1VVunhqL4EWsZ9kIqoZVahaU/7CuSs+JMJpdrqqry8gREuBUzNJ5V+jNoiFiWZ3taO
kgLu0bP36hiV35Re/DfNk/OWOAOtlha+PAhUQi43bhYo9N9g+5/5GUOGf4zXIShDX6DdQJ6txXjk
4aTGoxQiXxoH5jY4+MLhWMZR5ExPXjlk8Y9Gt+LEh5pXxe9TN+oDXx/Uujv1igg/oLsS2Lvre2Xt
gv/3VywueNXoVR3IRHIWolVvejdzp1NO4rwXQ2PeWZml34Os6LZsRNeGlcEB10Qery8AGwlNXKur
ouTsREOR7sMwNG8LiLOfwVnBSULTNFAwcG3nLZv7tY1koowtqzN/Fe4vP2/cDWiF1HpyjsHH3wOm
JH/RnWGyd9ZIZnC8vrqro0lOvixBAMddZKxeNNlWMozJuYf7dqin0fvkxdVECW+MN57na9uJ6A5m
S+Lz6S9dTgwn59q0KkwncJoPAHjreFb5Oslwsgvb0NJ3rWMAwq3SNIv9sMGpW9Ui0316/YQtiYWT
0ovS1OryVzRa1829WURnN7BCuvJjrFWPZR4Pjm/0JdTn68OtXW0op9G7RtSC58hi0jr8dIFrFQYw
FHp+95b6dejwEUliYX8B051sDLf2Of8dTobDf27SsDYnDQFaSM62kTaHsQbw+1jNM/AKHrfx1i22
dkj+lpQkalzmPJfD5a1w9UYrw7PdmWX2Ltex0EkpmmHpfGoST/nuBPVgHSKlsbfUxVZnSokCQAf3
x4vSGdfgNEKLAq5v2cNTj+kUzDylyvZuobpvyPUtVLUk/49zsgT/iAltb6NhrKjWhp0batZ9XXWq
D0w/2kfO6Ly6gS3pFkjy8JSz0BdcRHj0XKbCTpXwPJtmMe6j3A69vTJ34UaAX1tDknfK6RQmuE8W
JUFnEODtEX0+t6KOPyRNk8uii5Ji9yB0xKE3prV2Fii9SKlZBPCoeF7uFi/v86CrSddH+k+TP86m
9UOZSuPgYkD7dR7RgN24O1Yn+BfQiN83Uk+L42CkFEOx+pUeCmF/zPrIq3ZKWoo/lGSCLXXv1cFo
LMuuGhfmkkdeBVFYOkD8z5FuNPnBntRy8vVYyYRfovq9kUCuLiYQKjoi9LFfoDXRrRFBEzvReaBF
8RC7bfWggdjcg8JJrF2sxuSKrw9llB9BNhFhdF69l59Pg50zJR3vG6esiw94zP6xsBJ+LGp8DTRE
DPf/p+GWN1Nj20qHMB9GKFY57It55Blnh+mB93H8Z6aa8Pst40kunAVE+0WDshs1ZVYMLJii1LF/
AYR7sCZbi3dFZ08YBln9G0K19AWTYFuJ3FrcDLWN259GY+Hc24U27So0YT6jlhV4JzL9LendtccO
R8AiYaS3RG3m8tuhTd4OAxWLc6bV6kGn5ndTAbO/tyMVvwTXaMtb1Ao9f6515cfr15XiJ0Ri5JXJ
Wxfbphy8TG16JT1PwviWKaOa+DZm3femNuoPIlSz5+vjrd1J1DpZWCIMtdbFeGmat1ahjNAzHLv+
TWlVFPu8TItDj0jsDemsd+MFjT4frg+7dvopefEXiE0YgYvP2To5zDanA0jZjfrtOFCI2jU2JKYi
qZTX64hS/eGZIZn6qBAuCbrCKeM2VKMMlFrfnmFAc0Isp+8OjWN2WzKiqzMDi8pLANAMEOLLvZOp
cSESXNHPaQhVohVe/ugqGQ2j1oreklD8hfwhRwG6f8lwzMcwn/tGS8+j0tXzjeOm8w+7ioqPMRx7
X0ypM/t6H+pbjOe1aEpC6EoPW+L3sn6KxZqDzQXUDJHUzTezdN33JLLzaY6NQb/JKaw7G/tldZv+
M+LivTi7MR7Prs17EcENGJyFt/OUOnwEKGDuDCne4tv5FJ2u79K1OOChWSx1izkdS9+AnAKi200T
rAkqeI+ZldifDKNQlAMo4FjfzZOH8G1mqyejSbA5uj746iJL6gsdLFr55uIl59RW2qYg5M5J20zv
yswo3EfXrYJ3gdIGxW3VkGJtvf9XlxnJH65/pgTB/HLzaviWRLZQs3NR8HJEuMlrfhWRiL/1c+r5
U6QNRzyB03LjrlxZZ3BYHBkHfBLWP4vEA1VFSsF1nJ7tenzKA6Xa925aIxzV91p+QFUgek61EneI
qc0ybyPrkf/zRWWLwWVLEoIp1a1FsJ/0aYiTok3xRK2j25qHlrgrFSfb6umvrC0IZ1l2J6uThL/L
tbUbnBoZhkkqdn7ANjw4DACyarS/e/F18IBoFKk1fLu+i1bCEQkPTCMZ4CGNLb6o240FpBj4cGzy
sfSjTATTgxJLZQ6zFFX0+lIVw1FdlnpqQMjlz/nnRTWWqYXfckVkaNC48LTEeo4AhW3x7lbOBqYW
VHPk+XjJDeu1uR37vM4QBBwpWGtl0jhHMU6+kyDK5Yd1pAfH6wu59vkopEpbKqBCbJXLmSmhgstE
DN8nHkw9fgKchF6cwkjTIRwqs/zu1qHao6OLY+HGw2NthwIf54BQMKN3sgh+gHMB5feQb1FucyW/
KarqfRqH/c0bpvjPOIsd6vbp7EL7z2jShPVuFHX4CYJDfeiqOb3Jo1jbI8wV/7w+6OrkTLaopPlI
EsfluoJnnofJMEDXeKXoP6RprfePdpS0+7eMQ2mMJwDJ1dLE0/UaB862mwGCnAx1P7TqHD6V4Fu9
jY2yOiFai+AcQEO9ACfC17VF3RU5RlqZdUoLawwPyNY6WwZQqxuSejDGJ5IVv+xrZJkV4POHi5ed
OeGXvPQi7UDR1csQUm4d/Y6kq9UOtkOBeiNcr50+qdP2/0deNjqIYT06B4wMSEb9oDkQ4X1Cj6b6
U5G7P1uRzBsxem2uOkhdim6gul8o8yoqsjbEaIgiHaZ7gRpHDwJv0Ec1msJDnpXx3u6UPt0YdS12
UlZEfJ4cB+PqxZGPa3OuhrYozkGa0BhMAdP9xFml4knnJv9d355ra/rvWIszno51SRIX8zVjQ3z1
FFFXPgKr1s2ohs5jn7f10/9twMVhR1WFbiU2iecc/ByTU+y4OFi9W33SWt38VhdD8IYnscR0SAgQ
ufELB6QIZohexRxBSuPmKe0sSzy4iQdsb0YMKt/PTmJv8fvXTiM0EVN2uylHLU9J4GUpWA4eGlU8
tzWwbpyXD+TNysZyru7Q/x1neSasIqnB4pD2K3P0A1+PaQctFZ6ym1ru5yIth/g2iANnK2Fb3aL/
DLuInkJt8qh32uzcU33XdpabB54f1GWZnrDqMeON2LY2HNffX6gI/IplMyUSST/NMRCuCgDOMRWT
dUtmGN71Q75lpre2oIDTaA9R1sdsVX7YfzIJrqkqTCOV9Fc3x//SyGzvCkOHiJ654cl265se98CN
j7h2CAkvcGH4S0oOXY5p5/h4WhEXIOij1NlZGFndFqDQ74cuC4ujgNSxUdZYAymA8AY3iyGAjvmN
fjnklNqlsBXApSOKAT+cbDw1fX+r9KWzwyYl34VThQ+E502j8BvFrcTRGopuC6C8+l2xJoNbRXqK
yMflr5g90Vi5gQqFgjVi6atm1t2H4IHcHS+OagvgtfppoW5hPACanm97OZqVKI4eTjSLAtsQt3Pe
VZY/2rP+ZOezukN/yH1GOdLciLBrkUAqV8v8DVaQuoiwZgqtfkKSjkw4gr4lph5fxliLxv31wLq2
liQyZMAuvTAovZezy/CVq0MD1rSp6IjiIMzZHcd0rjXfy+tgA1iyPhiYEtmDlunw5WB9OXRF5E24
daNA+EMJMuVOBU3/BcR0d7g+r7XDAZsXFAAPCXRoFkMJY7ILSn58NXTPE3RR+McY1dPHdkjBPXpW
X298sbV9gjKVCRWImh9wkcvJ1Xmp5k4RwesXjYEifjkOP0Fu4XveoeEg9got8OYkIMpuZcJry8px
kAKfPL0hG16O7LZYQCk2hZUY1J/YTXGlHWYqgMMejRNnI+3+KwS7fIHSnqYqIs1IXrxAuRGDYkpF
drbittlVphl9pjwvjqVTGyclKXBMwm3B3FFaHT6ZXWf3uziy3Y9tjZSDN/O/3rkT5E8/DcL5K+pn
9u31T78Gv8D1U2Ie4MwCRVic2Kl1y6wL+IXT7A7vhsB2bnKlmX+nCC/90VIt/aCAgn/sUV2u/KjT
RLerePfpx8gbNn7L2jHm+fw/DHbEvRafRgyDquFFmpyzss1Lv4zUMN6Vg9pGb7jr/h1osfvwwBzb
tEJvQeRq+32u5qza6wDZtNuubNEwvL7EMvos94DD1gXtz5X3Apylwl0XiYtMTgY9pNzNeqso0CaA
4uy6EdEyWcJ8qMckfq8igLJ7/eC4AcsrTz5vl2AWcHsEay90n51cn22/TVSj+ijKwFQ+VYk+Jac6
6KzkoWmLVHyOnMzeUmFfOW+k9+x/KTcN8nYRm7tqiJqW3/Vs6SJM916GkcqNKUDWVCUit6+fLuEf
+A43HWWR5Xs661NHo4TmPatG13yqR60UuP7U3ny0MP+M907Ruuq+CIfmndJk0aZHxEpck0wSeqQq
VAtaipfRRR/R9E9rEzFfAchr74TAFYpdFtTe46R5hR+YcRQ+WcW2APZaqAFTgKQ/jk+UaJbthSDR
RJ0gx/Bs9/QCdn0HQAc729n7WOVVax8bD8G6p1lpPUKdNyCzjAzAo6FizndQAq9p9oboh/FdaFIT
2M3V1BkP01iAGLq+I9d/KF1WCp80dmEvXa6R0VDMamI9ePZG3S5xpC0SDDusfvpYmFzfvTLlqa/1
1MR3rhjn7jbAV3Y44QkxDn5W9VZwCmuuq9A3vdQ5sRvck5apb0AQ8LqQUDyuX/xMFoGxCWsxBJXq
PgPb7I+mF0CCx6ziPyMYutm/viZr24ZUmC/yNwYva2tppiihmufBs4F1Yb23zNnCLbAetHulL8I6
8et2iMwdUpVevAGYltNYRCd5OmmIcSPyEF5Mcw6VUaLgPJzY+szedyLI7uD/8OI3CzVrPrSNVf7J
SD++g1XLnsZM0ZKNW3Jt9ug1sNYgUWhXLcJxppbAierAew771HpOC2UC7ViV5pcumDNMIpHB+z4F
Q7rFFl5Je8iK6cdJN0wKAYup62HRNZmuoXc+JAgKIRBVF7sEiGV+DOc0PuWUx4uNucpwt1zuv/B0
rgKXzsMi1ZrNNG77Kghw7x2b+K7q8ZdN0lJHR5nn7AHfsq7xxVyAlDfmqP92fZ+tBeO/WPW/2jv4
BC2OnqcXWqT10MByRZ/2thdniEjqbm0kN70pmi2S+V9Uz2K6IDhYZZAABMSlBt7Qs3tqRUEXlIpV
66u169zOQVpqX8NkVJ/6upw+JWKad8UU1ze1O+rJjasUleLntRWwNEWpHhQ3UDeK2WtpDxmPBJ3y
Rnt5KZtOIZS+QtkX4b/4a9jM/UPK2uDGGut2su/bPn9fzmjq7I0ia839TMz/mEV9ZpziTC7X9Q+z
shW5iFU4C1Sgqc4s7o0AJoM9TAiMZgEtAx6FVmL+nrN49guqUpDUHJNm6vUxV7Yir3CULqXiP8F4
sRlymqquiEPvuasd464sdIwgKpQm3b1n12l1MIc8aE8UP8LA74Y4C75eH38l3WO61FGpfIMXX8rh
apmSV2grO3ilpvm3qYZ8vEPfFMe66+OsrS1dC7w1aPXxPFyEF5DMem04lbSGwGfMLyZNfedEvRac
Wi9q77yh7PvH60OuRDSDmEL1hnGpfctz+E+FY9R6r4xcxXv2wqq9T6BdRycR66kP5bO0d3mTIDNS
hqi07a8PvDrXv70TBBKJLvKb/zOw1fV24w2D94whBhSEKqgdX9cD8yRVe7/0Wti8XruMmVJ6J5wB
fUMt/3LEHhL71MZF8JxFCfSiWA+/TYZGc5qirbqvunjUjtfnuBLEuKl4gsu+F5fG4ns2XVlEUSC8
55RgeoQ0m92nevw5bcYtVuraDiWTJHJxJNENXHxGG0UAQQbnPk/w4vadw0t8p+BArr/hq2GPbEoq
C4nGMkr2oU2dPVfcZ7Nucc8VZh3BiTfsJ0OJ8+xYlMrrpTuJegD+gZ3LpuzyyrVHrYtLSt/PbWnW
3n4ivNkAwiq7vKt7Mxavr2Ugd+CxjNQXZSXqcpOMURQnGBlQ/EnycA9dfp52OWKePgWdZku7Ze2r
caPb4OvIMkkoLgdLNFzqdR1DDZfNeLBo0uS71MrmLY7b2ln7d5xFfQ8RphEVmtl7LhJneMIIzkmP
Jf7dlU9l2At2Lo43v1699WW3BRtDKTtFznY5NW3CG2zCvORZ0fUfZpB6z7MxP8MZtR+vD7RWvGQk
iVCGKUmqvciN8mKcmtjgNQH7Jj3lolEf5iEOHd9SmuJUKKI/ZJaXVRjRxO6zNVjJXm+r7Pf1n7Gy
xAD6yD6lqgtZ6rIiwFOuS6ORfYNI9MFIbO3LMOC8zHj5e60qho1pr4QWHskUSqnUQEZZctnKqEJ7
JPCU5zxMSMBnN3xMg0h7rHPd27L5W9mmMu8Ego3bJ7T6ReD00hrNXN0MnpW5sIUfeMFUH9VYVkxf
vYiofrgahTYSTuoQl5tGjx1hDQmK1qbbtuNO17q085vcUtobi/JU+wXt1VnfeFasJBeEDHncsU8h
wVrMzvHyIGzEjPnaYBvFp6gI3YOmj71zaw3tbOy1qdejhyoK4+wmH+utjbOW3zE+/GlYYTyslvt3
1mq7qccAWf/G0fqjzkby/KHpQ2/npoH3qFmhfktZAiS4WnS1n+Il+20cmqw/RR7w3N3rvwE/hcYx
AkiSY3D5DfASSPXCAcgcK5NBKWB0DjRVURa309HdJdasfb4+4F/FhEXmLS1aSBwp/0gv0MsRo9Cp
4PjirlC6Su3cUhexzjmPoPoGO8XIwezZRh/lo+OGRrDHQDcxz33W9/OdOxe5elRHikM3YSkir/Hd
WYvfdygmCX+gG9YcoXENMdpzZhi0OziPwfA8coM+QFlXtA9uGwvH52ZR0y+w1gYTSf7KdA4VkA74
r0kgmp/XZ7u22yhloWyBnDF4wMXyhil1u8FERb60yWBT6Pm1N37Itan4PPaF85hrTn47ZrbzrsfS
8HB98LWgwfNG6nuSyb7AWdY4k0ibOkxSPK39GsRIW+lOUbR+CsBlYywZdpdflZgs2cZUuHi8XH5V
bMxHvbam4LloDJ6IuhoGzS7o9a7yw3x4cNB1LXnCuFp76MNBHfyONDHZ2Mwr2S0dXqIW0Qv6yNIv
09DbrpmEfNSZUdADJcuM8FNQROoTgTwb9p2RiYdJWGP+5/UrzZ0uGzAsAOXEy9mjja8iYiLwgdKq
8mC3bhj6RObhoCKufro+1toNCIUVLBKFe0l2WNyAdW15NbgAylRhNBt+XOXBO1WZwnJnD8n4UStj
kR5dVwCgRQmZklAM89k5Nn0zVlutRBktl59dKtvRckL87oVgdpFMlhZhsfSc2G78rhtN86NeefbJ
nbQcx3ql+IRAHHA61U4+YExlfLUzCxfXRpk5eoJsPMYvw9u4V9a2AR8DyWIKvFLK9/JrdOiXNF3v
Bs+Vnrvu0TbaQr0p0yFW/R7tSM1XHaXcTfRH37D/YKJZkmkD7ncJ3ggdr9YqxFOe48yNop3Tjt0H
NXJBGYSU77G5B211gMvauhunbyUdQSyZlwC6wRA3lsSGKELCUUyG92yk1rx3Z0uF5p9JZLN2a0zG
sPHZV4dzDVk7h9/DZC8XWJ1LGwPYiO3uNfkXe6QA6leJou9GR5/bO26+uN9gpqzFFwIomTNNXIBb
i4SrLOeh8pKOb9rrTe3HAXYnqpJG6fuKVlzqN7WJJayBS+CXxkQmyYyE++n6wVsLp8xWtYAY4nq1
FIcvDW1qm9H2nmOrmG96kiRxyDvnV5dEfbm/PtbavSGvCxIE6gPoPV6ucJxSSbdHpmsVw3zjenjb
4evSj79yFRgLkjmh8mjj/svHrkB5viHEQHrGX0rq8EO+XrwgJqWM+rbj5hgaqjtRVrRPdmibycGc
3Nw82OnA2RFTcJ4M9xhGeQ9EoATbeXt9FVZWHFAbmA9UUKV88uIgt7g7iiZvlGdU+a2vaIQ69cka
xI9egZa9seKrY1FsQH6bJBva+eWKY6UQddhywujKm/g2dfNB950ss49Y/QxvALPLLoNkkCJFTBJ8
OVjXq2PnYhF27ms3eZQQNH8K8uyhL6phryvlVh995fT8baSCtpCk5CXiA80w7Ah7qOydkRrtTiAh
qhyHRjTZOzuc5g5qwmT/VPMZui62z9H9qHZR94YVlsUYWbNw6F0sSkDuECopfqTgBhTZWgf8Vn4e
AHyezVY1NiLU337W4mLCwOt/B1tsHdFbBrg9tAMiM/P+i8Ekqyf0KLtTMyFvTardBSB3VXOw3lm8
wT+JsjfBJ49JkyS43KYF1Wdkfn64SjnrO83spi2FzLUNR/9GXlOANoD8X+4BIzWB9Uf8wkk1x/ku
RS7ZPOWGwCmeIvim9sVKzEZN3+NUQ6iRFZ3L4cq4tgDaeQyHcp1+zHTo08cxd3CJzwD6RO+wothI
ftc/Auw3mehTbFz2FIIoCkNQKOG50D2QVX7cWPZTlU6T7mciHsqbXu0V7xY13vZdkXt24gvPSZ3I
73A7ulXJXShr1SlgJAWA9y+3MwdtA+e89hWoxciLk6IdhcLLZcGuqcsnMHJwyuwu2aVguXdlHlQ3
StNN5kZisjqY7P+C7JRIpMU3CCPDyVsYR2fNDeDiw0wX4jhnfS5Ocx0Vf65HTxmxlkdANhCogtJE
gkh9ObW6tyYnGsPknNdFhE9sC17xKXenefO6kNfBi5HYxEBJLORtlw95UOnIQ+Q5ege14sS7lFL3
j8IeTO+gz1LUGcSTQL0L0CzF5mS8DYykOoBnLXeDZdU3ZWT0x+tzX9vtFqBrbk6qRTy3L+eeiarD
4URNzu73JG76O/hm9XstiOLANxOz3Yrnazk5dyUgtv8Z74XLs9mGhl3Y8dk0E62/nZKpy48dKrTN
TrWj+5oqS/BxMNJwZ9tCc254AXkx9l11uUXKXNtjNthTit8g3fj+lzOXdwkZVJac9SKvJ18NomQ/
F73xCzbqlvrM2ipTqsUBAXw0ueBiP89i8GZMiCDvFlai+u3o5PhwdsD6fLWvHXNHaqZu5CYrmREF
VAK7QdFIhpbL+Y2aQMYUNYCztGAvHrxgTMVJgzn50GGLlB7jeginU1flk7GDh1JsEtHW7lIOMNVH
usJYUi4y0SqPAXKa5EZKi9uEP+Z9dYDQaJo7YWCXjmwjP/swUnT8YkHC8x2lMN8AwUVgldlTB6UI
ujSnUxC+D1RO99kolf7rUE1PfZF53FMQuM/XT9LafqIEQ76JDRuha7GfkGaPQRJCgo3qcU7u7FY1
D7GZGse8KDv15vpga9UxwDG8YyQlnILyYnGHseqgX1ES9BrF3ldNrv1oYFAZJy0vuTUKQ53vIpFF
Cr1pJ/Z+dmQv7r5LPMGftExiI49Y2+Hsb0SsSNUoLCyuh9joCqdEIBgPI8W5C2eypK7G9OBQoenY
7unD5B+vL4Hcv8tYSrmG00Tmy9CLFbBGFPcSgzszD0Qf7vVA7807Dy3o8lApFmqzittne1MJ43Aj
P1sfmebg/4y8lDpVg1RtNJDO59l1O+NAZ9fqn+q09YCwj4rzkHs5QC2PhGhL63p1ZKlkCewRH4ml
SphpppXC5YJ9MkSmRxCHwR0Sk6X5o+c/+T24H/cOCbn69+uX+i/GUyYoeJEuPq4GcpFCpIhA52ri
2CMj7seE8Zso86KvfTWMYmcqSbrFQ16bLRKTFNgZlbR88dKoU9fqxpCSaylm4xOO6e6nNpvru1od
MuOY5mkW+CH611svnDXMA8GCW16GbGBO8qj/04MtGZjbN8bSUtWG6d7FkOdWUyEo70JVOE9zVee7
zI0b5x6IrbVrHWev1GwGBHe7eTp6aqV/EUCr3yByITs5tMLZ99goyAX753cZc0Wq17DxkPeESVdM
9vBdnzLxy4Vs/+36N1870JQHsfMAxylprpdj2WMD4Ns2w3OYDZq5K3tnxK6zgT3k9Fq3z5JqqzK6
+rnRVJZVA3jn9uJzU/SCt6RmSOClYfk0zi4NuLga/+Dy1Jv+TFVhr6KLt3vDPE0qslJLmPC92Nsj
5TiRiCg6J3M8n+nndOrHwauN+SkA1tTszVbb7LivXRVkt1JmRlYnlxRtczIbI7R6BNNSr/3WJEiW
UqF3q51j5G63kUuvLqtF4g6zm0bccrBSz4u4gToIhTZqdT+vnPmRV4Me7srRaDLU9tKZslBc6q93
EOLqp/lHJYhSAaXPyy1kzAk64DOXb5SpwY8+jdx37pD2xpHG0fca27tm41uurSvFXm5EiVPlc14O
GCiZHpSJgc4GDCd9pwduq96lrVWJQ8+LOt6AIK1kWDQ0sfXgkUj3YNmhql2jogzBho14prfvWmMo
MWdxwsnd5fncTu+7LtXbGycLYs2PlXR6g3AQupUIpYJwBJv1wtBvnudyRjrl3EWavq/0Sir/Wu6v
CZTjp1cfE95GbCGJ6oYNI9fin9CjTbC7UxP5mREZn3E/z6ZW3SnUgvq95o7APwcPbcHXX7RUFrAz
l8Rs+wXowO7qmoqaGfNc6rW95zWRt8cbzfmDDo5134RZdgo0cK4b20gGmkVmIZVg0VSWGhjUbi/n
6oRa1ysWYA6AtYhSVmrcV495h//Jxpt65WhK+zAgHDbvIYiilwNhcKLbIUqBz7yBA32XZU7k8Sh0
nWDvhjgPPLalYbc7+vWg+1//PTmXktpEyUFzF8HWjPQ6V6cMiAUO7u9seA3HPqnEPeQ/fS80ZdqI
QmtrCnxEsm6kk8SSoQ1Pq86SWQA06ANtuNWsFJCsU2XDBk5lrZSCQAIAC1pMBs/aRRpumaJQvKxz
n8EjDrdJqUQ7mDHD7eRMyg6z2/SzjmFofAqb8tBkg/KLUg8OeKEt7PYGvlvzuZwdUR/LztjS4VuL
F/AcsQCT6g0vmg91Pnfd2LXuM2ghT72rMx5HN7ojhu5zkva24teK2T0BpDDqk0l3Krx9/Tcna6Aa
B9GKfy++udP3VuzMoGWdOndPRdRO+wnI3nEabWtXz8EbiME4ARD+eRTAgVri2XmTREbeMl4Lu/yn
Whk6KlKDPaTDPq4wxfYxksyH+3HW5/jx+lTXthuYBa51efMAG7w8WcEEdUnVcuU5cEBk7Qyl7vpD
Lpz2vzeMwx0HcU2iQJZw3MBwytyJwF4bczzepFWDW7NJgW4LAbJys2E3gXU98tSIry8LhGWkzWhs
AEcULb5j2Pjk96B22yOEwPjL9SmtD0UhkjST9+WyZ1XkQimBljAlJEBv+lz9mQbN8KVquUvfMBK4
BmBQpLOUYS4/kt7ldqLXcfCcx5HYp0XZ+03Vq+/Yw/+PszfbjVtnwrWvSIDm4VQ92W7HSZzJ9olg
Z62lWaIkUtPV70f5/72RVjfc8AckR0HAJkUWi1XvEF25qi9NiooblYjlU50JGeAI2WMHwdEzUncO
p7Irp62Xigo5ChEMV+7KS2GdLAS0Ki/TRaT+dF5VMWLbZsbaLzeJ8ZtN9WGmuiH6udrkdlHfBrQd
57vAmusrn26JbeuLCz8iqi066TPGjacDWwX1WAdA8BNPk/aV8yG+FZ7+JpQZ3BtZEh3oBmJgNaai
uZe5bPfvf88L8/Z18hFEP6gEnPXbtQg+rIx7nidlUH3Dl2icNlMfiKPp9MWL2wTpNyxopHHlur7w
UuGxxsWydLG5Slezzhsyj9jPcYn3/Op5uaeBXnZOFLpabj+SNWRXgsvFAdmySwjnRbzetzKCaCEc
bOmTeK5/NnMSfRm7+JtRqtzgIiniKxM8D2bgoChSLkh3RlzDvJvCAWLZw2OZ/Cp7jAyb+4okzHr9
4OeDOsKXAw9CfXZR5FrtnkwvK81JxFPntsW3oDJ8GfajJ1DknSx51GvLT8OudD6slbEad5UFodKB
sX2MgRf8bi6FyHO++sNQH0qtGnaZl+oKp/joo3fhMij1GwONQ+Cs66d0MbIxE9sSTz1fc8vTz97m
rSCNdRPzMRCq/misYzyel4uMGxSvM4CwAQeSSinyFC4c9h6ehLD0UEpXaJ9TAEfXvHDPjuIy3FIX
pDS2aP6uUtg85TnnDXnz5NBW2Ob49m2xUa1u8tZpD7Ww3Y2NmcSVc3E+KMef1zvxGcwnSKHTDYSI
qShtZ6yflvIJ9mfBMY/SLgndgWo3ssdUHpOr5ulnkd1iUF7RLs8+oq2z2rW4vbVJaXr1kxEMurdN
qFA9FlOmT9tGXn0FXRwM0C6fEqYHzfbTGebCmVD7KMRTQ77zE/ch8dUTdPhnqenjRzPmZWJ/jbXK
1vrUbwdzqsRTMbnOuJN5bBchYMP8WrPtLJwtAy0ABhK1pc+6NK3+etqZs8hoSw0opwjhfx1yVe3x
Ec83kRebd9noqysp+qVtAgsdDUd3URhcJxgjt0ELZBEHIB5Ht5LNcWt51TSEouBV59Wd9rVJ5e79
4HaWezPJvwddbRP0IiuKOvhzlm0937MzNLXxUtwmd/7UVj9VU8RvSYBcVV860ZXAemnXIDkEthGQ
IXqqqwW20Gsb0WvAyc6qOvBchd9vx17z3C2t7fHX+xM9uyyWiZJuo/63KGWsNcUiv8DNJcODF0fS
5ms+apO3beqqulYEv7igi30dSEZYWOvDbmqWp+Gnij/MRHsyKAMZxsH8b6tHb9iY6NNG1U5CW01U
xZXQfZbl/Jnh/x2Zftrpfm3m3owj1eJ7yn79KRaDCncG8GqqWNwUqg++z5YYRVj5VREtYGnt+/tL
fOnAGB4LDFIU+d+1LKethkCI1MJxcnCOpinsB7P1u51ZqJIL06xe3h/uwnkBZwPZg5hKA3FdZhIB
QZuzj9JRbUuqEWM5h8qnKEnwyL97euvfD1l0TU39wiTh1fEC+OOtdyYjmaNmUgXKr56A63vHVK+j
A+S66g7So5kAtnbnDxs+Al/iIgZdDeoCgeNVwGvE0HZL5vhUCZnvxqQ1m5tWdoX88FV8Os5yXP+K
d1h80+3Ei/ppUm3Ubxae+aFXvemFuaT48f7Hu7BZeWzz3fgYIIvXuaIqUxKCtMbIzRKNAac7ULeG
arvfC5Iap/oManLYkfOZYZu3nf+YISsbHN7/ERe/JTLApB7Ed2CXpzNuVWOkFH/5llU0UVrK50Ms
I/+GhARdUAlu/v3xLgQ8cGi+ASKPMc+SHWVosJ17q3oSudnsNEmUCzvarjfzHFTVlez44uTAFKNo
qENgW2dyptPIyInwCZ2nVG2mpJ4f6anrt22XGA/5VMRXjuPFyfHCWvBonJA1RMzw4jEfZiZX5317
Pypb60KB00GF6dgYWPv3l/LS4Ud7kvIgjR+aysvs/9qsrjC9tujS+onTMYZZViL8GXn6V8NX6guX
+ryLrM777/1BL00R1T/QMGh5ULxZZY+xq1e5m0ycENvwPwXCgOY1ZM5L5ZXXFEMufT04Fdg30WPS
4emfzs+orawZpgSLM5lV431pZal2V4/KmD6RI4/Ri640eotX9szFVYW1Cr6LYiR/T0d16pZyNeyd
p0zo+neQZBj3Sn3M34zG9L83Uf6p1hNPuzLqhSsTUyWbOP6ntrIu93rSBjJpdeUT1gLpjyCbmlAq
U/hbf0iNYhNVTpCEyeSb9U2ilXlyJaG8OGnYYMgELMJOa6wqvZ46MjREu4qiLkLcOHBfxNHNDzXZ
GjuVzNgVF70lrpReLn1hTCpYZAIBsWcV1hEukIlIECRkB5cgmvx5wx0pbrIGeYgYvMz/MM2FWAGc
i3DHO/b028Jos6pE4NMHm6d41nKj2bbwk7/MuuxvHQmidJPjyH4Fdn3p27KHF/UH+hR0ZU5H9TU9
skCqIhVmRukmmtAFIg2Kfxl6N+7HQWk7ZdnyNwY++bf3D+ulz0oajcEC5kBIA6z2cjXjIE5vvHhq
eul96ipDbuIMb6BQCDFtzbYU28AR17TRLtxrRJcFDcCoNG3XV0qvI+CRxsyXZO8Gy6LhccBYZltN
MCq3aSfcIcwrxbWWBJHzmLS99/b+vJd9c1LsWtRlAQUA1WRD0/E7XfE57w09avgFlTn72V3a48VL
/8T/sGb4n3GWdwpdCxyNV+mmmSV223hIDTWx57cbVUxK3bZzm9e7tK2r/Ob9aV2IvWwjvEAWs1IU
/FfblxqMSTnezZ6QvWAn1fC3zHs3sqMZrlldIOj38ah0MuAq2M/D7PJeRr1bEWm3XeBpY6i0oPsl
Wh6Bbd/VN9WYVm95M8xf3p/rhdDA0ABpaKMudKDVXPErN/PcQ1fJiqWPm6ZSfr6vZlP9bIIh+CfP
SufKprlwWBhxAVWjpAdkfjUiKuWjtDs7f2qbNvmsW4kHSGusi9eUysR/ldZjV1a7fXJljS+dlr+H
Xa2x6ptKM3AjeQri9rUWtXesbJnnoVv3zauI2iNAos+O7NRdpad1s/sflplyNLAKhMxIlE5PSldN
gKMkX3juRfwE9vDYlPH0KnV7OtjSGz6eX/NcALbDE40/6x2MZHeuZUNe4KQj37q2nkhRYuMJv0e8
qN+f2YWoC6yPgj56/khzrbENhlJRFSzmARgz3EWNKO+sNhpV2GmxOuDwK/FGTSL/TsQfx0MvYeGv
oVefNGh8rAo7VK4N3EExCmoCbxdotvMLS+jxyope2rXckyDDgXEQ8VZXKHh0ev+5nT3Vpeq7TTab
sr8zm6Lv9q3mBdtcM5so7BvDmW/eX+BL0YhC12LoDcIOR73TrVOpOJCFBuobdOt0HB3oaD7EgN+2
6tSVPOHiUOSAvAL/QL5WQ0Wogisj0bInIMjtrd/M3W1fw/wsUBN//B9mRRuVKUHL4gY7nZVWT06O
kywKgm6ZHfy5ScMxV/ZD6nGR/A9Dufibgp+jiL8mL3gzG9dYvBHauen7sM8ne+8mtur3SeHV45U4
c+k8IPry/0ZbbRRMJUbkH5FGNLFs7UIlgHZ9MqLB3qQFHgGNN5ZRiISwdxBOV11Jgc6x3RwJwIEI
iaBuwH5ZLesM+FKPe0bH0s+AFJQMBSqepjmgpwBNzANjPZr3lOGcb2XaufpmBuV/V+Racc1X8NJe
QpiMkAczizfMKjcwGzUZWZOVT+XQDfseG5wjjfl25zq5ds3n4+JYAJl5oy3Oc+vHkptL2FYGZvRt
g+VDWqrM2Ii0A1TdSFrP72+nS2sMDsdetCjR+6SBcbp1C6cT2lTV2RN9UzmB8zXyYTfps9r1Ravs
g+UaatjgSOlOd4Y06ofATbBsAPXVfH3/p1wISrwPib0YYOCasAYIxgHe6V2BuFxaF959lQ5WsPG0
IXSi31GZL9+8NK/t7wsJA81vn7vM5x6jfnw6ezph7jwJAF4NmNM3B2iesffaMvWeh6xtEAZI/Srf
vT/Pi2PyaOKVykHlFj8dU5o1qqsz1pG+qrK7aB5rRfNkGG+gmeoPca9rH5biBuGzPE1hqiLFjR7u
6YhIOujJ6EYI/k4a1sim5t92WlZ8gbrqb9wsHq4NeCGVBjPDhyRFQDpjTRWwBlnrXs+AmZG5GyXN
sd7lxmDoV5by0pZBmZoHMI9uLrTV5u2M2B1jw2cpMVH6amadaG7L2h7i40CLMz40wqe2GKExMX50
ZE4MrakFv0aZCFTD6ZKmKWgJ04DiUw0BD2vMC90E+SZLFAB58xg9EnC07cYJKu+f97fP2ZyXfcO1
xhMNcUcEHU5HRnxIR2o4UE+xQXt84xkZ2h24jCRQulN3tDZGNcv91BvXQsVZXGLgpWoEKAWIItWV
04GzyvfTeiwHBPFl+6mu+7tYoUMcTnU5fLQktiSViyIvTQ6DZuNqw47p1EYocXlPud1Nv0plj49p
HCWboJ+8Kxnf+awYipYwEQeAA6fkdFZNOzhjb2Tek6L1OexqDTwAvrHOeCwrO9++/+3Ojv4yLapg
ZM3gbsBNnQ4mMhzD58wunn1Y6jucPef/7MGdfiWdXv9Y9tm1fPZ8szA5k6Ia1X6ojmsJ91lYRdfK
vHoeEqfc2W3XJuEMneBYBGJ+QYRsvEVqM/gfpsk7Hlja4uF8hi+IIulWIwT15yZo3W1V6Zoewj0B
+Ri45Y3oMmn8TyNi6rsgZBA6Xb2pBScxoxlePJdiHsIRju+n0lPxp2TKqr2o/eHKeGd5ER+SvNlf
FDcWCd3VBp0sVwza6JfPI3yg3aRSbSd1Z/xBt0Xt2yTGcLPMx4yHQxB90MKIC4NXPAxb8MjE9bMn
Z1lliekzsW/CaMO5mjfymnnRmgxEikPORY9hcVBeMp7l0PxVJEZORFNuZxmvxthM+7oV8plSH9SA
WYegbCXPYuy0fQ5L4Ad1h+4+U91X4FDy+/vH5Y8k0F8lGX4HcL8/eoQLwJF4e/o7qlqCFNHn5sUx
C1cToaUVY3+MLQjjR6UChKbCGk5BukMLQ4cnkWex1YVe1GXD57mwZ/smVn6tfkuJJse2lIH/04vc
9s3LAXbBbxnhINxqaQ2QAWxr0D+0g4sTreY4v5Qm9S407LJ/sISr0t9XprbEldOpYaYGMgYy3RLq
1nFHunIQaWSkL+MA3PkBpIN8yabUwQcriMDWT54e73JUop2b1Gpsa9e4o15Yuyqtivk46cIwvnip
lhThnHhDsp2qLJ5geqazOGAcmkcPBpDq+jaLKXrcWiMaO7eiNEvja57zj57bW84VgadVdOOuBzjB
gV+434ti5VK0+GvXzAD6Is9rplegxvWjqYJUhYGBtYI0g3jvVtdcIiGvrhfRJ0PmvUXJh0OorxFG
Ih0qrYCJ9+IUqXAOWjfxEAsBxjfu3VyOXrxreqSuNx6wGONTqyCOBWgcTTsnqo0qXKo15b7NYv9F
TxLN2EbBVGYh8K/e3zQp5nr7TEva6rHscj0Ph3qOPzsK7se940vLA24TDNUh8Ruj+tXZURQfW1SN
5ubzPErRyE+ynMqDbdFjeZwzRCVv8lqVDi3sTBNl2Nrt2B/oxrR3elaVXdgWo5F+mY14+FS5relD
YFTZm9slKcxou52/2xUaPNtO6zmThVc0+2yaxv5GlloeHeqsN7vNWMQ19nFFk2V7JYJR3Y3+3FKB
G6wpch9qrKx/55TF+tAzo7bZeZZWpa+TPSEo3+WFl22KMnficESL0872bjFE6Td4IMVzMLFkx4pG
ubdpnLLIPokGvW5FscCmNR9Kp3G0o9VE3otHepTsrCYoPjftrCQSC1HmHhwk1OJdF0yFfTv6qSG2
0gQ3uZv7dhA7n40tQ1mMwSPyqqYI9cHpggNIvTwKJweq+maMO6vd5sKa5B5Oj0pvW406DcoGs/bY
cZlFNzXKA2UI/GpMvgfNIPxdZbiJv+0U6Nb7StdFgeS2Wwb9DmUPHadGZFS9Y2/XhkfzAHW5TdNE
GfSgafR/WpRJ3aM3mUHzndeTrR6c2qlsMABzfmcqdAS+iYQze99W7figO61SYeEkaYBW7dzGt01v
jgEXYNs4O9uqjfKgqcDLPum5mbsPAqNr0L1I6883XepnQSj9BBR7OVcQ9O1RO6aKhtym17OheolR
RlObkWv+zXc7b9o0bi2+ED6XVcvseNzZqKdPRwttieLBq4f5n3iWCVrZsvZEHmbIqCD+gOFo5Jmh
6NPB33BnudMhxjymfJgHXTOK0MoJrmKrlUgIfLJJTKLvWN0Y6rZp4sD4ZOutVt1GZd2O9cZSTVV+
j8tSi/cj2ofJq9G7+N92ulfIetvJIjJ3Q2QKtKi8MtWzn5GWqMQMB6PzanNTDmnpfNOBHrrHsgZi
des1dVzTNOL1sOHoKfld9zWzivfmbFki3gyp5vXhULp2dDcM7ohbSZvGeQu7uy/8TIbYiSDz2EZm
nmxNd4qorGOs9CSmJNZ/JHGrP840B+OwJS5ktymh2dgj+W/+G+EZhu8qSgFb2OJTvzP7Vre+z4k2
Da+GJSzgKL2ush+D6J0HW7OS5t5R3E0hEQrhZN+P9fauiYZg3MSOKdttH7iAcwazLvXHrCmzfxVQ
V+dB13kXTVT23HDUsnLe1FnmHGZkno1Qbz33zZ0r61eDHIbB9k6MdutOM7bFkbCGAhKo13VhjcpR
vDGbeEYH3OvqDsUtH2kJuxQjgKM5NZDNndVv30imctPlWvmlA7joh4lb++NNRbNlCvsujsbQ8aq6
vGuwpOr2eiKT29kqLGPbSjlpYTDJSaKEp2VK35FU1eUWhVr/c48dcBN2Nu68Wzty6uRg2Zlp5zvs
dDR05WGM5rc9zKUOLAImjs4zwiTl76i3OdeFKrpkiyhtb3+GjyfVXdGiR3uPIn3Wl/tMn233Lm2j
5JdTZFO3LWbLSRDrN+1q4zWx8x0aejZstXnyej9E97Gv47DxeUdvTHSzP8d2HsmnIgC5tKFNZGY4
BOrL7GrRa1t6+6bYkwUg0iUUIepr3Zv9jT5UJo+2Fi7JphyTcj52QxGpz/CvEUwoYOg+tTSP/uN6
s+MfcTVN+9FA3eq3xHjZ3DjdDNQLpf+iOzhirr7oQR44m9ptM2dnjbYS+4mWU78RbmOPe43mJgju
HCfMcMpBPt4UdEmSbRXZ3q8KjMd0HOTCNvYLx1a3SgaLDWqd1uEwS1ndtzmYr51w09G9rYyB/QxL
23RD+oh1+2inVSoOYJl6dxfpFZj0Tniacd/36A0Z2w7JKuNtKpGpetChmUKld8asMO/jpZAKGiBm
PWGBj2oT8ZoRv1Q2iDo9wFO3NW9biGQuN1eyIfvsIgfd+aeRAroDiuyqDtO1se/QVMhe40RqjxlE
FvmJA1/XWwMQur91Yqpvh8rpneBzWcLZ3TW6bPpdG8/cpLmVAQeHCNTcRiCpv9tAOHtqczLo/4uG
xK/tLfxqlf4ctETX95ADSv02Ddrun6Zy3YLN7pf1cQaZ1t9wQVfWFYDieWJE72JRk6etuWD4V8WC
PhvdDh0g53UmxWmXEGzEX3IzaY+D1rdpSHmxbq8UKFbvWpIxRKS4HBe626IWtkqdW1X5k0mV7nUJ
NSoE1D6kd0rjvRvWQayuSZeuGlK0bhdHKwBJVC2pJ67tCoA/RCqYcCTOYqfrb+pYFt8bdMLV58iK
iNI+iYARki+4476W0hJhWSn/g0JHy6+gRkvmSb0LsZ01XxO3CsPVE9d4jawiZV2D5smQQV5BErom
J3r2TRmK6gs9DDYuNZFlR/+V7EI/yZJYCvOVe6166iYZH70kbV+kmKf+IAwvv2ZRs3pzMjmXKjeg
bqQ0qcSsCz85Ymc5T5PkLSjsxAk1TwwPRl8a91JD6C4WeEJ4tcADY5SGuHJAz3ZTsIiWU27686p3
1hDJyhno7bVa9ialGJtNPrnpc0lRceuORXHl1eesn0acM0ojS90fFiwDr45LPCA3Oiep/jpmOKHt
hTAq9WXUumE+Ojxkhp3TGjOsHgKBs63Mwn8BndGbG5ozsKUmpD/GIsxgdBbfkgYRPvcAk3RuH0xR
KeOmmGI3eJwbUvQ0zBZ35SoUlpWIf9NJRA7peQ87YQxrhD7SH4KbLN5F6HCUD4FflOXGBLqY70xl
Gs9oTA5G6NpNA3ZS0EXjkSOy7q4ukzn5brfCab/ElVmrCrb5qOotKG893mhuq2n+BrnOKLstbUCl
YZ1GJobHkDa1nWfmTtZvpNsb3h414HnGesvuPLRz2GoUyHdl7/RjvVW1rGiiRZnou0d75gr7FURx
Wb15Set0H6xdsdMXoiDPO9zVwRGsNzwqxFk6tMP0TL8g3qVzhWNRkvoP3my9YfGoXelzrQOKC/uN
BzJcLgqpJi2t0/Ml22Q0hkTqz1rNW2HvTnm8n7Tc/KIXThEfdH/ut6ZfWFmYJ4h2hJ1b5/aVGLo+
4/wGlHk54JRAaLetVU2HWNfiIqjM59iNrQ2G6/n3aqiTkAq+TcoBle1KMfKs8PJnRO4I4BpAm6gM
nM46F4Zymqwznz2brCKVkPeLpE33Qx1FoTa48wF1DmNTpfKnlmrZ0VB2vPGb4pqg/oWZs/LcHwhW
UGgyV/W00klK7orCeo5kmt7qMK92dt9OXwFe6Ucl1XDzfgJgnJ15sPTUeAhvi7oqseZ04u3kqcEZ
XPt5yoLuH08W7kPAu8c9Qqfx9DBVmR9spczn4oD9l8YTt9XanTJ7MW+jAXzaHqxFdKWgsaqe0izh
R6EpC4+Beq29JhbEWPAoqG72MzCgZGOitbTz60bp4dxXw0tZo0Wwn1sr0n9dWY1lef8uDi0D08GE
bkPMPZcz7fIJfBuR8TlJ/OgnGJO23CKuKW6aRFrBLqmTad7mUZY850Hd/qJ7mu0g3urGBxOXP7+D
8QErUZmmJnj6VewgrTNnGJ1n1fX+l6w1vU0UJK4kCWw8kk6/ztXh/blfWHMcf6j8U9FZKLWr4E83
UtdmVGufRZr+lw12fdTtGvepEtrVlnKd/IkTkfkx3NDyoREIgVFsoyS8iGiczrM3KEnopXKf+3HQ
b2w9wZdjmOfxkQK3HfpOHl8j41wIb4hYLYuK2AOwltXKBuTYRS8q57lqu7ndVVM7H/F78eYQWe7o
AXyWzDdW5vTDBj5QvdFba7rSXl/nE8ukmSoFbBoDbLfVGVdWI/WiY9I6agAHCfjjjgyv3ow8srZ6
DvWwTK1qO43ONcejs7rdMjS4URBa4FfxmljCz1/Jk7IosGFf6D+nY5QPn7KKHfGYFLYDGiR3TLVD
PyxvH6B6W5vJVb6163nBD5sMnfKHGsm75LbMBu2mdyM1/4f5vKnSUKfrkO67zjPG36M9SJXhlJMY
jzP0Cn8jIHPdQw3qxIcvCSqQtKrQ06d7BED9dC5NWyNQVRcso+AKzxwlszAZ7QK0RJDnDwaIoivJ
2PneYUTAbfSRfHoQayF9N7YjQ1Kjfu4HSEezrcmnUZPTXiZleRdgX3XTWfp0EFxth4KL9EpQWLbm
aXDi6xEYPZK05bys7igcCaXN29h9DvpEHUy/lts4CUbUaMd5/34wuHAfEnw5kmjQApSk4XG6uAnV
1CkahfvsDi2Kbgr9plsZGCoJ68a15bb3VUEVSxmfMJSvghvJcduZ9LWA3aWijj8cnPg5XFNA2HV/
6aaf/hxEkey+mAz3uZnM/mviRs0uEVOx9xJhhDPM0oNX2B+UKyU4MSgLDg0LiXfE504HHX0N9qWQ
7jMpondwa314yzwPUEgHf+djjdf/fyw0PCjgI5y3fodTIra6NsvdZ6M2s58Daophher/bVfX1ZVv
ex5+lnkhrLHc+ODHVzG3CYBlaXz558LtsbfiBg772Gw3U17fpk6sbeIZJUfTidMr+/fywKhwAZyH
17aeY2JRE7J7x33Whi7Yjmlf3eBNgQtUFSCmrepdP7SvkWOUV+LtWkmExUVUh0F5vpFTInl6+iGd
XqWOnTTFiz2iVPIdfHFghJYfG7R+lV6EtUO3Zz+V1mDvm9JuvC17KzcwxxFDebQTQ7LhB0EVueut
bGfhuHLNLPPCgaOnSIa/YGghNK87f2kt67wuR+slEfIliop87/RZsrGKwtzmMRaEYDHtjd3NImzi
sdh0YxwcMkp32/dP/nmQwaoKFCZGHQgeuOsEVKZ6p5Kk958R60oAHvXjl67ptddpcLRr1afzlAME
JGoRFGlsuvtrSB0Ac1G6vMCeczoQx8iw2tsocTJA97r2czZkjr5me+1UL6f2NIrSJwLvTuWA3jxJ
wOlmyObYK2a3T19a06J5QRP+WeFT0fGoshX6i2r85/0VvTQg+nOLTcJStFj7O1HhGpLY1rOXvnOm
XwB4u13QmvoBQsP0pKT+9v5wf5Lj9QTJL6CmLG5utKxPJwj31hPK8+KXJvWF+60uc1NsqMZ0+rFI
9DTUBKVRBLb+6cYkOrYW1orh5EnjIMh5d73b5SAph1QVe2fAif5JQHW9siQXPjwS4AFxnBwE8uUq
A5qCcbLSqPOfo9YW29oh8cpGWVBLyYffdqn8sE0yLpj3V+bC1kawFX4ZbwsoX2t6tNYVzYy9NqOi
8QJcKTfv52B0nnQt667JlZ7HOvbWH1lJsk2Sk+W3/JVoaYWTFQm6aS+6l2abpqv7Q9l2RViRvh/d
RFePk6HEJs4hlXx0lowGkQLgGb5iZ7QDgUlBN6ikeEFSzLNCUErVZuhwBAnz0r4mvXthszEaaDqg
mVCU0UNezRO/LTUNXf6CbaZubirZjDgX2gjxftEyjB13tqydaRsXqH3tinzwvVeo2uNnQQ82Ch0z
0v/TEUL0jpPom2mHDqWffc9lxz794LLwlgJb7WGCRJnyrBScYouJW4lM3tKJS2dTYze6JUueoh3C
1NfwE2dff8lUkPXkCcsLFjDH6arMedli8xQkb6UZ5fe9mxcHvyzpk7M8YV9r1o/WTe+trm+vXLFn
sWYpE1FAID9FngpGxunASTVSKaOw95pxP7xSopuPfS/Gr6JoxleoIdfsPy6PB4iLPJzq1FmxqPKs
2h5z8zXqyurGLLDr6seq2FUI5jVhjCrzlerUpQF5waAdT3OGq3I1QS8qhjSNRvsVIIb/Ovej+6Uq
6I7p+B5urd6urlyH5/URwhO2TZzhP682b/0pDT1plWNqv/2yVe62HhrJi8dMaIFHQVodrTYp+rfC
mDxHu00gPNePIKKl/FZZUxPvU2vum/amNMapu/Ktycf5mieRfuEAw5XgEvWM87ym0+Oslagx/wYV
kCAebAZdQiYFljf1NsNY+U5071O7OcSaX8yf7ZZeAm3BjsedljlJ8CBis9wiQlN529FwyuFBCoU0
TOXZenfTVt5Q3Y5ajNBQAdEaAUZAUc7N3KV2etNi3dnvB70vtScZKeCPFCqtYucrmfy2yBUSbHok
2fnQG2n1mBfIwCcbGKDVlO1cYbVNE1Z0jn/Qv9WmpyCR3rPl8DD+ZNip/UxunhW/Z7uP1S4LqiLZ
AFgo3hIpvTQUlYftnsAx9BDEDSr7Qz9OyZfGbClVSGHxXzeOzmME9T26oMNtHbtO+uhlmXpEqzIa
b7QqKr/Z4JmmUFtwTNsp82gDavkojpMpze9z0EnjZSpnLLfqPC+zzz3dpKOLJmQaznQUi8USxC1/
dPao67f+2IF1C+cO3PS2c63sPoDy6t/ZsW+p0Iu1FuOUos1xUE5FIG9puiXNv11J5WjTNUZLPX82
68cMPrJNkz7Ni3v8hCydzxdEPxxP4e/SGfXkho6b28gHDYm2TWuoAQekmrX7qCzHYJMOXt1+d5sp
0YedshuRVzs3QpM3wQsoTvz9CKT9adYy3f6dJ3027NOSKu8+aDTrPzuN5rqEyOQHFMzdAUjUcOUC
PguLSzlrAXyT38JbXZf1jCDW01Lo029ChDwkxaD2qS3j/fKqDlvwd4jvYrmtp0N+5QlwNrIHSQwQ
LX1USi5cA6dxsXaRBiin3v7HHfSyRWACXtEWBJ3xlVZl/aMFnYP9BNXPOjhIbONpHLx//ZyVDkg8
EGVBaQrc4EKUO/0BUzmmTllW8X8Sjb74q+VL/0kbjJlErGw/wznPsuPcRO0uS1T5g9tpuhLIzlIu
cLbUDmhk8fKi27xKSOjcGhUPl/yN9N44pHjaxFtRTZUVol/yoGEo59NMD8Q10OQ6YFNNRBuGhJuU
e0m6V2+vwm/kKFrdfZuQcN8389TcCtMXhwL1URQSGxww3l9pexUUaYKiOoFMA3078LdrL0dVxOgN
e2PwhmKbN4Mh6otQW+7oKzrp62xyQb2DtOUWQs/DpaR4+kV1TRMzt2zwRqUoDe2x6787dVz+C+jG
+aAwGvJPCBQs+STZi7l4QZ2OZU52NKXmEL3puELdZN0s77q00dHFRZ6l6a9KKf9JwP++Wf4MCCwJ
8h+HhTTmdEAksYsiDeqAlqeTfPX6oP8c+ZCQe32QtxPGb3EYCWoGZSvsW6sRr6YU2s37H/LsSfzn
R8DpIo9i59JZPv0RbW8I2qJF8FY2ymy3kTv7YUqG9yOR/XQ3TL69S9ws/z2McfSvmczD58Kp9DJ0
St3fv/9b1vHj//splKrpD1EzXpOki0r9H9LOazdupGvXV0SAOZySHSXZlmwr2CeEJUvFnPPV74ca
bMDNFprQ/2ECBpjBVLPiCm+Qh6npnOfCsVvz6HRdVrldiymp6/So2Gw0pZxoP+bRndKO4u7y6Odb
muVHR+X/j76YCIS4dKNF7vO57LNwY9b2KDwtWHfrPT+rjGMTVkFBpwaxJFuNmjr0TlMz4Yka/9Ad
ODnm1Bh7nsb+2gydaaXN89F4YFfgP2MJBCR3cSflnW2OjjPaz0NvaKi5Dtidj2Pv4ZCj/27KKlx5
fz46spA3iIw5tMDj53n+JynrZiTvkArnORGVcasOlfiVBfZwnPQoWSOTffRtdNIpNcxkI6LH07Hi
ioiwwvn4GaN6a9jnrZlc51poT66USA62vYmh3X96mwA7UchuKNsgZrSYTl3JeluKcv9Z8pVWeDXd
K7GTY57ylSv2g9Mw2xawaHQqadQukr4C748RhwL/uZaL3Msz3wFgU0hbE8Peg1qNiVfmfvUziqp6
f/kTP1jBOcuAvg/VgLr0YgXVBgFOvaycZwUbd2c/yVOEa5WuT1t5AH63EjUs30xOPXKUJPCIKKL4
tWS1m6HaSIkipOdEl/R6LsiOiVurZvDiF1JCFNGkrtAc/+nyR36wdbjkEYCgMsYuPas746ZChdlg
ev1KIDSRdwdSxeEoYWSwNeJ2zcrno/HgqkCMIYVjzDl2+edY0AysEkUepecZH3ElwcrZdDksqq1k
h9GNziystds/WsZZB4s4aKbIqItlpO0UOT4SJs8CzU2xgVXre5JqRpmXBZG/sls/uD0Zi0yJo//e
/zr9vMTog7oIOv8504tWpZGsA05ShkleuV0+2i3EHeT7dO/ZLosT73RVqcWT5T9bqWiPk9qP2ziJ
wyv61v6NVU7JsRonf+WR/GjQ2YCcojY8PDAbpx835H7uxHUrXiQyBU9Pqn6LjzSGHoFSHtqi1b8U
ahitnMLzQdFLo5ip0kBFTWPJN+j9Tg592RQvbRhAj02NsqNDBCltZw+ivMnUyilcWOD65vLBOF9J
xp0jIOpa0ICWxjxUrKtBBBZnIm60yi1ZCEISSkZvl8c5355coGg0MZ3gbejTnk4qrmhmWudt8DL0
lnOjjenoRr1lftdVydl+fqiZRQHeg9yAH3w6VCrCOMJ4MGSoPr0ZJTX6ibck2GakLD59rbwbMMJ+
4c2dYTWnQ4myDmpoHXyVo2VfUqmWjsOocBS64MYO6nx3+cs+2CRoc/A4cIfOYjaLW0X3CyttQ/g7
tVwbm9AamidH0pJj6kQh8EtNRYE2XxNmX6ZZTCIdFHTCaV1Q5lt+I/iWKtOzPHyR5b7fa2rkbzRc
Ut1wjLWvVJgbeIaD+gDIY9g6sWyuXDUfbRxCi7kUNrO3llr8fliOVqlJ4QvVue7IMxl5upUl362p
C4+Xp/f80iYroJKNNDpngd16uppGbnfGZJbpSz0kWrmV0zCPb20k89V7KlTNnSggXa8JT300KLUw
DhrJJKHNYk3TIo6BsOf5i9JD8pXxMb6jLqTdjEMWHBDZGFZutw/Go05A4oyBJ6ncMtDIHHOqgD/l
L1plGS5A2BBt0b5uNv3Y628RZeKVF/98AedXkIYUGnsUNZf1TIBBUSbaIXmRR3Xa2bmw7rtQwxhI
6Sb105sFkh2SxXQjwHhSLT5dQcKIPOj7In6RfDoFP8e4Iv33HT+Vjjl0gZ+X98vZl815nDLDoOfi
99lUojIpil4Lm5dZ5ul3g/aRqxCg8vhKWvd/GIvMDITEXOqgGHb6ZaDHClOewvZFk3MDlACyVlve
RAgetRSutSDO7hmScGqzc27El5Enng7W6XCWS18dXpyhrm80PzQ9BCiNb0MXHTsn2oZqFq+cvbN3
CLQcuHLwaSrHwFkiMvPC9rNEROqLHMuEL3jilfJWpVa4kvedr9lM6sNsnE49VTptPh7/BGZO3NUd
eZr60tCjgF2Lx8hVMPhd4yWysxYFzvN0kvKzXjPWDv4p+sv0gE8HU2oDzkvrJH8To9UAP2bGPbzQ
yJuGxAIAGmYeRDZnK2I1+3t5a55VG5AJRWJhVrlGf1YGoXQ6tDaYWtpWXfVGydT8EyJ0dk1mNX4v
I9hGSSX6vwXigT8jXRmucJu0H9R07FfmemkVNuOdLQ2tUgrpxDX8dfojwkwa/HwymldNgyawnczI
r1wjbEVJXWxskTcJZbSPEPvX7yU9DQDFjZpySHujiqkZp+qfJoZIcUxkJZd3KzO03HEzwJ/nDKFa
smQELBY/TgsREGkSQ31FrEj73um+9kcCafVExbvCwUyBzjZQPdqWZKLXZZR1lucYkjJzGvM5mNC7
h2qKh0cw/O2aIsNZi2T+cQBIZ4c1dirw4dOZUyo7aTplUl/lqnG+hHSenhR8IEtXrW3tWw9HsHed
Blklt6dcn7p0J4Jg01VFf2j0AAptoJeBsbKey6dj/lEkwkQCZDUzW/v0R1kdcWIXm8rrNCbDq1Eq
+ZuRUFXVWbXviJWteZ59sH84oNSoZytMsm99GYlDLEoDZbBeo7yScaPoswZVRCtt3DKoxbe8LjL5
xgpG2dWTqLU3OU/1dz/TOxd+YPo3G4lndoHapNHm8uY5nwlKv3OyTgIEpnuZl9hJjq5Eq/h/49b4
I8WmT7s/6/ob30K7MY2q18vDLe9jKr301uHms9VISJa1St9pa1g1qngVPALuJOMRU0uldF0VdXPs
tay70ns72F4edHl5vQ+KdxcVfnC7VH5PVxu6XADHjEHzCchqowX6npaXAyEwV25bdE/3Axozx1rA
6L088gezyx1NXZtC9wxWXix7PwWlYbSSeEWnqP9VNHa+CaJQu9bbId4MdnC4PNzZ7MI/QXOUW5rX
Dg2SxYcSKclhGEXRKwenTl0NYa2XQWvHGomOtHepa6HQa+jdWp65fIqQAmFW54IIoILzgrCCa02L
a0T8WiUcHdhb+UY4lW/g9cu799kdy2C0NmGWE4rN2tWnq1lUltrZWRu/Aq0IR7eE0yptE43qB/h7
aYtwR1V8Mhjj+6jjQ1zSwAURSyzuMEiSEY3yLn01hMgOlW/b17CB/eMUAmG9vIQfTCVDAcDloUHE
ZsnYmiB1F7FcpK9Boobb1FGk3RCoagYtkQLBynedbc/5u3AcmTNMzDGWOiRUISNFwnbsFfRi4IXx
oB1amlH7ceyk2xTPuf/LeAjV2ASZAHOXjjlyA6opUsL8NYwMgSJEkZfNUVYH41pUWS65RaFrK9DJ
s7M/fyKnYb5uwIculy4O6MlLsZW+mlE03PlRWWyrPDLdqo0B3Mi12tyUujHbJBf9WtD0wVryvKCD
xN6ZE7/53/8ToY0GCYOA6vkatEMOnakr80Nd9lFIpzs1by9vnA/WksFIS7jHieWXVI0s08I00er8
dcpibZvjXr8FUjjsO1QZvR4W58pd8+F4vJy0Tmcs2XJiU1VtgyId8te2iswDBYkYt8AqveXhyg41
z/xKO+B8MlFXUqjrgo+ezYcWk1kOqSX6VIlfJ6uXv5eiLTcUmMdbCvlr2PHzkJMgCm4TifO77pm8
uEeVAnwnwVLyKuyywIRnUhM0F2zz0anV6A7HeDhjkVyCnOq0byb01V3dTeVKC/F8gvkRNAh4PdAh
obJ1unuoSo5yNOYcTmuK9kacR8hNZNpfayjiQ+3kn0XrMBIeXcBhKRpQalrWs9E17opGmrLXetT/
1G3ZHITGw1VM1iYkVdpd3q7nywk0jE4sZcnZunwpWwVFqI01X2pftVj3v4byhHBN5IRHXetePz8S
SELCDpr7tLcXsV7oYJPZSFX36vdqcTOpTrDtOxHuMJuv9peHWry/wLqQtAQdC4RBQQZsacczTjVS
HVKqvoks12Gb1uqWqpp4KERtHlPbEBs/kOs10sqHo86QMu45jQB73kj/XDM9QM2+CRrlDcKDrm8b
u1QfGr1p9yB0tBetUJPHFpEV5XOX+fyxFENo8ZDM8/wv8086syCilUZ9G9VRwYUr87XvAk3uuyCt
fcWN4qpbefnnZ/afJPS/EbHiovU83wHLcqg54B+jikx7Cwa6SKLNpwc1sqSVKs/i3P03yvxVxBiw
w5fwvLShMJllivbWgOM5IrgCTLKXoH7mcYbL5KjiG/o53BpDvlfneaJIMYm3F3ebPbSDI6W69lbm
uGxv57+n+3IMoXCELSCpiYDj8k5dHL//RuT2hrtAlZDc9nTPFGWGSqCa6G9AEMNt7UTmMQxQK5U6
XdpeHup8Pkm26APQJuMP2nKnQ7W9E87OXIFwZTFWIwixKdwYde4jIi6nUCe09vnTI6KsRkKs6UA3
+Ot0REXYeW+AnBGuHtXOVWs7dxFZr7OJKh2ib42B28rOPD+CSI4xjzzzPPhwGE5HHH0MSGMd6Q63
VdBV+9JCREEIRBrf6mSwt/idiT8aaLjsz+UvnR+i0xPBeLPqIDks1OwlkNiJjcB0kgphVVCf8hcx
tMERlTDb1cpCPIo0Vm7RusHxxKr1a3OUrTXX6fN9hG4lXCdeSoQmmILTD29UpzMbOY+EGxs64BMs
Hb8xy1C49XyNIXJ2/GcdVGAu81iUvZZmn0WW95JUW52g34J+CohtVHy6IhXFZ1eTgSDZsH+gUXEe
59X+50K1+nIYq04e2LF+OsVbB919dZM0iHjdZVyJpguirhFXrYoCx8rt8w7CPVlSBieOmyuH9Cm4
504H90sz6ItJYyv50JfG3UQVUb0OkkLchqmGEFliW40MNhyw4WaUStm5UnykyWAhTblXRsLM3DLL
x8ZV4z4lCxwUYpXIRWMj1G/zFF01D9WORndBypqY46IREf4xojaX7syqCLIrI5I6GaI9ZnmuZsoj
cbEyIJZUuD7c0HDwdE3YzygVZU9BGqDGaE5WpbVbf6psLd9QBJrgC1VoPTxd3u1np4zHZvZGIpqm
bIzM8unUUFEutWTQFOGaTlofs9pPv2h6mXpBUGS/SQSHp9q2qzVmwCKFoGuExgJ3GCec9Jo04nTY
zkBoRq9TVbgBFKL62Jf5WHl9hxLfdVJ0VnIFV6q/RtGtSLclTZC1POLsBoUCMysOz505uKlL5I0J
zQt6T68FKFGpzugCfG2oY4Pll73cydpnUxfGyq199tGMibQlKhpETnPZ9/SjQYojpNOhp+TqRv43
x8rtW4Y+OY3b3rlSh0HfG6D7d+YwmSsn4IOvJerGrJqnd6ZjLO5S0qPYcGK0FN2xCg9WI8r4IFR1
Et+bUKv1m5woOF2Jtc92Fj1yilGzAChEK0gnp1+rCL2NWgqFEQhcXXcblAgbT6kMJXXTXhSeVEjO
lwoAi79y1bzX106OOxkNGMiZ2QeSBMrv6ciIJeVOqmlQTBq5a7KrgXSyrryi1ZTksYHrD8JYb5Xm
YOMIGDaeZQPfuRnMMGu/WFnPE74jo0bjokL38VvbTlLgKpUKDD2V0rbY2E6j7wOCVXh8RY1+NEE2
gm8uVF5h/Q3ixGw3OuGxfLQ0klXElujZ+ddOw2lWXSmzlBC/LKmetnqayuFXM6bIskGfuio2CSDH
T0p6E91x5+ECT9aDziWF/NP5iImfZfIe9bF32o2h3jtJ4Kbjj89dJMtBFpMet32jTUqgPmo/kMuQ
3GF0w2/Oyp5a7uPlIIsksglw/zYkoT6Surma4gnpqgqP9pr+73LrLobRFreTaUHJLqT3bxEH67v8
YzyufckyylgOscigcmEYJBGsCUIDwY3SuNK4MV/Ez+Ze/X55YZa3znKkxa1TQiG35IqRlG/xFSpc
xtb4Elxhx3J5mLU5WzwkKlj/HN6d+uh/yTbRRv6BU/3t/zbE4hYLe73xJT9UH7moPX3ju8FW2l0e
4t3F5N+7Yzlbi+ArxIJIK0o+o/xTfi33uxDWgdved+D0/4aSGz45R7GRjkjFGWsV0aVWwPKcLrO/
NJTKuOn5vkjsK/1Q+96Y3sp141aScaWoLnowXw17K7SjokmuZJQAco6SfD3VO37zpkezw/yJOFsN
wfjytCxD0uWsLG4QGfB+lAzsocB6Tvu7OvvVViv3x4cHgudirj/TO1mSNtWAyA8NDvZP7P5Mr5Tf
zm+xEbv8cPlLPtym/wyzOA35GIVOEDNM/hYf8pfxSTqO+/9tiMVJkMyi0VLalY/tVmznbTq6n42m
39fjn69YnIRGg04+JfMQV8WNuFKP5TFeOwnzDXR2Ev4ZY3ESqkAvrEpnDOVb5rjdDZgsXNeq56Jy
W82L/8rP/9u0LeKFWjiy1KTs/vxtupYetKtsv7b4S176fyfsn29a7GMrVoJCQlT60f9d3Kj7/Ld5
2/NuX3XVrnkI7vXJbZ6CFXOWtR23eBibOB+qIGTMcfSkR7PcSIXn/DTv/7fZW7yMWSESFB6ZvX47
HP7bdNrx8hAfPr4UTYmXEe/imJ6GETjsTID0YvXRqq5y6Yet/zD6ydX6X//bMIu9LefCT6KJYYpg
6xj7KL4qCi/UVw7pezv63+1Nig/diNTHxFsALNDiAW4seOdVIk+/nNoOMlcJh/bOB97YQROHmL7L
sxxdO5SwwoOEWUe2iVH6ewvjSifswAphpeqwnFwAGeCuZhArUBdax4t7aeyHSosaX/llxwn2b/KQ
fauIkAnXSs0lDR1WIql5Fk8/fxbDocONGBBF1SU7CaU1fk7sBL+FkTq660dhgquzb62FhcuXg+if
pIc8ANwqwJmlXH07+Mhy66r/q6tVuww8sG6tfEViPNmKR7Oq/qRjF4AaYHLEuCDlZ677+yP7T6Eh
Aa4aiiopfmtlanicu0z2bAk3K8uYsACOmmJNf3J5wMmbebLmOjGiFxruMqfnoqFOBfZKC//UqhRe
T0EcfjPxNPyCoLH9bcqn/CYBsL9SbDxbv9kfTLGZVIRpaK0sDmOqJfIgIbyM/qMKCoWqwx5jANW7
fBbPVg9V/LnTDpCbGhxor9NPkwobwfVUyf5UUukUHhLc+Q9ntlTeAzFJV16c80+CCTN7bII/JE1d
SlraBfVAjG/SP4WZtTcVto13WWmsTdy8GicbHwD8DCNTEBSC0rCEGks+UkV6bJr3YZB3u0IyjS+d
FSqHSKQPvd2ZBwnbisKVJKXzprbrVzLxZR8MYAiNRJu8FA4Oh2/pgG3ISVxKgbDvy4BnAarrYFd/
rEEGOJ7lQYuyrV2FIVjrCRbvT8RNM9VxTSFi6TVO+M9WJv0dYLmYD+r+aPABMeUflhBvnkMfYXZd
PDQS2sdIgcS1le2NtunEXYp0h3VdNZmubOhAV7UnEEJ2XFln9/2oUFsoXvHwbUffq1HPixvXhJBt
lq6T1GZ9laq1UWxId5su9UZBcesw6nWkf9LaiCmlLwLXEUQU+4c5Pd2lZeJga9DH+v3YmdJXUMKI
Cnd0Zx8rO1W6HSI4OSCoyyfj7NDbNPUoTXEEaRIBfDods2IDB7aZ2veFwqRR9PRdpDCsKzTmtaMP
TviLnlvlygt8vnc588CK+FoyefD4p4P6at8lU1H790Ed0PiqIr1OcNKsNTjibWNb+6TXlPEYpp2c
wQxQM3+j9nCYV26FZUb57jgMtxcwCCcSnOTpz+jmNEyHYn1vTqKevqKoIqoNDuSmdgxAnZWbqaKe
t6VCU5AIRqlvrAQ7Z9fSrCoyd1iopkHCWJaW5KjQjVBW84cpHsOepkA0DDuj9MfAzVpTrF1MZ8Mx
1+Dt2FwggAC8Li54W1QWbhtW/JBMSULNp85gwEsRtHI3Zt5/Xt5ZZ7M7E1p4MZFs4m0GHno6u30M
icwIWukeu6nxLmm11isSLdsXsehde6K2NCbRsKFgZ6/s6fO76b1AiHfO/AdQvsWmpkploA+TVA9a
UElfq9RxbvQucr7mY2t4fLR+rcWpeqf4evBVV4I3VWnSlbjs7Fzxos18wZkwyD8sGYOOkca6JEqi
cR6baNbli7eF2sd/+97IrvRS/ArRLdt+bsrR9qZNDwaKOAjz7iVmx9D7OaJojYeqyLPbmi7oXZ/2
eneHdPj01qtWY25SYyqjr34w+Wv9nuWCU36mv83Ggl/Dc7t04kQZvYw7ux8ezNyyb/yEMuRzXahO
4oVaVNE1AM2T7ke96ff5iCjuZ1f9vfzNc0gTgL+foVz8TlD6NMPxoSc5UrwgUu2rLLbb+ErrMKFx
c7DrX7NaLX5EZW1eZd0YPmu5Pxgrt9syBJ5/B9B8yBUzkpFS9enGlwyld8a2lB/KuvFHlyChqPa9
2iQVQnhCgCxq02IFAXM+JsBjZAIY9r+G2+mY7ZDi8oBU/4ODNcqm0Tvn21Q6SI/E0gaUz5p2+HJ3
gwvD6QddE5IOGdG5xU0SG82k1nVRPUQTgiFB1/RfEPeYdpLjCNUt2eho/Kb138vbexlYabAQeKGQ
V2V38dYvjrWIDa0AMW88aC220rPMZfRo6KO29iZ+NA6HB9VABqOftHgX0ra3wwrdH+7JTgqvJl9K
LC9Vq0pf2bLLC5kPApHJXQwyZKbFzP/+nxi/bkYHmbZWeRDxULux4ufbHg14N5D9NQvD88PJUET1
EAKAugI3PR3KaaFOYrKkPKCVn99oU2Vdt73u05pli8JGiDZNkE/PSYfE0eVVO9+aMO5mHzoAMKzZ
EkWs1I6FZqkqP2CeZu2ypLLkq5KIw3ZLwtefWouN0qdHhPpPK5gtSkC4hEz0cSbHdSeLByuI651v
Ws3OUTJnayNv4loQKlcgGmenAcApzC00GEG9YPO1mFuR0b0fs3Z6iHI12VcjZaUMeK8nc0aOIpXN
bZG3T5e/8WyPghme8Qv6/JzPWpun66l0MQT0Kpse4tyRvsWJpu+0esxXHpQPR7FBY0FEhyC3JBT7
Ak38FsvAB0cZms1YJjqWQ8GwcmHy0/m1/wbvCE7NmDrcePFIhLWyyAKNLptapDLCe1+qJAT9qhHD
UlPLy/h5MMuwlt0ghh1huADRSidytSgMsqep6ox0VoQHQf0XnEU9Hsw+sbFZaZIAl9sow23GSwBd
Oc+0Qqwxdh3EGPwnzYn8rvSkwOwrxwVw3Uo80YNpTp429X76rdbyFjpxNtSNuafx3VLoimCgKF4/
VoERb3yMXccB4V2rSK9F4WNB4dKZp/K7r2s2SeBFzaSZVNttLIOOOLuA5XfhZic24I8q7ejHa4le
dMahxQQYk44xV0vFdAMQ0rFFZRLlSbfrIWncOBEONV/hcGhVv0FQaCjjrVHWdnyNLlmQP4WRmuc/
0IcLwuiIwZsOG7o3ZR9XpTEbRhG4haJi4+MGSNmUkquqRYI5jaLlHXmO1Jj0A3ujLI9UNpTocYpU
PO3dwEexQnWnvgjMlkyJesUhlY1x+tbUSCHtyers+A2cl4N1gS5QevzmG2NL2RPLwmhXYYwVvsCp
yrJtiFsMiSn+hWBMZEDn3VXPC+LvSL7N6C0fmljelaj69J5RTp35oCGeVLqaEavpbgjzSb61hR40
N6pIjBAXG61oY+EmWjDLxEUNdqKupcdt8rVR/ATAy9Di7XyAQm1JByG0pvuug4NJ0S7mvt86g5MY
t3GFR8svWabQMnhKlCLD4cFa0rWKTZLl4qioUv6KanYxK9eqQ7j1E603dobA4WXvOJkkb0a1Huof
+ArW2X4k1A32BXX58RiYRdJtikHzo02XBaLeWLYkdK/3+6S/boVW6XtsWpzeq0oN2yXd74rqCqtJ
0/4R21JrP43+6FSTF3XAXbaDlOTCC6s2MPaIt6QB7ATT7nbEY3AWDLvGZDeZ7KpzR/7f4aZTwKfE
nhPid4HADDBna3RVs7fjis2OhdYWQYsScz6cDpvxVgokabqiIyWab33XquGvTq11Y9/7oEnupy7R
cIsXydC7KTp80x8R4bG3xUmjTTOCuno2cKP4Vss/oeMAn7ZMLTDtrW4V6HCiTqprO9PEcv4LQEt9
JraaHcItrqiNWs7gtIzQxV27RUbK1RK/rn7yE+z+OJC1Joeo7Bx52+rakH7PgaAWryVpfozBDtIm
t6OtlIbshahiAYVTeyS+VLYfpjvlpI+5V8SWMWaenChVjU49UXG6Yem0ECe4CeuNr4UeWHgoJ6Hf
+b9LfhLGPBLWar6xSWodEY6+zPzhj94Ngw81RxOINqcZF8GXKPZTcYTeGdqmlxdN1MwuUnKm/LTT
AJ1MHcQAYVCYiWgyXFioLS+rkglJOXQdkPa/GeCJsDnEasR8bNSSjOgvXAk73GYwkJzny+/F2SuM
5MZ/Bp9kY1RLFzENHxNh8ZZIP5WkzsCAyUAKvaSqhi9mEnLhyFkRrjyLy+gGqjKwWq5tckDoo8ty
Bigf4EGVlP6KAqtsNr5QnWrXSqE2vCCnYlhvl79wGeHoc1wIJIugG5wGYMLTFzGLMEZwqrhiuN5x
vNYvquAV2kJmX8dVx52jxpHVZSz81NT7QDUG5dflX3D2wSCeZvNzB6AtzPUlOgVIf1Fw8SSPBbZt
j06gBX8H2a7vVL3Ezu/TY70r+8x6jcB7ly+zVmNkODZW9Nii2nrIC2NQN9Slm84N0tIuV2K4s7nF
1YNcmrK3jjYWslWnc6vqo4RzWxs/Kn2OWxqgN+c7/rTNbR+m6R5DQvUXYW6sbgoryR8vf+lZhwMk
OIUEtBuA9qMIsMynQt2QME9Om0f05P2fhRlRvtjVYigK/JOlTG+3icDa3sNDU33Jq1EM0JvgH7SW
p076oNx1li8NK3Xr98bCvyELyomkBkwHBBm223JK6jSEISkq+QHNuU4L9wEKUujGZzaRyS131jAk
uwbws05BJ5osaolRUNlPIrNSoHh1l9Q5cuAyzjeeU2a2OFAQzEyxwYKNO0Yr+lUFzLPtSU5MVR9p
rlndFbDa6SI6Uj4Kzc/UpwFBQHOfWmWsHvrCIRIiQgrWMo6zKsysNE/kSFQMlH/muJyOF5bsxHA0
5Kc0mnTtK+V3ddj4tlYXu3AoU/BTveB62Kuq1ESKa3EFiVtRGL22qwwL98nL++hsDwP5JVgGPIlw
9PyTTn/OUMqqaHQrfKpr39oqSTwAmUNd14iUeqNOQbfzJ6P0BinOVnpU5xM/a4HwJ3JAAEeNRXTL
4kthwavwRFpGvKlNAfLJhe/oSLrC304/WQtAv5kweuZPmDO/aJmcp01fTymh75M1WfERPll4NGtH
+h4GTXQ0WzX5JJyF8RD+UrjuuYYoeywmNpOUqvGToX5SmtzH6sjs0ocmTP1q05S5Wrn1ZMC601Jf
X+lBnM8rKdCstT+fP8DxiypETxt3vuqHJyPEeOaqjBwp+xKE2RRtrAy57pV5/WBDz08aAviw3FEd
X4pYZDTI0r7rqycJ4pP8M4xq4va6tDMcT0ahR1dUCJDVy7HfSDeggJthE6ASGXp2HsZrRYrlg07q
N4s181MQTwb5PE/OP7WDNE7tIO764GmGp25Gw/SPtfa1sjRPUNM6XD475zNNdgENkMoxcQsjng42
+CoK3/XoPNlIJtxDQVBuo8JEZ1tG/fL75bHeO0cnN+sssE7sCvsABURwvaeD+WbWOGZbSU9pkwny
KvRxrTr0kJ916ITmRZKOdzmxfXqDpJUs4f6K+MBDUdLOuyk0SYiG5s9scoENTNX793JUDrPtNIax
9qFqulr5Eo9FkFylQNcQUsckzLgPBrv/cflDziYNyD8BAdVQpEHoUs8r+M8KNQJHWSuTlUcaOVZw
xd4of9kkhQEaBbEpbT47GlIW6I4iVf3ey1jMmpZWMjq5qfmoS7HxiKEtsDJTMrZlUdgrB2E+VycL
NKtmoGsGy2ZWzFz2wkc03LCkNY0Zg6rM2ZjYhOVUH1Jk0je0UnQ3YlmPPLvRVkx6/tm4chZUnoXY
8YIAB7zsfLYGqKE4LO1Hn3wkpGPkZPEuEXipXAshO9JK7HN20KDXzTLJsJjmcZfUghbtU0o+MjrO
Rtt4ejdpXtQKccUU1EC6s2gFZ7Mcj10DwJleNU14irlLAFkcYmnt9LL63KnmrW134qqKzfZnn6eP
ZERrjtxno9GamCv2cKWRygFrfLpJi7pvYnoKwwvEAXrvUyXjg2vlTrhXrSIstiPqxGsVwWW1B7iK
OUfpMyGGG3XJ70u6purbeJJfHMfPbqFZZNdtZJUrB+KDL6M6PcufzC8+Kc/pl2G3Gma6ncsvUut3
D0ZnDFusDJJNPiLa6KpS+fq5A4gvkwxQmwI8NX/gG4vxWvzCCUn9+AUrc9ktnSDZdt2Yul1UTisB
xfmn0WVh0TjulI8J504/jUIUc1slzUs2mNVeLqZ+T1LypSCA/IKiUvfJXOMd/Q6eZ+Y5zKy3xXAE
sVE5mtOI2mY/O2vYzU7oIvHM3FzzmZr/V/9eLQZBPvXp+QxwdSInevplQzRjGiw0eWqrzfFpT6dj
iDrDTYBN8sPl9TqbRBYK+wGkzXhEiVoW4SkqtOaoTUb7MjZO8mSj02ILKyzwfWyCQyXMlWdtjoJO
v2w+XlQ3qUfzkC43vSFP4BNgyLwIq7CejEg2qKENco+xdWsN2RadDSCvM/RIfPK+pAmJLAFtMY7c
7J+ziPv1vpDHyc7SFyfnlXOJ4nx3Igv2hg5X6JW9cj6r3Cf0suk0c3uxOU8XsDLLDttRY+Q+MZ2D
yOPuzYJ58GgndM9bka/dX2dgY+gv9FlndQkQKWCXFl9HiStIIDlJzwjc2MOzCcRtOkpWFPqKZyeV
n9WeNY1xoW4nbDT6YzGEGE1kZZgHx9E3UCR0u5DN6Bat3aSbpgujrMEUrM+i5jriXVBdRQ5lqcVt
SPNTxW0RErK8JELmWMJ5tGppoCBDU6xpYS1ncsaCoG3EC0ALGybdImuQayVNRxPh79FXxu85FcxD
4ozlFjGn+JehjP3Kyi2PHgwiShbvzj3cY+Rtpysnt4Xkq2Wl/UbMKPLAhQwuPvfxPqb7tZY8L1+A
WbCJp3vGmXGjQGY7HSsPOQM6qfAzUo+d+VrIToSsmBhFKyWbFp+dfCemkjKyGhm8hl4XAoIc3LCc
yaKe08xWER50tUiLNjWYLh0/Fr1qXa5f/ApWJuasAGEiWwI0hkR/JuMCtzr9tbycQZf4RfLS6k7T
v6olRrMQVLu4x6ebWq601YJajl87IeE5PzQo098JzK4zT9hZCEUpogNW5itxyeJCoRgzq/PASeJw
YxG0jBNaMqNJkuTmu5UTiKha5+yge1Bnk22xjZFK2tdFnm4vX5rLHOh9VEisjgU7GIuzZREhFVXk
m4nRfEcUDGxO1AeHJHPKq1yl+FEZfXdNANHtdG5tz4Sm9w0b1DVg+uJkzL8BsBKBJ9BBTshS3K+1
pyr3daf8XvRxEXlonCm2l7ajvbeq2v7aiDBY4/l9MNlU9WYVBGBZZF2LDfv/2DuPJclxNFu/Slvt
WUMFimtTvaBw7aFlbmihEoISAEGQfPp7vKruTGfetq7p/WzKMirCFR0EfnH+70DHa4e59+RdbZbg
prPzsHXgRvPCaDoWSYItZ61Cf/uvL/Y/fVGoItF5g6Dh/6OJOhwCobG16q6FFc+eoVexdT3Jz0Cq
VTmGGafM6YX9i2/4p23g94sLZBjBokKFC9KoHxe7JMmA6suo7zDSjlkzobDJBZAwY5by3+W0//Fa
EcqJ6B7BMfjnOKYRjkKXw1d3rHeibm9QQHDh7dGH1XFdtaabDoNl6O34ifDulCfCpWCVr0QWJo4/
YpbNo/LfOyzB9cDmh2jgoiWEQupnWeOKQbcZXZH+zhoRYO4taXZj6qKZUs31X9zAP22Cf7zUJRjA
K6I+9jPEA1id0bduB9uXhtOzk3pTaXr2V8H2T8na76+C8W9stjj/EQD8dIyMHkeuIYfubu4Xdja9
/lhbZ76H1o0BxERUGQDnAQcvIXeQUH771yv458V0uZqoG4cXDAQGVH+WwgqHxmKiIb9z1lTc4pR2
8rRfpwPoeP1f3Cz/5Gpe1ISXQACZE1RAP65bNKDmxiFtf+dMoBBSPY/XcACo3/71B/onV/OiCkFt
AopXOKX9FDQ2bV3BMMgZ7moP03pwRVO5qKqoCFIWl5MJ5W5aQrSp5cXXvB3iv4LF/bz1XWgomD7H
gQTl7yWt+fFTNrK2QWwsNn1XsWu3GtCldgPuNgUY/MO3jtDqr87qyw3/D4ErFtBFHoqcGxi4C1nr
skv9QxkDqo6hZtI3d/AuBYxNe65f+N0Kmx7ofjpaNOidXnXVaD5SObYHqFjGD5Oy9sMD0O+9wef4
05HrPz7m/wPO2s0fL67//p/4+aMfMMlL2fjTj38/8w/V6/77+J+Xh/3Xn/34oL9fD1/d/ai+vsbz
2/DzX/7wQDz/n69fvI1vP/xQdsDeLrfmSy13X9o04+8vgnd6+cv/6S//9vX7szwsw9dvv3zAP368
PBvlfffLn7/af/72y+/KiP/4x+f/85dXby0ed2ffuk+s2D+e678e8PWmx99+CdxfQZ7Fjn3BCKMo
elkb9uvyGz/5FfoN1AhRwEDvD6fYL3/rejWy335xvF9RPoSAC0UOPAIrGisehOrff+f/ir+GfPEy
xhaByBf5v/y/t/bDl/TfX9rfOtPe9Lwb9W+/hL/rS/97JaElfekF4vi85MnAmfxMwugnViHXiu/H
mhGd8bRJgP2o0j3wWurJ98cQsJGouULzuL/t1iU5W4/M7/A6JvkkqqCIWVsXoMHqK1Tx5ld/ruz9
giUL+5Rg2Birlz1pGvG0Lt6D49H10bOU5TMgirdVY9ZjOLqkZAs49cDf0WUTSfzciXrcByaM83ga
m1PAWXJox0taMDY8oBucUcYtBp9U5aW99lInckGBC1gBsI+6mHwjsOgyBQ3h7ZQ3MGO9hnwiOQpJ
FFgQcDc7RMamTaZkNMbZpWmVbFocvZfaaXppyFvtFHBi4js0FQcoVEjQLxkZw+G2DbqI7UfXmCcd
eZBzyHAJb1tbx1u8FX1GRZ1cDBO8m3BY4nwMPYvqBhn2EXj/JKu70buwzmf4cgnAZgfvoE3fbauA
X4VwEjwCi1q07jDf2PglDczNyEW2CLQqIym/y+AbYY69pdYeJp28q3o5BZ0uq/a49vxgp/Exbt0c
JVhVWmBEXFfdu6z6xGDCdJDKvgx91e7NMPnXKkxAs65ZpgIdF+h3v/vunJz0KA+4VNcJC+/nFPC1
cDIbJkG/XypG34UgTcGG5IP4QuWMxPOb246fEWwm8wHwu9eZ6FdkBHvrOwcAXeqMYeLqzgJctyVy
7j87N7qPOvU9XL1HtC/uK+Lulskra6U2ukrqvHPwLwmtQ2F4EE5ZyPHUa9WrjRiSYbe0lV9CVXkX
De2DgkDkhIb+GwmWhYKPsZPTgmtqDBTj9bqd0E/3j4GBq8Tc8wcNDInNUIGgGIRAMa+srHK/Az2T
S9/JoJ0VNeRHoPdlETTRUML1WzifAaZl9lCEwMcXvj2HOY7y+uKhNr1MDYbxPx1u7hWNC9q9SjJC
y4xiNhRZLfTi/QIZCIq9LEEHK1QMNCkVrxkhIBJmxAm8Du95MYcudeB5PWOoaDoB/qHfHDeGVHii
UZkEhu4J8706U6CL1Nk4dzxDOlwA1t8+Qc0MMOuEwWt2QZNScwWjL/wUpzexkGlmF72zoX6GYUQJ
b9C7wC5FS/17sVqAGJewGP3h1tCGb8gMQRc4DvpoAti/NSF/dRexgZjWZAkioAzUjQPK/X4JH4JT
pxnbDQauhwZNlGRcl7wNk1ON8nSmJys3YeduGMQkV22t3MMa1Ele+7QvUDEgWT85bjbHK/4TrnEW
1kO8xTzHtfRq7WezrE6dO4fg/jQnZ8RgVdsBi6uddipjp0sLhrQiEz29bxlP9t0y+w9OS+gtqPUV
1CW4lIhGlk0aW7AI0tF8IpR7brnaO833cam9hyZZZdnKyHnqolDvPZnu2CCfhy70N00LYzswS3Z1
GxcmSszWzrgersAEtBbDnE8RFF9wO10z7SAwXEdXQ/0EH6F8DcJdCOjxBtYt3hboi/jdg1pvY5id
cjWs/usyp3e07naVA5ENBhh2INe/g/pzC3Z4mGGID7TRQrB+vNcTMuylrSEfQuoIKU8ltiakeaLF
R4VLV+g21sVQkQ821ftF1kXD2BMd9Ee4mPq97vQOWB+M1Fo/n6XJqxa2ePB2zHH9r3lorjqP3IHO
M+SuA/tjPzS7OXFfXIXb0U37Ha9N1vv4Dridi3qq+qxDraPrKnKFxHm4wcdR+dyv/KolQMkIT1Q7
JzS27JPggGY5hVWd3cXUi3ch409utBb96PuvYEtZfOMxqx7GbqUH3Xpsg8HcNINOvM+msaKPTdU8
CxluR5cFRRC9Iu5DWxrZWLeD/UVQldhsw2eG8/MmCIbgcbCYbKoS+u5xH/cuihHweIiyRgqZ9Ws8
bUNOSd42U/hhJ1lg6wGrxB/h8DikEKYFM3OOgD255q2pRzhEe2Z87+fIzmB0E/LR+dAzFHEFoEvh
cWCOsqR2ZdGuMt5yj09XPQfL4wy9n/do6hjd6lA4zha6vKsmFeaqhbsUyyJVBTez8sZ8VMorsHOn
G1glqr1VRBxjr4JNrgygC+xRD79SnWUb20WgJtW2wY2p3QKBO8/mKSWZRzhaLDVZtnMSxs8DxSh4
216F1bhThm6HdtfPU7PzfNHtgrWZDOrddRZpOu2n3u6CJvrupL08BrPrFrCfjqZLARn2fTJ0dslo
xaZ362oDVW6u02k9QqHo3WgHWqrI4hLgM8Cp82lE5RlviA93q4YTZaXfplXwDWRz8aODsa0N5GW6
GF3YbfdU2x0GiqqySmT0RN26f4N7xPpAk5iXYKCDCyRr8eRwiwIgsG3bMOD0YEXPDrWfOlcOYM+3
Dk+GV75E1MkYQhGcnktS7euw9XFgj9HdqJzu1HK3exq9vntnXrTec+j9CjeadQGptbtJ2qS6gR67
KSIoQ6AUW9aP35OR/42Df8Eo8z/kZZc4+4c4+P5LvfMf4+DLA/6Ig/3gV+AHUX66EAghtb2k8H/E
wR7iYMBzL5NuYBf9rtP+MwwOo18xiHZRh+AXUMhfWGV/RsGh/yta34iLkaTDuwah8L8TBF8qtz/m
U2jYY6gX3WDExxCsQU3wYz7FueZpTJXMIyWmA2e1U04gbR+cmPZvQe+ZZ1/ZBoFYBKbTMn8L0t7J
gfdW14muqhO3PHyv5LDmsENJ9g1b2DMT67ohZg1PoxCIExmYVS+e6PV2gKcPO+KM7m5SqKJPttf8
u6Whe+s0nOzTdXSuSFWrO0dbeeUJgcENbs2N64XjeY7M8KRXh0LOzkRpiSEFiHFOWY9clyr1nUcx
yrAYUEzYj97SDpnFFB/Q3bO8hSQzvA+xd0MeVot3jATBzpRxuw+CtdvNQzveIkRaj/MYkd08Mlhq
M7ha9tCubEjE6lOv7dkn7g31vZLO8R2q/Dxffe++gt9hfjH6zZZxNrgMQfWWJphBdXsPN7ipEMgt
LF8H/7NC77KzlEOCfJk+iw8KqifwUkeAkdYGZzc7+EFzHdFHu6ByAM77jlFib7CltJs2tRQzogiA
nzs1LacOKi28ezN+JXYItzA6bHeA18PyoB0ANVns8u4J5t6HppV7Zwkf+rWzr3WVwuiIhs7WerSw
LLgSUJVtV091t1Xb++e1T4ZH27lLGUcm2kEMPj1QDjibigZqMt9t7AFRcZSPtTZPYzATnlvWzCUN
ZXqdwmzIyLaEgrnP2sSLs6Zq4dKbBAJuvGP1YdjEti2CylscYCmqa9TZDpWBPHkIr4kDqyW/H29i
Pb44E3D7TAbQuPvAc8/hvmtpMYcXIgszV9LMOPSjNFvmC2LOvMcBvyN1gE21rs9u5Q+HZBFuPrYr
2wSh6MuerEckakfMCeeImvJmUO/MV11GDa3Lrp0eJ6C8IBCihp0cqaFIHuWAN6E9ZVBjACo8rpN9
ImPzZBAxHz2W2CNOX65ByUdQFLUy50sbbFyg/gp4GheCd6WVn77EMW5SRJ6BT+d9LA8VUJA51QFa
9nPvbBVOF4SSuLysqg5wbCrRNq3PKrUmB7hbFJFOtokIwmyABTJcaxyQFGRYwXuIxQkU1p65WRBH
hRHdRkmH+ClethxWaBlZmikXBGBQ5ZRuOG0aBrjEiC5SB2aekf28kz6XB39Kv3A6w5stAbAAvSaP
CEQBAYTMdIznM5tm4KgJ3UAGQMvJiuPkg025GoIbLmBTacP6GAzcO0yNZNnsuBuiPA2EfRfs+RAE
Vxr6Zj0l4S3045jwjOWHdtRjPNn+Gjn6bee7PG9GpJzL1BJcc3jhxbHzNg+qPumIizvlCpOJJXDh
d94jbpt5jgO8uSi8lyR3w15luBHU2zqG0VGxJNzWwEhmE3HyGsHV9TjiEw2CvfpN626nxrNPBmZ5
G9NLc298ch4TB9cKhsTd0B1ibfMGAFfRwiEbgdw5onP4VAOwXAwNhg4wj5ssyFBVAjP6wNqPbql4
RqUbPJG5lYVRCT/CkHgT8AXSvtB5SSV3Nx2yswLFsgdAy4poxIBGt7Q7zHLXuoAuKz5xzocnTJF1
OfwXPhombklHzA1HZsXS8IzUac+X8amP/TbjVGBNjsN9xTiMF+K32MgrMjXDVcwZAq+mabK2r3as
4eJABoAUqYkuyUA9PUmnbc+Yk0JEgdQi8xHTbaq5qT/QuVEnTls3s3Ozfleir4suaBDfNhE9Quik
twaTUkGmXRfJSCeQeXihc0BCDx0sRoZRjWhwP6GMkoeozG3VkmBgxgoCPDxkQGFasWKJGBKfi0dm
vSLXc9vgfbUhIldb+fkAS90tRSfiuARqPaaTw+4WzKl/4xDZ16i7jN7VFMFuWFccztT1LRqFQ1c2
TcqhBFjPTb3kVZrAErjzIvYZwSti54EL/UIJX67QlFFfad2Srxlf26GG2403iRAdDDu/AyiZvC0D
PN8VqY74IEBKN9Qv4M6NWRZuMapAvL1KaHPfxvxzHL24CHsZFM7odU/9uE53g982TxqO25hxWPdM
uXVGqd/dOj0MxPNFpL7OxBq9ODOZsi5ty3GYvy1x94hEpS8uLiNISlh1NUk4wjLgMDUf21w6cVO4
DOMhuLel/zYwjgzGOL5+4gmLKD4qgM0ZSkQB+m7NZfKgk/KuW6PIybVtnGSrFyfcJ87svAbT0J0Q
ftRJUcOD/CF0nYRgNmAwr7Hj+Lt0Jd3N6Jhpn6Z1f0J87xRQ7DsUzMEWgP+ATuoUCE1t7lXKfxw6
HFJoimIb4K2Z3o2b2CSrOrg3eLUcniDIJw+h149DXg8MID50xdGOhz7TeZPwVrubfF/dO0HS3fkD
0/cIRZLMRxKACpbRqCjQKsOAkMyEi02rT8l8jXnQ9TxJbQ4AAw5bUq31Yx96T73E3AaOvP6YYuDl
wFc1v+F6MBzAkey/lnXoM/iKm+/gKLZL0XAdPMbLTKdMUB875EQFx14Z3NTgJIE4kc+6m+58A+Ua
5Hs51Ge8QJHwXghkDsK9kqq6A7QfJ3Ff5eaSQED99xgtTfWdKxttlsABYn7ZNuQTfbkC5Y0txmGL
mq/vrr+ZqrguGOOhyOq0Wq5508PpvoawaxJ2H3rTWzI50I+32ChyH4X+90u4eMQ4WHrTUlSssnmt
dJ4wTDJVpn+TU3Wp3pnhsnzPRJptilkbYTnOL7Spt85KySOyPFsgjAjOboPt2K1ndLZilkFet5aY
Ate3k/CiR4XbCbag4yzvBZQBZSLC9IbRTsPYCLUebnDMVI0vS7PWUdYKkewZiXosQUR/GMcB+ym1
0VcU6/elidfHRhqLi9Oq7QAqxydZCCsRe2mcoKhxGIUgTUvvSPq1uSd1HW94JVWh5mhr+xWEcOa9
x8J9SoPRFEqT7qpPQXOjApSCDBLT16ZCzXKRWx/3JUE6BLTy1q9i7JJpN2erH0Ibj+9YZR242Ecc
Qt3XBGh91q5W4dcDfOAqboNMNIJ+Sl2/xU6irv3WK1H7IKcgqLs7MsR1hmYIuwH323+VapqOnQPj
dYq62bU1o95FzdIVOpq9fLBAjwL1Kj6mLq3KSaNHuNZB8Ghp0yMU6GTyPYARAm5VIqOtPyCc7Xta
kBCYWK/J6mi6XiDsq2Fj37VbYmMwGcJo11YRL4XDmhvaK3ZYe1/tMBmYZKkW9NpNJtOWfG2HMvaN
U3i0MiX0W2Tf+fzWrEv8TAKWXtlVrpkk6MJlfPL6R0hfMQLQt9og52YLjC8F44FThr3AbYc6DIyi
HPHNLvUOEsQSaft92pzgAyzR3kIFo6DjKrdGJMALQH1a7UUzed/rUOvd0LJjzIPxoCgMZYAHBmFP
8WVXs6XdKzXAZNTE/rNMvDaH/1LDM8fvMadPeFS7WYvZQgAaOC8NRGZLjtxIZ1NDqhM1uhYI7wVN
Sx8CG2ha51GXIeT9VRZPcY27FByVjPoL1Zgqxjrn/TJ8Uxf/2YGMW8q7/sWODZTvK4gXbYGFTwvX
BZIUUZSHqUlYiRW+7qpjixuty0ytQheZBwtKNXfalr61KQrhceo8pMpZLlKf+DJSv2CoSaB2vhu0
hONZo+chg9OwebYKOgyZwAEDg2dqIVnMjfsACISPNpbmk81W0QRe0Vi3woVzkydv1HXJWC/Lagji
BxQB3DnH5H59N4ughT1QFW9oB58HdwlREl0iJ8A33/r5NCRBPixcDhn4YstDY2OdR4For7H/o5NA
EcjpUbnl2rT8unIk3wSUqDdfzLihHVH3333QVN/qntBsRAFkM/fyYdI9aOU2VTZfOwQa4Yhozhee
DxN3GVw5bEfWJTq1BGdSUCvUZpTBMGE3NA8+0gBsTEjqcICEeRvgDdiGht9wdVBoZjWKgFOD8TXt
2M0wxORUafM6gOhdNAkMWfIUU6g7AgvDvWkrbHkoqXfXi+H+bmZmzKD8TVFjggahD5zp4OFwPsgx
WreYuXUL2Iw7R+tgHhdjnuvG6MQ9Vjj5SowGBPtOMLkTBOIZtJ47Jx9i077oZSB7FN/XwiQ6xQni
LQXcQJcd/hcOVFchadlqW3vPkZ3WukDCeudK2I5j/Wb+0mXpBM/qcWxp6UCcnEc+8uSWSqRFbHax
9Yzhcs0SGuQYinSyqEZHc4qKQd+vLLizKjyg6EnKMfJukDB8M+lnMNO9L/R2QhMHQBrw22r0M7lr
73pkfNmE+dcDJr3Q2alCvsf6gInUCH81vNHXauoI5oD7Z8fyNKsB1n6L6vDLCnacOrgNriCkee26
gcXQeYZGPRPVAJOzmH0PCO4Ixx2iPDQ+EoZ0ImUs2uc5GeLTHJqnVDt+WZsBLvJtdVZNbHKk9yjm
QUyLHahJdusyJ1WBvJicXRbFGawHi64m8+O4wNitSoBl710Hi3iOK0SHAai/HXBRl37CKoJTaLot
77zuKP0mD1S9mdeO3CtoBzYOBGJb6ZHXqWLJCzbCemd5/Q1EJbjJ9GBt4UNzz3lyu2UtB78nW3z1
fVH5muzGqn6wEzJEbG2Y5BXpiFwBCf2lsdDdQSuE7pO3VpCZYpqx2YKlKEQpXbjSUReuAF4ViS0e
KMs1ne+5WD+WhI4FhphDIHOEKcQ0VDcyJsh3ZPwU8C69ANNgrheiPPouMBmbE28kTYZbpwyGeUNT
MWTg4DtXcTyld2DWIytCz+QskRglZjxjcqO5RhFUHwPJo41cTLSJ0KokRCWZhbKimANkRxi+P1dL
3KB/hwBTjlcp8Btwa4sQ/ECQ2zYaY7xoEHHpF3Uk02JJ5KMhzr1yegXyDyaPmKdfxzGyOySVWK8E
X4dM0TmUUzTtZEhhNiNwIFl6VXleeJgus9je3HxbQ3fK42CKd+OEBBTJi5ubViNy5le+o+h+Rr4c
D3gOP+FbiJdBgYYPVo7iil8CF7blGCAZCMZlLw7qCEDw6hiSeOMjFHWwM/0miEzKzvJcrIEqhslU
eYq6EnDRY4CIGFCAZGrHMkkk5n2b9dYz3b30JPq62JIcsqRFIAg24dAbNsBpn3Degqxc3df+uwMU
1BYom2WjZ8XfZ4oqEcpch2aKv8V6Oo4I16XnNVurcBj3tXePs0Jfm8YMhzaGR6jb+cixbHisKn/d
x1W386OK5iSsNpMabySwD8uoMOCeLjtTo6tbWRg8eR42HNpBVIV6H2jpZNp6oNLeKjAItg0Ua5vU
DgAZC/1sU2KuNZASWceTlzTErtL1YltXBuPZdXWuEY/vhqoB1n4F+yRo9aNtxSZQ4tS36nPAGEMJ
M1Nkqvhc22Xm66HT8gUNOXXb6vhhrEibkaZHHGvTcQvJ+nTVoF6Qr8TZQVCi90jRVZ3F/VJUoaJo
l9FoA5uqMXPFuJQGIKNU8Rh7qeO9I317h3gF1va29ffgLenM12tRy6rKKEowIcLoskUTLKeUwZhz
ci+qSkJyhg5sDmEZ+iLU3XsR/tHDFeDot/S6HrwsSKHOzFSL4h/ntBBQzJ4xiVOBpyYe5yq4cjV1
d4kyIe48lHhgao6UPlrmYp1a9sHdujOZEiN5w4R6irZmdz/489sYgLLWtqlCtxpKL0rXOuPDDFcB
qK+4GtVeRrPKBoAHUaFw7vxIHqhMkW5GYZ33Ad3RBhU9t/Z5IQZEr8ssd1GPDjpmsV89HDzXYZuc
XQTWKfq1YAXIvHbro+26ZwNF2c6JXL6JiOInL2mxbAwILHS88jHe4l7WCboaM1Y5cBLpdhmTWwQe
bhkZkPYnUHVaL54L3OmHeQmwjfRIMA1u0Awh4HeGoOwLyJGPgPdRNtXLZd4xURm2qBVbb7JcSxns
ZIKbE/EU30rTOQVLxzsyqTxajc4hTx7v2nHOUt68wJJawhu+bfOWoaekvJPrDLdRBz5F4ETfE+CG
MUG/rYf1VVmEE3xCgrFeprxXFCwy5Dxq60Thy0h8+i1NJwpZdIUWXXMaJvYR41AEdALXLUZI9uK1
uPCTpjmknvnqTdNtP4ujP+pNODQqUzUx+TgHqBnwfGBzU9C46x7CumXbOZyPmuoEB8diN+sSvAHz
cmir8eRV3zB/Dd75zL+atofT2WUFhhOKleNQemBWWfSru/FITBQXKglqQCij23nC15VaOBxrhtAJ
88YVxOslgywJJVFBkXJ2pV9teNQ+8Cjde3XjYxtC3gctyDBAj7sgp4c3QvAYseA7wUDhiS1eCHdN
EmzAAFEnA47nKdHfXDm9OOFYpFQEBVHyM5Yd2Ip6bHKDXLD0V9EWsOBI4Xxgu3ecswIRfZ3bIFC7
uptf5zUeMPM3d4WSXyr0Sy+ar1CEhkMf1MN6foGeOcqgjIdNRcsC9E2pOKMRtaIX75OHlWJzd2Ay
MNXhs2PEW+9PwS6dzqZdzQ62LR91367lAk3HCe32uTACU8aofyNs0Vkao6XP3aM1lzFWveRLDYrG
OkRXbRudmVlKDPmuuHoDJNQWLtU+idxXjl4DEHsEvfZK7wKYp8zOl+7LS59NzjcYqS2tp7Z+/X1Z
n4z7OvV+wXE2rjVYsm1Qfy0EOuChQQA5duImgs9VAcaEzqIRTfS+Yc9aNM6eOtGK9XiKsZs/uA4I
xV3gNJ+gZQNJ1gXuIfbVeotyZoDmIyinUNY1KOE73QHhaHWyuLMw630fi+pqdCK7nXwIYZsY/guD
nh9thQidsCOjFHu/cZwimR0IJ7zqxQ/bHWZzdNmvDjuGtWjOuPzzxjFkV5kQb7Rn4FOmM3YqjDS+
GOeFpNPGX+YSYVUEdV075RF64sUSeuo+bFFMs4l/oN66r3EnbhGSfEQO8CA1PbrKz42ZPruqB1gO
ixLp0WeKPozfyylrGvfo9HTbpBRXbMWorD+gwBGVTuPXmfAAAnHZeohWkuQVb4LNGrtbkGe9I5uJ
KXtvCJ+XiwJDJhZqFaDdcs00TCBWdz3Tqk92c4XhaqRTDQLtQd/6k3D24C2AsB42Haq30YijOwm/
NGnyBdUVb54/oHekm3gI59caNzsSEDg3Q1dFyS7iWIQ9dFBbw+u9J3g54sQlaBzz+HUAJRPH0SY2
kTlQy5bzik7RZoDAZmqhHQEXzF1QUUFZ3Ef8i/VubkwcbJZU3Csj1kJ1tP0G3OZRVA5qX/bOjEQW
QWVxKiv92CFq4gviZqXklLcY8zrMoDgUXaJQ7ufxx9yEUR4hlFiAdd9ifowcVYSTCkUwdQyXrqQW
2g2w6Gqki7gRUhkeAZnhAU493veZG6+Ri5MRdmwQrneWZNHqYwrBTHHvXcp/w3lelTrW7rSibmKx
qUyozmUV1WcUSL/3A/TRTiWx8XqI/MpVe/p6nEB7agBUyRYoASBBiehuSTBSh2DtITZOsBudFkpb
x+M0GzzEPZjOs8XMLJijqk/PWk6GZUakuK87wrCziqrJpSfix3jGOW1NmuY9wimMVwr07FcZwRK5
jU13rrweGxPOIFq6cky2AmOapSfrpcDLpTcCtfd3x5U9ortEO7nbt8MmhuWkydbefQt7c3LaCAP6
Hd+nOmDPPhn9YkqxzU+QdWwmwF32/gzdSzXjJRZvuh9xLn/hy5Xl1CUAkMeYVszaWrjPTqPdT4bY
BsZAVcO+esk4sklUxBJjhnzFhfwgOnRPrIndN8XXaIuxX/vSx/P8VKP2nDd90G/GemgODKxxI3kO
wwzUul4xeeedURICUhtU2XuDjfC6SvljC7LTaa7T7pZpP3qfoJUBygd5QkFS0KRA5WJPYBwDVlOL
ab3qZFufm3GsN96sZS4gdDgv1gwvgFSnB+u01QbVKY2othmLQFf+ufu/7J1HluTGtmWnUgMo5IIW
XQAuw0OrjOjYCpEJDYM2AKP/28n3fmUm+cjFqs5vVIMdMhgIhwNm1+49Z5+565Bi1G9J293YGfOD
FOlt2Dutdkj73LvigRi3RsA8gS9Ml/eUfc3FmFXOiymXCjKHk6inOcjz41jZBn0mYV8vzSgJyMLw
eUQZbV84hbHezzn1iFsaM3VHPSxstWZyjYdkugAE5O6G0vdDzev8Z2XP3efk9GNcCV9upXCXDUKz
dYs8wg4Na2RbVCsyrMq4swtfHkyz6b/WprOcAkeXFzJbxWeHkAo3U1gnhksfsbN5qqv6U3k0su3M
s+Jm7R8HzdBZbrRk/RwzWYVaZogdrVLrQs5PeV9ob948CE5G7rA3K3287bEIxv46M5Ors3I3Fzmm
oj7oLnrRz2xhFBdFr84vT7sUEZFCETmZoaTGa01xA49H7XW4mhdGAsdjwVJPheCVHw034LjWjF5p
MYDcISNnYD5ZFHcdJ/zN/7Z5kbvKp3u75pMXVlNQXwhEI/Q112RjJdARSy1JWWLs7ncOwj+SY/yl
4PgnofJ/FDD/D5QlG38tx7jKxm8/ipJ/+/HfxRgaEowvHork3xgF+BB8FPO/qzF++09Ync++Y9iH
/E8INf5blux/QcoP4ACcM7xuaI//LchgrfpiEJVu6pgZ8DUip/gnioxfDIRIH5AL4EQDU+J64DN/
pUisDlVEyQrxSD3NxjVReTANtqwjSC06eQJ8x9WQwU0JKxO9EPuDy2gdotmOrZsJ85LNOWNoGNMn
1QXMNcypUp9LgWUrTPPmMdVb1UWd3/SXTa+n7+vKwvP/hUDD8pu+/ZzO8J8F8fcZM/K3/3X6RtTt
j08ght5/y4FYl77govRIPw54+kzrLDv/9xNofWFqoOOMwY4ItMvDbvGvJzD4giSe3PszutgEMPJ/
BEHulzPYF4sJLEtMO4Ht/JPHj9/zg7uCNGYUYDrkZ8BVhLf9gePULUNdidU/jGVgvC0MJBcitRAF
GmDbDj/cmn8J8n8S4P/xUnhWwNKiQLIJZT3/KT8YOXrDyNu2nQ+dY/eRwpoZ6g5DjP+biyCTgrWP
0F//xYZjNmY7rNl8aFDExY7JAFfDPP43F/mTm3ZGGencNcZjJAj8/Enm0WIKUjGvC3wE4U6p76Vp
qVukKuJvEDM/i7XIrNT5hxKMzpcLKefXCDaUe4oEXXnIYW7IUIMzlSD7lX38z+7a75eBfQm2zNdx
9v/8gWj6BQ1nmUMmButhTDsR6dge/gbicv4lP9gv+CwuGvSzwg04NKGBvxh58mAdZzQre6dSyw4P
kYUNoneHMi74qw40MP7OS/fHm4fADV8fLjrIAZhGf/5UJrt9R8m/d11RRQOJrmTldf7mr2/dn32q
8y5yJkwhkf01E9MbCOvqK2uPibugpdnih1K2Cm2NubHfUaT9v1wON+jPn4nk2HVaYfhpVeBsyaJD
g4+U7TpdR3vLOtLe/vXlfsu/+OVLg+BEF/JMYPPw9P58vdXt3VHO9b5cVP0qWz17b8Y1AaJYGPkQ
FZmxwPCt/OJmdifoYaboAkZJ89g96omfrBxaaSeFSV1yYquMxYXtIVptX1NxVuFaSvexr9qqDxtO
kvtRcth5K1AGarfdbBLWXvZ9a/zNN/br23v2exKeDh3bNYkc+YMjkYmFnbXjPl16Z+fR2bmssPbv
F0tk/4iTcX57PRY6lvfAZz0ChPTzzROu3+kltoQ6GfSNZiUeU+9l+rZIjrHTsDb/DMr3r+shIjXP
sk8H3vLP1yvbxeibpNvXaHbiVU3LDhe92hMyUTz89XPxx1eLTxYA+OKhJ1v41yDqOe9zNxlpda5w
HPoauQjn+yn6xxc5r+BsfuwY7AfsqT9uGGNRu0suJB1QD5W0pyE1UJWx/euL/MnTAMYEe6qL/QxR
7C+rkmllmjF61X4aJGKVueEskhAQgH+q/Rsn459eiQs4OsRE1qPzPf1h/3MS5mzaLPc5wSSn3Bi0
rZR1synRZP4NIOlPvh04YURcGFDfLBbcn6/ULro5G1q1X0wNBRjOiggA1Pg32/mffRyAvB7IlN+C
j375OJlTtHrvMXur/TpUjgvTcjDYQurR/hvA259+HEqT80AI7tKvH0dVyUImRbnXgmzZSQVhtrMr
728etvP3/PNCd/4k0C4o+Xndf+UpuvoKKHbI99IL3pymXC4ZCDeXTDHcu9qclk+jmZu/cSf/6SXh
IFJAWA6ngLPz9YcHItUTx1SAgouVQKecechWV0a1RyVAwMsy0DvWNGCNf/28U2r94ZNSi1oueyM0
OQe3+c+X9bxxSKB57PD0Jf5mcpX+0cuMqVzPy4bfp5jMkMkOktFgbIYXi9DL90BjHhguluy7DZWs
fgXKVl0vqliXULiyO7qQgL7CCYX97LMEof/j789DDFkMwkpj9Tew0JmbFDBouqhtML/f9qlpXzmF
1403+SSnbGuUddHfkR/rlyhxgWHE5drRjA2EWZ2TIospfQOXWOt3ROFqC9xd3rLI5cCO6dHIv2dO
0PZHwTTZ2XRCkw9o35oGBWuv420rONGvw9kyNaf6pW6O5F/0LTcj8oxKHS2Tk1Zo+CPD+74S08YI
ijk7AMr0rySenxfXgvEdkoRjHuq5EN9bmw4SjYVh+Vri3xzivCyga7vkXH/TamxriBnQ0VRO5hXb
JAGZjpFNX06Q4aQRmp6YykjW8+jGSTW37T4451eETQuTICJ9q+cLQbBHShqkb7Vv82kBv72S58II
zlvyKPfczIyk76h0I7zV/jrpKQ7Mop+q72m/FFcdy1kZCWsQ9227EMicZKLZYh8sGLXVs/FpJyBD
0Kq404ueGA1iMNucL/sShDdCxXr51JamM0gU7/M8HJlBwWLIy/YCrihIgkVJ4TDIrgd3nyw4O2MZ
DHkd1tq5b7iW9XI32u74EqhieBe8YH0s7URnIr1200O+ePIubQQMk0HNOKv2KBCWDJeeMtIpbDPH
P9FizPL90uMaA+Mmrcs1VdrGTQ1D7jp/Lg0UGp6/65r2wdVIwt77C3te0w4NPG9HuSpspn7cpbjI
JoyParkj4CFB1DfU1nHwi+Jpcfz1FTS3cenPc/JM1T8XGxspTL+hwneWkBZf9ZC4g2aFBJd4X6vF
lyN4x2TIonEZOMmQ7qhVgGLwRvNADojfMMJNtFSNMmPw7GZvY5o7n3SaFwOMQ7Kskd1IsO05c9CG
x6PrBR7NufyOpY1lrS9L02NSWKVv65xI4zA1jsgeG63nbq8O0udQ0TbE4lZ2+b2jKmuIyL04h+gM
licjGpI5EigdST86QXxXjIjO/XnPxADWVgtno6Rumd0Iuu9xYHfajnoo0eJxSomL9KrEiAU0fMab
c8soK+mGZd36mmhe0wmFYJzp47JLWdN6hmCMrUO/zHTjdhUGSPLUd7tn12il3Luz7JB2LKX/VLYV
eqg6XVZ7G9grcnd3KoKnZdTnJkbXwPhBJrrdRI6eFOgprLJ6BOVL2tQQGCS15N5oz/ifcfUX85Ld
l9nq9JtF8aJfNZ5XlbHnVvb3cpE1k6G+Ps+HqqZbQks4rYwDvovzxMsnQ3qyCpaSzKnFh9tniRst
aZ5NoT7Istw2bn/2UxAozMjMhS+A1hcYWO5bw7xtMm9ao24xl7NCI4EpygSvpKM6NbYTxE3F/BU3
6TTk4iQWMAkh7Hvzt2m/kV66Zj/8vgP/o4bff2zj/dTs+8u24P/Ehp/DpvWf2y6Xb+Wbyn5suAAH
+HfDxXK+0MgA34kiGBCYd67vf++3WOYXl84A9SQKMgqXM3Lt3w2/4As7P2AfYAQEygcAhn5o+Hlf
gGrDIaBJSD3lYZn6BxwCivFfSicIdhx/YUpDBIad/dvf8ePGzzAvz1dzZbA+Q2lHui5B9PWmrm9F
IeRTyqkfyZzuqA2mhm47l4g507rqb7KA3aL2zeqiN7vyATuBj/hb6470+9e4Thrj1AcGO6WLUjtZ
e1Jd7Kkdjhgf5aFpBiQlQY4jqWVUpS4ctzK/MZh+qZj4t6u4G5hk88c1kZSTH7skuIe8oE9wCxb+
ElQRZmsfS67ejEY0KHVtdbMTL02N3yioyzAphzHUiibYqgUQU4df2jW075oZPHO0A6k1bjASGweO
KWU4qz4cG/R3M0m/x0apkXZlJlFWITfE8R8zPhYPbfu2LFbITkxSBUJF9P4u12+Ne+rabWDJK5wW
9nbVq4fZRbDV1HE6rwhi2j1I/Djolr00WMtGvQg2k2JMzSpyXWPyAZ+5xlQgjNbdS6ClZH9semxP
dlUG16zdzyl7XGvNkSqzjSzsOHGbVwYceLQHiqXcMr/pfZ+yc7p1rA/Osl8cQ4urxlijsS2RjySe
jywviObA33gqoR6vCgvVfVrcYZO9sCWMEca7F0Xgaxtt7FOwcDZK7lH/sBCUxYPzmTbuMdW1WwgA
Tp7GTrWdivESPlBcEVfx1jlq3IFSStjYuqu26I/N8FwXlEBBETMVSSLoZ4gP6CCpwfjKE1VHiz9d
oA2nqq1PjRKskYjxd+Xo3qz18q3zgpxxU30IpnnaO3J+TxTC3aFosQUXRzWmLIFr9Zll40diO9eI
7C+6DsFPpTMiyzNNRNWivnNkrKLcrg+VI7YWDZ+w11drK+0x389lGWuek2+6nHB7NFG6icCmy69R
HdPeTqbyWPbryaw9e1fju90qS9x1Ll6T2gjLHFeAEFmx15v+qkfozmi5/RCj8cEgNR6X5WAV45Ha
qA4FQb4hGpouRHNQIbjKb8ai+NZnzq3Rrd9NRQQZtPOZyXb2ze6sbWDOob7iRncaBDZ1nz369vBY
5P1V0uCr0/iJCmOXR/0Tm2ZbMuVHeivSg1xbxoT1ez9mmJgwuLxNdvduT4ATAqsoojk3rjuVxXXQ
PQQSpzeJIYZWYm9OTQA+w2cyDJHpabz07n2G0vimTbAaWRZSL+K6CC9JzI8itcxjqnV+XDPEC6kh
XLQK5bEtnDdTIVDGgdKNBspmfJUtVMGbNblwkizyeizBmR8uxl4UDLQD49NdnKMpkl0zHsdpuxqQ
wGeSELGX+Lz8ZeiSnOlW1aHudpanRRXeJTbz7TJ3r4bFM6N8hEwV74IiaGS29FNdPlv9vZwRzsAo
zBmLm6SQh7zyUdG+KVSzZRl5zfPku59pWbJBy8nT+SEXhQgp9AkazGCUXvOqBmUEvJ40FYywEAj1
0cl2ORpyXKpjil3MSink8Lotx6lbS9DeFiSIDyefbPxANqsODvAaB7V9gJqlp696XrsYMf3FK+pb
3e3t+tozmqp9kU1WGXvcGNiKSHwxsDD2HtSkvWCTX3B3WAINULkgZ+qViSuIGEUTLcMEfQV9SWK9
d03lX+sB4qbY0LTpdkhHW6MNaDeHOZdEfFprNdGjy+c0gR2Ro9dIW9t6LskgNUO16E2361vL/Uj0
5Cz8BBtuwV6YJlbnfG0Hi6k8erNII6OSwX5dtii6EyufYqgJGkpP5I/5dmW/ceLeHLG7odJBq1YP
HNtC2yrlzWo6Htqlzt+lSPdeqj4LOUzzwqOT1Q0UK6FrT0zvu/5ApCpCgaH4WjKVeutXuEp5eW37
uXYp+9p6kAKFLVyVHBe6u9xbCEJCh5PPi+ywusxCPFlBlUcYeD+J2232GJ2qa2OYeHWIYumcBtvs
vK/N7qhVaXBs1+2icAzOxcXgqEubMizIkqhym8hF3ThO/X5CfpsUEzde3ijEhCggdoXF907Ankbs
0YaVdtkn69FQNdjts69Fqy4RDeQYnYYHvHVFFk7ipccmGgjEy2riX4z9t9Uu955/9ry56b5CvqgQ
m6KB8uM5R3gacWQbMQa1Z21tqalho5pRHPFgxKJTO2ucnFcPHXdozozgZ8cdtitv0YGm2JObygif
CGV+duzXJlaoH4EZ8EqabcrpVlxyQt6Sa4OTGJFT4/nWQ7Kk1WleoG9Aeiamdr4tgb0f7LK8qDqU
LhmwjciFFkomk9jxbe5GiemnWfpvJA599wsCDKzOyPbptDQxJ9dybyVLGfWeh4zIwdjZLJtm5t1b
VbmhDq5uVLVsDY6K3aid7GRAR9THAEyu/PTFspd+m8jsouqbmwERuWWlUWFR0GagOZLrGozCZvKD
p1SbTxCF7lxsTCH1xRR3XcWm4060pYtd2ax7QGHf9QWHL86X65oL4+hddzhs/Y0xa6fJGTHoDXnU
FQHmiNEFXkMwwZtQ16IA2YM/L9idu34pBopgPXVuFY/1FGOuwfxW+9OndIYnZKUIAT0W/2E20g2J
W8M2na2tlxL/1CztI47WIxEL65WgLebqXXLiNL91MvNmOOuJcOUBM5yrm4pJ/m6y84c1faunYVNl
CE9WhbBXAbnXMV01zVHM+Uu16tGCD1yTNdtLO6L7G/ILX9rYqLkDjZfdYVliPd65HuvyrFd7ROik
KOFgvtCK9LuH96q0tfeyk3tf8iA1BhyjMm4keougrYhm4gEYIZzsCjIlmWttF7xCiW7sE696SUR3
2ch0354Z55heF63+BuouUlW1KSdqMZurZrJ4Rsq/dx3eRVET09bzGtKY3/rOXB9Amu6sVnLAnrcq
Dd6HAm9jdtOLUwqHuMFbokHhUT6LcfCAZeO0zjr1zeNkA7fQ0YGo59bq8WC55dPY6OyC18GqB7tq
kIdWaHuCNcJZCyI0yZHjuc96+zZV2kdQpGz9Jykm/VuGb88szIg2UegQ8VYic0Xq+Eg6h9gkuWfu
SNCsnhoVEP2il/e8kyjEPXY5mUyX0tF3CYQPN7c2+kBJ0waK1TcDDWeRSVWnHaETfbvEvZNKIDTP
Wut3kSMMovgU4cyAHqmh6zjpWAr9BdFfIUDdXFU5tpXgFbeKWVz02W2VORuisLAxZsTqIVpJblQj
n+HqX425XsTQsrCr1V7IeY8mgBgvpoEtQ5dvs91cNIN/FRSGdmizpgvR1uwLvFcrjgLHSYnMastN
2fXbKu/XryqbaKN0rw1ZzHhQjWQTKLCM3o7wwiya9Ct70OoI2qG/xwMrHnMl9kG2b+r561q5t6WB
KFOT9kvQvmPLjkcz3U9yGSBaebfw1FWMqIGVoefAaxMoNRRjv81d4aEqVVHmYLbKeX6IgIStfRUY
Ng4I2jaZo7fURFX3KGsmOSGDvvWj8WVA6Jy3TCeLiFkkUjNtAto3sWFqxWVfqzJuG/uh69hijMa5
kfQeXlbk4N9xM8TZqELdsNLLnGdoQwsQtO3jumAlz4Ojt7YHDF8YNEykCwa9phZ99ZKcrNLbTo27
BRoTO+2wceyS7kflabd4kAbMKOn0hOH9gYkOBpblAi9Wv6lFN0YSJqvIjGdN4BX3xB5Z5QF9N0Yj
Dc+0F5z8OT3l6P3SIL/Sav95rOaPps+v0vo2GJ13kWXnzeVrOxtxWvkbMYIC8tmelOjcB8eotf3q
IrPv7fKgMYNxB3lh5OulmScGq/9ZgoHTGRPlZnL0e8M1ryvYUbOoY/wTnBM4uMJaaDusRgZlCOe7
CLM3jXXvpvE1+i12HCzDx1RJd8/pIY16zLUt8r4ewWRjS4X9i5vXnx2ZCWrvveHPj5aO2E1Wvk1/
o3gI2GRB2O06UxwsNT5SCB5HWcmtwOsb0iI8IsalJsCYNwaRnjrmdd3bH06mHRXrl6ir9wDf6GYs
xQ773GZwbtlWHhz+p86Gh1RYGB7JILExXUyhmsR4bObxubC0yM3Gq7Ux8ghGwHfVZd+SWd+OSf40
BuNpTEFE1Ub21e7nS3shKTcJ9gtfiyv2ZOZScbxiecs6zgQ25S3eA/ZXfTOUpoFuzi0wgtfPQJGD
JyjOw4kAsj3zgTlqyxF5o369ElHPBAQZQJNzJkws9ew21mtdwp/zguyqHHAlr9mmq6vHtJ2XKK+C
CPbP5zgEUWm13rGfrpGTRxDU923X6oCkgFI09o3vpd19a9fbvMNLtZpUp43X3Jatv1XnbrKVqe/J
2vERhSlZInAXDCbrKrxpaxOM06adzTfCVsewWqxPkbqIaZ3UiboZfVkx19sO+7slhi1+CKblZziU
5U3VBZJBqkT7zfZq1hFUCMfEWe791XpPOvnA8Z6EPC3yppnewnYYxy3RGEXc47G1ZXKHynDrCPNO
5YAd0Fc7Kt/I0fqs+27vq/neFc1XrItRiSd17DkjAbtu/YugtLfdUD4KCROtwongtHfCgUI4TfvO
BjyNfq5J38e13GXqeRyFd9m1rUPgmZu/FoXfbWxDzKgY0vYucSdMvRWK3CD9SNIMB5GZodNMrHG9
zO1cJNBUauPAE6XJzZCPfMEUJCG2OeuQTgJXTeabD71hNje6seqnouDZa0VrR6Wejc9VDXAF4Lh+
QEO9YMvg8CzW9RLRJVSsBrBd70iJVNlOOVHzAGcmbU/XU/1uxfrAXqFvVaC/k9CNX1anO34oKiOI
mApih/MQFHYE9mlmWj8aRIZyoEvM93Iu2+cecvUuJWFzG4Dz39WCiSIc1/5AQKS84Qhr3ApLU3uo
rQjA2wmwjQSPsk1T33okUdJR+BJ0nExasph3zipyh+tLjjkI2pwHwVZ2xMIfhCuoLnCNickyX06g
KASULDYNFwM/W0vR7rx8LWN1bnP0aHou0yY1rmtYZUcSBLOKYVOxfKJA8uhpIsthBZKHpE8XwFmJ
dlyHmrPHYGPO7BIaBpm5XfRg3OipNz8XwVodyFubv/aNNyfhOkk2AP7MO3ee1XdBPRVnRGPsagsk
gA5Y7XoW1fJZOERfhnoFYlHWZcPkOPED6COcgoCIO/KEnyLdGBJqz5AmqCu7xN9pPA9vydi7u8BZ
incW8uOEwX9DVCeOH90n5oidav5mg47+OkyTE0Rm4VoPykW6Oo+1jZV71hs847bYTzA39nprm3HF
Ub3POwyPDj3hs7eV829bPfjshyCMslxsR27+ZVX3JDgmGvAFY9RpInmTY4bn/mLDUuJa9zRhRAHW
wrlyzcF7n80qf9CrgvsFPTzfBXqjbRtTFw+TSpG85o0FuYthUGXoF4WWgZ5ACF5vLM3m1yhdDree
3eivCdCblxQmPGvqMKy3XtZyICENpXzHxkyxMfeM3U2q272H6RUB/8IMxZ7PHB4nc8BPltOCucpS
aSTEUBxaJ+suUKQURwdu9ymnPPo6FGo55KPlXGjYqrrQEwGqW2ma4mhx1XD1ASxtS9k5lOtgL545
P8mw0dhkhO4dMnA3g1gPTuDeGg7PQN0FdzNcAnQgO0gJR1V0yS41TJJeGSUPFBy9Xx0GgUU2XPqR
DoD0pO+jv3WWiyYrWEbExO4fzhZQqSitg52fqSnmID8x41Hm2Zejg+TmXF/H7uA5nD1qscXHqUc2
x+kduggkw7nriTup6nSnc1cWZ4E3xDuAbW5Izv6QkcNOojSx07jOFnEkJNI+LfvQ99Sbj2V2mgLj
RtNnmzqgviB59bLRPKgpBWrsIgAmbayrd6nZ3p20QTX59e0y99NusNZh3Mu2nZJdp0bvcvaGtoo7
Eqjvk7p5LaB28KaC3j5U5HfZGKCWxgvRJWUXBMQ55WYoWFKhNkJNmO13Rwy4fOEOzZdEUQVzuABt
PFEhG5t60ei2VpbJyCObYJkaDcbaUQ5i52InAX/Y1M1naQIyD1fPTfhGZ4zkI74/pVNqQ+BwK4qR
cXpJG/Kjw3UsV1a/M51PMyFTxpmh2wj86+5R69sGaxa/98jgI99kwElOq2dP+9wEvYU6CiCnPl4q
s/E3FhPSB4spD6XH6k8HZRslPUUPouhAo4LttUCLil+5346G7ZzMRgBpWCcj2FqKEyLv1mrQVBmG
A00ZACMcA+tR30zJqO86bxrfDRgiMeJtGB6ue4Y2yU3gTlsttXZjq05yNNWdOVSc7kdLJ1qoBOvu
lNQhHJgLZ+V87TNwZxM/cLxqvzlZn25XnNclfwXjQfRH6eVcpfMF8ifaJSackzY6C+WP7iJvkOI1
FD9EEdyWgWW+JpzBgrAd27rmDAmSUeTJhWWwYucEf16bXvJkj+0jqj0ai0QzGBNUwVrDeNSeU5gl
B3raHTa3F6O8NDqebut+MMlCEuolYIx9Ki06baVXHk3WWo422atl4LtXZffiVvkN2dgPkzC+s4xE
iltJWco5XLuaOo/5IqmUbEAqRq1BfJrHjyzi6yCMcuOWPn7ePOdZkn6sSzfSbFidlGxOmaw8paI6
tR7mAfueTpKxE11rh0Fp3cDbJbRdyR22mKgvpLbPlPPUtyVI99Uebukz3WT1vM3oreb6g7Ua3gnj
w/vM+meUHf1ezbHbE4bD9lbTzsoDBwPTuvBFhgPFycSb5ONhMTz6dSk2vtQU5qtYZAqlANeNWifv
MetAxuIjKUb9YaE/H86+fz33VA5OUH2UtnkFIaqJqLBH3PwyIvp32Ta4Dj4cnpWGVTm2xvJaLybm
mK3Y+JUVK0/dl6497FbCIO8msDYb055PBFU+16v1QRr325A/kt8Y6ULC3JisXek9y5IJBD4pek5D
VcImw7prOG8r8uxQZN6j0gNikSpFXELCXjtFdBFBcegGzRRGtc0ANpnemJPIm4ku39Q38OkahKtk
d7IiCKYv1aBvOTc/zbCAdl6FaVG0+TFQNbSTHF5Mbtt3mAUFbdPuQY0jjhRsPBygT2q1AINxXshK
U99kS/kt7VHk+YN3N+kt4hPqtBP9hr2Ea3ZZGBR5RD9tyVQVN3AJ89AIum+WS0G6Ile6oUF8N1P1
h+7EWVko5x4J0nFpaG63mRdsBp1Etkzha23sr6OcOBU0T6WbbjkXtfHgV99UlqtdmTa4WqD66dcA
frVHy/TrgwqES5qrq73QObgY0Qgix1BPvjniIZ3nvT71t+0iP5txhMQnFCWarL73CTyYWf8+18az
3455LK0+4YmH1wMLNUMokBaQadpHIAg005OWbJSmONJ+XkmyEO22Ugm+UiB6ERq+MW576yThHgLT
OgSJwZ2jGxaqSj7QjddgE+lHeCzDrpttmLFLz/CIYcbBwbko7b71QlM48lLidooDABcrIDfdEnqs
Gy13TkRyMtOQ++zQy5m/El6dxPUUnIpxNS+1HqtoofloiUcs4oPOKTYNlu2COAmcXboQLT4UfEIU
2w7dsKYtb0WTEdGdmA8e1LkQIoX5OjopWhelu1dWnUBSDYIlv3ZzQuYnIoRDn8laNA+fftc7h1Ur
+vtlnYoXNvL5QkocAprIXuw18a9EL/b1eBZwai7Hk/Y8HsmTKEGqy6lItIXYZMLPImM8w2ULi3fC
75eTGxRg0CwTiYI8CUgO44rB1g/e5paGHW0PjZYUg7HAWi4Hh+TsmVQb1uW2LL6mzGHIo0cgORf7
lS4OK5qISlPqMFFG59J0eU+b2dj0dvFp5um2RhABAZ2cRiW2pVU8th2J9+U5Fd6gUW0U1kZpGl8S
IgONc5ywHjMNzMOYDoCUguF7jh1+LYL0FHiYLBPPCCtm+wMVRmgla74zMwOcW36sWx2KKgwJNmu8
VDxexjq94r7qNpPoFfgr/3FV1sfkZRcaJis8c3skQbsAyrpXYEiV/T5F9eoUoj1l4KyvlG6IqMDt
GzYmS3WgizVmpLHAfE1kpGcBi1rOh6R3JZtTO64Hs/dLqla8o0ZwIsG72mOILo4FyRb4+cCxu03x
ADzyWbPm70yx+LjrtWvWkqX9XCGkXwMaTONYzrFVdZT6SgdjkT3OHRCypk4PdrselllciNq4dDp3
lzPECpn6XWS2OrIx9vSAjRya9flg6VgNTnyOIh7Tjbyw6DjqwUVpmHDDVue5XweeHKWg+cyOcWQc
8qAFEH/Gpsff2L6A77BjUhrty4JPspVuAxWhwt3iO9Rt1pPMX3r1ve0Zdmg8+qmxoi5aM+fbkLiv
Hb70zrP3srIMBlg1DV/bCh6RYFSQ73hhzeTKmtYHmWVvUu9e9JmxQiWazYgzGZtziyqNysFdUCGn
NnAc348DTpiBoYWmNWqhoDyjbEiMjeSyTm/cTi2ykIr7kGdqK5IxpEUVIVO7QE9X7ZuB1WH1aTUU
UucAgfQSMjgkpq1ygQvn6z7Amhj2jdSjVBcEJRXjVTVXoH8cg0lXNh9x/di7FLr4o1fQX1arAaek
8PprxDYfI9OOCafpecQ5aWkBXAYrcJsa0Kea9dXJ5W2en1Qxb6q80dFfgaAYS/nQchdO/8XeefRG
jmzb+q8cnDkbZNAD795BMpleKZMyJU0IlQy9D9pffz9W92lU1W3zevYGD+gulJFSaciI2Huv9a05
RVg4a9a9lvL8EAj50aw261STjNMeS647s1c/LfUt6Zvhq2R+uDEhlSnpjWopNjihwAVQ4twChPRS
UpWSij7QUOWPqQh0CH8zJ+7+siRg72Y4N67bvTZcX8kqcwcwKDT1aocmtbRuSUHezSQR8GVbeqoM
NSKDCTlb+8g6rmp3qhV7CDRQ8DTJQz2Hi+pX/wTgU7S84pVRL3jCKPxCDs9mgGe2bUV4O+cMG8dR
O9ThfBdwBMHJzNyZEUmYf8Lq8uho4wFW52Frdhxb2WqukdW92FWx1R1zXXfYa90R0mwSHMMhB7aC
IxCHLlqvNN8lMC3dir0aY3n2xoYSer1rVJtCabclFPpdW5bN2hUIlqhOOBzkxTW3VrruyvmOWsjD
guCu4NZAoW+A/qE1wqdlD/d0gGl3ddUuiBgGa+8c/Hd5pFwVFbU99PH3sB2urKx5AqLIracTRRbd
MBHyeq7kVGNBLlt9jT72VHAozJ+yodvjBiYBxqGnZnXxYw6kUV8I0rHUgjsnrd4GPbtrccuS+6Tu
DQsLzgi4skIwoIVfUpsJfqVVn3mJHGFSwi0ZK6G3RNAxKpto+pvhhMUsvsrhs8GFLK9E1yBga42j
GpJGkIEQU/rId4therHUvHmKZ2y3g0Lzz6YptObMuJOT8jwaMCMjjL2GOazRgQxek8BUtdODkb9n
i8++6D13itgdx/toMXOqw6XUSr8R8pNeJ/NMNeDGCqaHwUnil64vbiaKVUgtK7Xq/bRXKIec+uhI
eRRVd1PMz6E6e5WTox3QVlpm39K22+qRse2C2F+UMYJrMdCb7ajRvCvtidW5dTawMPcZ9v6tPrXr
vI/Psndwdvb8wZHntmJrxs+NXOGa8cC+SjS4WfqbUrPuI567Knr1BGcBA7hCO+0WNSrnTCQdRdhd
60W97vXHvIPZweDPNS6FXR4gRhyihQSZGkOAYo0MhwieFarTnaN8UeqcubLWH1sbQlc6bTV95KTU
npIy2LDLrp2+a/eaEJ7S71QHnLHJtRc7WwkMZGrhU5UV3bWSYUvNUVRdZaF939LLT8sAq71hAtlg
S3fTO9HWT9FUg7kIoWQ5kFWjGtSGBiAqZJUN9RJLf7qnxofMYvl4AcYF37NvrOmq1WLuLEH2Qho+
qdC5CCNwkvyW4+awSZgSj2AZoAi+mguQ11DuJcggaIx+RXCiMlM36NQWjcbYQBy7xthX1izXsDLp
4pL/0PI0c9Hk6xJPo2f28a6YUQKMsIDaeasF7QFAoRfM0PKz/NXMjKfenq7puWXrkd6+VRz7pt4V
LpuXWUe3Csg3wKgq1AUb5JAXJ9X0IQJKp2AyPkdAIdnMG2VWd6qbXmbz4BZyPWXiEhf9eWBowsLe
UFFVYJbcWPpJmiKLKLeMGhfcnkId7XBlT+yPgFLTs05U8UPL8ZQFMqLhSjvFCI2DCTbA6YC4ztr8
1i4IrCaFujdfnHbYxZ3DnDx3rxKMoada7ZIzkqT5ugRxPIqZo07w/p2q7g8ce9oSK/edKH4RqmFl
XPqkuisww/7kNqog4gcpSmCWLtu8ntLAqrdG0aXvBWS+p3ocaKTGcGhPaCCx3iPMkALCG6Ne/2+e
yeIz+v6ZYJvAyYCrBXE5fi51kdR9p5WPYw7aOcjVFfK99hX8E5+0Rk8wW2V5kd4RDqe807Z37rOu
bC+O1IcNg8tWrpXZSj++PZn/r7v8t2Yglvxz3eUlK7Ff/Ui+//Ytv5HvxS8mokvcLXidQMuL35WX
mkWUk46A0UAOomm0Y39XXhruLxbxt/ydENSTtOd+F14a9i9LXKztCByJfA9mzn+gu+QbfzSS4Ivi
YbiE+BmGhezy279/dxG1iOIbtEcUz00uIs6fpQ0d1FUZJilwKMn1EY2Gdtq1YrQ4upm9O8skYu6Y
E/VduWDmJjhbbgDnGmaKs50DPXmZ+rjYB4NATzTQkUNS5H4J82B8ZKKre9AQ7s0K8yYdzm7NFD2/
n5XG3A6IVFAQ2OkHDGzg2kYafRkQGN8lDW1UQBanHOYgrWoOdHbTF2/CQB0/FGP/iKidYI4ak1xQ
SeVUJRBUaFy2y5ltyHdChT5PCHRzMGTxtVEfe15DGr5kEUO0hGCQBBh/ehMZj1UQ5Lfk4dU+p+Z+
T3Q6wpvBeK9CPb8YbTxeDyq03nVTCnm2wYV8Dade3HV2STs6iawveCpT2rAIUrcihHCWJ4N1m2Sh
hXzQkocEiA5IJcZTFVIJ20TWVYwKzROoobug5IhTVxnDXEwBTMPKejcMZkCFgi0kMGqNiea6zUdg
OyxQmxy4+0oVDuiMOXno7EphwluHWe9bajSedPDTx1wM86bskZB3RhidOhPkGXGhntWabxrQqLUc
tPGmsM3xqtfz4hRgPfUCg1FjifDB0WkDI5waN2oVJLcDCnUoo0TkNKpzhGjHS8g6ppJh2x7KoBnX
ldYeUMlV8L2Nd0CTFsgw6kLHKu4VUzGv3IiBPx3ZcWubVnEaRUWXh4THpwGCBMcpCDg1BsuHJDaf
a9xAN4oMAk+pbToQYVRtmTmP6C8WNqvDJHY7FSgdkwq7FdD5HZ1M5SBwZfh6o5evXf5otdUEfyhp
bi2lE1eDLpkKU+FWrgDMl1Wddp1PAcdnqyRdgeflK3XXkg8yq8d5NBf+BXTPOycsOm/sezDlaVhs
+7lrVrhG+DzkKB81mmRo3nnjmDKrqP7mB5NRw1FF9wJXsq0ZT6EpFKYCdDgrPWxA8SqvEUY4A/3D
ysRP4IlRDAeMzWJjcf56qfSh3jJ6IvCoqVRsHvXo6zIm1qqshW9MVnCdlE59VYHGZ4hAHQZZORmf
CzFOO1PLuuuS41e26iem872cntCkBN48xmG4xx/BjEdXDVR90t5lscbhvTbta5rkVsnZxi0fC4NU
p7RBplo4DKfYTOlkjsI+dK5CV7SifdHEcfCQY23KVkk7HQUAqE2quM2bNGCKSVS/67oJtQcj1Js9
AlX6YGApikOTVdpeU+lqhEn6PNgSkB+gKo+JrOpnYXI3ugBOObEO7jtXz6ubKGSczyOc64Ezmt46
dLknUqTVASkalV6BFmDkd2oZAsW0Xig5E8Zyk8JMlFM2twhNkbyv62Nuh+4eNglVrF1zZprZClEb
2KxAKflsYL/a62Komksex/1BtUswxGWagNaFcmwyQj4Gwkhq8ojce3rThOiEzZLGCs20cJRFJBII
Zd8NyHxEWYldMXTGK3E1SGT0Yl5RTtFLx5G6wQ/EMVxU4qLEQvhhZpzEXF4Rjx4/o9e/g1b7rMRt
51dlKiDMKtUpIld7r6ThZZ5mlGuWdY0APvYcm9Nixi2NpnmEGTowRkbURFOldiRjXmBLigIAD64y
n2A5pKeAcw3jO8P+aqTT9DC2I5VMbtiXom1TBLNqCLoxQN/TobmH02udmtw1uCdkCDBvYvUtqx57
uqXehFryFfSsAWLYn2yxUTrjJaSVBUptbZXoN3QG7GNVf4UOZJSbPBpOgMfTXcTUGUOVEsMPlOl8
rTsTSSWVvk+VwQcQUvnQCkFdSlCiadxXftRouOZIJdw3GfB4tx2elBTBtKrmiHQQ8KuBaa7gg3jU
FTdQCpZxJO1skfbHUBMk2VJVrzpZLGT39mI48fWkUVbDZhJ+q6f5uUuV/mboYo7maKP9TigvbT0z
ww9N56ZD/7RprMKP++BLYdr7WgzELU0CLpHh7jClH1RTyIs9JxstSrutMth75lwbGSrq0Xb5XTCF
U+UjjQcTPdWkaQ8K3Q33U0+SG1OkqY+6LSDJI3xV3ZBWtzZoZ7iq1cGwYpTmuQmssXHmN0nPZe20
3KeJVYEdjupVaJnpSUlVSbAV53kmYIzr66n6bETKJIsKwkD/d68UwMHUTCcKgu5ibIS4LahcdojX
MvqKivkcWzEhgBXBqYrFPMOAzwUm2fERptUIH1irxrg3DyVb+T5x7Br/QlqfnKq7GqdmOtiIRBpd
u+Um28A0HXD/x0yq7PmsIccEEcpw3qol7SMgevtpHpjTBaHWbpzegUfUG526sRjJr2DAR59uH/QP
pqZXu8wYhq096+q5HLKXEkPSFnGwvbdapA9W1Hz26Kc3TuTSpKRv4lzSKjC8AhiG19ZxeFQYimxb
aUPSVe0wXUM6Ne9qJMLnED/njUP4H0VaMW0nJ8rvTJmq2yF3rUMHv+oqx1G5qeuu2s9TVh4jegl7
kqpCD7cGxocmUR7UHs26WQ4DTsKE3Q7cBihmNTbmBxfRerlyQM18GM4000ybwM029TB5NvvE1xS5
yMoGlkv5VCKtKRT5mMzdYv+MgRoz6nwvKr2k9aMY4TFRs/AKLbfjW4r0wqE/YWHTN0Zu7Uy0Bhtw
dvVelRMUMdGtjSS6mFVpvKeDwRvLlr3PMFecel0ioGuxjwUq/oGGN5+Mmswig0JXgusxmcxdzSEL
iK9wdn3mhC+tMnPUc/Z40imspqNlj1Tiysaq1c1SleoVgMNUDQ5pDMWa4LHGTY6dQ8Fd001fDcyU
NxGcP5NAjDicdGYNCKWVJZlLz3SMqF12Kp3c2NRtsU07lKlIk2+n3rKpjq18w6io3Fjh9Kaoyj6A
EoCjDSPOdDPJYywR05WU1lWytpPweUxb3TfHEsRocXbCETc+sjdpKgk6/qDfdmbzpKUkJzC8Nkpy
VqhIaSQhR8NZS1SefHVT6l2FbslW4H5hyO/ZarbLiY7IprlYO7a6BgP8FhFORWQfFzH3yIahLDtw
07lbwJ1+lw5fa+UFHBspSCLSxiuHrWytz6grGne6mybzzgmajTXyTo6tpm+yxDglXfrAuHX2UA/f
O8hf+FmcusLy6EwkPMTFNd2fhhmyuW1DWokTPFsvwUe5oj+S43bq3xsNuaE+oIRTFXDFVNX0yBxa
FJzB4e3ne0UEb2XvPprWYRLdVc7RG/CjlviKmt81BCcrTU+vj8EIWnVaBQjuVZuFJrLZHzONnrpO
RmblBrMHUG9rhNp9qtg7LUH8wWCdjkIk36OBAjxC/Axj1fIHG86bofup2r0wMbqUMnvvm/AzSGt/
UJccRBQfVd9sm5gTy5RO2EHMmHDqgTFXlecnRbWqjd5z+O367oQR3F1rak7uidhEnbVwQ7vYb1G3
HDI+fMwRpnNx+bypCHqvsnSMVv1TpFdMuzWtfqT3t+mj+BzSr1mNAjtI6YBc17OHoqRfOVX1I97Q
QzKue2KwVpNJMtYYJutAY7LfGeWBmM7xmiCJ4UksSyeROW71VZH6fT8XCo1uLT4p3M2kXRzQS7Ko
d7umqe8r1NW+JoEDIJ9duj3JuTALpP9aYe6mKDQSGtHC/VIhMFi1ENQ/szkxX7IRsfySODblB078
fKil9OuwhdtqCS8bq3PKpbjYk7BDEd2JqzRkgmzCWPzodZckCgS1XonuzBKGsdFrG2CpCnW4iQvl
jPSwWoNX/8qrO2SMhXKUuphHEfipfeo8SMci5iMfVUTpZsDBCON6rViNl/KwaE8aYm3zrn3SEtKC
bLe/zrUObTogky0SDOWomI1K29jNr2o3tB5IT8xXHF4qAJw2OrbqbtLhAWYui52zNrWGuYBYxTTy
cdy/9pJuhuusBz7CWbVwig+Q/CcJZVKcSzwqVVyXyJ8LfAVOvJ365HlqZHmdSARJZUqLrVhWp6lP
N+kQ+nJwzjGtlGNr9PUmwt9yxbnEWpnDAKVSHzfcd1eT3b0AXbE2xjhftW7Apqca+r5PMrlr5yHZ
d7VzwzbAyH4OjnKQpZ+V9fhkBBq1RT18FDBgqXhCdWXI4NAPRLbmDfa6IWRwlNfNuC0j/YrwmjuA
+KQtCmlxO9MzHez4C5ht9o+ceW1OaOR1r0rrCyPVkAIdG5qtGMwpFPk1i6HVO3rI68p0e+NaIbju
8p6Z7WOhpiznrvWJfOQiyvSOHRGzUwwGWrH3yKzLVSMs9SHjOl+BPeQ+zrD2wMRl46WpvgKTgune
bXRc1fNtPoB+R+/4Kpjis5RNyjpNLA4Rjox9NZ4FacAOCU5UknGSeUNhbtUiOBRpiacNN4Uf4u3w
Q7TST5DpfFuHs9ia5tqElc9O7LC4Jvaj0BBzZ655SEsHlap7igQ2+M7VF24VeTX2zMI6R8pdP1mR
P5vmVQbFmwUsWCZhFiIgEwFKYD8HXH3sN1Z21ZSgF0nkeZOie+RwdN3lanBjz/OtMOOjWRjPIiEq
Lys4AeWmWDtOEHAySTTUWeqTgSJ9lRkFZ3NHEDTd4BNMm/KxhNm0GmlFX+kWwFAOvRiHZqf6QD84
HVq9HngToZxWZpZT35vde5dowBu4TVGqtG7m7KdCSb4g8ZJXpo0X364z5ODgIbniCY1+LfJZbJvF
gURFlKJwSfLgi4Kw4mleWtWmFSvHmFhAiAiMCZIQHizU7XmLX8YlSmSuHkTHPQaiAHuKY40pwlGb
Q+bUMzuLEqzao5ubT7mSDWg03PhLlEgaAzOr9IqGkYWbT52ms1VjBynVzLqv8u6tG9t8j/o6P9Ql
hKW0cgCRThyPiX5pPKSeIZMCuzwpsUFIXSftNRgo+xaNH1hXpn97Vr34vjCtZEOVp5zdeWLntSVD
BRPZ01ki2lrmL8orykF520m38KQhzU8lp+6DqaFduYk73gOpLHZqiGQS8tRMTDM3KU34pH6K+1Hd
SXVO99yM/TU3FEZWMeXOyqqAWdAez4OLZgZgCypi7GlMF/Xd0JTJCz1TleqrIVcjQp04R61yV7r1
fHQoBzzRUtc3xDv5ek5IipUS8RuqgUoWHTHhsoyzja0BQV7h+oluXZFxeGyw17qjVh4zpYWiCdML
W5xuH2nPugfexTjxItsu8Hj0/NC55UbsdT3DujWzjY+Fkcd+5UzMERWnGvmMBXYUVycauxucY5oS
1uvlPUaxVrHjmSANG/g3nFKCuyvIr/aiFCqCBU4am9azNeXqVbP4KaeeZr9dp/UhDV1l8SW2e1GM
QDljEl8dQyQPlhG+1vTvbhE0vZoKHcDSgDVUu1GzN4NQXyPwwlMTsVwB6kWiJW2SFwA9pGq5tkLE
Inp+lXNCAYpAmw4lJBoZ2iSzhwgUI9u8SaE3Mzq6B2sjCdONkC502rvZ2c6Bg767GGHnXYwvZWdW
VbWNELqRwWXqzwVJxkkBe1fF+I0YWOdkST9NuSGPGlk6Os/ooKhtvGsUw30r1bLauV2jgOea4o0s
BcajBsWvL11DPDiTNJkszR+4qVitEIaviiLU72aVZlJPh8Ybxia8IY2x9NjtCRHKHaTu9tjfjNpQ
3xqisp9YXbInkkDi+zAK7LOqjtG2FK1+F3Qha0CmKTQvhWvs51jLHovaOgsjVHgGY7EwYIdguKSZ
wYnO0QyFvO5MjAWRP0l+1sZKx6gUaVejU+cMTEKDCgyfIfPJotauSbgYbN8Ip/SUll1j4yxWkq1t
I8ZDQ1PeGXRtaAuYWfc8lFi5vTg2wy8D2xZCIJaES2QlYNJNR1E12kx6KHzAyBJZZ2L9igb8R7OB
v6Qt/MBl+FN6w/+DTAb65ZZhLi18x3FcE4IQeLE/nxU8FLH8eP/XRb7Kj/ZfVyQ3NP+67rBrxEX4
r32bvRbv7fcEhz98+N8grrZJpC7QS1cDm2UKoKv/QTpolvWLhU3oVxCmrgnmQr8hHYTzi9DgvkI1
1IVug0v4fbCgqL8w/1Z5MarOfm0u/L5/NFr4cbAASAnAoE3jy1IdG3SE8RPJSXQk1vWxFT7XxMis
+iYy78CWnKt2Pip1/YFQAvz7fAmmcdqmjsH1i3XXgQ8dJ9qA70R//+6t/oPB3Y9kqd+ej8PLd4St
0eD6aW43oNtXpqnH7ZtW9UZBAMEKwi+pFsWLooTxdac+/fXP/GlYyFuIp9eEoAFLl3f9G5Hj+xFd
y6amTEqsk1il0D5s/DwfmkecrfVKNlFGy2ekT1GTIFEXEb1qzfvrJ8Dl992IkAh0iFamrbrEBjCx
pBr4cUSYs3bylo7O3Qy3x8VMHC2buoHf11L2zLlNElT08yTU+VcOC3dq+FH+wbv9v3/wwk/lIgPm
we6nLZ/Gd2Olpg1RuLu6TjqIoiF0huI0xCWpiUF/oXeH9NG6mFq1qzHm/fVLpsb+4UVzBfMB68zP
hK0vOD7rp5+N590s8ibKb8GKr+BkrK6uXvZ7DmNeuO1Xwck8u755ljtwHnvGE1tr3xytvX0m9mqN
4MlzfcxZ/P3yddUOdOBOrm6aHe2+HRlre/yxK8jwfOFb773dAB/Zqc/N0fVJieefk6/D83STHeft
eDvemVfhHp3feT6HJ/dhvB1uEOVMN2KPt9aTK9vrV7iR/bcbHvTtTfJb5Ohr3icvXt+a685zfGUD
3t0b+B2ngZ3lN2t1q25Ln/jWTbPJP5N97cPb9tyduzPXybbcUTvQ2pjf1TNckbvxmlL1mB8t3z4h
p9yp2+kweEQWevCIfII8vz2+45t7BIordzffGGd9vzwS1l7vc3csVxwjPXu9PA13Xe/qY7vLvAsK
W8/xsB5tA8/cW+doiyN2xzjrb65he5ljfzfn/vXzhN3nujpjSq6nH68lAC8yYLKX3W7W1/dAIo61
V27D2/5rPHo6fQlC/yo/p0o7zrvQR3Dno2RZZRsOEX655Ut9WPKbj+35gGBu1XgXWA07FKbetOIv
/MRP1ww5PAxP/B3/XwGlGla3i7CaAmhVPLg3nHMQbClrRLxrDPXe8r273V9fuMZP8/zldeowelRL
01zWYH1ZUb+7ZyojH2TADO52JI3C083BIV4BwL9bFtsB0+66nBJCdELnq1Rlffr1F448UZdH+29/
aqfhmR5Qu63zWGK7KzsfKUJPpkRFtmtfMjSDQ6Xul0K1EWN5+PYL1NK3iOxHtEjcoaqNtqaxWRq4
jYyj1HCdFwkCX268gxu2v/1SIE1czWC9SGb5z999+7p67Jy/uQK+8b5/ugLAyBIcz77G5vXzkDqY
C3qScZPckjNwUAzM+UV0txQtaKcVKS9aYK7tGAmJopFPPl9aGEDYZXsyEWeCBMTM2PU9jHTkocO9
nRSvZeneYlk7aKnLFFOC4sEWSELsqviKqPO5lWi/l2bK1OCx7M5uaW1j7dFZmH2a7t4YjratKwqP
YI62FvDFoBtPI7kFiRH7A1bwMrqmvPUlc4QgRAuFJkRa/Q4rt++q6tow5DEx42s9I/erzu70orjQ
RjggQ/v17PWn6/BPO9C3xRAhgYDiyVvHgvsTrDZP8K0KkUdLxKkBdMNGZCeM1aB+qvTD6Z1uNZMm
qrUZQ7f/mx++bKnffWx8Ynxg7ICwrWFy6+Kn3cdBCj+NSOx8IoSwnrrf4sro38CVmX2zxZ1eGZGv
k9PwNxfMj7vPt2MTex+sT45mGmqMn+4kc2icdhzM+TppxUe6RFnhVsk3hIFdExVi0ljS4ca5yB/d
pNW2f30fL4z87142uiAHPL4tHG5jhvCcD3++j7uAabGp3tdaKnYTJKIEGvBS+zGsDxS0hzpvtVwU
8VW5j5kVXKVmuem1/Bi5ln5lGcWrYdBnJk0UgNRYvVVJ1d7ndpMc/vqp/vEzpelnQ7l20ZT8+EwL
R43LjPPDfafFz5jITC8Hck2ih32E9PPcpeaqjOsC5CT19l//aOPHVR3Jib0oX0Bfc1EKy3SXf/9u
tdOGvHGE7MrbDDMK4KbAr8i03Kxju8oxi6IO6URo7PN0bs95DFwmt4uHCQ/rEVRfvBrgS5wQXezC
JpJIRTSMPMVwK5HGbxscfaBt+KNVRgg5DIYtKLLiLdCuhy7MszPs0WunNpJbW1bBgyHPMzymE8FV
rh31KCqpyKKK8ViCfw54FvPFdih6Qi4KVMRFK+/sMDiD9MCwMOkP396Zf1Qu3Zc5//2fH0qebzqf
t7KamjiM5H//ZUX1wze2//3tgTi4rV/l6w9/8AvJCOm2+2imu4+2y+R/xETLV/7f/uO/Pr49yv1U
ffzXv9/KrpDLo4Uc574vZsRyBvzz2uhSvcb/++t/LXaMX3RBmeM63FtIqVyd6/Q/cQHOL1QZAPs5
GXDG58t+L3YMnZQLmomgeH/VV/FPbdnJ6L/+LWwqJLRTYO9YI3RT+2cqKr7xh1ueTZuzLtoqhFxC
2M43ldf3F3NF3lGcZv1nR8hwfxvhAsTI6w5SXY+S4+4K3olGFv1E+qam6PMpiM156wzC+AhoGIXP
QRF0Ot2JnAC70pmn9Cm061mDX1QwSE8nujAaDaLutaNuYw5cL/y2Rp/wp5mV3YweWcCEYGp0Y5tL
pSCsToxML28UO9T07ZjHwGm6ETjrdu6DjGnCTIDniuQ+lehEKBlwZDLaLn5i5f2a3AyasrFW1Vib
IuK/I6FA98IZ1VBAqMmIbCIhp2tdB5XyEFkTab5hHmNvlY5ZfOp0YziWWTRX6bXH9bMjUks7ynFy
t0HUjAiqBszQNI6yMkO0nVT0eYGEcVZpaaZCe1EIweRBTkETkteWoZq+G9QqD9CyVtMzubJquMZZ
2imXGQc8u67ZM6yFCDtMfpYm8X2sWZVPcRcPdI+4Q1cl8drRulHSIlq3pHmPL3w3YqmuAkNxH7G/
K7duPVbdpuGcg1o9KlVW7Vozr/o4hAqkSyJu1/3s4imp26B+lqqGB0vpEcmuoqlv3mnSBPYFuI6e
E+JggvlxOhXaQIKT59kkbyfbRM6E0IY2cDTfdDoxUBunVlIS9oCaIKljMBF7htSigzn0qOa6wrbP
oarX+h32355TRhLzKmQiqueyqyN3nw6BuB0gPxJazZoB6W4mUQd7SjQS6jURG1SHBEWdJaMvYlOG
1pjWToizzdfNnkkxI19U2rqaz2S91bEOsS5zvnStIdx1v6gCGMN10RMYl4CJglGldPoIA2uhebC/
rvqkgBg2xHlC8laE3aksmAa+l2Yz3tgymhN4VaUyMv8sjFethmJ9cATOcOAaMnc86Uzx5LdtlzBG
4p6KfNKZwuihMpmdijJZ/AdYvbmTEBrPzIiR9kGqCTpxPTe0H0A4ajyYEZftxBR7KsLWr2OlyaFW
8cJ4d/vZCghDqlvVqw34bBvEzWjdXHyG69oeeuWSGRImmqNgr11LzZlxHlCi4xKZNJybWjOON6NQ
0wlb27dbUcqmX6wbSc9DVGbRji8jyF9jFxF8DRGYwc6Io1HqZZS/G6mezcNKut2SfKekRJxhazIj
133E9mmNxjq2Rn4wgVjVswOQQFxnNEeDza+X6wzNxvzSaRzv17kCa8r79aJrBhr9pNX1ak9cNnvS
KUrhATIMzFLJNNh5taEYm3CLlJqLvg9NjCFOae05/TJaCycbX5OZYBw0AIdT2EzGMyq79ETsjry2
tAGTQJZExtdRGTCfE5z3nqQEepDjkhDnF+DtaoW579qSW7moSKtgQtLvwrz4DDvCpeZCMI2ylDw9
23B7l2AENY42SdnQEu2J08B8vYA88ZWoT2OvdYsRmdjbOZmex8qxz6WtUnT1DmYBjBbly5AtFqop
JicOplM0eJjVCfUrAlzkkPke1aBysfIPyKdwAg2rPKySm2UE3nkTnNpdqFFUrvCJRg/ZaF6caGw0
Pinc/Z6h9lLeosnHpgELhlTQJrQTwfvT2tDuii7WsOMovNElRdmazLF4XuxpsWAqXNfrSrOnu7Rs
lGgtaK7fWADziC2t+Ax0pbvvlghX0rWwg9oj5XLjMKzB3Mq5wWziu6mK0pH3kODRuejqUziUqe+Y
+MHdDMiiLRN6M9OnmgzNEwic0mTwFTDWRslbKHu4N8ETIV6XbiZRWNZdw2QcwlBPntvz6FLNxH0c
7ImVQMWLBnxbpVy6TPX1lmopKQ6zwQ1NKKnEhjtC1S4rt9JxOTjcuYnGJNOf0wjeqZlFnx1xaRdW
7Jz5P0CEglFVS8grEez8hZ1H1wOZq6k/1HWzMcMWOwZZgDMJyuwJ8BzrPDnNLgJU+Mtth10oi0mt
t2Mcx27dB6/l7Oo7LS8wauYNxidDseuvcaxYqh9g9r3UQ21t1TjEL5LBqk3X9iSl47lGInzix6zz
nGXpXm1znKVY1U75kNoe+tDwIAyn3mU0+l/6CR5e2Iku39RARHXsJUn5la0xIeq2lvEuKRO5y0sy
a8MZPPKKkZUhDrGhY8/J8oSwhb7jEyO+NO3flXI0PuAhfwbq3Fyh6gzXkqPIw8QE9dlhBPuiEDQB
krqtvspiQIpBCRt4jRpArAntXlvHXBf8qNS1j0lSJe4RyWh9ZxhTsHYgFYH0J/H4Y1Jl+8moqb5h
hYeT43DvnU3dkm+aJu1LFy3UmEFb9LrkYmEgN+DroZEjIjwQzm0lmChiO6tvE8WK71gwcx/G8/yU
aoN5lE6ksdpU8PeyFHuFOmtPZJmkG9G28naJSvIqxBarQgWjAoQw7LHExgXrh+02nMtFNN9DldbB
LaWoWXzZNoRapzql4XOpGYhFRKYk9FhSDZWMFqMWAJfeT1cRuXjPaTpzs4u5x3GiE/foKwR0Np4b
duD75AA0KRmq9tFpyPpcsRw4tGjiGQ2VCJhhR7EUmyLK+yVn3WAzTgYuolVB5rn9P+ydSZPcSLad
/0rbW0kLlAHugANYaBOIMSPngUzmBpZkJjHPM369PpD96mVGsZkqSWbSM8narK16ICMCg/v1e8/5
zhZH9Thu2Q2Sz4lqmeUjMuyPdDR6e13qLqT/tgF4UNk9KdhFVbT6zVQ4zR4Ih/WaxUEBGo/FfUVm
yqhQbCo4ECF9ztCbYV1nGw41nckcmHvgPMDFwA7t5MyXcffRdaFLE1vOo6j40t6oW7GFxWtUyG0Z
/zAVb/qw2VAEYVs2ebnWZBqX7rrwc+1V2KCf8GnApUcqPLm9Z2kCQ5Q7ttth9AMAIGW/RHBOJWu3
oSG4gIYq4DpUDdwoVPVwIAjAJn+wqWi+3qIpMGgd9a4dbEBooOXPlJEaT0VkGk+dtKfxmuhkxokT
eMqdFVEKsQfoPZrcoa/A0s192V0rKiXymP3RQOwECnShK3WwNwTLeXLOZLZ5jCazvGFHdvozMxpg
M/lUHfFKI96Tdbguyxfg8Fa604mTEDu6EV2xtUfJ9kHOltzLmFAL7I+Igc3QtUuvnx0S5JG/Kxzm
UqdqNf1YGZCkTGyqkdv319ZgZ9UK8Uu56yStnKzsXPAEFHgNRMRB30+6o7ssJpE6Tn6JHDBKxngv
fTTGomNcCPfItL5THF0CjQASXTUCE7chGxQ3tprJO3VLlwkuCz5Aew3K4XFICgkE0inNnd75HTmJ
QZOYxyIbef413enROGpoajAsu9UXG/QosKN5qC4T9tDFwl3cgJnL4rUOOQc7dalTdIy9BD/CaJq5
fa6Zk/ScZOJlTzn3bDIabD2OC+j3NZD9uzSe2Zbnpk4uaqNTr4FhN9sJO7DnW1RbmzFW2mWCef/J
NQJ6H3GY8uf9qlMGbroSu3XU9vBgkykH69Rw4sTSNUfYfsPG4iHN86JbWGWRdFYEU+XJNtPnqtpB
7YAE382Wdq7nsVOt587SjDMOPq3ySomx0u3jxgK+lTuPHO/xV1rmVCOqjpxPldRD0o1gh1AdKbc8
xH0oz2CjOKXnZqgVPdS1fM1QFuKTU8b5uZuPXP9JMtemMxnb5xy33RqyY2c+yDYpvpjYVnZJ68ZP
ZiQp5o20GF9Ea1Q3DobYiV8c+uah05Q85EI2w0FP9ZyRZ9fpT34TQLYZfhwCQlI9xflE9EEcSMff
1Fh9l7jOgfTeFr0RZl7NDDWOKjS0VoPhf6c3Gx2xfy7aFNs5MItoz90GMDEe7hRVSxbKWa4RytNM
ofprvHAWcv4cglj+1BlTZ24M8CZ3NjQS1DxuJo+plUQvQvoFxK5xdK4HhydsteDYPMSlDZbpWhJs
YcJ/rUVQ31F+M0Hg9YdcMAA79JcDYVhgqeTCJxeuIFi0AYy8KW2bZM0yfIHHisVxyYHjpRsMD1Vn
v0pqHX2ERXwzyF8/2aI2CG9M9NSvtUl4QNdb2m1GOsmTO4buXUCMwwaFiFwLkLKaZ+WzAz6izu1r
xev76g+jFqKF1OVj24H2ATA4hxLp0ZBWuwol+hejLmS/Vo0+oUnnljmDofjP+Bimq164IRqSot06
iU3D3QWxhGqmZ3YtYWbte2HmZ1MbjTs2SzIeOVOiW7VRbEpIVCulj9c6lccudvHX2nbwYMCTOYoa
Pl6kS0zY2binepuuTK0SjwhRyXzPqiE8GkUzg54zg3qnJpFfC03WNVZkSpslOr07jFPabMkn7x/I
17B3qJvdT5UOkyGz0JmgLgpXfiPd8zm1XwpShmYYzaHOKwoS7IjsJd63/cw7gj8+iT03Es5ZVIzi
wO7zGg5B8KK0qkf/Z0icji5J5W6hqXM9tmt4GbYiOLW1Yhe8fNqGt6ySKZrkLsNrHrksEfiEYSb5
bo7ZkOCjLVkX6rGIGCF0cEDWGHgobWlaehkHP6QMfX2NuSHfhHLoL4Y5fbVa/lQ/tRomVZkezVgT
+95fXIyIwzYVqUmvTlzKDQla1ZVLNMpMhQf+CsJf1lu7MMnbS7Nompvc95MdnijtrNaCACiD61NZ
dnZoozEOmCjUbVUGSNPAnqdaRn3tNynUIaeIz3RGHzeiyZ/noBzPKC/afTKp+jztAGI50jGvRNak
n3poltVmJC6KvZmN/vMQMz8OLR+KqyFQuNSOC4lAphHPEs8nWuE6knvkFu5XM4+K27zRW24+c8hV
yQS2PRpDis2VwGRsqK2I++9pjRnVNqhqWCcBzKxqIFyYtdX01R7M9KpBlNKdMXDtrxtb4yUKkQ7h
u5rj+gX9B2YYPWlnitlWfobiG9Pu7gxEzbY9fsU56oACp+rg7Z0C6AiZxgGFxxikqF2bSAaHMeqw
J2Qa7npa43ARICrIEuMGO6JubUqZh+amwbG/rXzxxawq45ijKPKy3Gi3FuHR9PI17UkfdXsn0Dh7
8E/GY+hrwWHk/LFKWq2EbTixt9ZxizUrMfxDNYWcDQw08PsaA+LD2AL081gXrGSDHR5cJ1Orz6WT
+63Xjtj0jB6/XDAW1ZMV5CrldN4U91Ay7hn9tlfpqOz6MNRkTm/tBML9fZ2jsVvZbqe3Xodz5joy
e7Tmk9U7Xl8jR4bNVm8cpQ87xI7JzDxiQJhJOTCtK5Syt9SD89YYJLBx27DqrwnC2ecuCWo6ZlX/
bRzapF53DBamSEt3fZaaUPJCDdCGO5jLIK3cNFmvXbIBVl87A4wD2c8VBNKe2Y+aB3EhOPoXO22q
/cOQ4m8vOCTd4Gnf2jYMgrUNPPrrHLXlhAc7AW4cElOAb2Vl1H64xxrEQtHN4d4u6KEMFOudl6vO
ea0HffoB+4Wp0NpTRw2gtLrdjbrCMjj33WNlTdMeQlfTXk91gugubJ/YjrO7GH/7xkmy9DqbwkPH
r911WseL7qikezUHNVhnc9zO+llgY4feAGjQntCxVY9O1l6WsUBjQfPTGyXC0iggJKqu48yz5kTQ
QNOjL24CWEkLOvqFtnYHDZCWN62yaU/NTDJVKzWqbc7JECoHhXGgQ13HcRJABELxJy2LjHUSLMBa
7lJb9CpGSOyjpApn0tDp9TCXbsR06EJTu2XMw2/QXYtXQd4adted0fQLvJBtaltrmnkBpGI6LyIb
gZSAtUg+fINyAICIQRy1bXXRpQ6f9YvfUdkNDfB9VPZacXRxe9ObK/MnOyQJAfr5dwOL5LYSafQJ
e0S3+D1IUXKt+GxExnaRBDNCLDt9mDWq/7zPX9B/6/dW0/AGNVmTX4HoWJnD2KBaR79/rjl5+wl7
vXZW5U77xcFsFHE0SApxHVNHjE+5hc/A6+1OT9et38UdaD1H0e4aosAAAZqZ/EZafXl1Hc0ZzVSC
fAbEmHrV3Nto4gCZ1hxfVtPSCSJ6SK92oexpXFZQBcI14RaQEKJU0x/AOSCx68OSyVDYm0ct1/k/
cLBX15M5ZPfsuHUPGzWiliqGImCCkwa0B3oOI9naKOuqPLZtASalCCmqmJ4nQ4RbwoBlTWWCxLhq
a5aZ0bQ5dHFPHZpPIXl5H8x/ftUxx3VsUVAiY4Ii9X78g+4De7B0X5n2TmcO0hsE8LMJwgWid+uZ
RecXS3LmdGknWvn4ZrLwoThl6dYviXZSIZ5Suu3Q/X83ekLPToJmMT87EPwvIld2u2Ay4vVM0xXA
HzGYOAG6W81PTAI7Ok3f/v7jTwaEfD4TbCZMHD1Mx7btJY3n7bRgcLo6CKsIgk7aZ0uPSxuAwms5
ouoO2M+OAzgdS3eYiOmwCXTv1qPCcUqrYFrO2J2fUtSPGf8NXC1KYkTftD67LIInC6fPBlDKIlau
C/yn5drNhtC5/bs/wQHBz0U0GXY6JtPl9z8BLwice0UzfCYvIdxkOl7TfejCJPjmZ6bV35eOaSxQ
H5JFAZ7r+lfyfaAb1jYN2s1Qd7SYOLbgZJusaEwOfqdN6RGcoC92iHAzbW0mTTVeFzPyt5UxxVL7
IIh08de/GdNyFyidwJAxVUIihd7t5C4gGjfox+M3EYafKEaOIa18Lc9x5fYkyohNmxhGSrWXcI/C
3OHiBuB/ufTaOHwycVhm8Ai1sV8jP+AuaJgi0g9iHn/1JRnf63AeYAcYfM/315kYj86yfZSfqqzj
fgcmVxXHrA/4XtQeZGsM0aubtIybYvBIX38+FW7h8pyIKhAKRkkQ0bGy6wWUNlmz+8F7/COi+s2Q
H0Yp+tVFrrJkUZIAfzrtjq0ZXgdwXmGmPAMymVKH+LgK3Ax+WOk+ZxVXbT1ooZlcBAKmMFAVEQLq
mJjOHi1bBtYeAgGg11qEiKmZhTXBerAac15ZdcjqCfM+pRAuoUAP7SQ+WZYPFdqtUyQoICoTXGMU
0OM6yzhzUFTDwdEcIN78hZn2naNTfEtuPU3XqGJ44o2zoz2XISyMm6EJ1b07gjVYScQaxUfP2PIa
vL84kEI4bFlcJXMBLby/fQwuiPOrkNu1hIn3tz8X1UY08bgzSnqQl+wLVrNVEfMYYoDrSR2CsZnT
SzcPxzFdVVNr0P0YGYKv04pYcv5Z8hr5INenY7aQbIMVDhTl/Iyv/5e6EbGsge+/+SJaJPRz0TDa
ICzef/OZ2UpmM5da9XyT8JLoGE5nHf5zH//eWBSb3CpMedHULWdCjOB4AoE7BoB09Zx/hidtXzHA
aKKdmzOi9XLDMss9K2MSH3UC+8xtpnRLQ/FvAv+pko7pk5MF/FExwiOmyMt1dyAuGi7Cc6mQARxo
HMWPzCj06f73q9l7GYSNtAyxhqPM5TFGMKKf3KVwMKbJTHyCLJ0BeC94elKcx/SQ6Vl5prDtkUuA
l2TxI4gNpnLE57//Akve/ZurzTfgIqPitWDKKEu5p9nBMxKDKSdAeDXjClqMjoZJHTwvmMefUyku
s71k95jhY6RBKVilYb2srAYhSNDRS+RrmMvMtaC/7Hsipd26zQDaP+Ux+zgHaN8/aOSkoIZArrqz
uiQt1xXndcxiMBOI+sgEYV+WSa9198GPO728TNglsi3DQBJKioMU7x8lK8QJ5av2hcNVdUGzCHS6
6FK+PU0O94KDcOfDDbTlmW8n4XOp53REbbsGpIiK1wdVCFjIWBUIBK8mmrvYTuL4Towj0W2ZZlh3
bjfFR9XlvDaYwOEIMIDKUUnqg3ERkSbn0dWm8+9MMk7WZZ4D4Z146zaZW9a3ps957gP50SI6eHc7
+cVIFZSwkT4ZaMNP1sRUK+zUKtIXwpIYDUoGNxyDoDJR+qNKIA6W7lm/5RkrLtI+GJGaFrSOOVZw
MmsrGY6b39+CE30CX0J3SOszJEofYhSkfVLxZKYZUQdNy1rBdn6ArqbdxTHJBaugM/wKLpOaHvqq
NxhGtynkL5Rbjn/uutjGaJi1TbcamLVDPg0s93segpzYxBkwTRvCpbHtyoTQHKwm/tEqq+wC7liV
3umDM3JEXGa0LDTlF1E21r3VMXJYTbpOA/LHf6v1Vsm8Qe+BoEwoxvt1oDkJyWbE0viroq1wL/UN
J1ALJAKJo9hBw/WEcaX0Bibx+OJmGUW7rBgbnug+p+FIFGYX8lcO5oSgCRnGI95q/rL0xxBVZKYM
9rlNVLdUprF1UC5wFrb8Dt2ew6GcSa1fjBtJrGuxzvG0Y2ia4kUtoInkHB+u8UBsL01tq+D4tkri
2gazAYQq1UtleLkwUncj24wK3MJVzcCPq6sRNdYxMftxY/93a4X+M3kqFqPAb2RCdfSP8+c8eX4r
LVr+yE+lkGP8QUW9AJJ0BO9Lyvy/K4Vs9w9qFBZ5QtpREC2F1D9NES4cJvjUrnAd/pQOjelPnZD1
B4gv9m0bEwO7oG2Zf8cSsdRq/7GlktJtEVUH2kex3bA4/FDEvVG8lbkPrLHvxo1R99aNq8bqiO0W
vnMTZ8MHZ4z32/c/P4uzE2pSk3O2e/LCs3slJN7TPbCJBVjTHs8v5rIksAScw3USi4+MBr/6bVQJ
ziKC4kRnLnvAm99mj/Btc7scN4gCgnU/EHaXZUm2NpFZfLC6vj85/vxp+G7wtSDtx6l18tNYybRG
KDFsGLS614bW1F87f+ru7QF1GKd/37+oaSnSYY7rxv5gJf3VhzOAZxVlSCWxGL7/neyXbjNV2rih
/ZTvpd048wpUUH4Vk+13oVtGcw1sxjnEqR9/e/OgX/98UP5BS/W6iPK2+W//dlIj/Hh8XKoTi58h
ODqebKMUzlKzbAG0QYuzhfmb7GXJsO/3n3K6dy0fYwgkdbqleHZAx73/hXaKk3ZaOEhMRRYkdNvh
uS7iHeGA4q5eHimiFjDkKjIAr1UD5wKOznQ9xz1Do99/l1/8YoPceTwsi4vF+aFtfvNQ+dRbHGhw
EVLeA15lMonvsCg+KHVPJNI/HihjsRXouEaEku7Jbh2IYoxih3sqnGGet5mRGOdzlWLuxVM3PZmu
ymCzDk0ebttZ1WqliDa5x9PbGh9c/KWoPlkhjEWovYAFWY5O2YJMINw+avkmzIzU3umzgKDZgSZP
NwbfyHwA/GkL9/bvX2WTlohwuOX2X2pPx6kGaE7ptNH9mJvrBq/G5AYfFIG/upXcQLmoNMVfP8Rt
S3LbU6tfhhb+KlE0eliP/iceGEGFyepPSc9CdHIn687kWJcsD4x0Q4T9Qey1gJE+UE3/4rdgXcKr
ITDfCefUjyLU4KsezuxmTBLc51hul4Om+8EK/otnAcU8i5yz2JiMU300NUVPMoQ/oKlw5MYwgh5r
TRcVD0So6GuC4bQdbab2gyfwF+u4FGx0iOZZZvTTY58kDKSP6oYrCE8NAjyU7KBnzdGJ6f1gHTfk
X592ngTTcHjpuFdqqaLfvN5pVZr4eGeUqZFm2itqTfnsEBcI3WgmBHhlzGaV70aDeMqdtgT4eYU9
xa9Ufs1VaMSUrWBDgvHgFEYSfvC8/uI6uGiDXQ6DigfqLwcygmMipt0YsqzWOMs4gmwN0rSAPYnw
gxv9i/WHG7mctl0MdyxDJytui46vKUa0q0w/PE2WO/aX+wg8rKEH59bAdNGK7U1WhkTjkP/2N99+
nIk2Rz6OB/hBict6fxN6Iu8nw4HeNdhwrGeBPKhwIAv//lOWPfndwqYMS7Kh8Bl4uOgqnHzK6NZ2
G5XtBlgtFJ6S3LFaN6DHglDZSaKef/9x5In/5QPZvVyuplAKtZE4qUcGINOzhrxrg/xJtjBS0g6w
LzUFKJOw9aUXOqF4KbWiNuHNjGm0hn0cRXsdNXW8UoMeIg9reBq3QukTKjK9y8VqrFR3nmaGwFje
9sU3PwhhlXfOhL+cwDVwwBlZQhLFRWuaZMH5HZoMJtgo8SJmsSu78I2IBldIYoUZm/awbjkv4WIL
MnkTypqmqE0A6yc7RtK7Sskkfcw62PFgtNiM113mhMG2TXG5ehCDOmODyqgRDzVdSBceskXIiZ0X
kVyrHuLddZ6QnHmcsWo519WoOEojCuYKDIChvhnl5KaoB+aRyUI3Ffvc7GXkkaPcoS4w4jsEXcC/
BUkqRBqjM8ru8j6OGpgUhshK1Mkm6ciEF7BElAgu0FIGBrSWtlFB7nUk4F0xpU2YghdJeZ1DlgJV
16nqOfURhXo6VZCOjIwPwqMBURIOVvzstw0U8NqPptcmyGIQZ3pKnKuhi3nTsejqDKvMMDz4bhUB
S3JnxJ7ca2ujSTGvp6q3CMhInATPPuERlXkpULMVx8qSTXFu2eWMNEsBj6TZhJRQppdFUJv6Gp0D
sJMWymYPlDgmGDvFcwgExyoNICi8+Ql8eb/RDzRJ8iclW8gT9FUDhJXEO30NisYID0YpEhtTcxZt
a9It2jNsYuJSyNH+TG+xJ3ebVi7EuoQH5bZH9hif2a3QbhwNfTzqL7wLKNzhnEJ3owhBnEHN4cGj
12ngOg0AybauCPcmlcSlJeZ2JK6NLT1QLXVq1NiqJZWwTyrSy1JCUgnUwXt1Yeb95B+nnpIPFlfK
CIuLjDRjIEJs6wKoKY6y11DUC5YdJg2Tb14nQSChEonKgjXE1byf0hm3IAq3dtrIOanbY2Gb3RWd
/pAQ+MyIEOTbWvk5YRovPCcNQn2TQ4u8ApcXnZMBR9y2Fnb5d2qA6TOLXQjH2QqbL8GU04GvSh8O
CEIKqbYhURAERWWAsYEnkwffgsAaVkk+tc8ofizDm5fiGsVSVn9PWQHcdZOW6R1Sav6OsaxQhIYx
4vO9jV5yazV6pe5GqRHmUDlOPKHk5dZuarO1x+t5nGeco6bA8rNukfRtXZgTRC6g/4V71ZJm33k6
9DhrrfcmNm0B/aRbtSY6+QPMqIEHmUVh8EaRVtplS3Og+2YHVZg9NKPrQi9XXflQkhw6PoZB3tyM
PSb8VcsqyFoRyojnt/Rnf6tZPOm8fGHoej5sJp5fZekH2XXWoncM/fbcdFv/s2wk2lsKm9TZdgTd
Xf1YOP9WP+FfNgveYRr+89mP2AJ+01foXp5P7Ef8/382FaTzBwdbWuA0w9VSIfO//LQfCdoNIBiW
ti1nUQW89M+ughB/4KOkkBc4AYWN/f/ProL7BywApk7kCEIS55Au/lZXQV8Ofm82V0z2Jh09JljM
GPAHnp5f0DejN2mhRNVzp+7Dqq9sxwuqGDTKuZNngf0a6Eg9eMDzuSnrJ44Umpg2AeGl0546hzld
PcPJR0HlJvTQssxB55qabji7O6YwaeT5pZStuJRjNeViCzifoiQOLUxGXmYp0eyTjCgWYoABKa81
v1VNfNEVZqBQzI9SXMZjpPirOy3KgUlNoFkIE69UZoQ75h2O+hr4YTzh2CjAuiJ0pWOT2KB2a9Ri
VZMuJCaguGpDQowLMGGcGRBESDMJzMDYgDRGjwVk221nTUy7PaYXQwL2NInts4QpZUeGHKLVek1w
PCOJdbrcyzOtKi3rJWZ2rxObXFsd9EaSXDDKhEiFtrZoUKxg+a3R1nZjzJqZA9dbEX3CwWU2OwZM
jGyMdl3yhKAsd8r2gn1wRqNtDZiiVhmzqfI77d8MaO1sZQQu6xJj19cYnUh1qfA2gG5lRp7n3ozy
w1pVY9pDFmZYIhPEaQ4SNdscHefQNrGTfJ8KeFT4MwFLd0fE7l2y0TgRQ6ESKRN6RxrFZ99ox3Dl
1Fp/CP38B79UH8sVkO/qukOQrCBkmt0dt8vqHho7auWx0swEvWScd/JiRFpGblUyI78QFak3cRc0
yqsIJmu3CCcGvp5IZyBl9LNJ5EsZmL5Yre2mVAE1vP/E0kW5TrsQ5VSLqiw/y/QmKDaEsoiXwJe5
7VV+gRyNWj4iIiKRwaKmGvTPDqJjtLKx4E9GllG2cotYwr4pQoiCq3pwM/zZhUpG0sIQrvNnh3HK
V24784MNoktKpuX57H42UmC2qKxbu0Q9I/uFC6sJa4SPaIRdQUlWAQ3IUj9ALVKYqO5XYSk654qk
oIUlKxyigtZJVkQvgy9D0KOMHaR+6A1rlM8B4fXyUS+LoLBXfaWVnDLd2ezFIV+EhPGO8FR/wPgH
InxFfuBAIkRQkvzUBZG8IrCQYLV6diiYjDjgS81RUXK0QZvurmBrp9DUmUwsUBQNht3IXnbdGVbz
YnY1Fqs5Bly0It8WDNKEeJjG/ET0Fo35PrjmjR0/8dRyGQedINFVBI7U8jRnaK/qMOGvFiGth1Xc
A5PbFP3UuFu3k+UXF9h0gyhM+Ajd+ow9Pa7bp5wR3R0EJ/Np1gf7U1nVTML7UebnaR0Uxt6x02A4
78igIg6nFMSQN9YytAs7vE28ITEPG1uzyVChFrYiirqVIKHptUZUPjpBXs6gigMS+GJkrx37Wwev
9iOREiERcBNzOQrEiW+d+3inVnao+i94logeYgaYDvtSN6fivJ61eWsPFmPnEdVlkUL6kv541QJG
bz24BqTlrcSQkQSdUkblZ62KVLdlqQIzGQMzazH8OiK9QFtN1zAZ5gKMbQDwS1sskpRJaOYKMO6I
uDCBzp/BY2vhrda67RhBJh9QhfMCUkhjzBzNyrwIJK8pmW+kdFVEFeOsQ7pXWsFOuE1IlpbdJzre
LXPQjfowcjmy9dAXMtrAya/UUQs0sz0khVU1F1MXOuS+IfixOXsWOaprjDZj7Wk2AzFPEzpIYJx0
fS75eYqY2m8wWcL+aUQCQEbW4DPtatzC0D5TWMaC7JgURWSvVkIbp6FZhSaCza8Y+R2kXXmsBSJT
K6o/qJwuUsLgYdYb6woPZN2s2sA2Hwa9J+iS7HVT7oTq63qHtwgtW7bYHVjI3F7LJcFvRFNNoX6n
AvYJxzyKLgIYmnRJ+zlukkRDSybK7jaPlFEewpDIGqJ10QXcIfCUBIPPaQ4ITUZjBe3S7QiARFDn
btNACtRhLYLW2yBrGCw7ro+By2gs4gnQ4yPnyMCg79wJkv+6wlRwCbtYAEBEh/Ts6MxNtxm4BnJL
EaRfNpbJgCZVMzTqwF0eST2yCuG5aFNwbg0qh1mLplKjF6hUC10fVLSHKyq57KUxs5k2VktNrlxL
XHF48SdO72k27Jop9K/9Igr9VewWJMoWZq0TYKba6rVRqnyEMD9PW2JT7YseVPMFIq1qeTSgbGRB
hiBhiIjE3s+JPyM/GZpZP0TwjhOMa1YsQJGyqGxtmqIBCNRUpYEXl/1EaOfU9s9akZUvgTs6yYVW
i0ptSYsuK/K7XNV4ywzc4LgwAFjEvABkTvimfjZMRVyvI6LR8aglGSbXVcPcgECCqnAdTkeZiogu
c6xo7WArPkaymgAo2NbwRMdcQbGt3XCRb5S1S6Cb3bKq9mmACMhBQOtNwifGyA6QGE7zDGXV4nHd
I9+HBhTEpfU0lmEAcSVNbBB2QIUwfgI9rec9+VLtfKsqtBrE40m567tIFWc8UJxXKoj1s1fXg7pz
9IoQ0piQuhflp5XjaRxXzkTq5866rFHEbyUtx/oS42B9Fkj/lsAZDNToo9BbYDecVhDc82dYpuX9
oDWKCMFeod7Ayhzl8qKyAp4xVJTGRA8u1ODWNZGv7f1GiCua2CNeiio24qs0TObiEINuLjyKj/CG
lUR+kRwiI0DpVvRqcZe5oCDFxWPfCrN7yB3iwXaaikHl1ZobijOnN3t9B5auIpKnhX65StyMZdE2
K8vYtCqrSu1mRMjcvkQ5M9/BI/lXAK3T3fnCryPxNazG4K6SZjETL27o3/wx9GGlpyTdwUGusm4z
ca1vRS9LKNxERC0bX1jfq8HQXwivp51fh8FCJ9bl/C0dedy3tpUB8XOalGTx0M7t52SEw7SijsPe
7jpSHnXsGtzhZsK7oVHFDBuGDeJgZVyIlcrNCGwQ0t+LEOx3yH0r9YeacyoW+cKlqAjiljpRm0tj
QTwEU7DJ+yZiOWYqjRjPmKuvGEtITfb1EE6zUbRnqpbhZ402xK2BF11s7CmhhZiWRX8RFVAoVjyK
lFkm8Fnw7W1bteucHfbQxHr2vbes8LyxW/97M/b6Y0fpV0KRldZOpTrmnjqah2o5cdfi0Gq9/jp0
PTaa0ar8T2R4N99Dy8WFWdWxTNjZyozefZ+E4suYiqy/L5TCywCoEy/3TkS1oa+1lLPCR73Uk3YX
RwBbckShec88jCS45YjwppXq9gRZa/wo+F6omLkTZZpuCkNvbiKbAFYezL7+aOT3l89EPMepgykY
4xkmRUt7981n0pNDu91E0MuNJDuasiT7JWF2MfnjvAGG0HzQ1Ftadu+OOXyebS4ihuUD1ennYW0i
u51HfVVMwY1iv/W4xt3GiGd3E2gExra0iteiyxm+UyP+PBn/S0HUSdN/UU4wTKWXyFNMHX06iwJz
P7WhkVA9F3hSXYXVYBT5y5sz5/XPH/N2xHfSdeZDXIbXgoMmiAkmxScd8XihhY8s5oRyEulbTqoy
WYOhIQRJXzAS//N8+z/8WcxKIGEgwzuVhPjgmoMat9+qo+hat4GWfa4GVz/v6hhX2O8/67Qd++OH
0eI3AQ8isqLN/f5Z0YwKo8lYKs40rD5qsnPqVlxl+7qqWi9r02FTUnWvUfpXpAhI56vm2IgXJTxA
JtasC4Njfh7Hqn0u03w6m0kHnz74kn+9w1AKGSyrRdJo80a9/449Pa8iGbj4xKoUm66P0j1ITX/7
41L8/w7Lvy0djj8fwIUf808uzOVzBhfGK74VzT/+y/H1NYV2+V9/hbtc/oKfHRdXIbwA87JQXUnC
Qp337x0X/pdlnVt048gMkJz+2XDRDJoxgvwBFy0fOtQFr9b8xL1oBs0YHe0HIwEyrgzb/ltoy6Xf
82YlQr8B0ArSGNJ1HmjdtPneb1c+DjZxOkLY3KmeMqY/xsE+qglzucqyQ1uvVbbO8rs011elCWxV
34/tXsnjovKfciT94VnOKQgvMwo4iojlcLDXB0+qs9rZmt1GmRt4mIuaqbnr453Udpq/r0mGtD2r
Os8EKixnHaqtHZ/V+UEO5746DOHGR5CUrlW7y8ZjOR+iYuv3+2i6z+pu1VyER/sTDKmX8dn6Pj7n
O828nLKbCFy6ecj845tb+4u1xXy/N/z1Ci1X8O3ewOkWU4wpiCzfNE/TK4HgT9WTgFbzWX/twUx/
Ncq1/bV4Kp6615zsZ1weX+HKUP57wULfeCXYi+OzA7qlW1vEjJEmEX9TzFbmaheDZQcFEW+n4tAm
OyMg/OJLqn2fEnKKKWrH+HqYPphg/VAp/sf285efdKrps9OywTfMTR/sx7K+cVJyJI+W9lCKa3xK
l/N3GvmPgAfu50/JF7lh5pN8aSOv6gHskHPpkVPDvKW8Hch4ARnDEaeB2LG6/P2V//Brnmwh/4e+
5kcPiHNSsFCM/9/+gHy0Kjgn9dD/e6vCLxYF2uQwt2ijO4htTjZYUncrSFNKEmNCKjtZ06kXS1Dy
DNqSqXU+KBc/+rSTRfp/8dPE8l6dLA8LAJr9RUkw0D+ejjcrXm3ORWD2Ebm5ntqRpr2BaLyO17z0
8GRZ4r2Zf1ngRYNtsA7W1gfLE2zD338B+2TETlLAXPoZwb3mbtjoGywjc+eZxIiQ20Ti4CPy9XOd
8azp9ffO8/jC8V48YKbsgDhUK43WBiels/LOpdtNnP28q52V/Bqdkfks/TWz+uohe8VxYsBw94hi
Tx60S0lUxTF60IcV/8S/J68wLvV//geTLCZ7BQ1rIIY6WHWMvzcJ0RP+Jmk2MQxd31P3wXn7PczW
2oN2Ed8OETSClTwLroMv8zPc+45e/+Ww7m8DMohT79xfdef1J8ILcb+dk1OpHo1PzQsQgKvp83AM
1tlthS7tv7P3Xc2xW1eXf8Xld6iQw9R4quYchEZHNpv5BcXUyDnj1886feUSL0wTY1uypPquWrxk
J+DEvffZYS0SXscllRUA15AbCcTDiPXSCYde+NdxQIaL5DFC9SYCkiQ8w43sn4vX7LV4ReAf1RT4
X0I1+R7ouRLUbmeNAhqMCtzbRKWoDAB7PahYQOUDF2erk+xJ3IRIAiJ9RlBS254aB5VXqJ0NNjzc
K0s5M4vTPJPvP6b5zzjNS9IEEcLv7KdfW5p8n3t2sXVgYvOwlRXkIUJof3971FIJejCigroQ/Xeg
FF6NAyA3gRc7rcAKA2osCTylXxsuS7ecKYdf45azVNefu4m6dSRlIxaAIq3vuxmDda80pEx2amuk
g1nTm/vJCva0Xejb4o1m5vC/faNZ1da3HqHMDIcSmRXWzssyQzEPRL0uZQdYJaj60XPkDGpIJgBn
JbAvgIhUA31wpRmI6KEkaLJR3o3QIOiySFWNgAAXuNIU4R1zRyko1gEn81QOgbyjIl5pqyMkb7VH
ZV9BVR0iOQKcgenFNwNK/2yAHiyBF4ufLYqP3ZlNUFbHqL4CP69jSBQRhR6Mb3TCqWkiZYUm0KSj
PtBpgYwI/hSCEmn+ASGZAYFO6IuOyAgUDbvsOQHYpJkD+WVB6X66TT+2bzavQJKFiz5F+0ZY9iAF
xD8emH4yGp2qg/6AFN6V+FDgbKAf+pduNzjVLlzwSy1N+Rxt+E8+5cpMv/23p5ytuLmZ92HGlZlg
BqpjxovgOHLKZxQm+QDDekZtVLBbAr1fWlrK7DTxWyytpb4yh9kHk/bf7uusyPmb1EKGsyjyoIvA
fzPZDzQ0QFr1sew8PPD0cECVGnl8vD2dFrwSl8mZT97H+8zEia9nagf0CmzXtX/duIB/I8C1d/xV
474UbuXKMNtVCgPZrclAHM6RKFidCGy7bbHPyPPz2rQ4x1qreBF1XvuC3MtEJRnZN7QnxqJRf3Hb
f9XguXypBh30dpAviOHE15B/KHdrj4YdXAmBFdMS8UQXZJEZ0jaPxbo8gGiPl6mGQN+t5n6tn5fa
MneA+79hW5YWzEXffliZ/+6C+VRvf1gwwmy3K6BRNJQUCwapl1CC6/rJhZLJHdkgRWINS5VNi2M8
2/R9VNY8X2G+G3N4TQfTOCQ3SB4AN50EsBDkLYHMElmJGgGGXYhY6E3cwXlISyAxI7fBBNDY15O+
tGMuE/FhoH/3HbM4Y7NAw386Y5cV8MUOvQQ+PgxQrbYI94VYIVkKUhIE+GPqIchrCmekmCOFazK5
/3iVzMTlb75KFgdhJld/jUH4zIFooNZJQXIliuGQ9fi9ckIpt4CSLIAwmuZTTp4Ku3d2TylpzAc7
Msm7b5HarE398EiPNYhzVqfTHqCKZDRXm5E+rMzVbURWX+8WVOZ8Yh18aNS8zAFJ43qdT2gU7wDy
zISioepRIYMd3KgOAz82A2A92vU639RrbOQHdVfZ/DE/N6/4ZEG51Yit34CG546z31Cf/MgogIyV
R8sV8jAs/dbD4eToWce7hApXqjWu4S9ZuRzl6IXNyATcKHiNwHQAaiH8WA1xrlDHZgMAzH6faGeB
DNksrPcKAVsi31zBNcVZsJ3f851nylcNeeeo4wLFzUKhhKkSaj02JMblY6q/6eY7MvCIRSuyrk3P
Dl6gql98p7ZDXBUwLU4IQiRlR9LtlQ4yJMVyDWgojaKqHYRJCbFqG7TYbgcqJtDY4RO1bdDQ8bbZ
fYhbqqZyrYF0KaSCw7v30blZt/Z9R4c1+vMa01fV3D725v1eJ/dwb9H7q+uUOjJul5Hc7UGbpBLn
Hm9ta8AzrdeWTvBxaZ0w3xtv525G1vvT8ZiCEwpQaUS1NrXFHg89jcnmbTjEpLKBRGnWYFTatPTt
ToToT0kL5R7RNxDdkhTfqsxsm5LOfti0ZJe4ClYdFAQomB52m8itTIAsmMMh2G6yLbsY4HjtwO3X
3UN5RnU6aid7Oq6jLYhkAY4JZieAaq4jytnDlQj3YbQd19KB3Za1EKRL+LljRFaMyupt/6g43kEn
z6tzS+7u+GNogmyWJ6TcIo8eYwyYM5N/sB5jt7GAn2bl7iPAUM3enNa9re0wzBwdiOsTh9EfrTK6
6tG/hZ3ATMN/EIu/7M4L1dEHsVggv1VFnRaAJkhtJegpOrCz3dwJyWGHlEc72/aWeaU5CRHWj7Vr
CWs00R5ti5oLVt+SpJjXzf5XJMXS+MwUPXAQy2aoLuPDFpW30w69tQPSCynpEwDhTYOkdP08bqkl
OdgDoGWy/avten06LgzPstCamfk/hNYPofU/U2jNbMffclMuyYeZA/a3lJ8oOf5EmCOsxXK9YG4B
w+d7UwvJyKA5yyGsmDJj7INMP9ZWZ3d2a7XWZE/4nd4N9mAj9kTZe+O6hJZsLp9jESn23kgnO3/O
XMEG5sp6MkUqmIqNYi2aWrGFxE2Ts7qVdg2k3xUIGEHFyDgWVRPVJyvliIgPwJC0ys7uUKRGVbJt
TauzlHVnPfumYeoW06SqE7mAkT+N0KLAZbN7vFrQ1EScBmd2WAxIDjchTfcRmABvnyX6XOB1dsSH
0eC8p1S/QrY+uY6dq2vZbGAYdeQ6p1sR6ZdbY1++Ss5Et9C0Gdlebe8fVTgFAgI2xJjc5QQw9het
DTX9trlTYCvAn6ERWIAjVcixJW9sbM6sQacz1Dfe7/E+Myre3t4QDV1TkBHavp04KYxXVKbarV1Y
bFhAW3NbmqOt2qlZgHDRsxgjY+J8rbcxnwtzPTPlQ30AYU6Vw/OP2WsxemCgxA+beQmqnM3kBoDN
MGzZNMpr5G25QPp0CncwURpo8wg9inCiFLDCASu5SmzfAvUHnmXwr6dg2Iwx4ZKp2QGmn70GpEub
gzMjskOrpgnex6ftnIbWtEqdGO8Oq3iHMy8Q8vlDCg4Gi7eR8UtQQLQdHzgQq1REPggOYAXt2gX+
qwlL37NEItqDBeguWNMFbDB0Bg+wLmCpeeiGih/QBYHoUoPFzegw001pSQfVEWwejqDE7Wzw01N8
E47jCgsstnMbBQWrgtIM+TRWsCLlDe9Oe+mYb0tX3DYODSxGLAkHMJnQHGGdrUICpk/OKp3MTi27
d5t9s+dt3szWuNLuaDJuzWCd4lv5RscSZqZnY/I0gSEJw5CGdx2eI5vTHHDFDtHkhoAmCOu4sRoM
xQZ+JxigIhhBdUvFD5jXTRjtbPPAMbDStsY2tFcGmEbVm/HQ2iR0fZeifstZKppfFhWzU9kPUfGn
FRUCz0TB3Mb/oBbmh10QgIHRCHANOCEBPQDrVnU6CPzB9o7Dz4rBw14SISPYO8qD5zD5ACIxa8QO
9ByejsiSyMzITh2OkeleFq3lguYnf6hxHGjNyUrNEOtZwyZMaOKszWzX7HpXfQDaLpGJBz/stAZ2
/CoxsSuQLW5LsJ5xvsDuHSmC/9gH8oEne/EhuAYOwNpwG6dxsPls8K2RvRvscxdBfbDrsp3D+Ha/
FqkoHFwYp1lEo+qA4hz0lexIcAmwHd2CfFff9ZSpx9ZSXsE1YBZQi4BVf0jcCVIJeO6mZDI5yR4q
FYhKWycxU4xeTWUrMQFzbwcYNx9/g/MWvLee6ZkDfvvgvPXXoQUENad0hBcme2NI1gzyNTJzJzix
7yGXHt/zrfAYQvkipc4sd4wpN7KFF3YFYRXZwOx3AP7rcFZKPRP8B6TbpBc+3W+frN/ZJxjDbmBf
eHbXiQ1K1VXp4DfuGIJ3t3ZStDvEvCR2SRP8G6NlsZVahY02oY8ZtEBit2gBk/qeGaAfqYOfXeqw
/jDPhb8GOu8qZ+0Bq+/l7uhJjk+xO19+DkxPsO9B2O67VQqRy8SuBgNCg0MhpFexm8Jm2E6U2Q8J
MY7KunaT6+hafshdiG/o1mZf3whr1O7ZugOHzcXIGXCyZ8aMggewHpwMsyDTgAIXnbYWNAbkt2ol
Tn6R0bkJLkkL0p0y7SJivvwVW48oJ4Rm7KGXCgqQesqbqAu6VqiAgEJsBhZ3FdqxHViBZUbHAMYJ
Z3JQ70x1MXZncDRb4ypxfKi00QbuId5rbHgSmEEho62dzVR14DA/hY71pZmRlV2PpkC3ul2cFRgW
Hg12HoyGkShXiO2uffMEtgnOQcYzzRz9OnJCE2reg17zKIwSAJtTq8LIAV2BIiRjwAuUU26nOQo1
nNKtt/VWc067EqoSyOtk10OHimh4RWPzQbAVdBqEbGhggWXP9pdnhUh+im2J+kiE2qw2htuTO9ZD
HQODJqP55qpdIZ4LlQvoS+z70ays1sxdFV4r7WigBYZjWASqryNEg9dgorcrMMzCw7NdwRXu1q60
rreCIz7Ir+prbY6vPvZDbcZbfdutXJyrczqxgzYRKcyvlGzgyjF3k/1gA7F2h6mF5ek7yFK74taD
k1j0zLihz+eEHt8Yu/Xpdv8ckdvbnrzB6vMwYbRdRbfq3twwa08gE7lmLpaa3LC7oIqK5LiXAfNQ
g7uH2Xp3xqoy4QYx2TIrrX5lXPmYYR0jVcKeHrG02JQqJkgb4JGCv8npV/kmx8QwWchGCzWkUO8p
ZjM0EReC1bNF4hXceyA/WAerNWaSmeM5hr+nbDEhWo4l5FEUq+LvCF9IIFwnq4SdSTUndzVHwMBJ
a/WBg2soc9AtuhdNhY4YmC0FxD3ce8QyHEuy0oN/OOdWDCPCw9rP8EBeG7rARCjwTzCRrKnI4Mdl
uAWXBUDNFkTqLC4jF3pYdEONOMnFW1da4uVMwjYss1DZpkAE5XI+GR7Y2YNt6HwP5WP7K9FS7Mms
bhRbMGUqbAUI2HbvbzQ8b1zeAq2Sv5Ip27sq3TEzVdkW9otAUKZlJyag3ph0g1RjcgwWq53Z8bp1
wJgJWRwfwTDrVKfEbHe1A6hjvMakISTxJncgpyGZI0hgwCpBYiMHzYrh24xZliAeOGYYBZUPw1E8
iadw2z4Ke2UXb31X2Xf3uTMQDt8ChzQkGjyrV2CqhwyH7GaSnqBtTMpCM8ROjH2rQhZ+uzaHZ/5W
JmDus2TYsFg2K9/WscnYLDEHI2zrjQDu+eCut/EpuHM7fKe/6qjqDhtIZic5+RZrY7OCw9aE466x
YMFmt76ZwMaGX/q+v68cFOTB7gwh31DMj6t6VuToEC8RNvEIpT1hNT1XlMKsrrA8MU+YwcCpXxIc
agpTPOIch/3PjkCRI7jwhmIVwl3KrFv87mw20xVcrUx1MtHMvOvsL7gZofJLJPJUcMbidIqFCJvB
CQ8jfJwX1nYnwb7RIR7xsECiB9nE3KqQXRgM8FBbAvzjLcxqHhLWcHoct4rzHrmQtrZlTlrtIsZ8
2O54ywQQAP7FccNmlngLF+uAUWNfHyzUP9kGzhyAK8VeY9vVgMA2cEz1MSIJxhzsbFfpPcSc61EQ
U7O5wkpIIdrYgRcHT2SMsgBGg+uz407r8oRCgmM7aRdVdBkZsNEbpvbYbzgXGOyQBnjYybpzGmq4
2Z5HsmR2162VHaaLOd1J8Mwdocgt76QiOICltAfXnIufy1LUka76TaEOBFguaAI7RCh73ZTww5Rr
fAsY4Wso5k16262GDVPMbMGxK3A4moCzDAsSRomdmQBTgsqbsIlecPKu3RrlDyGBHsLDt9mSUKho
b0Vbs17ZQg5hFICvFUdAGB0YgnQ77dpD4axCO6M0eW/hqNYxu2D3xMwxMRZiKTdOQABVQN+wjjFA
bLTl68Bhq5qdkMt7NtrQijjsYK3fMDXE3bDPsld1Wq/Y34obOeI105zsNAhKd3w33eDTFMtuwSBc
PGPPC9l+nLF/nLF/QQEVlo4TM3c9kEvACt/DGxfB+GWKo4aR98zEpLhbSspcPryw1nwI5Pw4vPw4
vPw4vPw4vPw4vAz/y3/Pr775xz6WeDMP6Fdes1lkB2R6qW8w8Y1UA/ikXUeDTbxQBLh0j1nA5t+6
x/IhbBYq+HEI+3EI+3EIg9314xD2+x/CFq3oWaDqP7KitQV5PC/R4PkyTo0BkZKeype4R+GywHm2
lQ4ssMoyxxB/JHBWILqrXGKIBc6mGvzGkylbIuIYCnxNE/wwzL/9zWuEPD3dfH1nftmYvucG4d/u
pzXc26iXtBSnh9ughRNnQNJjbvpIf2MOGebz+OZn3bDz8VLe12JPZ7GOP29PF8Nfl0j6h5PR/9Dw
l2B8uviBmwNcGx7kKvMU8r7qREHsGrb44a2Dv4753O7u3u5G+gKnao7khzu8UJjwpm+QJtjjX4m5
1pm/D34odzJfridyKPHRmsKpfsORA1IJ1tkhO9SOftXci1fSHsiVR/mmsAo4tEtkjmgIV4F0ySJX
V1evCUKFV/BqJuQKrqhpPa15Fzmp68kpTQWu/tbO4R0NbIHm7ohk1tJkKSGgfYc7jODbgPtcPyZE
O57Pp4CcEAZAWznzLTSPZ8QAJPQhRmAvRZ7HHUvb5OzN3QaO721LPPr2FlHkfiDyB+//XWXeIbQB
v6DCOowUTmSFtOw3e4f1/niHsbiMEa4MyM3LJ1hSwfHt68jk5170DzMzO9snYWwAKruVkavMHhuE
fOhTbw1mTh40Yt+gEOe+Iz65HsjNpZbdQfIysbYE+S9bZNDcokbG8olnhgh5sLAdSMSonSF4FVkh
AhPoSwSf690bUm3Gy6idkfsSWedF5B4mVv7BqP7Qk5lRPUgjpwwi4gHqU/HgvSPN2unX2il8Vo/8
UTwOV7WlZYDSNEWkWKqUN0CcRkHTre30E4oDZcBsgrodmT8v+auKIJ/JIRcbfFweKrwoCgfFo2qB
fqF7/HoGJJbm+VW7Z4Y6WD60rgDNiTPugQsfme8sBJrSV2BHEhPonbvQp7epDZ+uxZnxKT4FO5Gw
yF2IiBDzabP84K/bdCmw+6pNM7O+qQDsGBcstoIIlUwRiUIoRLKbrY48LhbPQ0IMqVeXXBMKaPhG
ANCYLQv3vb1G7hIqphDZRBSwvgRlgJ5OIzQVOTGIEfUIYSY7xIxgNWWO8ogS1YXMY2ABLYwpe/+D
XI6ygAfHKNrPogU62suCtIgb7FjKDyjH8fe3+FCGxKXe8q9Z+hIg1x0AuqGfoP08sGy0+jbBbxbe
ZkFmD+FnFk5n6UwsPM6S7Nl6B+s2ou9OVVi+bEpH/6YyNqVslhLJ4HgeVxHSr2tEMGsTKOjw0j2r
h8lasZQfnRZQ9wj8YhZ1BE5rxP06+xJOgxOatThxh0takmHGyF+TDyxfobOkNcg/KNjbkUfm9Ju3
N886n2+376lzDbx/kmUE+w8yKjTxD2jNyOkMgHRkqDHvOPN5M73P/u3h+UbcGoGCdsWesygQ85Uj
vAjnenWJJyNk+x8uL3EGU9ECWdkbJSz5lPCXHATU667Y8Pa30qokLHoWkoCGECUQvOs1JMYJfH2k
oLc8uU3N29tTjiDHpYeQice3twy1d0yKfr0PPrcQf5EplwLND+uIH7Kwk1o0tLxOAO8IqwuZZk7n
5CwLzKkwSdNWvF+46ZK2vFSIfbjrD23539KWi+thlrL/q6yHJWEszpz9v99uWRK7lyTiDwv3h9j9
Y4ndmYX0B9PqS4bSBSjiw+r6bxhKlxqmLwwlcWYo/VGMziWzf06N9Mc1+7VPzX5NExmiGGg1pZl0
VPLSB+gITD39+NQhc+eQDyv3kJ3qnbBCkrf5jkwKKyHv4B2HJYfcAxOMB7dI1FnDvFila+T2ECT7
4Hj3OlDFqZFLBswqR7WnXQ5PTESQqNft4kteBUB8YTwFtwYsb6BZB8fCyTMSHauSHBOc9FCsuWDK
LnZvdj77k3VP/TSQrfMasHTBsIo63u8NdT2t07BhBhY/0uymRYqMfK+ZDyx1i+XCDiaMcQo4agr6
KytexRv1kita0nbH8kAjm5WJAKNaJc1IWg2JVsjbY8UDZnRAkpWd7gwc+VnKUYsIOUu4RCoPlTCn
Ph0cHxUEuUB61VEEcCBYXxtyi52bWQt/qs5Jn2Z+f5i52b4b+djPRLkDXocGZ8fmeAe/xt0DztHI
vePhBXGcK3AqIePo4p28cq6OBcplBIrzyMJxgqmtf5DBH1oy2yKlByQjsErKzsF216ev53CxmzOd
+Rt2EzzDX/dz5ihQpByUFaC3RLIoyyWN9xOcNHYI6fXCnC8v7l4kz49bx0f9aLh293DZAJ0G7xxe
kOyIj+UUPjTmVhitJ8mpXdlOr8StulI3+io9+Q3JV1+PHmvRVzMz046TZ2i5PqDFwLa1N3DofX35
C6HwV9efHfObOJdzUYP0ANkAQKLjkcZ3L6yYTNjKlMfvDBmYyoplaLJM9MQUVrawYQnw7AQf2IF5
XadUOgNGuoPHot9KVIBw8IhEk+vJqgiS00jXW9711w1fGJc5WVM7qDwXTBiX9PiI0rHj0gH7c63x
y5YwZi74ohyCRipxg02DKuIJWaFAy6I5fHtwoXLkhq2MCWfvF/hVbZc4qGTL8IJiv0zw7r3j//cr
YN3cVuSxgE1bEbQSBW3MQxjgFL6uyDV0IQqcTvDjnXnCIy3vvDC7EvMCfDG7xkw3gI+Wi/gAnYBU
GdH4B4M8lHAAM2/x0469Al4ols4KBd9Y20c2eZxTEfPryVrad8ZMjP/x953BJMkHS/lf3XdLy3cm
cH/95TsTun/O5TsT17/V8l3QjnM66X9JOy4J4Isn68NC+8MI4E8B83SdMe7y4CJQ+JkHMos5kAWp
vey8BChPqp0cwD1wNt5D1tETTJRbyDsTtRQsSLVQuQDC608F2y83n0nnZGrEHORiqK9NabmPUFE0
oRZ2tHYXZK9DakmrDMn2LJ3fQDHVALAp5HmeFBRCvWyqk18RHbQ6ERQ5Eq9R08UkPDA1pFVneo9I
Sbf3ex79EM1zhF50jr7hEf6NSIqqHJDQ0ROPP0d3cFipUQSHfWjzqwj4IT6qSBCkYY7WyBJXMc4/
qR1ZKVKs8SaqP0A5RESTN0XzmdnRJd74WtgCd3NhcGZSfyxDoFB6mBlTQyX1iGIaJvE3YP6CEgCG
I57wEP27J/5STcNqa1BtjFc08vD3KBarwh5QWy7ZTEfkhNUGPBn4JrhBMdbfKnFYPSK72lNJ8N63
R3DFPgP8YBwKb1AChiR+luZfIJiBkKElIjiooyIKrCMo72JRdkBusedI90dFEsrCNVQMdJcCix7f
Qu0UqOmcb9n7wlqAghqAR/P1kP0T/fTLcprpp9QX0jaPsZx4nJJK8uITt6TXNz5MPZiGNclMm73A
1khqZe7T0/1o3ksUyHVgOUTt+hsQbKDDI/J2PK9DrPqCBlgMqbk0t4sLf6aX/ict/E9hoz5KpJlS
LSsv68AcJMNF8RIS5qlgDzZpzHyL7Bv3BjVEqCVCAfnF6A8xvzcvLyUMs+P57g7QA+/vOrCfYpyH
PZdZeKin3a7P5zNqCU8reuYQjmWTuxYJ28/0hBK9ECU6BerwMgcFbixeG61PgTWSBZm32LuZRv9z
9W5ZaM10/Q+htSi0ZkfD301oLVoKszPmr2opfGpoGwIvgNBGEKWLc+KDeeV5apiMA3QhtFSN7e7j
CA9tlUMkrJ9VmyfJekFGfwo5q3+45ay7ocg1aiTiluCofAMtJVAp9AoELM2LHKD8tBM6J42Eyozj
NLVBJUwGWQDUqBwT0IM99D2A9ss0qynHF1dpJ74UQUm7bKwcRYtrYvQdv9TiTw2GX1osz0y5NIpj
xashOIFE0qEOFyk5AS1ciYw7+AfBe9atCsCA3D6zpIT1Hgx0SxlvFy//P5xUPzRhZtCllSaP4P6T
HRysmYi+9i1WKMfg7BLCYGFY3aCPPKEjrKvTOUEuxNc2gMisoq9aMLOa0qGtY3D9yc6OnY7fjjsG
iHiwgenXMFSb23VEjgu3XBr3udnx64/7Bcn8q17P7Im6aMFizaHXgl3CkkNeWEnh+4Kro0RaQelM
2C8MGAFIPh3pzT3q+JhpmJJjhmyC0ESCBMivyYlZvwrc/vByIEnpfPf1SH0u6z4sj5lqH/SO48QM
zbyDtn5hFiasMpidcGkwk/bBdDoKPKKCXDGQxVcZwEIMttHZV+wcwgq7V6sbZgmwpvfMH0NRiH53
dz6dv27p4kJmc/5B4Pz6C3lxSmea9Hea0iUxyVjLPg7U7y8ml3brTK6nfiz1cYE1mJLd1XbBz7tw
8Xlu87928QvRxBe7/JIf8WFRRoOk8F4PlYTdAn5qIgCmBMAkNN5F9w3Zsir4kCb7HClVLSDHgK8B
uK+C7AHOwDKe3ljE4dH6eqcs7el55u/vt6eFBSNiDiL/axgRC9roMngfZuxX0EaLi2QmY9MpVLWi
YouEp4AS85HIC2sJGqCmDPqW6QSOPA0mzvwOeF2BATy6se3tkYvoIJfxhNp8umCZLLZpLk3/CG2a
yddfczP9S3SY/7etm+o5CZ+zv5C2en9u/5Kf/3JqnpuwbsLX+n+zi73mxViFftD8n++f1t+eo/aO
MU5+98TKmrAZj+17NV6/122Cr35je2Wf/P9982cOy5uxAIfla95mDbuaH+YZuCovN3Df/vZXgRFU
/nPuy1NbheCNfv+Hr3xjuwQN8k+GzvOSpuoGeCoNHcZM/143f/srp+g/sQi5Ag4eUQMnJsu7yvKq
Cf72V/UnXgDLJT7NmGKRWo/5/JnwEkyYjEbWAHUPj8I9iM2/9/3qm3TFsP1T5lvpQh32ixRWVBDk
gEHaAP+uBFNGu5zwP+xpXxQrNRJUnUxFKOikECetsXUxyiuSJKoe2LqQFAc15z1kL7dDf5+q2bBR
fK8XSR1HERDRI8G/C2IAYZE6rEGIGMtJDADIQUB2c5qyP0W1zKwIZOp21AWpAsrzhLOzqhSQY6v0
0VPETWVB0kRrJUfX6hDwX1rKD6bXK+lm1HTxWR5akE4rxpgi237SAmA2ilWumbXniXAIjnEO9LzI
C0SShW1xMEYdeO1j4eeyFeVD5WQt1yMpIKz9iETi1JRmo2odmNu4VNNoolfyi951A8p18ikQ7Bbc
zoXr11rLkY4fk5I2WTbFR9kLJ4M0vjKmlg6qbAME9pEB7AoJLPMkTwLttdf14C7j+n6y+aoBw5oQ
DMZR9gfvDN5t/9ZT+vq2knJ0x9B96b5q/eBaHMRBIGXTplYriWlDO53rkEAce4CkyfQKGrLqqpTo
TRokVBxCT3dBnTs8V0YU3eeyrD6FYVa0tIuCQaWcoRalmQtR2JqFIXa5GUsT4mgjV+2MqRexknzv
uhcHcHf6bRLD6xwnIBNNQdfG12F7k/G1B0AzUdL3ZeBXHJUa3XgIE747Jo1YVqbhd6lTFLwQrrIU
NPX+EBUFaXOxXVddAiJw0cg4AQRCZQtvKy+o5U7WOX2ioVSJBa0NX+ZwxpSqky7UZUBKkHw/e5Eu
1lsxajjV9BMfF/R7Qz5HUd8FoA/OdMks0VfkMGvyBOSumitHU6u5AmxtUyUDlUvxs6MkePmqw2Qi
BKzySk6iri8FUmWaBqBzqQjfeT8PH5LI9yNnHMO0oJMKkmkqJkFjELVJIpR2JBnok+u6K2I6STIH
b3SSqZ6NfVRHxKuE1jOzmq8Qb20mRdsEVQ7CuMEXouA5E1ouXEPODOdUlwfOLTgNzv1In7L06CdF
wdmdmhjHsawaEPRJIqoSZK56GJIm8deCnPCRq3qVd2q6NveAFTrwg3iry75SvtRGrkabUZy6k1D0
nX6fyYo0mFqoqj4VFK4YVmXFeac2jf2GtlwmJYSXEy0nYVImxTWnTqkGLjwu00FbqoIBfRUoor/v
vLLpiSYLSBeQ60QLnEyIpGjbi32/ExCNB4Q3z4P1oPabtAYTdy7EllH4U3Pl8VwBBC9FRMFAxNcd
N1FZHbSRqHkgA6uojqLMbsoI5K7ZGAntuvMRe13xXK4CwSjNZByuBcX3aRf73bbOExRoeFzZIgQS
5BGQZMSiAASYWks1GqjyRyEPylNk8HFglbGsNC4KROobtfY5UBamjfGW9WAYNyMj5p6TPosPRshH
yIJIMRcYzEh6lrWoe+qLIECG2OD3e03slIgOXjDcFJMRppQv8xSRE0+bOFL4UceZwZAX+Fssi8dK
AlU9BReX+ujlQ4DqEkUZnxMx8R54UfLfS0HOz8mgtkB4i5QJcFNqMYZW3uQ975RqIgE/zNCCrZIU
FaiFJS9+U3gpw+iBKecgiFHbYiWBTXNfyqGAwE82CSrVuEl/UbJEQiqDr+nIq6qTJHJ9XWqPpaHG
k2NEQspTSQnLjKZh0ARw71SiTrm8KG6KYUo8K5WlTdz0wmR2nRYjKUARFSTHTWEiW03oayF4DrXa
NSYjQWlFXqR7RcyL6gXsnhU4EP1AlC3D1zWw+Wqal1qlHGvrPm4rzQqCvOMsCDcaQgSCMGCqqqde
6vFZXa5Kjo78wIXWqPS7WFVTmYCjHPTJreKXJNO9AOw3g1c8xXrdPbV5NvAgJquGjiTlGL54ndG2
Jh8pBqJmfRKU1qCnHQg4M1EqyBiVY+noCDCh8D6PynuxzvP3Ts2mt2zk+IOUSkzmRJUK8zARZaz8
oeYi0vqJhzqtLqzhwhq1ISOxUPgZScJaOCu90ga0TXsFSFqYrmNjjMoTCNMA/aeDd0DLUGtRxhX4
fqN0tPtxUFGV1o3djdyEAENqa1U+ibhgt+IHBfzHDZ+3L2GrisAXTDnjJexBCQ8XWyAC7yicppFw
IO1DREpNPQ5wSqXuip0nINdqUuO7rtEUwK9NoeybBdT4DnygfmL2VdqeRE4SNeJFst86suSlD6qH
/rm1oRirWAC3vcMFXajQmuszsDpoXaQQQe2CG27s+PtO5bA70gxmAA0nNdCPctTyhEvH4trPUl6x
PEUIZOJ3qgIdl6cF0J6NKTa+Bbz+JXNxF75WeQ1OjO8twYtF84uZeOjeqwbW5F92z0X9F7vN3mBP
5tn8O9/Zln8MY1JkHocvjMn+/e39O+vz8oVvpqQo/ySoKnzGgiHB7kNS7N8tSYGHjSkKEhJlNRki
RoaN+XdD0viJVwxDRTwc/mblQqr+syGpKD/B9QxKE5AjgttWhht6Zjl+ZUkyz8gvdqQKZnZR0GBN
CriYxsO1/b3npE2kIDOgrSlU0Gg1Rasdk1iD8gomcZVWgneGTalaNa9E3reF80+NWHYGnN8axrWg
i4j8a+qckEJM/dKoY+gIrdJBEi7KxS7s6tDUCyFbf5iOn+3njwgfn98KVrOuYzAxoN/3khflQBCn
TKF6LwOhMR5g0JQwtbiO6xd6xZyc814Z/OVsIAiiOCfBEfwkrqQavRLCAFjcrTKacimPC3Ain02b
IUmIMgP+ndeM2bmxTWEEeUUOL+mkGqtGGj27G/li3bZZ6Xqi3uVkqCvJytoIBurXg/m9B+PbkjGg
sWVVFGQZy/b7wWxLUU2iqFRoyTV1RloZjPcpn+R2l0qAI+1DjXq93i4c3z+bQgOzh3Md7mvM3U4G
8LX6SsVdwyb5f5x9aY+kxhLtL0KCTHL7WkB19TabZ+yxvyB7bJPsyZrAr3+HvlfvdVG8QnMlj9VW
axzkFhlx4sTJOUjceQqaIa0ups27x/sDXMG3zRISl1EuKPdwPN+YcO9yK9l76eyV3A8aMmuIfQ6U
njnX4jNvc/RfkhTNrBK3spLt9BrjDfrovv2dLYSNs/oDpImSbTsrqlRnniywuOPUZs+kVj1HHkF7
dmDnGid8W0jYYUK6hICpzzabaHSHSSVZxnA9Fcuj6SluD8m7F1NpCDrWWh7gkjtLSAgiPRxCHw82
bnFJ6Ux5PCAHCHK8RH7hiYX64Mznb6xfsoM9umtK4slVgZiF0+3D74WPdw2NLFkw2eZH0RrxkMii
/6xZTg4s7W0WCkNKCRe6gtt9GY+Z6lqGW5rOEnK4NENyzFFPfZXK7b6WyAHQNM+M/tXNY++lGd0y
vL9bdo4joR6ebgck4HLCN6soHET8DtHQqDDE+ariIQ2E0PNjgyT22zB2MpSxKg6Wcsf/rAkOF4oJ
D9fQxgfU04xHawnmt049jsfJa7wYISlDPmmdp9w4w8PQKnY2Q9r+e3+4eytLBWwrT+BO3bbKlGM6
DX0hEZ1XBFQMb2APS5FD07NRR2W83UEqlyrUSiVe792UMr2uhg/1Yj/ouapDr1myx4lP3l+mG/lr
Oczpp7FwVH5Kje8fXSM7w4T3WRNdQX0X0NG1k01TP0tcw6DFrrPi0pE0CztPoQsaWdTBWnrr/2vj
7yieEOF4WhoPTPOtv+uoEvkKZgVJK3WommI4OdUynHGVgpU8Fy9FnJIH2zX8F1rWUOzNxN+Oq+sD
t+tdM4zf/BHlmGfAWvAO1N8AtEDhxnHR+A5NJ2znWH8bRQVdXZ0gXTeNG2aalYGvADzZsjk7g/vP
/b214xARouFDiBQufP+6KO8cfz9US+Jq3w+6CkjT5LD8meaDPqOYDEFh2uqfv9OoYEA+3DVApGoz
YFMtavSZxQarp+bspoaGLkvSKHEdeeAldtyUjzAUkQJ7C/g2Q1tGp3VZXPpBERdJUItRkpPvzfYX
bof2MS4ZvzQQPvhHGFt8bEeAffendmc/+x7CXFyn3FfAT6+ndh6J21VOgT3GhjIAbsIvM7wUiAlI
Ae+b2hmqBHWLSsVdin27/v7dKhrTjxUI/Xh0FVfQx9mneK0gHkEatLo7F4mP3iXmJlHu98BNUaaP
7pvfub3fm+cbr2HaxUnq2aG4stctm7h4FKWb64P1vN6qb5E6x0oiFqIC/8U2W8flM3CQmZqoKrz0
BOyR/yZEQsNauVANyHl+QBnbtUexcsC8cd24G3umqHoyFMpEvGq7ULWdDVtTYTlt+qfSMjkY3vUa
vg1PUsDaXAo89upv4W2XJLGbiQG6z6YDF5LkyXlZyJ+58eNzN7res69MHXIAs3iDVfsHHvH6Sv2v
ddxuALg5Eq2tzoAzeEBTC79fM+ge3mjGM3+Ed0+Dy9ooLawXtayjn+7vmz2ja5KInUt8It4Kh++2
rTckzky8DE/meFn5WFS2iNzOzyLlLvm/Qmb5Z7EM9mBZr6+4t5EqF3xrFBEIWv62usdxVmQyz00b
OQ1DBSCt2SU1M+RYmgWgUi/q6aQSMpyTxdCDSd7ZUahcMHclfaPCsu3VHWJUisppbKOyT3TQO07y
0hsFCfVReBFpFvfx/vzuDdXzkAHi1SwX19x6bt/Nr9B9lhFi28hzBxNMQM2eBLNNYCbOX4q6aLKg
p077xeQ9OfDzu0MViFqQ5yL4XRGA96YLjWpFrLG0s7DZs6galFL6fvp1wEdE2TwdTe3m9df/LKun
BBycUgxOf+MC3ZHwqkr8NjKGqjOQfhYZrhdQ1thivtWCN9A6IcIFm9VX+h9dSfUJVZj6kcZ0jrzR
iqOAcRNk/OeTgIoAZZC4WIF5XM9B7kwFwLKujURpv+F8ybNKgDMkGYNguCL5aWoJf8kSSiPpthO8
taVn6evhwLNcX0T/+Q6K8F+hsIeXorcXkUhL6o+F30VohMtheV6ecpvI0ON1enC41h31/+Kq/5hi
LnY3rjwXQcVm2R1VudqOWR+ViVCvviX1wxib/vv9fb23uZgnKF1hojUNuZ5YDzednnndR6r1ypCk
Ci+6uLP3zR049O/dKvu50PS/w2J4Zgh+SjKgANcG+1g3InUbiOq3RXUeFnd6UpLaR0uzo9er9sbG
ERxxLvGmMDbztamGJig9DFisomigcuSK6rJUaC0GYgrd/rlvzvfncm9zcABuLsHwXCVXH/LOR3Tt
XNqackgqtSPeOhKsvxiO5x9iEucHPmHPHSHq4z4yYuwPQq9NoTgE9ERr9MrVnIQdW6qvdSfzj4Wf
kFOOeD3IvALsyH4C1n1/lG+g3nZjckRHyPvxj3Q3Z3ExUvCZp10kSy6BNy9+NKVkCGYx9mfiOMPX
dO7iH3Oqu4suFuVe+iTNz05fCwgZxUX8sdcu9N4mFDSeeUHwApzv6PjR9/o24IWY5cFJ2gkHkIQx
pjh2A07UxnfHpIsbAsWJCGUh71XJ6WWirvdJVZX+OCXT8NFNHfpn2s14a6qa1OVgvtYdfT1fynUB
eAmPUcSv221RsGwGkBnDd+ncORV6iKE91mQMol+ohnmBXjoCfn/cqT9NiyJoNwx9h/JJJh9UUbXf
UE2iv97/ptsZweWJvHuN6BEuvLnbdzvVN6ZBaSE3USzj/ozCukQ9Q0A+j1nyR+PO9FtOCvm5bLv5
82xS/vt987e7d727OaYE2O3KQLjevaNvqFV1B8CDiSZgTa4CzBB9IN3gPDV1LS9L0aHlZW6rgyO6
yRJX96NgkUsXT18CYOWrz3g38gU4ivAHB6aV4BfDuuUBF5ZLHxqTmH9RbuOPHbfJ86RigxdERk4+
eqlrv92fgFtPoTzsRd+lnDEKCPb6K7SIvaWu5jqijhGhXxAPJ9XLPoq5nh//F1NwoQqED5TuN04J
p7iu+xim8sXv/2qdFpWdru1QJhSaHxy0vXXlQJIktrr0hNgcNAvyNs3oaCLmkm45ZbGt8CwKOBen
OZbLj6VcxKlpJjEhQlPtkWPa29S4LuGBFUH0ITc3y5SV3ZwrbaI21+Q5Rk0rSN3EDWJaVkFOYueC
LNa55NLRz37lvdyf53XjbE45wGXEwFjU9TLdpKhZzBrRk8JE2SCrD4kZLcIjzcnzwtz64q3kmJ82
iKAbxRzMNMxtE1XUHHsqfaeMMt4mlxRciqDoJuYFvZiW5zTxwN6/b/E2xwCZSblSrJ6U8JXU9P7s
xNQIm8aqjEaAS+GAC/t1zkoBnK6LnzMDAHhUef4/nFiCrQSIGXaR022um7E2IIiMeR2JvseDgwXL
Xyfa4d00ptrPDhvEU6PGwgttMnZhVvf5B95r+/f9oe8cWNx06NwAVIsywhbb6SSpFEgQddT6o/fX
7IEHQ8VUnglr2wPfsLORcD+DHYbaGqDDrbwqaDPrNm0hGJgPyT8dKDVPVUymE+1dvFnXZUtzsKx7
PnGNMZHXrBgPfVMCe+cTu4LUySyrJgIGPLLQafoYD+zG+deYOTHazAp//KOBLzVRCgzoAb22cR/S
JBZF9NOzTFeUSa7AMGVbpQP8ZnQKMBki+G6FJ/1UixoYelJCGjfAFu8b29nNGCpIdkwAQsNVdL2b
F0nHph5GPBk19+x1KEv6aeEWAhNKfYbzT6LRSd3LfZvrCdk4CSrQoywUxanlYuP3GXM8C5pAEyV5
432yI8ODTZKWP+5b2XHDgHVgY03LgXFvRpaBkpGymZloUC0N5p7mT3GedgEYdMUSUIvfnbJpKMzD
InX2P2xfhL/wEKg+UXlTfqK81WwSiLdp3L2UJsXDV3qMpwCUH++B63rhB/t3ZyERRayVTGDt2MHb
4fajqFsam0gK8ARNXzWB1ML+Xpj4b7cbU+imjA75+a2Ko6lQ+wXezFx/c9kUo7u45Qz4z4h0eixz
JT/0dqm+GJ/J7/eXc8chYHd6BFcL9inm9nqjUtN5xskF4kda5YFpcu9UxaXz7KWyPCW8rg4ihp17
1BfKY8zzES3JbU0KayUyKQvIvWYaveM+DgaS0VmAxac5GJS1fWm9tsZF08eg+c2zOMCy9j9AIqsB
ZIh9tBkwG4XGRYYPGJa4+qONi+GFNMhjZDWUL0b56YlNMjkNlai/Z+2RZOfedEtQGcDQRXkT8cT1
dGdDkbl26LoIEcZy6mMJomJnUJYeRzI9weGXD/fX9xZvWeuaFOcUAA9+kOt8vPO/IL26kDUo8HrZ
kotLmpssSKYJz+o609cqq+jjqIcpmBcH5EmnzH6dwTQMsknhbUlHjh/vf82Ni8LHoKYrgNL6qwbb
JjZ3c9sMyu/xFltj+9d2ylg4y9g//7wVpIlwg9QTyJg30VKs8mrOLcc7dKJYzlmfQdJmbI9qU2zr
bgn41USiVorCAXW390mNMZIFZOdwqnQZlHNbPnots6da0+Ryf0C3pihQQeLjIgHnxt/iKKDlwrVx
l4StSqrfLU7GNzl3IrBNyg8Cvx1TiPZ81GoRabugiVxvFzWVPSC3mYRNnIA/Zpx06E80S6o+wJME
c3bg6W7OAwB7lH3Wmin3EYFtNgRrpbSpBbWynflfThnjLQI7m3M7ChRASuscTOTN4YclVM/WbB0Q
CjzQ9ei8fE5A9Z4Iqi5ah2nFIaqRVf1H17Lx1a277gnEnxLi5J1eLmPbOv7RcVwtXF3S61ixjEwq
xhDlrifk/XE0tWGpP5BwhINFx4kXcyhXxJP/mx7lkAWl39Lf/GzxUQkrmxFk1yYDM3wE9V2faN5O
7cEFt15gNx+ElApMfVDAAD9ef5A1zZJ7RUlD2Tn+H9KQ7NT2SfOJJMWX2emWX8Ai6f/Rk8cOdtrO
0iMU9YAAc6j9iy0bqex45/QN6lBFnc5PtqA8bNykf844dc7Z0vED33ML88LlK5wf1FHBLUNJ4Xqk
aljoMA0cqh4UXOio9cCWCcqlxektigEc7I4ZpJcT+hDGcEaNpzuhjFQ4gZvF7b+jS4Du/fS5xheB
CQIyJfHfWjLeb4bZG0hZwUOHZJ6zx7oR6EZzZzzYiuN2YOo2Dl/pNLjmscyA33H/XY+ekMprE1fO
IUV1LsqkHiNb5+PzPPrVuVSA80YQ5qNlsXOYjn0WxHPX/fySIzpVa486CEQ3KzA6biXGis7hILzm
sY69IiSxn0amQWJthyI58C47xx1IIkr2lIElgVj8esxpV9iU58wNqa/RJ8t08+o5jfPUycr5x+so
bSLfUc1nEEUmGywIbf2Dad/Z5CAtrOEOEGnAc/T6C7I4BZq6YJMDE8ufiNvj7YC4W75VE1n+sbWq
04Mp3jnOHCkHMArgMR7fnipbknxWceyFueNa/ZQnVD/R0slZ4HDWtAEKQZAEquoyB5/Yj4cjBH5n
ypF64AZxEeNgyOv3vfNvOmNgCUjthujMyM4uhFyW09wW/MHwwbBTzAReOzYkfmjIuATFrP+HuxIB
ho8JlwS0gu0E+EXWgpnYLqG1AzllgweCsZdATIdqe5Dk7cRWvgvId+WMwbfQbSw5JWORKyP9EK1E
LZ4qNwuNLPb+i9QgcSdZLn7vKtqGUjvykheq8BFjeezD3Ao8Ssx6/Xrfn9wuPq40CtyRAEXAj5vb
dAbM540o4YXMT8xrkvLpgoi2BR99KZ6qqjPBoNvxAdj00VTcBnZApgD34nJDFc3fYo45RUw9qYmF
eGY7vQiIbD45OJIHXNnb04QQaKUdr7uLudtW2nRGadukPtjzqU9+kUlDHrJG+2FG8YpCnsOBHBzf
22gI5hCy4p0alF3ItjDr6A5sZ5rwcFzyMqziaYko7SDcYBZzvr92u6aA7SlQUThBpHd9cGwxoJkJ
DUEhLmNoRw0S56bTIpCTOHKLu9OI6AMOCR1/iCuvTS1JmzqejllY5/RlGrLknNKCRqOMx8CkWXrg
hfd2JWI7UIFRLFtRg2tzLnHswj1kd2RuzFcQggt0A/om6EmXfYF0oz6VHo0fal5lB85wd6CrVjCO
JkH2vpnTBdXUio4Wc5p60GY2NAfpUruvVd8VF9RLjqoxu/ZQj3GpT4HXbovpnqzjOQEOFiqUNi+C
2/KrShjyuiKuHnlq2r/v75lbZwtgbT3sYPXguaSttkBWJmnh5bBnOSaQJHiLXs+sfbFL6Z8TlfOT
MxgeyFblj73HjvKsveGi8AmYC/4eGMkmpOgnU9K8wPQSM6tLHDP6AEoTRJN75T8tU3JUH1+X6zpU
9VFi45JwPAwF9s1m35rZ5n4ytjzM46x9LVDD/sXpOEXs2Mch7XpxTnhyFB/vGkUqhz4HDyX5Ld5F
FwVUWNY8BOPSf1IJrQOdIXgyco4vszM2D9b05PzzCyuQViJnR+ZH1n7h97eoh44y1diKhZ2M6zYY
vLQ9d+Ck+CdPj/zf3E3KMUCnZA5yTFq5J78V+uv9T9hbXBAAAZXiFsVdvomWez3bpdeEhW7cs6d6
omO0eE4cGgd9ksMqxP3z9oBDISvDNQIwfOMl1CSLogS0GDqEzj9cSAedwfasf/fArKfoC67zv+4b
3HG4gL3AE1gxAg722PUc54Vr6nKgNLSdR3ExzumZIeSNEjH8uG9pZyoBFVDg7YB9cJFs9m3W52Xh
1YsIDWjWWVf9WS8sjdI0K4Os4UfV+x1r4FyvTdg+eCRgX1+Pq84LZ1pSV4TuQIFjUUASaIKGFEY+
tWHX6/Eg6Li1Bw+EFhnw9FfcYCt62zaxLrmTJtE0e8VZ4IIObOY4QYkmWzRAjuNBEPDWEXPtBjjY
OqjwIrZHKvOmHfguxDTFKBfqIlloq5n8mPxU/pBLV34uIRn1wUVr7R9lYcZPWmfJY2qGJn+IhdJn
t0ztC0oRLgoNkJ0qZCx/QwCLfPf+aq+ruf08ZDc+2qYQiGMlrudfUQc18UrHIScFv+BkmoDMhX28
b2Vv1nFSfPh+XOSI96+tdPU4oRdjhnRUZusH09XpoyjF11Ko7rF3+oMdfOsEUZLDBaPAGfLAGVq/
5t2UU9T+EDl2cZhP3YiuZkcFKq7pyU2q6ayZgBCpro54pLcHFJAQ4gasMi44nJ5roz7NukzzJYl8
t3ADbyl1kOWJf0aY8dPlGoR2iJoRooAJtwJt16bqUS2eNB3y4kJPT30ixMnnTR0thclPuXWb56VW
RzfLzvgYckO4HzRHrITga6PZpCdU3TgeH5gZuC1uOYCyKoZfyr7vD+rHe6ZQWxTkrWNPbtPQppSJ
zmOiAah79F8TQzzhxNErgKPgT/mBJ987oAw3NMgoyATxw+YEIPPj1toqxSt6U/2P4WP7EdoFQxGM
qFE9uCU1uKj9WQeTJO0Pd6jqqKuSuoJSwgyuQo+rRll/+DYnVr824NdE98/OW8S5OaIMYAhItDil
LqDO65mvi4LGyeToaBrnoj61HsUbH8Q4H7OUuXjIzxbmlE4l+QRhA/Mhbm362uElsoem6chrQ+v5
o8pUAn4FOKmT28aQ163a4SNxdPU7YWidPSFqQC2zcaYD5/LmvTefvha/0AwBKB0FsM1JND5YPWXc
62hwq19q4xaPXpPrtU0KGvYCFCBddv1DPhhysiLvHxxcqmhOGOSHoiJJBM6IOZjNG08EX4deQtQC
UUnHvzcZ/8oRq6xGT3pmhX5MqryDgpoPBDFXHf0CQabyfH/59gziuOACQOFqBXauVy/uq9oZJscP
AMH7F6I7+mQGAsUCCCw8mlEf7eebw4NeN5gBPxfgGYe/vbYnmmXwWYw2Kj+19tygXQX0BPARFiun
8P7QblKlteC3WkE7AgUDbjOXCHqdbGTgrkNfgrWnDijRv56HzkIAo3iKMM/diyodG1a16g5M74wS
ki3IIpDwgg+6jb8cJGNdaRo/mJxBRmjTKkKKunXg+8Pw5f4ob9IWWMD5Awwo1vr4topL+6wFFIWG
C57aJXLiRgChiKfQlGI5WWm7sCjn+osmDh5aTMojYvktEAz7YuWaIKgXqBNtNpCGRfCGMthHSw/0
XtwBgnndmF2M4Bl0b1E/x3uIZRd359Sz3lfV2fk1F6a5JHlsg/uTsRq7OtDrx4DUg5ZKABsoa1/v
LgMWhCcSdL8kREHk23gCKiBV9/OHdO2LlULStUNt27PlNnoksaj9AFz+8TyoypwckBZP0ox4MLKm
R6nh7qiQq5G1W3TNh69HNaNBREygMQcUFYVHaARUL0MzFgdzdxOWrHOHpGElucEjbkNPz5agidjO
D+Bz479pjaCLprz6K0fRxAlAlvc/zWAcHTQ47/gf0G+R4QNZQI/6m9T9u2AoQ/Dn+bOgQer1/HtH
qnI6MW7c8+I3Xhb1tD3ChvYt4rAA2wOYvaXZtaQZuSfQt9OMiz2Vfp1HbtIUp5IuYKhn8ZG2+u3q
UVyLyMVWDSlgX5v7sSQQ8iAV7JGBOA8sk/0jyo3swI/frh6soMYIpgqUpyAwcb1HfBUnGvA0mqGW
JP9IWplFtFXzB2sGqCOx2VHZqXY7dsAjvJ1MBF0U2RFOAhzQlkuHLAhnesBR8NFOeBniNrv4rpVR
KmP3mcliOhjmrU+HPR8IzfryGCoBm+sDVfdSmU6BNN37VeRDE+RxUEREypsQIcXATGsmu1VL5qix
bcfRwTSaSuS6lODrbXzLDEUkCx41DRjJ4zDprQimnpGo7QRk/cFJPiXe2J5XEa6QlWQ6O9yhX1wG
7u59J3d7uVAXhwKhLho/EGVv3EE/gvPEMzg5xxvzKG4aHbheL544m4+i6r3lxb4CLI/oDgIOG1Nd
mliHxFCNSIaehcLQKWihUnUhTIwnr+vtQbS7a49hbteO4zUxvd7FHdRzLDij2E7YWFHilJjAgRcv
A1YVHbLdfJD+7k0liCM4mQycJIRA1/YGbjnSBYg45NIdTp6bFeGs5RgNUPk5WLU9N7D2bQP6Rico
uA7XptLOyTmtYKoVCR5cQ2AX0go6PPf3xt4EgrsAABEhLdDhdcDv3GlioQEUNy0LLHp8T7Eu+En7
cxy0cfaXGIX303cG4ivUYHD+cSzItmYTo+hJjPDQ2Np1DSKszHso8spBt2fbPXXo7A46r+IHm+Q2
4gGMh7HhFKBVBFWp6zF6ZkbxV/R+ECce2NFOpoZP0zwNF1dYJCAV9OQ+Sacpf/VzxzxNuTt9vz/J
61JdRxn4ADQn4AhKtG5vO/ig5jKrHBywYE5nHRYudIjKoUkfPEepr8h3DZKZSoUON/bzfct7ywus
FgEOrkuB4V8PnU4dZM8s5lsWpjl3ft+c0rROH1QCca+ho2N4395bl/12qCj5QsbBg0oiSCzXBquC
uTl3ExzITll9IknF0S2ZDPJvK5H4hqQsSAWBkJiXIacJc09zmVYf3Gmsv3txlU0nvzTQf6NT5eHx
7skIJFVp39nTNNQjJPZ0YW0gwcz7rUu5928B0LkPqoaU3QWM/7xDh2JlgJJwnv1DRT/9mfOpgvZh
XIHCwbJlgIDzMpoDesPOFlt7g8Bpg19A2LWuw7tj1Nca9esFDeLNhP4gDUGsE1VFH60qmYFuBuhY
Kw6NMaB1p6KvjnhDtzk1AiLA89CGW4WBUJe4tq9opwyLJYXsi5v+PlMfYmElb90ftvA6KHFl7fBL
74GUevJZjukoU0q+Nt7MO+jdpf73Gmp0KJPrtmEPeT/En1g6NHhDBvA21NzsgMAbbC5IqCUovaD3
SENG63x/66yfuNk5KA2D8/QmboDU4HoI2byUTLcI7ITjT6Gn5uIXOznJCQn5HP28KYaKMVgJqPmB
d3NtihaDMR4OJPYNaJdYOpRqvG7BrVH0B/js+tXbUb03tbkQK3/1dilGxdjgPY/EFN+XNTU6IQvU
xQmM1ukysXo5mMxds0yggQy5M0F8dz1C308gp5JihLLhY3Xy/Q6qfJkd6vTkmsF8Vyp1othv5YHd
nUVE9RRAF9AnRBvbSrSWXTVpfE/gtrS85HXagLUrm5eYuD9+eg1xWwEPQFy3sho3jqYo666f5hwZ
sxYVCMGTOCu/acmpFLz5476tnav4ytYmypiqeqySAbGy7gr3lxFaOH+YtS5938ru3EEfCpgKgka2
bbn23Vraghgoe3iQ0MumRn2B/mb1lNbxUa/Unik85YraFroR0H2x2ZVpDX3BGIzCgBofDVot2h1A
1ckvZCj1AVS+sxMRV6AQghIe0sQt6XQsxWSJjpHNzC1IT9CyODvSAtc1Y/KQZ433ZZ5K9vv9qdxb
MHDb1o2BohZy4Ovtn8oBL1qOWLBiLrEX0xFtvASs+ftW9mYR6TUCCrR6YdE2bgTw6cDnBkPr2pb8
nrTVP6Yi4gtv8v9hr2MoCFIgPgWEa7NcVIwgqI4TDWrI/r3WrMEtQpLEhMsSOwfrtTcohNNopYMv
Rv6ysWVWxYhCWRpoYvuQuaDd9QNAzXqej5p491YJwTRkXSj6vlGvuV4lPXuWNRa+0euy6bzUiX4Q
ffzTTEdgeWvPLjqtMUvY9NdWTMWk5VDECETf/oWor4kgYbycCQYUjHyML/c3xe6gVmwUcfuadm4G
xR01+0YOwCcAlb5UA8Rwg7gQsRvet7N3rtDB/3/trOv4LuJYLzdCHdihFn1aUKXG4yl+M4D9oxZI
YqjiqcDZPsAO1zBmc5sh8UEajdICgULDxii6WhJeVFAeph0aTU9x3KW/jencnxstxGvRy9oc5Cd7
04n8BGgPUwwh/PpF74aZeXkH8Ups/ZaZ6rFfzJ9V4pKDrG7fCDbJ2t2C5v/NbTnLsbQEerRBU479
k2oyUPVJPgU/v2Jrg5kL2Ay41U2Zy8sqPKJN8G4tKsQvUJ4pgr5I27CaIVvrxPLZqvjf+yZvBwak
hQDcAf8RAkrb9oPM64nxLPZ+gfwgVMzwL95I5df7Vm7TmxXP8cDCXyvD6Hq9XqMO7wdpjUZbdJGI
4sFm3fJMslR+qJrYBKVFDFBDdyKo6uzo6e7bQwDLEMkEoAxnhc6xa8tQizAWtHIsnKzKT9Sh6W8g
NQ/Pdd+0j9SPq4hNIDXfH+7tIQCQtCKPK4cWjVjrpL/bkkA3u0Lj8KH9yq6pDJPooxNQImb99wq3
6Pl/MQc6JzqE3nCza3NemnCo9qzmat4GVKUqiHGBhlPW/5id+Igvtjc6eEuFVj0O8HErPdWzDFXR
BUc8H6HYvNLyQq5zffLQ6P8tH0rnAM/d26KrN1n7IhGIbJnRqSfQkwPRYwCCULxGRdNeXC39gxLs
3kYBHwPA1Btws4XAshZieGhBBNNEdekHJL72wbFZFriL7YMU0rwhWueq8P7K7QwNVSQIiqwNj2BK
bHYnaJSqR0M2Vs5J7DP0pHWkRniZ+1ZuL2xwv5B6guUMVWkM8Xp/+I3gZV/AylDOINoKyPanPu8+
QvAr/+lkBnHOCqHg7wJN3dbiLICokZc46CRz4xBPo2YnqeUSqsXUgedXQzCx5Kg1eWdDcpTp12oV
tshNAbBqIJFsKlx02h9+9/JEPqGoVf3mONY5ybjMD+KfdVGur7i1XxZMC9SoUOPcsngFK1G0XWZo
gcnZfvIzO0VoOsaTAj7y6KIxNnBKp3yaEl1+kZociTberiaaIxA7uKjRoIWVbaKVQo+FC+lqUPPL
xP4heew2YYXmuGip5+ToQbRdYytogQXlaL/e5DWlXSZ3gIg9NBLz9qFJZ/+lXWb+gCzVe7i/S287
IKBA48u3Fvr1sYttK2flCFLUw1yGeCtiRPPPiKdZcSQilQ3zc9JP+QuboIE0aYbGYGd68UfZfrr/
DbfnEXZRrVpvKWjHbIkHYNE4nC7QwoEW7/Topp6JknTRB/5618p61yLgRPjnb2IkZOPYo4UsQ0uG
/pIiygWzAtjf/bHcnoo1UEErzQruYVTk+tTTvp2cvAKIRjvA3TRdxkfSj8lTyu1cnry67w4WcG9Y
8GF4owQNQ7fs78TvIJQMOkG4NLT90ns5fx2N7A6i571hCXBCwF8hq77lZvLKTEDfdtEV+HK5f9ET
JACKpcarve5UnnovObJ3ey9gBt/ZW7/n3V0+16gpozOlCsXsvBbgQ/0GYdb5krI6Q8um/KNX+r+y
6P9fdeubIaKlGLWvlUAHuO6mRcKNq8GUCdReJ9JCCz4bVGB90V78lXnupfURbf/mkMMeWgKgUINH
S9aU/3qIQuP1xz4bsVMcnZ51a1D4oaA34Cv78P6mfCvvXDnP1RZes3nbJOid3kSCE9xjDSHfMsTr
JrMKfDsl37GXpo9iGUZI16VlhaLbXAR49kVFjVH0TzfNCKSUczd76RdNvi2EQlcU70q8NHmBhxvw
ZADqyn5V/gnVD3x/Wda/IanvLh5v589AsEdIttFmOjl1exDo7c4cfBYKMLhhUS29nrnKQOZ5wnEK
03LiL9YVQ8RGJDuy65yDNOdmH64TBzMgZKwqo1sewjAJOlmk3mHB5z+YldWfNi7nhyrrNVjzTZeN
gV+kR8p3e1ZXhhhaIfHnpgmwUhoxJZ3KsHa8OVLLZND/wJxTDMWcc9k7Lmj6xIvub5K9WQVYggZk
qDeC7LfxXEueDXHDnSIsGHTI2ozMYQcBTuCE1RGRe9cUCj7gmkFLEPnd9QLapZtFAoZA2IMRdmKa
4TG61MahBvL9s/4YCwhFPQi8gyOwAk/XpiB0aX0r/SLsbSkfBKpq4cj6ES/+aH2mqox/vT+Lt/fp
ahC0RR8tCJCE2LIvnAlQGwF1JfSmJGtPeKJEnUF0Lp6G1qlfbLJ0z86UddDkzeu/U9WSSLhZfXCj
7mwgWPk/pJ1Xk9zGkoV/ESLgzSsa3T2GRpwhRYkvCFEG3gMF8+v3Kz7sEmhEI4YboasXxZ3sKlRl
pTl5DtAP5tZoPGwJXLwC9GBVulkAF4MTtIlRBctk1r4FFcYHL/RQaC/M8sDozlfFdRITypkvyYa+
3uqu6BlWdM0sgMMwOYdQEX1eNKej9QJS4v4u75qiPgXpMPMdxGVrU01JcjmPmIpaNbp2XR5dhKsP
Hzqrzd/ubEDsSFZROe5006SHfVCYRqlgSjSeX4WLe1EgVDpVZXtU7rgJcYl+JJcdsF4pY7Yd5IqK
VMKUwgwimMIL1CizrjVc5SdLeN7fttVMZ4E+yEMrEQuQSh2lRXubCjBbUnWRSlCY2GwqEZGthmid
tLGW+2JQYG6tVVTF6nA4KOzsvLXATAE+yA4BTmDjwRcnjZvCGvJgMYTKBFlbv+YhTFVV2JYPWmHk
1/vnZe8+UDgl+rOBtlB6WS/NGCiS2NmUB1mk10+FYzXnqtbLC7w/yynTisJP47Q5cD1yEZtHF0Lw
/zO6eXSTuVhEC4tmMIUGEjpDkc+vDHXb16rMnMfMMOKLlzkawg+mnv15f8G7tilngb0ARw1scr1g
V5vmXugL6crUG89LqfY+kSGIyc6IT205/JV5pfY0TPYRcG/vEFE5lnS4MLaCN1kb9uaydJUkyQO1
X6KHmdz3S6pSQMBdHcFCd00Rrf14JiVt09oUla28rNUyZ6RA+7QUqvNaCYeB5UEND6oUe5YMj04u
uYmk7d8sik2bTKb1sgBsXXJaukU5j1OZn9PJaS9v/3AMjTL2TrAHInFzM0rqgqmt4m6gCC0f5yJt
G9/Li5cGtbGrUTOxzCOp0ARopy/3Le+9XNQi6bdgHqk/Vbqnn2JuYKcQFI4Wnm5BUU73UuPStGr3
6M42+kztNMe+k7hfRROjWajLVrqgxnYQqu7dVJrlTFjhFni1N+ufwySTdZMs6M3Uexz0GK4+s4xP
TV7+pSHjF9DKOaJ1u0mh8LsSaSKJAclDt12pOtELEdUzNhPGPyezGz7B++MeFNT2riRDKVAXyToG
M5/r7e2LaJ7izstwr8P0sTT5nu48hRdey29OaNXLqemd+sNsQ2dxsKl7D4uUfWBuDrCks0Uxj6WA
xqgt8sAUeluf0M0az1OXRQ+WlbVf0752/3K9aEIY2y1QQFxc9UiZYc/hywl8cBjQexCVbBY/ZE0M
+WgW2DxyJ9JnsCHxkKJ1R/UmLc2jgf+9GytfUKJ3ANVU9tf2ktxGYE/BnpVa+cmdvSXQGju9xF6b
H9zYvaUx/kPST3WIa7sxlbYTQpqVQdjjJbrvVa7NKH/YPeR2OZ/HbjEPztHt0vCvksSTrhnVxW0r
3zZbbQmjKAvENL5EbTc89SqBZg6K580BHRAMSjLSF9Eb2cYjuST58swuC4q0Hq6jymUHKi8uRSvM
gxN6Sxog4R78Qzdavphbv+d1pUkxuCBiVZLpT73LROObQwLxFMz1y+tMU++fccqnU+cNCU1xa/gk
qtL2ddg6LsU4Vgfe8NYP8WMkTyoukenLLaAwVxXH7JcMP6wk+eeqtMbslFud+WCPlKv8sKi7L9FQ
l9FB0LBrlwoLTMMuWINtm3fQo6LtRZoF8KD+PSkI+QE9cN4NFqVwsu05KAbLeL3v+fdOFNMciBJI
EsAbsL1H78ssmioLzFHLmRUcs4uTjur72UBP4xdM8arBlYcXIE9a38tlHCL+KJ+5Bd14sdxk4cY0
NkIm7ZH+1O291MFqcIB5sSW4f+Nyui7urcHE1GjqlS8yZt37Jp6DJkIOEbyZ/vj2pclXC4QNsFCg
m+ultYk96GXecFtK62PsttWJt7y8uH28HFjaWxmJAqdDgjVv3qu5TAxXGVlZbieSm4ixhaUpIn9K
ku61R4nzAER3+z5KiAhRMwMZZJXbj2bqM4qflZMGttY0F+Eo3cfGbfUDSOTeKQT2Iun+5Sz7tkGv
6RU1/qJOA6hNhU/lwz5bGa2uAZ9zvv+p9hb0syn5U36KdMrE7Mu4x5RbZdrHrA/TKwTe4heuMnkU
jUjw/Eysb2LwiadQixC/gTQsm569snffhy3UopaYwu8OHclT3R/25XfOhpQZkewr+C2u83ppUYeQ
JM99EtBF+ycMKd0Ui+GggcH82cxMz9t38gfHNpBSkn7oZdbmQlip3ApyE3gAmu7Sxfb0GzNSb9M9
g0EaMNmPQhjRPs2K7QFsPb0wYzRag6GoRQtQGI3spq3Tb1OsTB+Alx51JHbOInMJ1BWIRLlp21oY
DHwuFg15Fqf2xAiYdbLjGE7l9JB2ZM8UDx6FBeqZvH4bNzUMaj3R/kgC1UjQYQ5RZhGR1uOLKRzd
P/Z7j6ysYzJRRaxCtLvJmIw4Y9obpxvkY6j6SJdof2uhYiKOmkh2lRw9NBdxAjR4PfUawZp0ggEl
R9O7LE9jYQ9/3f89e0uXsASVY0pqtW09mcyaj5bSJpCyK8lHDd3c9zg9OIrU6Aj/uPOsOrRI6VbS
qmREdHMtOsSv7ALl9QCtlNw3nKa9ZPUA1jpOWgFFkRaeq8xbHt66QF4fwAHAjWAegNFsfTtinTae
q2YMXbWJd9anofWzCYdgpUl6kKLe3nuD0WLgYcy+0wneajwA6XdqNUuSoJjG3E+6RpwBrKHVUjHV
76G2++aLD3pPVlYp9rHIbZ7GpDAosR5C/QWquK/Ueoszc4PK9c0bKMWvpM4N5xWftt7AIZvsnLn2
OJj60QiKJm3gyuqQ2EH85aDSf/smwNKE4h04PkNGC5t7OJaQzZWaEgVE7AqgNyaVR8r8wf0Fyb+y
rglhgaow+h+cQk7zekFwjtIWFPEUlFBSfVJRlb/YFrxTLbnhNeP/5juRUn7qmtl9+wHhEae6SDQk
W06bNIXJc2fyUI4NWDpSLr03XDqjm/8tlxS1iDKbD87+zoEkGpLTDbKDwtDBeqWILoWd1WMvbIsZ
CFWVnwp1iB49vZmvds5M78EHvL3iJA9EevRfNckSs6nx5XUPv1BBhNylTXitGdqF5HTRT2HSWk80
q8wnIxnSg6BlzygzqvgwMntIxqSL+ymSEJlBZD5NU8DkfHnWs8E5Ox0aV5o9KO9sPao+JWibHQQW
t35TgoP/z6jc+p+MqnoLRgIABJ1QOzxVzeI+04QaTy2y9i/3z+vu+gjTIfnnZtwMJfdZ3o6i5rwi
jjt/17QR2Qw3UcpLos9K0BUcpbJy3jw9Rh7IICJXnlo0FK+bT2lCKoTeez4FmcWUCl23OZjgJH8i
BvWo71nu290M9gjREBOQifzmK9bD4iGaVU5B6sxolttGfzZhoDyNTuocvME7DoDU7gcRIH0v3qL1
twtDpRPVUE9BR+/meYFv4dyGBkNGaZpq2gNcOMo11NTyfWWM4YHtHRdHe092wyjDUBTZnJtMn9Kh
8ZaR92587VBS+jg1Zvr5/onZOZwOmD+qBZIAECzEeoFETVqJhusYDLEh6RWH5MrzXgdZMjcHecnO
4WTYj56ldGzQEGzCGS/Jsrny8J5uSXe+zcRCRVItnwqLfl9ep93vSiHyA6M764P0gBKe9KMaD+56
fbOqLJRmkjGwvcnz4zJXA7jWu4fUGTv//lbK77F+LJjkZkycAXXKLzAtrE3ZVhdq3si4Pycy+aYA
hDuZjEi9UMUrgpTC/0FladceqE2QOICPqH6s7c0gLuqxJR4yZ8t9KvIpeR/nUc288RQV3xtvKA4M
3h5IFkhvVvK0kTRvO06dGzfjpC0i0Fo0UqJG9M9JN/UHL9GOFZjnJMBIUgJBkbFeVhwvmaE3yhBw
YBltBgbxhD5ReeCUdzaPog2jjEBxOJXbgtEijG7QeFUDERujQUQ9ims4RtlXpR2S50Vrw4MqwM6y
5JiUZIqgPsU7u15WZY1VQlN3CLzKVK+1I5RzfDxkf3vHCFtpREBLLu1skcqLq2eNZy9D0Ftd8lvU
9uGT0s4JnnnUKCcPzm9Qm7QHX2xvL2GgIEyBzEmmluulJYkyEK9YA5imwv0O729+itJpeohnaLdT
MR1R39zeaTIw6o6SpJPxgC1Us/MaZr7qQqADVSCUEyfNU2tyYKjeHsF4d74a/RWQTdTbGMXcon7m
IfWWri858qVonprU0K5ZTEpy33PsLIhbDBxMcjuzps2RX6xUaV2NBU1hnv+mp21/Ts0KdcH4iFz1
1hJ4EfDWDNQDkzG3PoNmVez0aUUs4qrtR7NTrc9eUSw6w4mNFx8s68fY+NojYu3HV4IoGRe8eT2h
2xIJonlTMCRxJeACLyVEf0lcx4fXgvRqocvyMETFLK4WMQ3sP3NiwSBVpiopbK1auR+iTPx3vyhW
d8q8vvoyjvP8t+J2yec5NsXfxK0eQL0GJrSHmRKz4eejbizB/Q90e62YAaTAAFWG5MzYokQEgw2Z
ESV9kETUa/x4KqovGW2jiDE51/AhWWcIyxsP7tUt9QEhOdUhhgogaOXIbx4vD4/bFXHdB4IBr69T
uCiwHgtr0c71MMz9NRlG+2JKjd1LOzJ8bs+h8Z/itLXtL1lsegcu7PaeQ7tN7ighHHCsb/W6pzjK
u5EOA9zjXfLckSmf5yhHv0pk/XOWONHBe7Nnj540qBFa45xZeTl/CpxNpN4zLe0JvgpLPxVw4569
htnbGOykP6CfdfAm3F52ytzokZOV4GBuHtRO0FbJK+LKxEkasA4tN7DMjqLlPSvSVdKxpeeOq16v
CgFQYNqAMQNRpt61QgL3QkuqPTixtxdd0hJJUkMebOKRTXAgllarIuRlg0h3kzN1t/aTGTaZr3IH
34wOkaaIURkGpxG8xRCkM2D23GsI/5EX862lGL8VDmKshOTTgx1W0e/3L+Pe0qCpgH4JvkvJjL7e
wBruNSaZiItrc3JPLaTkqa+XFfxlhp3//XZbMhDh+FG8p2SzttUp9cCBgaxq7sz4mdcvPFN8yt4L
ZS6PVKZ2nAwHglhVajcRKGzW1U5TiSeISN7UQX1QJs/xYbur/BoQ0mMzW9NJJ00/31+gXMDaRUNm
QmwMHTXvAsDy9QJDrZm8XpUuemoGwIpJ/Fpk4yDFBNzXGcawxzoUzqWbhfbHfcvyL28tw9wMrgig
H03fzQmdvMhblpzPODQUVWFbg3oE/z+63+/b2TsuRMdwdcmRNMjy1it0c8cZoOgi7VioEBf0Ef28
dmv0YuvpYDP3HBZEQ9jhbSU33ZiigTCPyhxCbcbl81NY5S51Cn1B6rbPdjaKP++vbOfbEUrCEyOj
PQP84Hply5QlaMXK5LS0NHRCQWgOiVc3vlgW7WHu0SOO48HzhbEcEa3tnFUZeJF2cO1Z8SbkA52h
6UWbEUdES8acpJEjTZCAFTD0XvmDFmHpT049Xe8veOdTrqxu9tfIo3lZRgoNBuQ/yBTm87MWRdOp
9oYjQpf9Bcrys6QM5dis95ZFK40649QmNUouk2nPQFkqahoDbzCa6eOzm2lH+hbyj26uhGwqQFYs
ibetLU7SCasJIg4NFsBMhSA6aqMP4bi8HY/Nk0onUkZUZAhbStJ8GlUIZBOeOS/6o89T5yVfnPDS
GoN+NHb6Y3JwuyLqexS7CaAQRJTb/NMTDnFBuPQVCBm7c4uPVpwPjyIKTaDDSfVBmybln35u+0Dv
nO4JPujqxRizfjnhHLKXxbLw7H1uWwhs2P9EsRmeiDS6/+i1Un3NrRlpuGg46jbu3Som6UjRaHwj
8rWphIbRuFR5zcupx4skmIIaPG8BV1aAjAJ4nKtzNJTLmb6+cvCQ3p45Ssy4RBV3TOdje+ZGu7f6
zHGgsVLrZPYbN6s/qaXajD4F++Q3bZld7XFg3Cc6MHx7ryjHqGRvlERRgtiiGIQwgIzMFH/72bYv
S994z2T3ub+IMHyzi8SUnOOD1Jku0paw2u7V0J4mfFY6KyUzvI6oA6Ud7Y+WUjWdn3XGEW3R7uJk
ngg4BHDMloZcVZoWypaBZ7W3xiBJPPtSIKPhJ3qrPdz3T7dHh8XRV4W5B0g5h2dz2sNBT014kIKi
d8xLry/Zv5lSuh8R7O3OtWDYz+oZBFXV7Aiif/vyYBlPRXOO4gm1k7VlIzKaxva403O9TCcvm8J3
VcFLF4cjJAdlVrev95e6axCxJVrXVLyArK4NEro2s5fIWNl1mmeHET4/r9LqVLSTfokTwMH37cm3
bO1IXLhE6WDRpJAZ7GZrI1ND6KXGHxfIoD8lrTE+eRoMPDPKTwH8TPlrBZjjWol68c2l/evN1k1H
1tMNfgAdkk0iG+l5M9ATJP+zTfrKUULR1jcKFx/mtf0pY77jwohZ+T5Nhv6s6c0Ram3nEK9+wPa9
HRtFK0anD/qGJh7tETAkfSHeddZ0NOh0+wgRVNC64vcCaKX7vP6yk5Y5XuGVQ4DedRdAB2meVBfi
1vs7urcgvB0XkkoiXLHbAzuOll2LZggam5Z9OONo5nBACT713iygQRGCKjqtCcIVSba+XlDCf6w1
cxgCNUMyNdTMzC9HeArruVBPsXLIIrW3NEYJCRxYGTHfJiwTZTvVVq0OgZVF5YOr4Ejjvlre1yA1
T/d3Udu5hrLmBjcHfUBEqbbnwpBd0FYfwPwxskz0RQ/bz2bF+U5Ly1t8tICtC6rLc3mddcb8zzHc
Ox/dIbYKOm0DDEOgJbThTIW5es3m0H7nVEkaQ0FgzUe0z7v7IhUcIeEzqJHL//5TLEDfjWpQ3g+B
nvTtwyCgp5ra+HMS5d6Bc9opnBAnIhUGwQCYQErVa1OTcCOv0dgWtaq7S9tViNQplHTrNq3PTRu/
psxLXZHNmbi7qntyvaV/YmSrPfg+O5+H30EQQb2NhGD79jQzY7gDRHVBNeQeKqvJYvkQt9knUluD
ecXIeXOywztns8FkA4Su265qjBpcXaTRGExxMjw6rqBeKQRFNytUDta245EZHAB/jrsgb9y2O9Si
ApQ3jyIobQMlAmbEHpe0SAOkRvqA0UIgMr0qHpolXgKjSI6QlzuniTo31Thsy6xuc/IHm1HapHLp
tiSR+uTmxvcC8Z3fRXt4yXYcIukcIEhuGZXgLRy7gaKlVJMQGueyNs5Dn9Wfl7BJDkgBdtcD0Jwi
M/pJdITXR9ZqcjMmNxUBLFLLU7qM4znOE42iqVIffLmdMIVaDVQYzLsA8t7GYI3jlQUdGBFYdlx8
GZaufMpDz3jR9Ez3RY00VZlok1/05turUoC8KaVQl9KA2nkbF+AonCgQ5yIo8kYLGLkh1m2q9DzH
vXEQMOz6AMnmRy8OOA+ef72hkBvDt2TR+Wt7r7moWhFdizKtzlMWv/aVlf0mLL1/hy8qAmEvmT94
bnUdyI0OdnvPBxBWM2DOrDJYyY0v0gbXbdwqH4Nqhh3Pz5eOfpOq5dPXuDQBTMczVOn3n4WdRAI0
NPPDTFHS2zU2d8OcdTtfUpq6XtMndPyFgTCV7Ty7MzI7EwpkJyWEL+q+0b1rIj8sjXDoVkmc1/s9
M0o46NbAfpM/+bk9KS/GXKW/3beyd02IrOUBIhRjknxtxUmNxDJbVPCMPrLOYSgqf5mz5sOkV0cT
5ru7yLnhGaFwBLBhbcqL5nRA2UsEKBxDoKiFjNgmg6jOcEH+20+F+JKr5lEJYG99vFcgKTgxLm/X
2qhZaNZgV9UYQMwxcSiHrgrUwdY/DLl19CDvLZBCt8rplF2Gbd8ub5dQH+MZl6OJ2H20rT5JXhoY
pK0vxiRfqaiCLdfSx/yoM7R3J0CfUhbApfF6bGLMcZlNs4doIahV+OkjgvigFt1wGRJtPIMpPGLo
OLK3id9DLZyMOsVeUvdpoDYiPudNW13U2XMvkTCOWMX2vqKFsrzslIPs3ZJXSD4hMcyVCBQwbF+R
3EMhewjN4YwqeHLQJTmytTmmxsT4f6YDAwCCop/H2fKeypl6WDXHRxj9XVMUi2ktQ1JFC3F9OKPe
aGCIBABg1IX1pR/65BSLQj2DiH37DB8dXhAbtN1kTr0tSWTCU8ZK52xWSutdYbdzr3oLCsDjelzu
u5Q9xwUfDgKJEvtGY2G9Kh4gt7R0IQIGqUztXLKfQk4hHHnlvUNINsBph54J8PXGdcVZQqnddAlK
TTv5ZCq5TVfBSp9qx4w6WISXo/u997mkcCuzkOSuDDytF+YiEg9hTQRglgjtotqDeWlK9NjCadAP
Kh+7piS+AcHWnUEROrtRqS8hga46l+cM0dDPHIyBmoCVHpja+1ygc2mRUCQlc9xsYxu6OhrAiQi8
UHSPJbndq6IcqhXsLggsuc0zStd3C1aCoWtxY2iEgoopimtqFwhg2WKo/KSqs4M3bc8PgzL7X1ub
79QbleGmDgAG2AbyK6NM7rOjTO5ffc5gp6LGTpAyWvYLp55+HSwLwMupd8og8adsLE/rvhlSXBSl
jerfQmuZ4Ip6NzyICnb38ccYrhxsBm6zNmPleTqUI4eeCec0fdTyyHyKo65rr2oGxvT+Td41xhyW
xGpIDPLmWWmBeFXRXJMTiM4MfaO24qe5bxVSPQ0v7/+CNQAB8FPCUYQk93ppGgRWqsjSHzCU6oMd
jqiDTMZTlB9yd+2ti71DVgfMkxwJWFsKtdTRFGbswA7lUaAuYfuIJMiXWFTKAex4LzUg9yCFJEtH
xGcTfthL09plwg7WSF19VSaYBZxKzyTzdXIWfa/65aTkp2XKv97fzL1KBjKNsFDD3yKVRzeXILI9
JStGsix4tJdne0Tku7Lm6poOAob3QbGueWFOvzW1SP6APyl8biFHXE6wdWfnKq66q51Gxjc1HAr7
XW7H5b+DIeb/7v/I3e8gewP4cKhCtocZ/vE61TzeP08drdc0HkHX5kr0jyfSI/WSvceCHg0oCwCT
shex/uRWyWBq4/AolaEHQS3+4WJ3Mwz/OtgHVL2Ohqr3liahLUS6IBOAnK7t9aWW8JRMPO3ZDJtY
aadfTcmBXvXurySBTBTSQpO5J5SXa1Nc3ZhWJUuzmxRJBmSg2q9Qagv7lNTIifyCT5BPhQsdEONd
2/SrkgKDTGEQ+mlp+AAJQf9Q6olxQtgwPt8/HnvfDBSczLtArYA3XS9MCCeOzJEqsZAN/EhHw3oq
TepoRZQhrO2J/Nt9g3sfjcomVQPgWiQMG38nzKZ3jSQdYC8zlcco1yGELkW8cEn78OCR2nt2oZ6D
5YDCgUxN1osjmXeq2cRWJUzxkmV2rwSkg8I5+F47dmTHldExRhjpSW3eJUfv5rKArDawRiN+tIq5
OedhU/x5f+d2rYAJAIZDnnXTaWWipxAID1OLLLquuogq1h+jRB+96//PzuasU8EBmcgTGADNmvzZ
nWqgW3Fy0L+7lYsAAQAN2o8zTkN3m29YppcIDSHYoNaNeH6y82rS/KrOcUuiybM/1D6p/hrnqh0e
jCrXSEaGmGl7E1TJX+ha6cZZna3uUVMjJQ4Kes6DXya5g3vTnf5bW2qa4qtGnLz2SZnrQViXFBda
DULTD6LNSukGZ0P4IiyN5TQwR5tRZkjNR7cjlTi3VbZ8bue8PSKJ3rlwctwPlhgSEqpmmxLPaI9A
x0ykfCPXhTagSOZXw67Eg1mlJTT989F8096pIRzk3PyAk287CVlYml4NH0QAOW5a+OOotr7T1/VR
erwTEFKaY7KWUJqC2LbyoHdNkYpapdvTtgyi6aD+idbUoKoL7bq0JRx+pEUHR3XHmcipChrQFCDJ
7zYvwEJncTF6NlOF0+NhTKfspcOez3yA+fYQnnK4Jxs/MCIQha59yZBTVUEFu+e4ZhYFsCL7atAX
Pohl9r6WbAFIXk45zSdPz08Rbq3oQleikqZdoyp/gCwdU3+kOh7cv+J7hUYZttC6l3zePKJrO5bX
Z2anuz0M1MmgBrY7Rb+JHFXzU1km9t9NNzIL07RdNL4f27J/Rbx9/p7atqKdTS1D5+T+79n7joRv
lHVQO2IOYXMpQCzWKbBRXI5B7WqJNP0BROx/pdYfgaP3LMEHB3hLzlYwI7deeDOqkxouKKS7VMT+
FBrdLihms8kPERo9CLb3roT8luQQlMaYLl7byqYoyztD6QKtUxztvR45DmBGkSrVyYTaNnvxUsXN
fcj/pu/393PPyVBCxcvQUeGx2ASmc5e3nYbKbRBbKlIjc58juYM+z0fNi+wTk+nzL3xAGqIM2To0
RxmXXy81thTXVBRBGJHrma84igO1Msz+ta3XB2d3d20EmHKAn2rclnQhR/PazEarD6re7B+RcbJP
oRWLq7Dr4dGSHMj393L3xADkhQkO5ACtjvXSWqrCRLb4GLMT4XNcKQYSOp72ZMTaUZNjb2k0mKU4
OkUk4DRrUwKuol7AHMAIcWddBzGnp7h2kovThf3vCvYP4pYf92qDUGCil1qBLBkQUcof9JO7Ifob
YTllCqKgyXMqxOB6fj9Nz/VULpE/Ft30pVzM+W9DaXhYadzGL7aRlUcXZW+Lf/4Zm0tJfa4zI+rw
gWBbYMZncBO+YAs2lDj6hRcDdwfS5QdtwhYDEseGQBaHGRoI24ZTYpYaKM60uzTtZJ7vH5w9Xw4V
sLx/Uvhr+9Jr6pjCkUYGHM9Kdsp0fXxH6VX9476VHx5r+w0RAaYqQkFFIqI239A1225SpoEp2Mqx
z+mozRcjcZsA1D+jxrY7vrOMtHoXl+DzqmIyH40s6q8MmraFT/lr6i9tNjjMNFB0uYL9rj6XoWU9
9uTPB/H4D/T7zW+1JL087J8c9M17rcOiWEI3NjBa1vb/ZpEjrt1Sair9nt5koLZDM7nInE5cdT1r
P4PP9/6ITSO7oM2b/pXUhlagT+l2ddDWY3nwvfZOIU1M0kmNz0VSud7IsoY3SKMGDjS1dZJTM4bu
A5hN61vHuO2BU9mpWWAAEBIdBegftnTqFTXNLgpnLp5jkCBPRXTO0Co5LQnQHAiT/umZz36op+TI
e+4sknEnYMUQFDAYd3Pj22pZCOAo6Io2qs59M3HRrZSgLtCMyc0OPMzOOmGOZtwbD0PbdjuLasL3
OgqXWaQ0dE3fHiBXL83R8cemLt8D+9UvSab+qU9jd5Be7K5TUrxRh+e132J1nK5ifjRnPIky5QjS
xCrODdSWV1W4RxQMe16UKrzEUJOcQXAuf8tPXrRkcmk2tIaLXhrJQzMPul869eB7KVLHSu86Jy3s
xk+RgotRxgTpAWN+s6wTlmlhMvUL+RsJxNaThyCg4p7WF2J09fPi9s07nc61Xw6H7b799ZKygdiQ
shRbHV7HTRtQ+ZRhxaIpH60ysl6YAXOfvBH1FDVuM39ZZicooJL3HWN2zm4aHj0ZO7EVUdX//oYt
4tVlgIN0BDr5Wu/aPyaVprSN5sgrfAfl0zgl3qcuLbK35wDEpjSnuTfkOdtb24VerBQF8BHRidGH
cUN/DglbD6zsRAFytIGWFcUEqeGyPk4RJK0AiLGioerwOYrTKj01Zu98WMZZPYcxlZoDb7TzUjH7
K9uq1LZkv39tUVWTbgg7lc0043nxC69VK1+PPfPf+2/V3qX82c4mvmFkMEZQmVokHZD6Mk5FeG5q
kDdjMTYHLGC7S9JB+SBmQnK4DUhzLVoi1Rq4D7AiBikSCidmro8qkHunEP5V2GU4ioiMbApMtgF7
ZZ3yqQaTMD/SQxn7mtN5mNsmiPG1D8VsHw1j7e4iTD6S44x/b9s8rl3B1jn8qOhW5ZM6Q2jdW0iR
IaIQH7jv3aMoCwfgniGv3ObX2gJsou/pW9kVXOglasqav7j4Nwbu8iAqu+71F06IpCgymEcB8L85
iaMLj3Q0ETMZjVHALCvMU1pM/YuBfObjr5giPiNhAYK8HcnS5sVVZtmT0zrk7+J5roLGTd2zUxlH
g9t7XwwBK5jW+R+lavlK/vRAmC1M8poinVVTNb8PzRJ9Q9LDejeWWvj5/qr2zr2M5OWMOAQl2weX
PL53hlG2k9TU/cwIdf67AnfBwbnYXRBlMLJayOHI29cL6lWFUZOeF48qnnJB3aPxx6ytH8ZSDQ98
094RZLoEFDNcD/A3bk5EhErJpLk85HU+RBe41pWHvE2zz4sxtBdousIDx7F3pYEJsCjJYcM2rpfW
MooeoVZAgmBOTVAPqvcxjqbJd6l6nJPYiNHqXcLv97/a3n7yvaiGgkIiYtnExXaq1PWERkoQFZn7
mTH/EYHwoX4ORxjV75vai8h+MrXNSsidsyarKbWoblxMlyROlA955Si1b4+xd3J6q3g/OSXwSNyd
F9w3vvcxeTehMiV2oGS+OTdLnSZmrYDTltpB78k2P+ZWqwaqPi/vEz0+0mHfuwyAupgykJUe8O3r
b6mjlggr7Ags3FQZFjKt6aJ06ttpnRBZI72Ts2V4ym3414eC0H1U+mCIYu1Rc2tEbbJDWqe9c8l5
lNR0lCGAkq3XEodwOKH9xblchhmMzjyf05yScd9a+sXIDFQ9Yqip73+v3Q0EuEanBNgToNm10Uwv
9DTqKBMC3cuudY8MBSMhR821PSu4YI49JUlQH5tTEUIAYthJTmNjKmpgBOjLzH1YnO+vZe+OEa7C
WQL6nFRZns2fnPC0MINrCQ5+Ckfn1yQtJ5+hnjnyncz+lYBKjqkxKcrLot0AYyHfzwebgoZTu9Yl
taqCyRr3aOpr7zYRi+IZDcaYCUDWK5Kq7mk8qAwIKX0P07opAwGruNZFVjw6ThUd3N69qjFRAIgZ
CVbA5uYdo52nArxgghLZZDCayeJdcyWx35nKEp/HEBi/sdTWpVlSxe8zu0Stzgyviz4facnvrZxO
s5T3gCKOFtJ65f0oRj13xjGgrTT8Y5h5eiqAuqB+hgyFFqXmn28/O/CZSSURFI6ZB1jbmxwkNoYe
e6XeVw+OGVdn26zbr8KYxwNM9d5loDMqoRMwKNyqqCfh7Hojc23x1HqXyOuyLyMiqte3LwgSKqIs
iAMJJDcL0vI8NrSJUag61BW/1NIomBWX6FXxfmGWjdEcZtk4OZL8ZONDqnaMQd7B75XafeinVlj5
jRaKz/k8zgfdkx0fSQuBvjmwHWg8twX3Lusoj3mSSiy27IuRdqU/5/V4gSWtZZzBcU+0ZY9oCnce
VCntSfoEa7+UJVifDREOSe5q/Qj5gpJ+01PXeKhaMZyMrs3+m412YVI0+eSFg3FwUnYcGm09kIZ0
t0n9t530GvgD3TzmA4WS6Bc69/90orUe1DQ6iE5ujiTFIjn8KKd1TDmqt16hLRBNT5KYolucd6e5
AyhQ0XR9uX8kb+60tMLrxocDmkQzaG0lzpqS6n2OFTGMTzbImg8lUiEXgsOXWChv5jiX5iBkYAad
80L6tjYX5cbYipr6WhW77lVRhzZQhJkizqoZb71sNA4JDSChwoHwJmzDkJkOZlj1ddB40/BkesUS
dHNaPMO2dRSYyz+1KrBiitifRiXEvFJLZr0qtY8Kp4jqBpjDKLUkast3Wju7zKXiPYQgfH3YW5rH
muK3P3rTm7n8pHlyQkhQGSajwLg2X0DvVSUd4J8CwqMzlbLmpS7kbCmhWNCWDY2vdj4KUm7ugTRK
s1Ti93kKtmuu1RZZsSJqAql3dOqYSL9UCtqeRhJGl/tndNcUOTeANgrhHJ/1+uyFJ7ezjDpwFme5
dqmOb7EJ1uvWmQ8e2xtfxqoIHuCapFQuRXnWpqR+lQ24ow5UL5IteyPs/tTjcpj8qDaVT5XRW58Y
y4i/3F/hzl0HdCTxAjKLBBm7NtvwU9ox0upg0iroCmZBdBFV/S/so1wWyQ7PN3DptZURaV5SX85J
KfryaliKHriJq/n9GHnnX1iQxAjgwiiRbkVto9lRPDNkQbrq1C9GwSWlmmZDN3Tfzt7RoN4EhpPH
Dt707ZJ6St1xbtYQfCXF2W3S/6bBA5givKO+0p4lOZwHaR8Lopa/3jx4hj2FMkkV2NriPriAVvwm
9dR3IrXqtz4xHEL6V3wjcA8SNLo2FXFIlNGhMmLVyYiU86he3WX6H8quazdyXNt+kQDl8Cqpquxy
zna/ED0dKFIUxSBKlL7+rpqXe+w22hhgMBigeyxXiWHvtVfAXWpTcf737++T4x8DEQjesSigkfmo
tMQSYDNMzGVLx9zp2q4i5FcxarzzHiNM1qiiVG///ZEYDoDxBYTwz/k8AuIShg+IDFS7sB3ko2nN
rd/qCNnZB1mWXw3JP9vS//u8D5WCFwQvc0Y8aOaitBnVFDTcx+t56UgCv4auOyjdf+V0dHpFH28E
QBlY/BFuvD9iSiSu68yGWrZxIOUOmHjYCCAqF0ZsBkansbqkcKRoEp/HX+y8Pz8udKSn+BC0j1DB
Fx8+bsEykyuDE0zCauxc0C1plwmaj5mK6SHsF31exNgqf3+nf26Ok3gVEANaZOjoPprfVTGIK3qG
QQP+nWAOIYOjRx9Rx3CI+M+HGFYr/gGcAZMlPO795nAjKjOsZQxahc+e7ezX2mdkeBhMob7YHP+a
3L9/izAChbYEczuQLCBFfv8snuUi2PDJwMjcJoaoCVvyWgZj/ya8HKEIRFBwo+1Ap8b5yF6Bbo7L
tof0LMZdRdlbTnqYKpQpqLFfHHx/3hhoqlEW4qCA9KX8uHH1POqhT3N8DUHCHzjAuSZE1MrT39/r
n8cDJk3gRsDYGhABPKXefwHIi5xEV6Kw4WEMtTgLshrT4+rR9eo1Xqbyi/HhZx8KD0SfDqQAtOnT
MvsfsGBbc5NqIJxtmU/p3kACrm+QTZ5/5W342cc6CWih9YSJyR/oJvBtuWHhaIiPNYzHpk70NXim
tJaVpdfWBV8h+n/6G0LFgyYeHt3gBmHpfli1sHUKAblh1Za8o+ee+vE6HdfxLMfy2q1pFvR17OPg
CuqR9LFYCVSEMNOyV8RV7q3PK9uSvhpfuCzzCzvR8mKyPP+dDmP2pHSXIk2X03uhIobxlf6SjPPn
aYbfHgG6J3AWNg8fFSAFQcucpMxAhzvJog6qPrzTWyyOCcI3r6tiCi9ltiavaxRUXzSXn70qEBdO
7DQUf7B5fb8kVvhv+XJOUFpP6W/naXVdbVruWJk+G/B/v0IVP3scKEeQ32LieCIwv39cIllFQsNs
uyKp6KcMMn/mkIIBL4ikrN2QfgXufHJw/mtqVuDURBHzEdJnMk/lNAcGRh3xfN1NJqqBnqbnqly+
Mh3+5GLAo05dHjoA9F4fNleYdlPYIyyntZmZt32pndrJED3CkYIcfhSJLVtLGfsC2f9k7YBeAxQT
pygwzY9TmGgB4oBprW25oOTJplDqHSDUs/4iS9ZSAT+1/RszfDpECgzB/d8PsNP7+nCCo8IERnwa
AOFe+ABySktEacfYtOHi3Ct3KczUy8Ffmmjp4Ljmkmd4EkhkRMQLu19l/9XzP/v00C2AmgeYFbO1
03r7nxOtshuB8Nra1tC1f1XI26iLjnXnughoUzK+Pa7KLWdqLL6aOHyysk6p62hH8dXjZv7QUkBA
mEWTd7ZVZVC0Ol/obRzS7gKUBXH39y/500cBjcEQ+4RQfqTwTFBGY24ywgJGIsF42GhaO9D3moGB
4/33R32yP4H1nPxmyhMk+nE0OroIGn24b7QuRBzNYQvMMuFGzkDxjKZ12Nm4+6rR/fsjQaB6/wpL
niCNCRafSE4uMB3NS8LQDWZ50LAtWC9nm/n/qtOFU97/f0iwEd4/URf5yoOAGJDVt62lucFUaFq3
y6xPvjoUPv1wp72Jqe+/zlfvH7UENmIk7WHU2s/JC6ucuNxmFSCaemVgSIkqv/37C/xsQyBYBGA2
mlCcRB8+m+pyFW4MJqZd7FhNRjmeVzP7xWJmbiGBXo+FzapruCB8pe75pLYAVAEm6SmfA9OpD3Ux
PA6sTZgxLXF9DknhYBqYa/33LhGqNCAwJzbQaZT+4ZBd9eCSHG12S0P1fZRiu0qiiECuuU67v3+R
n2w6pPdhVAqEC/YcHwFQa9W40RltVE6QMAlvPt0uC7IiYHv7Fevnk0MU1Q8+FmZ5kCR/nNmnaxRb
sCqH1iSJs42PuL4wDvI/GAMF9ljCSeu5mxd5lKnsL7kDwe7vn/VP7tNpRIXnA+BCR4zN/36ZbmUx
F/LETcAP94j0XX7OM1A8HYzpwSQAaqIuL3cU9U8tp7w6oFr/Ksjwk50COSVaVhQh+B3+sBXj4eon
huj2dFjEPufpcrPoCvRkv2NDJc7+/ok/Wa3/opYQm2OrgBv5/gPDDt160uMDw7yiuxBj3j3NzrIv
nvLJZsRT/gWdwgyN9oc7QrioK1By4DMhQvhtDvu8rpJBX1WFUhc9gg/uUbMoVH3bV+fOZ0sKJR30
5jgMYH31sazz5dotJgQIQKPsrDOqbCXHKIkyvpxZZgPM1KK49Vsy7ovSi+e/f72fvUxIjTHMOs3T
AGC+/3pj3guiUmACPEo2HDnFq0ZZsYeT7e8w6OIverXPtirGPTjvQFZEGfvhZYLJk3aS4VDYsGx8
PVppj7Hs2fUG1P+LrfLnK8XUHU/BxCVG3fVRHDuWleGzhh1btZD1rssz0gyI0qjB2ssOsG5XLWUE
CiiCX+Tv32n058c8dVRo61OYBYF3+uGdakKt66iybZFRBP31XcZ2sQsMDlrkgIs6XOP0rNiWbFcE
c6l3YbH2BztL0u/7sUvrcNKG10E+JHAIDKD5mdNl+v7FL3n6rt8XhOD9AqBAEDoQQ5RH7998mVM+
sgVGosbT9SLeTjeR68faTV7CAKucLrf8HiP9tqLp0tWhz7Mzlpj/TGFDgwEeDyyOThp0jELe/xqw
lsgVpQ72V2OSn0/B/EYtorzWORX7CDaoO062r7DSPxc9pNontcjJnwpCnNOf/08tSrd4ZJRYqJyQ
SMN3webnqBbw0QwPYK/DEbKazMoPf//C/1wUqH1TjOlA68HU7GP/BlJZkQiHVtshgaTB8JE2fs7J
jeUi+wI9+Jex8P7dFmhOUxyXuIAxCfnwbt2KLVENsKIiwZQiyUiTYastSaq4jlS3HCcGV/ID8iH1
WCcLuDDNLHP/z2aCOdlVCYe5S7hl5VXpjBmaoHDz2xIbJFME5Vo+ww1XrXuED9OptjK0N+MskOn3
96/rz3eEd5PhC4ORxGmy+aFKAbN3JIJjUTouwiZd8qIBKyr4TcdOQC45D49/f94nrwfdCUoIgFzA
XT52Z0hOxo8vetMWPKU5/DBVdbfB8vDRZAu+ti8e9ufhBNIaekHMcHDw4j/er0DVc56tpkDKuQhH
fdXHCcneln5Bfj0sNIbyGqyXbKkD5PFObSACJE9mg+NkX2BuzvdiORlVr0aolxjzQ1uPYx53dRmO
3RUdGBByN3cEcEmwXSdumBG/UKnqSSuouGvgaAhhIEtZ3PJNdo+b21RchwUM6PeEZ91NQUp3uZRB
SNtxRD1Ua9FhjNyLBHaJYBDacQeWUYb0YgJuX7MELsuQXo7Yv7MZyq+18WpZ2X7rJEfcIwS09Dj0
wiV1P8K8vKmED6EJgx9cdYF8F8oRls34vJ8CXbqLGRVe92rA90RyQTzRGN6DFbxvExqS28T3kTqD
SxkyMWQkTAFQLC+/bQomSP+5vwIJAlAL2NZAqzB/eP+GQDCNuzgHbk0LVtUUuexNNtMB9slVtRNr
V+y+WBL4ee+3LBRIcBL+lxBxkiy8fx4CU/LIgt4NwrDoXm2q1W6C8dKtXOAs//dH/bm10JuiR4WP
EhoAdMTvH4UcAKoh8tRtvOjhQMqouyhW5HGid1wvIDv5qgH/d8b1/rNhkIdVhYPvdNN8xHaSaU3A
fQKDdyUZ0kzX2GwvMXfMHXr8D5cyScg/Fk68tEUFS+itWMd0aEYAM1tT5KQiT2Pplydc1Wyse0x/
yUVqTPRzVNroGpeLfnFTym+ZH4GjdIxu5TUsn9Ho65ku50PAYR+Hbiv2jelzHdZTzKoOrnZV9lzY
hL5myNl+1JGRpM7yIVO7gQpP683x7Nl0gxsbkGLUD5ksw0PIZfA2zWDIwVNiKZ874I9DbRi155jc
iq1l0pk7yoPwF7jmsPFWFeFbXawSBfvpbbzELnXPMH7Lj8L28a91RmRJm6cb+wf1nVG7yCPjpVYC
0b03W1cOmI5wXdx1s7DPiCjagKMHxA6NspCWXwx9VD5tENjRa2m7MKsHrFP1sLlu6W4LkqQTDA4s
30Qb01Bmt2SAj3hToezCxoNfwFGUlX9Opi6bmiDR82tgBmahzDJs3Y/YAvDghH0QfBkQVdm3DmSy
AagG6e9Ef4qdTiPirhf4NIW1k3Cvq6MZGOl+BDbx6AKO9lUiN2RqcpKuvHaQ/VxsrhqXW+e3YEcp
pmBfrO+PR/nJOB2VLKbk2LsQaXxY3wu2GdjAIH353KhjNFXiEsoQXjRmxR988bDTOfC/a/v0sAJX
LYoXSF9AjXy/maYJeonVZRECUEPReOGKfUncVySfP6hvp8nGKbcPN9MJwMuS94/B+D3VUPOFTcRl
F+xkSf0FkCayyyjO3drElX8gNHMX+awtzHNFmS61KMOAN5GM9FfMVmS7np74/oOjbENSCr7Nk0f4
R24mHARj5tcC+RMSZd1j4UQwgy+WVQY+5TnLXhaKjNvUpicpYKRho0CXTG5ncFLhsDiV2k+gEsQB
8t7VZNSzR/R7Ar7U0oFEQeXStXFl+qK2yhl+RhDbAGRLTWHcgFAykTuV8T7ZjTYeupp4RqJdP+RI
3bAQXOyijrhbM1uKvy2605FTCVuXSznSPYiK29wgTnKVtcvm4vcSMi0PVTIzseNBFd3hpCjkTky+
ujGx9d8GQtOt1oxk7KBHOr1mTKnb0unq+5wG2OIdsfjSF5pb33T5mH7Xagapk2nrromAor6mNonc
o5n77ZHEKnjrR5pfFzAVC6FKM3RpoozCtFQPqr8Mqgo2dL2QyAdPdTxe8K7z82UauvJ1NDpdkUhj
hnPbbZY2/dbpcB+a0r9h8Dedr8ZzEEJ6Ej26tJyyOnAjrB57Ot5giDTy1tMN8XC6LHtSO1eOSUPj
gl9BCo7VhWHa+ggxfHFEdADKO/hLY4YyjMSVNUKTkOgwQdDiDmit4MDZi3W7oGKQoIwjEKUp4Lnz
DfsBv2EMMsDRhS6j0NMOiB1SIhiXvabpCmFa6flDDn1M1M59ptGTdYhtrE1hetWSeehuqUTVcu9K
bb51PIQbNEUi4RMmfLKsPYmXNwmryQB0SC9/hqHd8rMR1sVb0wdD+eoZNQEqHkv7BvSH7BVg7fow
i6m87krkwDZrMFU/NvzyD94oBDjAgyN/m8aID00YpNVT6DfS7WzeEdWucosK0IZIDJtelijkGSyU
TM1aEHrjItnFjZ+gIqqRXEw5ODmJZ/WQr5V9HofS/pwDEa47MOLVNfhlGDokLMouh03HfVs5PSS1
0RD/gpgYhEFb2ZHvzRDAL8rACyLZY7ZY/JSTWH+hiS/wo3XskulclBnE2ZuI3G80FdLsutJvTxlU
K+tTkVBEmCKMPbANk2YJLpfVZLopupLzdmZFfgf/FvbgoIbMLrIe316N/vkkmzOWwYZU5mw4YB/R
e5PMJfLEpNkmjjtxmi/hzTxUx4ym49LMzOd+d9LadfUycSF3Uuf4zTu5zsm5tF6+Ig7X+loXRXDo
+IQEAfjUdP8wL8n1uJRaIPpIha8ZaK1FPSQJvXML0pYhdojTFhsCbWGwZPY2DTIRN3m3Jr9mI4qp
Th2UOrWHW8t13JUGS7SfxQOFFDk+wGhKXPQzKbPLIiIgRtI1VeE5kjLSrOG8ZxmvqSxk3GSImL1M
Ko3wpcDH2K++5/eSnOA132/+kSBBjYDUS3NVD6Rf5qby4F35JFYadUiUIiBnhKbsOkdDRM/IzNQN
VPn5dyWXwtTThjiX5pRWZfbwsnFznRgsqmPKk/6WBilFWZ44VbzYnsaHYWFoojI6JE3HcupuHIkF
u4sR8Ksby80oYE2LEW6N1igq22Ca/X2RxKZs4UBTTrB0Vf6hwOBBNlPSEZByaCnGOkeo+VxHnjOx
D4zsIGgqSbdd2HQx4jhsKf8RELSt54LTcd0h8KcL97qEf2kDInNRtQRf2VaX3lOkRa3Bco/805Ny
N2X9NbzJwSSJ4Wmjj5Cc5oodOFFjV490q4armeb0NyYVRbEDkX9N9kHqYCxQiDX87hdMdWs4mixZ
a6I++YmOG7XQuPLksDnAjs3JyPAWjiQDabQiEzg5xVKA4h1zAaQxzabwGARjRbEVt2Rp+AaZzlWM
Zafwp2V1r7q4uJmLKP1GWbWws02pJb+FHNiJvR6rbthLocO7tc+29eRdKW+KpcM7QTpQh5gUJjYs
61iocx5nw/fwZC/TIKHU3aXzUHYHpNlKf1xnL10djEP0vA1mwtEc++44w+Izw7wiHl+B2aUzzKXk
8tyvMDevl62YJoTAISh6MQm2ywgNit4PaV/ezSZCfIuPpiJrQSTeyp1wIObUgmUeD7ey/G28ywy4
B1o+Y1uGc43cl0CcLzEJf/B00+q4uSG6Q6pG4nbcjvmxh8OeOighbIkvaTT3JM9RPYYmzre7xXB6
EaBERWVB8FqohZf2eUGVeAxYEFpciHb4zvw8xrXSKvwH+loW14Ss05UhWObt4uHvdYSplR3B/E8z
ts+6qjrL/bxBsIS0WlNbESIsp1umuWoUiD+tk9CPtODFmfSi6swES3muvAbDS/cneKxav+n5xAev
oml6AT9guhFdtOKuNAb+jr0joTqOkcKNiaQx9oYqM0XwfFSNY1PMICsfFzZ3rEmRB65QHUTBEWVq
BhkVVv0mDojgG3sIdplL4Q+4jnCYz7hKEQE9Jc/GaJyFbHPsJ3i7NK4DnQp6rh1b43pMZiFvibbQ
A47bHOsrXsLe5GlD6c0uR0xUuhrTla1C8KXkJ/JLF930WzRUdZ4MxO1WbOu5oXMkEnQGUwkdr9hW
U+fziuGPW+JxByraZoF2WLuekZSvXSuKcXgOBeek7vWobmzQF99dOuCv8Zxm8APyZr1RHOqIhlKc
VHvFKl7V4BHwFxZwdYeJcjrt5j4q/B5+qkuMyJp+4g0uJwLT+0JBLDLmS8wbtOJmLxRdAULQuAvr
ufRYHcZmy5WK9DaDxeOj5TKKPDrFk/wkbTKlyT1CuwGbR1SR+yCInGwoGDXfPeVV0s46JPCBVyFe
0xoacx3pMSwOCzPMHFUG8cQLYwyVXMFd9mJ5GEwNsi2L13ID+tHGmYB3VBE7Ap82JugVvN5JWQNE
dstV1qWuqDf8VFAER+AX1RQHovZjnAD4oCxI19aN5YJrRYUczTvSO3GPGnzyhg6xvyncyhH7RcL8
Fo1VeW5jtwSNxNN+Ir2UwvaYwqHDJiIR+5TH2ImaIQL60FMXs30I5LyqiTLkBygEEPuihAu7h6JX
NtmpPFEvPCrEUPN0ji6rfN7wWoYoee4AMMDeLOiDM1gSBWXr4jlNDjjL9WVxMkmo9RqFvwAYZMin
9A6lwFKSVnuBsilMSEfOfLmwsOE660yjsiXjLbwrop9QKASnt0EjLN0o6dueJKXbw9NF3idjRpEh
usarqpOK6a2OoVj/BkUs7o3epmBHRwLpB7gl5Ng1I+XlcpHggOIX5cz9iL1swTWBhV5x3AYwset1
0YbssSWNboZ82q5SaWPSlo6KtWYgyeFeLVIDYAMEs6URs1PdwUGm7KDD0JiVc5shR5i6cj5jcRAV
+2iU8UsmAQMfYPiDTaB9GN6hPWL9rohkWV12PTIZ65CI5UokWd+fiwiXVa0SBvdZgqnJQ2hNNO06
t4Xfkblmwj2hsTEHLhb9UoQeoyT0EPQ2W9BINbqDEVydVYtCsKpdMTKYQgQt0VyWR1TWCcTogEqH
A4CrIG81JqYhzNoT7F3Z4b7ZY14TdHV+MmtDwA8ys9HMjTmyFXVs6xQ9B9Aq5CEYFHkQoTSI1rCP
pMrw/VhYDL1aCocfLM5uLZvQdSUKSpl962086UYgJQiHEZY1rnLAJ5fGa3in2dCCpBVjWBUApSj0
WvfxZK+kF/1c66HYwNHLrVBNabBum3wTWbJPKRCEmmQVGON49xBu4cl0rtWi3D+Ws1zi6BmqZ567
MkIFaVLCauTm5PxA8gWEP0x2VIkyDHmcdQ9a8xMK5xSFWprPZa0XmvxQEv5hdYz8KLsvA634Yyl9
hYkGHNGKOstmP0PBpwDtD1Uhdq5IersbwS3MahDRlWoGyHhwnFUV4kfMFgz2IBhLj1viOT4G/Kai
w5D1Q9okI0ds0ZbIfmugTPRRk0g332Zbt8BlDnyLX5rSXKAjYMWlGTWSU2JZygJXICypbgmO8TeX
TbhBONblVvdbvl3iZEBZnYwGpQkSfuNfsu/InRmkfrXbEAyXST+vAdzlMr9bugTWNSfFCml4VfRP
4byuupnJEueYKpXVBadrdoc3EiWNQRuwh+YiLnZMzv6Z8hU8lx6MtahJZ5Lwxme0uIhhuJJjc4Xq
KltWXO6GlZJBy4bJaEuWPBUotlTQchO4tamsyX/n2ZZVF5mauucOwSN4+272r85hOtX2U2B+jmkF
WCua0+I8GtM5bkqbJLc+iVYJxE+LS9+HFmTOvlOP6UhRZs6U4zUvE8KTmlwjg742STxMjfSKXMQa
RnTNAoFp0jLfDaKZqe4eZvgIa/BdDSgvrGKuu1CdWwhya/JlrIFrTg9m9Nm2m22Xjkd4y2e/uoKl
fcsmhXY8jxZanK0Qgo2tZfm01KavgqdNxmZsMgCG4yEelNvnsRvKOpM5ZLT4G0DFhhCdgJ2H0dVb
MXuObVcp1mJ5pv/g6iPfu4DDPMp45RAfjvN8QNg7mX5menLxVTFswu6Sasp/eUxJkBy6KYFOGoVp
bXvOeLtUHIhbj2QghWt7wF/ZEsSS/YyCLf7hNMUyDjk/GRNAA2AxIWHrr5Ww7kj5lCvYk8AGppmB
ib2YIAW9EmnwAzZaKAMcjNalTzCJLH8X0Zoh1yKayq7ls7fF5TKk0510efcGs7ZctGwObV8DuLXb
cUPW3i9kAUznJSquCsmjofgRhX244P5lwBScKd1DrBZGz6YQYruzkiQLNmDo5e9hiRe+61GY9QBC
ZfLqpZi/u4KPQYOIk1ABhBkqgDBiMf7spHVTdaa2VNfZnM66caUr7gKTYUoCx+gURFgCMzvc3GS8
FKircLiMJj5AxYI0VqlpUtTwIGK/BSIFuhoqAfhyS7DPf04INvrHcdv1aKN6KVqQplyPdobjLsLy
R/6cX04dT+e7WbeoygQHruj09VKQFG8DQXjAhIo5xjgBX/myD/WcvYZqxpAgr/g81Qkbi7HmOGfk
zvgw+63zHP3EzE4jT3guoO/mDLRmrC/83oO0yzOEJ5Q1FAXUQ+BVMKEw8MGZxoCmrKF5M7icZ4fp
bA/TijohCzJtLUr8Zz3oBNHtfnY/A0n1tdCM/hj6kbz4lbFvDtUysGq4QD/pCHbNDZF0e1qRYY7P
lwZQsoq0XOsEviG0iQW4gQV6M1ZHjMZXZkWPA7EpZJu71Uf0MCNz+d6s43S/lgxwi1WW92imNa5F
AwDatUGHG6KBs7d6LAtErNYpHf0dzmtgCNwHy3cVpONvrZZRQa7ECtPMW9rLeoN13x0MvZIH4kh/
jm7A/c62KbnvsIN+eTWCuCcAnYxo+UNAt1WX5JAH6TBfagIP3bIO0YMi1z5dyyeNznCuO8AN36PI
jl0LVkvBd1rlKL/hd2wxWck2cwscZxWorSc+NxjKSHOXoQVlx6TaoA3g8ZC8mS6Xty6O5+9Vr/r5
Uq+iXDCaXIqsDnVO1SUzXSl3aL/hh+2rZWyZ1dV43mN08JMB6r+okAUpjzCVLO7gVXYymMPYUTWw
/irtDvXLcL15Nd+Rfub/QGW+XMD7jnRNOnXJE5v6aq2llACQHUa5V4XdRor0phzWwSBw9ba2TmYv
w+AdwQma48hZ1ny+WSsB9D9KA2nOcBSr/ZQOXVDnMcFh7nGfYUQWjkHYDDiz77YI1zaUzROwSTDj
Mng6hdEIoJRTeR/lxq1HoBvpw4ZqGVO/GY3zzkdIVqopIPgNiKPw5/MAzLQRLLRYPiYAjD8MiMCr
uVll1HRlUIndOiV+aIwT8D2LQbK7ESaB4xetqr68TjFC/C2QiPs0ajS82IunSrpb+/KckmHhKNlC
vdxhNwAcQlyOu7aUSwMv6nwZGlHBJ7fpe5M8ZemI6cWErIjT/CWQ0aXukunYAcgg9WIg1z2shm56
R5gsBFrqyGPouWzqx7J69gRS7qhb+PFR3pIuQ5KANS5FYYA5+m+yLP5y1fP2U/Q4U6/CMVqwQ6H9
ng4ohedjto2xPVu1CM7yNaQOg6Hckf2wVJU8WNQv3yvv0csmaov3iiR6aIdU8zvkyAY3aaHSB4tZ
Kqudzos7KJaHN82WgO1kX2SqtkGMH+lX5JI3eTZLtIZLSgAF+BVXh0HfmDUJDvK+7SZy4hrb6ZQq
KdfpG4pa/tK5EhdjQQJFsf9LzLFA/XVnwEY2B41rgg3S9xzdVrGGCjaMoYRBRq9RKFQZ+0GSObP1
NIOgBV8xTwUmMrEdamjWR1+DSh8/oTzJ71PhC9s4UfojHVVU1arIgnMxr1N6seR6OZ/d4NiZWOPu
adgAJF128HnUewqLXoZaf0aLkiYqe9vQuHS7DEA3rgcOwOpsKkpSNStG/0+wA8r4HuqzMWudWHW3
xxCX3oExJZCrEgGcUmNUHcCdd2+Z9sWV8UGPIVsfh+cg9/MREyaDjdAPVX8ZYZ411fHcs9sgjnC3
GzdbvpOTJN8p+H+q1rPBwYgkZ2jCSrGlQx2inHog6xyhjBSyn3b5TOzLJiQ4sEbh1KhhuWieIFwM
fnAsgB8TmA1dg5kFeU37mN/YCRVEsy06wXwcpi4HtxlgfB1T0u3mnFqkHs6DOArpArqPQhscSxx8
+Q4OKals7VwQedZbsQ1NjvCEoVYsx8VjbRZdpunkih3cCVB7oQuGhDkuWLevTEzHpjM6Ot8A1GO+
MGp34JiMZbXrPErXfJiXEiC7niTwszzFRY3TFtUGBbuvwvGzYlhc8avCjBXKo2yLfw7gZPwzpjB+
bfpIRKgJJjhaVJTh0HZwjm8wfrNFXY3E3CzDxqIWO2Mo4OKxIuovrdyaHvJIhBRNRLe9TEm2hE2/
5mPSTgEwH1QTkeNNMfr0ZRTgdF90iF+KawOiydUarFXU6GqIbubt1Gbi8Mm6C3BNx0eCaJATqSSO
7jMU0rbGSA1j3UH0x/lU9DQwHQseCg0jERhl8fhGoNuRdyQetp8DSA/l+ZhK91QyRm9zXe4ZVaE9
80HUGaDtJgYukK59CrpBVV1N1bq8YmRRqjNopIYLNET6ZyAoTgbjY/wf/RDEt9uy2Qq15TyBK4p2
4EbhKkJSVbkBuyUoIgDqFKlAy9kn3e7UcM8tVX3Z4mClFcCbxemzEWQvoEdKwPxiRSa8uDQi6XBY
pgu/XlPi3zSu7fsEL4eByzXFv8eyQ9V7csu7nJJq9Ad8xvEm5VyhjOWeAClP8GchQ3hWDSti0L82
UQm0owWWeY2oixS62GEGJxAv9i5ZCLB9QPvZt9wXqCBiQ9gPcCNg9zTB+ZPXBSw6qisMeAH6lTIF
QIV8myxsV6zQDMe3CCBoAs/E3HSSDmE95vAMQ/J7PtHdKPX0mFbIDLtwGGzY3Sogn0M7nEOdq/JN
ITEEydjf/4+5M1uOG8my7a+U5XMjG/NwrasfgEAMDDI4SqT0AtNAYZ4dgANffxdU2beTIRrZ6qdb
ViZLGUWCQDh8OGfvtVGT5M12Vjhjh+qUsdjoXRIvO4+i+wfs0cZaNrY4ucwjLaf9TNVq8EWf4yVL
Oi1GYxQ7pennmetSA1JYO1ge7LgKzaUCKsimTyu26ZIjhQxVd/DU1jfaaba2oyFK5VRSeybYtskL
0Tw3SdclJxm7E9kFfZqz4SHH0piZRVM918OikAoClDFG0tmdhpT29BzYvdEOH9qhbZcdG5gmVvws
MtA2eRLxJmA6PVHudSFNFxq9niOR8uPSZh4MnVarsjsjttsx8lXwogUI0bk1HkzCd6tTWylSpRDD
omPue9XGVkWsps4uu1IV5VFNyqk8ZHJqnfX7yrQ+JvAqhntbGxe2Woq7uPUzAaM6WxvaflxDNB5O
Bn+oFWvimL9Mqra3ZK5PV61JEZ2OQTNWPwBZj0sd0E7mILbtGjuOfkTe4pAfbWZ9cewr4nEfc5JX
xHdXY+08qW4d2YEEPC8/0m7p1IdytNkLBZFnl9qnWmks1d4WBT3CfaSNI03l3ljc5bsi61XQw3Yu
+VIhnc13XKajmxivcdwzSyLhBE+Gqai83JoT69TLcpDCAPLdzuxBPdUIFKjA0FGB8pDzdDBP9INj
7UdrGZT70tJrdhrD1Fg0S6Kxm5E4C7XllbLQXbhf7dawna+D7eaO2KX0SePEN6WdNT0VqNQsnxqX
Vea7x9E1CqUrjfQo07QQ19bcAscO8L2B/E4cGTlH2WHZ2KXGOJaXKid0c+eSsDGFBaXz5dZu+P1r
X3VpFYDwJ8Hve5zGsniwE1WRn6NZsmzQK5m9fcf45tZsLfd2lMWH8aCJkSUzUXVaKZTXpu5iVgag
znbv5OO+LyeyRERVpBNL5dBnJwRRSbutJ2eoL7pFXbJwtEoj/wzZI2o55/ZuF1L1NNV9h9Rk8bNq
XrSNocylQy+DYkswW2blPuW8MXcwATN52c8Wp5lFZX0NhRRgEeA9z5+GWCbPnVy07mAzCeQbaebR
JyXuatWPlXH6AGUz1rdS9fK7tC6Nwcc9XxCyxPJnhlDM8vpz3OeRw1nL8OQ+bvhHAevGHB1iXpfv
g9Vm1kZF6zzvEGZqHzAgUWOyqNl7/uBRh/Mx1Sg3dFLjYpO72fJ5bp36Dj+09jC7sepwYOrTsG+T
tKKJwB7RT1rstj4tlOSq4ux940LvQMhs9qXlR3aUfBZ93GvBaHVi9MummZ9KfZknNrKjqm60QW+/
zUDJn6YhlxcKm/0CWUxtH4Ye4D2HNDtUDN4LQi7zg5FlLZoBsVzSBhqLsI5H81jz9kz+og+0b5o5
IqDXTKf8snAIyZw4NnCMNJqm9MdEb8gIoDFOZ54i0Ndy0eRDUzcO5VOnGKtNWyBv3ywJnd+7jBnx
QVW6npo0DFPCISwnmelrGIgQCs1G9JHwdB/S1kI0nddj94TuyL2L8lLLt3EVOc5dTfL3Y0ugJYId
U1rfvXrMZ4oxVj9votkqq8CaZB52sSdXtkPuQGoGGlYEkyQF97IX2gSuo2jLw6hOyX5CzFxfWViZ
Uo7UFsu311XUMsDJ0a8BNkntZ9LV5BLTulUEzRBlMbXnnvxeFv6KxmcbOabfWk73uY1Zm0I5l+g5
Mo7urMa5R/LtsETznrJWbG56ty+TI2oqpSTZMC2LMI2W4cOCTKAPOUbOX0tbS74Bsnddf0oseSwB
P43buW3Tz52YkCu7SZLdiMZMaV3qbo1ucV4EXRahd0fOSxxfwfB7V6u9IQ600k5EgNKHPgzNVbq9
YqxIPmhKcld9Akd7FquxMBW/jRZxnyScjH2yuIDnO+x0uo0pZ3kjMmNseCTSUv2EGWjx484pmPE0
D8FVPPZM554HWn2nUdJ8pLGP8mHMgVIHDEsK19mSNsdYssUKR6w7I5PbGkpoLWn7KW8N80H1ZFT4
TPuMG72fhX6pNF2X+iqdoKc47u2CM16PpLvuu8zdMhm5yZYw1WQ7qI0yBA7NK21baF5/a/Xxsmr/
LP2qjjv7BrQOmNeyZhL3lSV35zBJ5/kmRZp7b6RtWx47z66TMDLHLA5aRAcijKwodun1sMnYuh1d
8bWEQFl/tIa4oZapWe1W08us3A6N6VH/4QBIEVbIMRhmbfhcsfaaQaHBwXnEYlEtm1ZF+0bdLXHi
UE28FEq6Y/RHOilz/aRli5uGi6m4X5y6d42gbSs5hrzc0BOysirJd5e9Zx5atRZXoyTlKoCERJXd
LcvqQq8VStiJxkluywZB/9haY/fMHEpzK0/VtVhEZVvl+Ck1N+gywqA/ZFm37DOkFAU1WIXWLPKg
/EOXdNaDJgETHzXWu9ul1Gz2A2+LNH/RlaEWB6vkQj1S2dOdQ4+qQswDmyrqsE3WbUuZWIcxe/cq
51ZYIL/gjiCAQ6bzYB6dKeE5pLR2uVRu0DTUoJ2CT9+qNbRPOZoOORtxkEIjf+fWftHnrRf9KQfF
kUlFcf363+T3Q6yxEkVgqU1Sho9wkuv7moiBXUkL//cvRWoyYl3oUawq54YtCDxaMeeNEzQaugLD
TcUutvNhl2ht9Q6r5FxVu/KS15T2n6EQkOjOFHrJ1FS8dqMbRFlT+XlEWkLulOluzjLbb4blPRPD
KwNkFQyTSQ3eDGXg2UeXz80SISHx0A/M+qFYRnlwmUjfeYCv3RWKZjytOvjTXwYIZvbSyWXmBUj4
CJydUIAbkZZvitGi7Zt11jtyylfGhkaOu85GHrcEnfqXY0NHId73OPwDz26/pqaab+IJjXk61O/h
QV57fqARoVUxsTMaz1SiWOTaplVSL6AC0t0jCHCuCra97zy/Xwx767Dw8OkxImz4Cuc+3cbqLE6H
fEyKoIhf541+hWpD23SuYlyPrTsGWZFEd60ttY90FodQRyNz/9tzCR4fNN8mayaOmvVR/O2F42jn
YNPgofYd0vkg9ZCqoNIyjN/NKtEwd61D0qVyR/qzcXYhPUtwchN4ikvXGU2fiAH0ZJPa6I/L1LyH
7fx1qBhAIOlpIb1lnvTOXjgl0XpaJxzhlSSXX+mf0NycYSI8YbRL38uYPjdsrHe2enVtY8XOc4cv
H2GW9VpEm4OCl6O5V41TfWnpUm/Z1Xyj+lUG+CvMTR6P0ztWnl8naK67Ejp4/1ZJ89l1bel2Cht6
3gdrtLYNcV1BO5jOtvSaZqPE9hyoWqlt3x4vr94sicWMGcTGGHBe3ixiEmm2OX0lQTEDLztSdzR+
81YSOOgLM29DXWtRkgL3/+3Xn9tdg0RWf62DA+jllSuzJSColF4QGUv5sVDK6m42Ckqpk5zK67fv
8tcJAAsvxON1/WM9OgfHpEafNWPrca0qdnfqNLc7baGP8PZVXhulFidarEW8/9o5fYBjeUQZ1WEC
lVaHY7imbzVU5XFGH//OCvTaWLF0nF+YSZ21F/Ty4S2517cOBKbAQ611kmKOTiban08aPAY1XCoz
mnw2AZkVvn2Lrz1I+HekoJGoiI12fQR/m16UTKX+OXCyXSa9/FzosVVuCk8Y0+bt65xbZdd3EGOl
g6HTgj1mnK0NvaKRfTDbHlYCrIIgYHnjMqFt6Ehgn0TAQPjMYH3vEEGeJsP93ajK9fJM45ZD5xIu
6nn0+zDqtGdpLgcRkOzABNbuZ7pD4NyUwTZUxXsEvtdGDszGlcVqULc/52smQDiyGRtr4A7quCUD
5jYiNGhDPpr7ziL13pXOHiwE0SWdWx5sbNdWWJQagQ9ZHm3KtjEPb3+Gr15qzWjVwVaAGzt7wSln
RXEXmV5gKqn5FVAFSehG2nxs0uS9jPJfty5rtPZ/X+psMWKDYQ80mrxgTDxg1Tp5ojH1s5CMbwtB
JtmSb9/a+aypW2xcVqKD+pPwbJ1dj8MNMLchH8JJmbQd7iOJNGv2tvmaHWAYctw6MSUcYy76d2ay
84f688qAgfAUrqvuuXcx0wc8jbo+hG6fuz/KuvYOOd1fwPha/c47+NqlICaqzM3QBi3zbI6xAe8X
s1AHTLOj+wNJvRlgi3gQY6e8d0w4//zWu8IutvKB1zSG8/etKIZOT2NUrIohr+i4aB+7cup8mhP2
XeEW77nizmdPLreacyHFoFkEeHl2Z5oYCD5xvTGUSopG0nZ31k/TBB4KmqZ1ze9B9+6dT+58Slsv
ynTCvsxcD3re2SY0tcZWODXKTJcm55qYk+9HUCQfOrzCW3YcVkiRp75Ihtb9ksxyuv/tIcuWhk+R
45HBPZ+9+GNME62bSxGWcyd2It/W9Z1RxsNNmbhWSKu1RjJSv3fTr4whnPkeaDMP7iGuqZfrxTiw
meciIsy7jD6NrStLwA7V/hF3KVqCt2/xtY91deOb7grAZTC9vFg7IAxhbyYwShlp4JX2dKq7pL+J
tDnZihaxmdLU6jsfq/bK2MUyBaYV/CDhHuek8iJ1YjXOG4ESvdNPOmVbui6uLb4Wovb27ThND06y
5BeZ6PVbTnjFI0VhI2xx7Lbk39Aqi7wypTKFXSOM6sjwNcLF39tBv/pbolBbAYJoTM+HvOSQTqp0
hihZxaDXCnfxGSXWviuUft/ZVvHt7c/itdHuYHXBkI52QT3f3WH2rErDnobQQBWtoEFUiig0UDQh
lpHVkSzVdIN7KTrmadHvI5gX4/bt3+An9eHvrrX1hWNvZJN0DxQZCcXL4dBR5NTXBKMwb+zySNmt
3Drkn++dOM03TT8vQd0L66pXlya0ihoZN59w2A5DTisFgdPbv85rg5OoGZd9NrAI8xzFg4A/jmqd
FvMyJeWxnMV8O6qYK5TE+po3sUOPSbbvjM3Xrgnygb0vkFhWq7NlaipUdVGmWIQ4g7LAnPVxbUUJ
5zab3TH3ad5RTSgj03ln5Xj1uoQFrKRKZAnniWgaXfAlocxGeLlh0z8Q1QqOHcghpZuSYJtV1GSb
5a35zkf+6nWBG66zHEbu80+8FolMB6sSoaoXxt7JcttGViyyY4TrezPWs0ZTBDPZO/PO+hjPBxqv
FksYQGwAjuu78LdN8YS8d9ANnB4AM8cPaSr7jT7Y1oe3B9ArbxTBPtjGeYHhRZ5zBNCSFpbwlj60
uzoLPahDB2wBiCj6+Ae25THodakHbA0MeP6DcXj76q88WtyaKgGepoZq73zfwT5h7nItYSgVmX3M
bFTzLplMO3aofSgqHX5A278HzHll0uKiVFPYFawu9rPxy0oGadZjzRoGesiQU1idZ4rquROlgWNN
4++/o6CO9HWRJnVZPV8j3X4FLtuuCM1iVo693Xe3CcreeqvijUwDtRDxdvac+eb3ny0nf7Z0PFid
KOaX40fgmLBQ04tQGRaxm2ut3AurUUNctu6Njl4dg2A33/4vLmpS3tBBo6x755cXbco+VQuLldnO
k/ooTerenWsp3+KmkTu10k8E6875O2/KK9sBtgEMYZ3nqEPgf3nROcocuzAjEdZR2VPkNoZ7QcZm
wfrQYUF9+w5f2aQTbIGbmlHLxc4P/aNAQTiMExuuGW+xgX3swpoW416hj+kL3NuBAaN7K/Kle3r7
yr+Ej7L00AglQXYFZ62Rty/vU60WlvjZQ09EpYD+xNyeWpqQPzBgzNukMYhHNZrO+uY2UYN3HY0y
Yg5FVy8Kgr8/0I1BkKhPVbJB1YRf4O3f7rW3inWZF4siJYeIsw/BGidVYeZmXXQRq7lkpWMeiu0r
OuOqH8Xj75L9fj4MatdUYNmTkZXx8mHMias5bcuRJRmoWVsCeoFOcXKX6kL//QVg5QOjG7VWevF5
GA69IqNP8IOFERrzHVvejxVv+Y4JhrOL11nXnl7m4e8/TgJx4d6B0Cd/5+xFwtJW24i4h9Aqa2oF
WjVcT2k1h16EsMQk6+3u7eu9NhPD2HM9g82cSwrUy8fpViq5m3M1hqMZqXuZDBoe+l58wP2owZ4u
o5Nd1/l7dYPXBg0gU3JcQF6u1MSXVx3TxJtiPAVhNVhGYHstyrIiVTYIA5UVSWC880m+MlMYKIRN
g8+TMJDz6zUuMzBt5ym05ji/aqy0e+x0c95RT8s/vf1AX7k1KuWg4Lg/Sr72+vW/Ld/WQq1zWbKJ
NiTyS8dtHWzENgZEZUD8DSp+eWdb9soFTVzWLOL0+la238sLVrWJAwWzRJi3cbSt7Om5NFN9T1Ra
A/2obt4ZoK88SnCacH3p8MKUOD8W0Ugf6PuqU9gzaYUo+/IdugYTdbn9Hjz8J9XtbCu07oNIQAPz
RTX5bOKzE6RjdiplKLJk3lsG1II2VYbbbMi0jT2JnuOnWt2kQ69e9A3+Gqv3lmt1GuLPKSTsr7i6
TQgHRrcf10AWx7Ci+zjqhpPLoe+C8ZDtK0ws+zjOxXt4stcODPgUOKRSdLR+DblaNIMITfRvodX1
NRKhCCOWpUvrSERd9Vij5GAXO8v4yWM9PtRtCncEqZDyLIw6xRQCEKDfvD02X1nD6AbQJtPY6zg0
sF4OFVWpAaN2DBXNFgpio9Jd6UsjVBYUXY1m5vtF8XrMlbXxzgHutStTm6eQTS8CUtH5NGMN5MEn
sQwz1flO4ITJhn0RJxzlVqgJvXi0+zH1p94b3tlpvjJcaYHQV+LIxnDV9Ze3HOP+qkSjyRAoeoK8
zM59MgKN0GrH92K4X5lKoWyv16EWDt/k7B4NUcQGy6GE2RCt4nxzKncodSQ9XIm4cV66vdPq4zs3
+Mrrv840RFCwMVD18xr6rFlDl9cY25sZwomKIhatNriO/TLJihkAtEcTvD2MfnmmjGY2mNbam6Cc
d35CofVfa9IdZt6+tD/1WlLt9Nqcdkgpf7cvqHMpBiyECnYx7i95dE1WjHbmwMFYRZcXeO9SPx9d
dEZUtN/ZyLx2V5CmDD5BF2jN+Wpfac2cubYyh1iBqdCXnTkEFqKVBJnSVIRvP8J1GX8xswERpDAJ
JZ0CK8LbszfRxSaDEhZsQopc+oQCm1b/stQAWN6+zis3xdzDgUfn+fE/7+Xw12KgB3FrzGExwkEw
8XzhfyHnN/bq9svbl/pl+K9cRJutMTM2R4+fbMu/LXx27oEgWAvm2FbbvRj6JuxxV27EoMxbSt/z
o6oV0/bti752f5TnjBUny0ngPAwrgZGHWVVDdIR8DW6Gnt5VMzU7RyCO/d9cyiCCYL059kovH6WN
701DtbjqmwQptVaPagn+HJJ4z/lXP+7fv8n/Ez/XN/8aCP1//gd//1Y3M4ivRJz99T+v0m9d3dc/
xH+s3/b//tnLb/rP6+a5uhfd87O4+tKc/8sX38jP/+v6my/iy4u/YIHAF3Q7PHfz3XOPc+fnRfhN
13/5P/3iP55//hRg68///ONbPVRi/WlxWld//PWlw/d//gE//m9Pff35f33x9KXk++6nVCzPXfGl
+v7Ldz1/6cU//9DUP9ekLrq8tPGYgEzmw+l5/Yr1J0EeTEYIWhiJOqqTP/5R1Z1I/vmH6fzpQr5S
OZiuRWsqln/8o6+Hn1+y/uQsB4yK7QwT2qob+a+7f/E5/ffn9g8IQjd1Won+n3+wbT57sTmlEQ+7
Fqmpy/Pjzo5DRtrHCEDxjejmkjzlppeDI8hwPGpmxgZAbdU+8DgjMnZEjL4T5rQ2Kc5N2RbRIVla
NWwST/VNjdqm14vmHjfO54Y910FEg3Zdyto75jgSLj027Vcx5y3wbGigr6qUJNx0sc2r0etCCxT1
oYk9G3vD2I8XMl1cVD4x9R4FlgEuGW0iPUAZdkNkU03uhNjis1s+SYetlRwxpB7whhAIOxrWUcvk
feXV6ZXku3eG06HDrsYJJXsfd08CPgbmZNFv8WHfFtRqfU9W8DDBAbiBUibxDh9hFhbYhze5Seqg
3+H38LsktXatbgAxL9NC3mZAHvx1YQ2YnXTkAiiowVA0F2BPpl0RV8YWG/T4bSpgGnSG+Qx0CFF/
Dcmgxkwd6LmXXdhFOfuTUlD+MLrxinLWeKEVBAeDfdScwzTqTokDG+A2PF9CZ2TRJ09qNStfaSaI
jdZ4uY9fh6lfS+cL2eOl9R1NKp+WTkN+O2TOXggDF1Ftt96nWBP5Bbi75r4fDJIozbGAZJkXPyQk
pX1ejVsZUSDvk2HejxggD0kdRc6mqoyd6NRq7yIu/jB1UK4GbLFXsbE4xz6xWssHKD/uawyQmATT
wjriRtWCoemWQ4G9+WSkKnBJu6x3Xq1mIHCz1RRslBXsQYJNAW+uLJ0ZkvBgWT+YkO3j2A1IjqN6
uV1G07rVK0TwdlPij0F4vXNbpdt5Xt8fxyXFR2Tk9gUafoDOcGr2zoR3OuZD/aAXygQoAb0wvQF9
1wJbCHBMZBuLrdymNRTtAXJDoW9MGE06nQjftpbIb6SDYQ/POsJ/euxls+tF7nxFj8q/YsHl0RXq
xpHOI2fqdjuxOCKCi3oMWq1zAevHvCKIwgo4CAG1cdJy40QFgGRc/4fSXcpDUrZi33gQmuzJ25Xj
qH6knOI+mHYktpOnaUrgqbC5CrtwQzHYI1LozHyqiyFBb6/EeJRjvTpGXpVkvtrjXeT8jQ3C7DPt
KSmSBTneOH5DvD0HEatqCxNO1zd9I7WD21ssrmqVJjskyhF/WCKcKgd2M/DtAooFCGlvBvVloGgP
h3rgP2c+y9GfbV1DTj9R17YK+Rm7uhrg95NfKz2xHrBofM4VrUPqWhgn5K7HAiM5rkFN2xmKpV3j
Q4nCnsPtbsLzFdYNCKaq5BEJaKhXbUuCRIW8dW9LLwEgBIpF+r2VJI7fzMXwsZ28JfcjWqlIcocn
hbLhB33sVpSaOW17wn9VKet9RcTBRlc6FbN9/lS7vRpOphM98qoOl1nmFrdlIj86kefsB0sxQltf
RyNSMeNamtldkSL4noVMt0qa5zfRgM/VzIULCWuSwwktvgmxtc7oIVR1m3+0dSn3MDKGa2GMznMr
E+04uyiGUMv2BqZekQbIwic4U1IVl6WpSiWcYkW/0gdRItiPp77d4JCtTmRzZthiSguDTd7tarhB
fjQsX5Wpm68S8P/fsQqwpzThru2apk8Cadpy27sKfnjMU89aBETG4+ftlHwWF1VRTkc9FyZy+nnb
FPmHXDEt8O5T1mGSV4ZyunCHdPSu03omuUNph/yx5VU/1WxesgB/+nJbK9WVG3fmxnBj/cBSlkS+
DkMADT0S9bBwzOpB1sT0HlQ1rnZJlPfNJtNlyHqT+GmpXOhOPG0whwuf0PPZL1riA7D560XopspH
FNb2ccnL7IG+AXqvyb2MJ7h2uP30DWVMnnudZDtpRxsahHG/GRUvPhhmMlzGIJDWmEZzh+8AwlE+
fjNawYo1ZOXBgA691TRwZxKKLd56Kw/Q/eKEK4gxxoRKFDqExnAEAldTEN7SVfhm592nogcM5Y1P
TlGcTAg3NuJJ7FtxBpWhsu3UR/2EwTCWzV7kzReoFvOVMtfxpaWtg4Rgx71KXy8cDGEggpKxtm8W
Zsps6U+URY0nJdLiMC7M8gIjN75c+EIPeerMn9lduyFQSUgt+VAggBt7EHBL/Ukv2idvnE/55F1j
oYz8buy+i67tiLumy8zEGDJbTJxSHXlaqPGivUrHA1Tlo3D0JJhN99YoNJQSyvS1mpToUfRNsjHy
Kt3E1bKwbHtVQDpftkldD7hSnhBJBCQZY5YBYiyO9Pi6QLa3GQhhvy2K1PX7Ib8c8FW1gcUCXMNq
ncq9mXrqfTM6+ZeS40Hmw8t2AixI0YG0iHbXw/dithuKx5kMwgugAMvOtaGJYOGOSLF26qcB570J
pX+Aw+VgUtH0xvjKAbXZanaVIn0XhkOia299B5CtX3tFqd52TeJAKuBXvcYSOuMo7S90N5svJieO
PtajtLJjWrfFjYyib9o0FRddxCJmAwqIHY2iOJ2n3SSXekstEaug0zgHL08xBwor+dTOqQWkqDGg
WSpxc6isSFYhiNmD07K6MC+7/GFZOwamuslqbBoUTuzrfFahDMWF1tzGcnG+VHpxM0IAH8E3qCjA
k7KvrviIsTgJqLk30zIPH41cfexr3ijpUj5K4R+4qP3xtIMZ2tYdxHiNwJEPeqTU+7gdrSSo2Ho6
AObUlRzBJsJvaDdvEOPaT02KbyRujI4eYBtd2UDeTglIyzvMsfKg9Xm7SZR2CebSxTVYGxj44asq
3/gdC9PXVE7NQTm6ziluI+0Y46jfgqMEhm6KQLc6PQQyEl0uiW3skgIPkQ9GLpd+7pVJMGAh2XpD
slP6ptrXY3kFWUfzySKiFQGkpQ6UEc8/qD0U4/lggjwSOGVw+eQRGeeD+VlQByYkzVWkX2Vajl3W
BhGpr6yOyptPdQRfaSEw50J2WveQwbtjCdFgl42aK4NJU9ubsVUasS9Q8m4kLzu5E5lttEEKouMz
dpkc4ICrTYEOTXMHKj+mR+4q93kimbgwCZKuPtnNx6XL2k8d7W31EhZD9FwY7aDdJ1AgIPg0zrKt
KaVEwZI6n7t0XAoohKmpbyuQXMTkgly17Mz9YNb9j85QftTCNu4nL3I3LsZKjBqGC5NJNOUXz2gE
3uEia+FFC+/Umc7ADqR0P8LsUbINX1UukGHvNJckJNbd+t40+27ncGTYtiBX76yModK6mIGIbg+y
QXRbFTucy16LDlNd6gR/WNB8BB/4taXYjyZ7yS1GHnABsZOEi5TZs1suzsYlk+UwzKyk1KDyPbim
JuSTaPfg7pYPlaRhN5afW1Mn+DgCNepQKGMLkV9WHjuxcsG/T/yEVn5yiL3wnTS9NK3lHgcOHnnC
D75kwjpluehu+iKPD+xTbjuz3RZ2c8Kz8qzXHo2r6q5VvWcide5SaX4zcn2nAFPbT/WiX8Lgfpjc
6VAUzk3EkRqjlXaAJ91TLwOW0rcATczEPnQxHl98ihRlHT0POos9/aRuCjMBB1EsX2UWrd34CWi3
44kMMnxi93ezbDW0jmk9QUUc6pIcYEdY0GDy9JvDDvZWpyDyQNOBsk4ibKhC+hzfIvCAPqoWU1A7
erFZpFHeR6WR+YsnYQGiO7nAOh+HE47sa8+aZ8rsXjeyzU0j+4gRWbFZ9eIVjqlMtxNM0XnrFaqy
Sewuu4sH/smqbO20+UqdGmXfe1m6d5uF00JSsLqWJL4dlLhQbpyltt2AI+VyMgvClsDRxRy5oAYS
FlqfEhpdgUFw6I25GpmdJoXYAFuC1FnOi7uBXY5MJaSWHp+Mg0iG7hWFH38EJhAaZsEsXDbJPp8i
HDRRRim04gO2UuYf1l6jPWZCh6/mxvKqFCYZEOkTsGAeRF9J5VDNBTuI0t510SADsP1EeeHn1W4a
cMpITd27YhHVphqeKqAaLCbDfZkuaugMS7m3jajbui4khdhyLqpSTBeJYUDCwAd+m7T6ZWG2GOeH
Baxt3D5iLzTuWmzKPqDIflPBf7iyWwgP5tRWgZMV5Y6Qr/hg6Uq0q1VvIZqRrAondfWrRJP6ti1t
c4fEoYUG4bS3WcnwXiDUrebJiZ2FvBqt9BaACfwDMSmHqVmKq4hUKFCzlZeFsFzLfCvSsbxbhPw+
ZLW2nwaQZCQn4q/FeZSw4x6U6tLitQMt0/dWkCLl+ODoE69sHHt32jzljwOALT0U0RibIXH0/UPn
kibAmcoz1x9QOpdxavJHnsa3aaRXMpB21YRz5y2bRGNGUBbNDuJkdUSY1VMMteikwWaNgbgo8G6r
1O2x/StEErgwcMuCTysq1As803CYxoUDK7KS3G2qG7gUDsfILL6BTuhhDK/KO8taxDbp1CVosQ4H
5Rqz0Y3asgF3wLCD7dF+xyJaP1rCKiZfSOYhP6bEYNYp/L3JioyPsnW1XZ3Z+f3YzuoG4o21FUtX
HIDR5ldpZj4wGNj8DGJWLxalb8uwa1aAvlTaA7nQaUjptWZ9zvh8k7YffM4f5novia9EUl4jPHLv
O2DcA6fU3n1a/evHfnIF9Y6muRoQSwYYuucHd7Fohg1S+Rot8xwQ35P+0ITtPlFwzQ5wxOTDv9VW
2YKlcHU/tTScuSkktwS8yh6+nhakjvpFc7Pp+G8Ap5aMQgf4HsMb92pLNs+MH/XUZPYpS4cocGwv
ZreQ3nLszE6a1P7SWPxWge6hLvn/ec3tRa3uf1bD2z3Xa/WrP/9R/z+W71ah2b//V4Hsl/Ldw5d0
+vKy3rd+w1+VO13/U0WSjpsOXxhgYPoj/6rcaRq1O53cI/qzuODUVbLyV+VOt/9kt7U2bqjMUaRb
O7d/Ve509U96kCiz6OgiQqWO/juVO9gLLyp3EGEQXVJOdLj43xu204Sma9F79bJLxvyGjWMUgg0i
PmhgJoenK+pN6XXyopiU/az3PYt4uvIhVLkt9CHR/Yw6VTlAKVSmDJp/gY+/tXoCI6M8pTZnuBvo
gBY8oc4OrKTVNhSfiq2AWMExWifyUc+acJg45sdepkKhTqafuKvQbkCVDh2H2SEhY1vrbPfR1Qpr
qws3Xgkt9Y/Jy+0ABqu5r9qh3CBAjoNRLUkbmel0zVnV4mgumm5nO+UVzElgvfGd6Ku98EZ0ijhq
cJFRAqkwjNJZ4bWntuqFsSyLG7VQwd1YtUFa3JDd69jGt/AAXDYdhrkbBwy7op3Ed7Ue+jDKzBIf
JhZfqrD1U5u5xrHvuobOEBAaK3fzE3YWZVM71KwIr/iSy0nZCeGmm1H02tUIpeth7mYzVOJ0OhZe
11zmYw2Bg2oLNLLe4xJC+uL/cnZeu41Dy7b9IgLM4ZVJ2XJOL4Q7MefMr79Dxrl7d+tYFnBeG24x
rVCrataYeW7+NNIeZ3cyRgTT9eiMkRCyhhgF8AWtBs8WEIEG42xbShDChwFnWirYYxCkKhvYmm+5
FA+HRBZMr5DyevXXkP+fnPDfOeAzD6X/DqRTreKvAoiBLTu94qG0b+AwwaQ4oI+dbnMwTUK/tejS
vo+KHZBDaGeQiOzQlRo4QdsCEOdwRdVxVnz+7z2cyUfIuwwBoE8JgPleUA+xsaMPOaohS2BNKxg7
Xb8b441pbTjOXik1/Vvi/e8lz0pZVlCAGBUyZZ8rI6ezCFhRN2MR0vQ8uS7X8oqoZECZKrVXimif
9er/VtH+e0n53zeNarrWLMFa9mYde1bYPo4kdZfWcqM6OdB17xW5dYNaVCR9CMTWMN5Q0SceXkQn
HIbq0MAea4Y9Si+RFNh1EzqZkETOYpRvo1DtmPJX3s2pzPbVjZ6VhI2O1k2otss+q1s3H+5GMAg4
TRP5xe1O+9XL6ytj7/SDX13orOyg4zKkR3J4gkysmuaREJh+f3np7VdCoFb3TwSI1PRKDHu2Y+Zw
jiJWqp8M4bbr103+UKW339/JhdFwXnAEh1UKCzynvboqIROPbqHs9eoHdDHPGq9U5M7s8v7z/fWz
JdsU+wL6YzrvJdrvRA8QiKQfcsDRIy6sf6DuLjpo1y3ZEigudv3j+0c7s1T572VPpfi/Jvg0lwXQ
hmQhMKT3164h902WB1HD1tqb8okoZNnpZnJF3yOdfvaLb3ou+0NjhB8iKdm9aIr2on3EyTFRvMb0
Mc/soptxpO9ee4wsB06W3dPw3Gu2CXVCvvKaPyV1X93A2TTTDYp7wVAu+8KInK7Pnultu0EX7puk
2c1TOtPYDNauKd9PWCvSQbBgVT/TjFUd6bqbhOA3zFWojRsx6T7gBJrkKyH6p7u0eLMU1ILoF7HM
2FfzO4QGhxgA6xaDqHfwFfTeNcZI/UZI9m15bxaP1H6oa+xqImewNkL13Ir35CXtQrmLtZcEe5Bw
eR6BJYvmncwdgiby4DN4pNqI+I8KXA4BH6KZEycZrTbYBMtrb644BeykrLxNynA7o+6OhMAfjc5T
6lW3kFOg11nBV0TtNlM74tEEZjrehO0B3631BDZ3Gu/ZGMfpQBLfqQJxo5UxH4o6gaY/0Jz90ln9
+zSw3rbj4ikc0zHO+xlJJFfI2l4Zmv/Ww/87NM8WGpFMgjl0jJW+xdNVGlYU3iO67cdCtNv8QNqg
S9cNo4PTltlUtqGBPJdAguRXRM+XbuBsAQrGPG7ajG/Z4kSXT26BPwadGt8/3iea4IuReK44SdFt
V63FYTRuavF9SqJl3ZBe8qCtBJBLLDrkhkDzS0mMAXBM8hbwm7TNACjxtNQpU3VJOW4BBzaXNKY/
SjfW7clXA7wIBPRwBCleCbnTDmXqL5ZOK14ntfd050/miqJe9zMdRkxIvn+cCxP7vCUcHjSqcDKY
e1bIeaAIqNjRQsZx+vn9719aH7WzSCTugaVRdmWhEm7lxeGxCzW2m02QefpzKYdOG3pLvj2N3rk+
iMr7JN99f+nPZ/jqS50FIJLBAa7Lm2WPodVhoed1EVWPnHIEmnBcMQJvl0TbAFm1Id8WFSahwmJz
5nM0XnT/SMLntbXul2lXNO17lM52Ei/eZDxqJMRPNoaiVJNdosopwq7tV9TLs5PlWcMiMQTupA6r
qga02mDVNg4eMB0oWMmBvWKb1GRFoHZLGcfa9GYJ91KwDRsKQulbM+1F/YjJQqU8RGOGb9F6Vmty
Df2+lwk3SZ2n19TrZ7Lu/8zVT3+sv7aROUZpN1K021MY76XgHd2cJ+Z3hK9Bw7e6LyzNHrButWy1
2ZXJEaTd9x/n0rg7W8/jaJQqoCbzngwq7hYZRbpSODbTtWhHvhDuaGeLgD5UHUVWY96n0kEdf9Lq
IJXrmmTle/7c3g2xr6+MnSpLtmk3K2GbD378mBwEcdVwghJdBAzSn/xtCNctaONtv/v+sT9pFV+M
SfV0u3+98CFsSMhgh7FPTnD65D01n7vEz5dhtfyBNuucGm6t+qdyU48rzKeW3qWSK88zqDKOH5t2
crV2S4prNg5QX3Ptygb/2Uj01X2dxROce8Uim1kH5uzFiladjLFx2gC4dOKJyHkFDpnR6ioRWUzT
jaqf2ToJnhfg1pmtbgDhtvWdGr/RjOc2ILV/mLWjz/v+Skz52df11e2drSKaDlVswi5qHwSipwmH
7thp3c0y75rWGYanzORU5SmNAeDU74ZtuNLRncwk8FdifKM09hT5ZupP2M2UaHe3re4KhYJJlAhG
9tBq2zFPnbi7bSnTNippq2sGexff69mJZJBabc6kgjUojnYNTD7DfMuXjWDcxeJ6hkvaKzeQT21I
XV4F8m1u9jXEY3KsNoX+0CafHybvS8+yPBdrrcAVD8MSTSfkGtxFuUOv44jD1bZl6RS2fvWiz+Zl
KhilMTbmvIfBFyEU8KXBF4C6/ahvEgxISHPBtbOLG9F4CtEMW640XYGFfPYLfnFp5WxqRBQsBUQ9
0r6c1nq9KuptGTiS5ZOGqCiP2CVrrzcLf+Rb0afcKwxuHLq9bWorVfKaA+ar1vBHlG/H1NVVL7bu
TEy78i3FRQVaPvWr0O6iNaUSSjLL2/fz+dLAVM6CnQjqADRfbpr6BRvFYYE99TPrdx31lnDdAyEY
b4WbYTMlwG7dRrOX9XCPcV/uxKItP0ubNHtTSpdYULyF2wU2u+BGb8zxFqNimNnf36Z04SiknK2G
OV5DgqIG0n7czjXhqOxjmOaG4eupjxXxNyJrfCdirYBIscM33a6V234D9W/M/fLK2ndps/lcqv9a
+6SxnFBJ8a6iYSVarjoh/FlrD3D/sDDkWHiM91O9gw7f0jSc/vj+0bULO83/6rfIYriyTSjvReum
T9m4KUW7IKjJyUwCtQ2m3aEq7Q5vGgbO0WoOQnk7IltizX2Wx4fQ8kiOQEIvnvvKl+8myWE5rmpS
4/4oCG6b+nGOpc4bNtQIGBC0KdotViCmtZ6A+452jYzhdPr/jWmSY6Sk154pVOX9bdiRmzqG92Xt
AYJrlisf+5Ou9sVEOodq6YM8DVHOEwPGrCp7fJ2FTZP7tJj8kStHAcxnTx7lzfoBcJP19kHcYR6R
U9lIJ3IqrM8UtW6QBYmEoyCq96rh4LoVpo/ff5FLIeF5+1pMKtWIUWedzq64zubYbzXPEPsO05rS
jrwxDLfbEVXrqq1731/z82t/9U7OYsEcJ1lDA4u4n+Cm+fNJU+UNrZ8Y2IfsEr9SnRqe/cNiPqUr
rqtNLzjjVs74G9y0vB43pcK6fFfqRwiE+k1x7VyrXJiY5z0BoDFrsV+4rzJ3+7UM3NFZtlRyS4SL
kYsgjkSiDa3luX1Jb9R1siIU6+0CwrF4DMFwrPPFT16p33fe9DB7+kN+l/+hUUq4rZIXpZU80/n+
DV5aQj4bZP6avXgJi6lVn2Zv8KMy/QWjHmwFHTqCO4ctVcHgawv9OlqhLkDGFB0EyMnXzpQXJvF5
Y1EqTEIenIZMFS64fB8TYbvYt0qwilqyrW7YfkjMbixKnNQzVRKy1y584Sx53tKQ5B0BgUEGczHW
+u9Aeejru5QDRGbfYTbWuhUhst0Bz4xc6/84P86F5DIGR0mmmNJ+vrOOzOG89aNfA/pQ6pwEBLby
ThkLscX9rB/i+EoEeOlBzwKVEYlqMLUn0vv0LmnPuGqxHMxXlqQLo1w82yWnaWxKPdMZ5TO8XRVw
vl1H4iuaB/RcZkhrSsCSOiXPV8bq18NFs0738ddYtSYt02N4gPvwxvppBY+oTUHE6vC4LVv7Lb/I
D3HvRomj/wpxR5WuBANfv0LKQf9eFYcEtQ8ylYS3SNFzuI/q5769Zlp8ioL+9wJGI9e/P07HnmX1
LT+ua69B5WfG+9Tdh28iJmWpI81XCgdfh3+0Kv17FbUddJAGnbTXutfMhJPGgRajHScRRcLMax01
n8nRLx7GPHtTPQ2rYUJn2D7TSchF6eAspnBo8aVIjZ8BQnEjMQ/itNGoqHRC7SWUKcyORad8a4aH
Tsa9iqSneYqbevR4yYYN3unSH0aOWgKjXTODhNvdxHCtkqeKVZX6953AMV0BerVEP1TRzzH1LYgH
kHv1bg2EXdLGNbxZS32DKj0W5iYQ5Y+MQ0RG25yyTsJny7AxOCdf9TjN703y2EjbQBefC0BJEaaB
S4+Q25K3qRRg0faS1sc0wvVcLP1Ab1xBHQhZtfjacnzpS51vaH0miSpl/30j/JgaNxMmj9M8VnzA
hVpvKm71ad0eMt0WJMp9mx4zQfb5jHNtcq03+cIsM8+WDBEio1YG3ELf4B+c7qPEh8e37urC/34e
nzVf/v/0BH3I/w7HLMpAZBuUkEZ5ftTAcCvh9DgvsQ8137WSUwiV3NSRimiqcpYZGxnM3iTl13yC
wHTKuhp7Jya27pp3ldxprNcbZHZX5spnvPLFKDbODiw5oD+1nxVpf/LNOShvxlp5GI5gxwRXyd/1
cm8QYjhBtC8pgUAieiBjLfm54CxPqMljEqC4Nb18/6pOn/2rezlb8eqiS3Av7KW9OX805mNvXRto
F9ad85J0bJYlnNsK0xvE5tIWzza82J8HbdNaT1pcenlzJUT7eo+gfevfb50nWdp0E0/QUkKIsOwc
FcFLjF03Zyvg6O305/s3dWHinFeFIvyGqAYyprLsXRl/aXf1Bs1YNFzZRy98CP1sqxPTORDoIWdQ
wCyZK8XJxvX3N/6JJ/viG5/38ySLIHdJzBZAn03yFmIUfq9ITnMMlLd8XjW9nZRIeL1gcTTU2A1O
0veWdMeaZjwN46O8DnZFdtMfTzh1pOt3UrdaVC/80/6OYiaTGwc+Ee82wTQNKwai/4fv7/uMIvuf
WXyeY84T+PEIY0774s8AkaKCEfVYI7B3h9nuUPJE1vPV0veFDIZ2TrBLglgtVPSqe/i0+NA3iYcr
Dk6XKzDAyBM3sbWXH9Byy+PW6mNfvW1m5Kn1urmSx7iwKp5n+GDHN3mAbek+GFFqDq09CDdRbVup
e+V1XhhhJ4XK38ENDEU5nlMLvaqGzeB0Vyu1O+pep9/EEVoDd+HgCSBduykf6dso+ivp9E/Y5xfD
76SZ+ee6wtBOegppaL47IeZRyY/IYm1hZ9Eueh/4deZDduy7K+mCC/P088T0VwxnilPbSEIg7heE
tN38LFSJrT1rmmNZV+pEF76Ucorj/roCyD+zk0ZWnGa+1cnExQRtsycY1pWo94ICgn7efy8Auuhk
c1JyeMje433U7aZgZbwP9XMguxGBBUeZnpbe1ZWBcSH+PEeLzoIuNJYwsbKRp1s88w47HrvBmSly
Ks2NX40jvj/i4nZO9hxdi0svDYvzDBhEaDHFO5ANYvzxoTQ+rsyD7tebpHJlKsDrvnkJ3rG3+v4h
L2QJaaT8953qMhLDquByiblZLLSdf2TI2njspF5JT1aJu0Sh2WMZYjKNtkXdystaTDfYzbILYxaP
DLfJsWfZQ03BuUMhPtqW9O8oiw3Dx0llt6YW0df01gp7MtpJ96YqH/mMaQf5zur1+8e4tCae50Cs
dlQWNc5Oq5S5lgauuFmKDR1o9HlFdLOjyKnnKyvShZl0Ts6WggIya8aCESm0a3jDQ5C9Tdaz/PL9
s1xYj84TA4KGaVDSlepeVpPBlovwULbX+FWX9rxPgdNfczQPtETVNI6lJk2ECf0ZjyLA6o9B3SiW
21n+YD4FJ03w81i4i+AIlVffm7NT1C9l/UwzHqmSVzNBZLqF9ADbF/0tRvbLdmD3DLejth80O1Y3
04qTYYiJNZGyke+qxsf+yqqHK1/gQmwjnUWKJc0tiOVYOpdjFz4p3f1MBT72EU1jbfX9V7i0733+
+19vqmz13mh7jm5Rb9z1ivpTip5kTnDaOrecaf5zav9Nx8gra+mtjfP7XkOGI9y2MpUarTxWVnD/
/Z1oF8bbp4jkrzvpC1OLOlmUcB6imYdMvegP5WPd39fzUQ+woo8mx3hRjzL55ThBdLZqZvosbnT6
ebstxpJYiSDnzk5KiS5HT7vuxXVyzNXfMBh8VIVJwm+SVJ18y/TyEqeSdr8IL72FP/kqpuWw71yL
x8oc9NS6/FskXSahp1azQ2IQIOE4pajbIj409eT2oVstHCjJp5k4lqnv37+FC7PiMwn+10uYVRjP
UtAwwbWfYvcWhP+3TetzGf77d5s5rPOQl7vkR0mjLXdNazTWmlfC1wt7yOd69dfPo+TvpUZN+Xkl
5QW+Gc2pM2Dzf3on58m0qCmHJAfbtVez0FZIJyTa4/e/fGn0n+fMpq7taGFk9Et9f0iVlogu4iSK
2l9B10NTuNIaThk8TaLu4USMcY7i0h/q5nlLq1i3r1TFU4crR4wL012U/92j0qiuylZuCSykdI9L
ldNOpTfUyy6fUrdR8w1+61de6dfHM/U80zWbCSavUsJxo6GdgTmxxqyz9SUaerotDVrfv96vZ7R6
TgLrhhRvzJKTvmI8KerzEPgKOgTMBqMrweXXb0y1ziKlWjF6Q8Alaz9Lq/4+oMxpsWPXFEbgpDvf
P8Tnavu/A1gA7P9+lmkpEpwluYiaewhP+vIjyhz8d5etgtfJfIOnNWXsFXXCEJ9Sr/4jWy5a35hO
09L//h4u1P/BR/x7D3AflGWUuAcc3ymud/nRyPakagz0IHBLxWfaDYXnkvbEZFr13as5r+nHNvOD
6Q+0GrOTVQdhj0Dh1/c3dOmlmGdbE47EQiyObE3d/KKVm2beiZivdihhFv29xopR7dcxrRwFpmTY
10XytjTXMCSN6VH8KEY7Tq9JkS6IlgG7/vtuhMLAls4iTtFG+bYPGz9+AzfnwGDGQs+PlfGQKIdY
uZvpjMlgLD6jIculjdixLxxykZLbLiiiK6PlwpA/z4TSqRpZQc3NCHPh0JRipzLyeoO6C8K+6Mpq
+/UJBDbnv09MVJAPRsSqVRnr5dT+rt3jO8sC8f3H/XoxV82zA06/pMjMK56h6Mm6SzX9vtjYazff
//qlmz8byjECnoIOV3Y4shDptEHHbkW5WyVXDoAX7v6c7iYXSysm4JP3Ziz/EbrgoTLn2Cmq4uf3
93/heKaek6NBR8EJ1khtNdRgP5Bloe4nt9gKNr0lzvTbpC88vBKefR0OQB/790v3Jr6+S9wpe8HM
+7Upj4tDh25zZX2+9Cjn+txUTf4n6bCwWGwbfzGO+cryCpRqqY9ZeePWV77Kha9+7m3USlDMFrUn
+0CctYi41eg3Zo83aHFNrHBhSzvPoBkJbZKzfDo107harhv8ViO0Ujm+Z0LhNBQ3kyu7zoVTGA4q
/36VmZaapTOYf8b4MMVu0Hz0huoYiHv78E14FabX+JoS6MIOdy4bVQNYyip+TXu68jlrRtWmy3/1
lj8Z/tRm7vdD+sLHOc+04WJs0u5bK/tAiqQPrEMxMp+S0G+bMepxArSGK8P5giBc/Yz9/4oTMYPE
lQxDsH3kJGNrQySnjeA1C9y+h0/vInd1IX3pZW2XxUZd3GF4KxqgBNW1G7j0Ps8mFPTXNjOSYdkP
wXYsdz39tgXO6fTuUwShBRC6xoImcxtPmzzYzD+Z1X34O8/2FUyB79/2Z+bri4DiXNsadEZuoW+d
97Q5UAOhzzBxx+VNNLxI2SeTt2BFm5rLTV/dpB1WoIGdxqojla957Ad16QxZ/QQZz1FF6kS0rFaz
cZ9kawWVnzWFXtPXXk5Hex6siYjQXWVsECuQJLaU7+AbeXnyMXLIKVAxjqInx4+t8Wvu/e+f7jNt
9NXTnYVLpRSYEl1KaO7itS4/ti0BWVEc5TCws+yp1ZGvhreA5e16eSwSbRXpsq0XqZfFxV43lmNd
P1LERg/LCKF/GZ/xUCG9Edl5MuEoe+xnt1JLGvoLhLeTTYe62t/MtGt+f/+fM+ur+z/bn0wj7bDw
HelDCToKvyX5NtVftHWaGIQNj+aA3Kpl2GoghuR5JUe/UuGmKptf6DDtMPu5pB99Ka3m8LeZvRQS
ceFmVEHCqusueRGSY48QEwGi9RCkq5RjRExNWaMpNGcS6IsvtpatBBkerC+AoBxRK45qCdhFsAXx
Tol+d4Drqwj5RCTYefE6NdlhEFaZ5bXSupv5Obw3LaU4GJbpGA1s9Ias1pXD6YXJc56jTjDH7mtN
nfcmqXE13cR2iAo6LKlfzo/W8Pb9F7iQq4M9/u/yGvOhs1FDtTm444FWBmxk/jSwl2xtLa/YMlq4
W/aCUSWW8XvjdQA/BJcUW1CH3nxb3qfE5v69kHmy3a4HsBMtsfqHuB5uutGFAvX9bV5ay84T6j3+
Ycj4GeisI2nxI3FpjTsuHsyN3k1fDQceWa5RX3GkxFVuv7/oZ77yi9Gpnq1fWqB3IkRQkRNPtR3H
9k5dQgcxZ6gf45fKpFv7iGnwWP3sW1+8qwNnNu3JfFUlqEld+SKrpN/t8GcfLK7C8VWM/WE80M4c
4cBN5Kwdkkhff3+vl6KLc6+TRKYGKyi1CJF/W4eQPxLeieyYULskrw3fLErbyW3ZvIl1dyX8vnRQ
OqdSJnPRpjiYE12WdrIaWeRuaNuezc3wQ33koIYYGYnRbt5pj9Zd8QfsSeYstxJ61FW5064F0J/E
vi8KqwBA/x3DramSFupkFPJAjHBnuBPn10pIfxRDf4cHRGeQVYokW0pJGC4U2aX+VZHuYy2kib51
GygwZR26MnO5uJuDWzMG9HI3lA8ne3lWS6fmDHqiLim0LYXTdBsgRYvz+VcU9NsunG8aLV+bZffc
JBWtEgnaSZkWMzBMSIXp4rcCJ6/puI2b3RJ0LqYswIegUKDGysA5YPFbi929IFmz3UBsd4bSx8/G
rSf1ZNSMrfCmyPcQEA6j9VBnXquIm3ZkHhZY2BfaUQogggHOkz9YuN0uGP3eLD/6GFTU4Eg8rma+
JYlKSg+ROoz1/kde0t6SZW+zVTmF8SdsrbU5tU66yLXLopl2fjW9iLkvdBzjSrNJnCxM10kKZ0Ke
byM1y21Fqm7CHEcGc4Zg28Zj5S8dTt/9tGVHNJsN/V5bVdPfASnvaFF+GZIMPlTxpEXTCmDUW2Rl
Dri8H9E0Hrsp2kjWqq/QqHWFCDHPsinJwincV3GTbxaVMTvLSbEg7oiL3m5LjWmu6F6Ba24AyU5+
S9NVLm+T8FfZ9q6KJhLmqB1BXtGMwjaG8WiqA0W4vhK7u3rU3/H1vYGknKwao9dzz8j15OeQy/WP
vqzzdRzXiOYLCwdhycCS3GmFqQDMnSbwPWgByOvWsHmLsw2Kgb8cZB1wBUbKClOdUrxXWAh0heYV
ckj4qpXFS5K/d1kH5yGFyjJpLj7Z5jpT53epnbN1qWjtaxQhmQaC9Wcp69UytmhYvaR7CKLj2D81
+jGKWkcoPMTSMy069bBG603YZhTRbdQ4KSQIJVzhUpEE27nIUc3nNKtCkyIpsIEbgvNKWs+UWH8F
KviFW0WzpWiXhJs8WXcVEJ9jS7wTpQFIEJBusUeOYQjtaLTFzkVHyNCNWLV0NxdWU0UREaRMvxdn
p1fv0AZn6prTBqI3U7gfpn3UUn/EAAVyJQaMHj35ihOkz+JyoO0gH1OAuaLbSHYgzLtMrA8Bqpec
ozsqs1tzie4tWl9no7LL6mZMHyrGrfE6i/TI1fRDP2hmvy+b33n9e2LOqbS8hPJHhQ29rAz3gHlW
Zqq+kLsJ9NAg7hQm3OehYQlihJS4dziK4bTV3EnVY6HeLsFjOcrlBu/SI2qZY9ZIh0ZuvJqWqM3c
hS+9ZPohTHZtuU+lm3zYYBL5vqTljseYRxJVcDGl9hm3b2ewut0shhSmrO2oBNYGd5IHZVbvad9X
Hs1gbNc5Xf9C5GI2lu20pHY1Jm+V4/DRFPFGY2io5EwaBGP4gpciXvAvSh2Bb0seEUKPM988ogu/
NvyyvoEFVDvArDeG4uVD7k1pRTMTLs7Ly1CX7kiv4mAJRFT2FN70b9ms81Lz4zCqhicgSsMM3NRi
6m69PwhAruhjFBgqWhb7xOAU/um8GR8nKfExO3RL4PsYKPORxHoj1W5xwmlS3ka2VO4LoQjRSB8E
wx0yhMkCs4p2OPf0O2pMj9++0BANy9YqAeflAzYt10pEqc/Sqzf8/24reQ72efgwjse+/t0ljQ1k
oZtXaf1o8tV1eGpC51KQZXbk8B6NHvahstOFdWwWAbiamwWZuBnXeyHKNnmTuKGY4l4SW48BHAV3
YGNSBP1B7nBMtoR0ywseV3V2kAipQg8tf7M3WNmOIuwb43boMO/TkAZld+JgC9k7JUvTeqAJRRx+
6FaAn5exCt8zayXOazpD0HMkutNljvSD/1kvm6RzKhpGTBvAlUQphMK/Yg+I6vX4ZqThqdyLOLfn
96V0G6MoLryOMDysfVPadcGdsPyJ8sLLi59SjsCGng4DQXzah09DE62FJNvoUfbUJTWi97SUVy0w
O5nqZ5uvTDCxvoLwABAKfqb6qmW/6hWZXozUaftmclJU1kh0wRwqGqvgSb66C5VHVnLsGbG6QQX3
rpUrPdR2FqcEtRin02R0NABe4tI5BZxyH6JVd6hhTv2QHprYnzQvyJA36I58yghSr8lBv4LxDJDc
iZOB7T0cKliQYas6AqyWOkYzEN6OmuwuRmcLJr3AxqHNXdkMWUSXTf4nW1BfUQ+/rzD8SRF7bzo9
dbqShr6kGN/Utj9OHep5BOqcb2evyPb03aVyRo7YBy3YS9tKASXg1QppSnRnHdfFqBGXjo7aM2/t
I04hkq+slOB+RAZyKJaNknIiUn8rYmxnKqzUm0R8yhcBFhAe8FtD96R28dXmCTXiSmv3oeqGUbWG
SXanlTfV4LXRe6Vy2pudBK3j1D0smG3h4dndN4CagoY2w8JDP24aXh/T/KI+zfPJJnnydcQ9rdwD
RJhgc7i9+G4mvwzJ7jqCfj/+3eMXTz5XKlmnMjul6EbDgAR5FziQ7EuSZzWPTfiklVvltFTY+nAo
i53E0SG/0WevWVype81Vu8SnvGKdexOmh3x5xKeOFLI7BBs53ET9qujWlr4KSOS8LuGOzKHK5Fii
D9r1fFO29pZeH1pzhoAwko0zJCyS6px1KJnvq1nbhHzRKhSPKmeprIq7fUIHWNE04Tqg2Iah6YJX
1bTFf232QrFli5nTI3A3u5AiL9H1D/M9aiAEQ7nFKx5W+Tpssx1ayu1wevkIJswx9Xta3OsF5X/p
Dyz0Fd+C43k3TdtuxM+u7oFN3WQkhofauG06x+q2WdS5kDNXcz8UTt3Ue43TrA40RFXqY91hi/gQ
KNmulT9AcRT4BdlFN9wqsXALv8yBRAWoWHvsDRIHwlYXokNQI1meRslWseA0k8M41QrLU6HTZF42
u16GsmctM5GVtJbD194gL4CpMkEVyFi7ISiLZMOf8yn/sQxs+ImhuEnuU/yEfGuVKzXU/RluitIB
5l0UMLsAnZRFPBgV8zfdsAkYKuIpCFHqbPoweu1W1ldRPR6n8ZVMr12rLRDcwMXR0pVpWJ1L1Ym0
vZVp1HWLeYeNNaCHai2wscX6QzW2Pvohmm1DX+BEawk5IAoxei0CYyUEHyIHX1IqANW2lnFHm/7K
CmU690+DuQNeXKi2edc0Ky0PtpVl/gGvpbhDItzmxSaoIDIltPTFfGptqGGGjrwx9Xl66pp1Bojy
gUI03gy2ZewoGNdEIUvzPs/TCkibbQ3PufUui8/d8qzOhHVeld0ttIdInT/TV5baKkTs0aoJBRxZ
T+5HWfk9IHxxRHqZkBL3FN/yYx1Xh3KwoH4WwkavGLECPguDL5crMU9+qkbtRVZH20AaE4gvcHKg
CzSF7o0ZmDmx5mxXjOEO5Na4H/VWYEJ20QbLzO2gEG9ZUnI/lNJB7+ZorYjDW8kevkYnZa3K5kPC
lrVIrN8TfEOlTJxBf050wndK/iRT41soNnQwS/mPNOFgMuQ0947aehlqt8Uwvpj7LdHspg6EXSEl
a2BXK3qyn1GE71RVWAHNTuyhiP8o1glc1m5GDX6PYb6Ls0GQxrDT+zlktRT3MD5v2Jx3CvX4ttkv
yXtsvYmQu+MbI7UieJAdxG46oGknSb2KVEmrtZ4AqtweJqSYcSnv2mVSTws76Rkwk/upM9dNoBwr
o9lrVeuEFbaHk4W2h8NAE/hZmLilVPD6KnGtdiVwsGXeT2HuYwrsnHD/qv4OHtmWpGKXS0wo0mqJ
9jtp3yIipA4scUSurcSoVPOWvj3KceeIih/JP9pAtE2leBCk+wqqczM+0UAO6BfeaBeiVDD5pTqI
bnquILc48NFGS9CmvLRN+TYr1rps8WqKxmeZbMYk39b9fiqi36aEs3xOEy29n8McsC+SpM8FVEY2
wNgQVILECHzoAjtiLqQ4Pd6wwpalJ7e7NPA1Cbu2VZ49WBwHiDVOc1ettp0lr6WCNlh2/3pklMBi
eTT6elPHLLs1aGsh9FLpYxQf9dntExqKVOm3nPWv2viLQehyHmP9wBwa+lqUuHBc3aD+qZ/ALcrv
cvAWo97PBHLQZPeSItpC91s3BVsCPVI8KeZdHru5QUcO+cwS+eVERlAp3hQtubUCiRYvId3MyFFq
/f+RdBbLrWtZGH4iVYlhaqHtmJM4OROVQ2JmPX1/vj3rvnUotrT3Wj8unHHjJp0qR9Y/1jjfLWb1
1iTtJu2KQCZMSYycFn1MrjmGtTOYE5XvlDg7TuHsn2rwIdkJMo6UT24I6sRVk9fQtLXyI1YcUyoZ
EV9MMSi+4FlazY7wXZafk/KhmVumhHX2sw5QQdolE16vLt4Zlqc13NSsKXttHsi+Mw8RQlGkRGJX
OkI8ck8y0uK6GHV77DdNn2G8YCbqf+b1V7cwYikf4eKnbbVpUUUmReTK6VFtHjrKJHNMcaCz2hEP
qx/obCvwVeCjpayWSHG9OnJ6ttwwY/qiPIPFLzJehZn3p+4dU8SYhimcIFrL/BdFhCeEriBvNfHF
CB/LW9zYefP0sxSyZ6zvNDRLXW73QDSr00nbmheqOYaKp4UH08I/S1yfXTPx9YIzGMdeKTiL9jnp
V/ZqHU2mYDVrXCnTyCLwqXNxpGzAWMuRzZTdFcR5snEpVuZGbAtyxmstQpxclxLosnfqhSjKPiW/
lI1i7ndCH3uWhA0jeQIJCT7Pxo36X4IzN0m+kGtaccZVm6T1x8hvtRwrwxtp1AOHquQaecgP0e7T
nA7GVGE2ThxdnE9TZWy1aOUmUX7EiF7Bog242s/CpHpC7oXZoZ8/QvTGbZlvF9FV9F1V/BkcPXPJ
2uFKgIthupWh2Tdm5rKuxNuh+Weo2xFNSrU8uvqsZnAJG0iEvt2unAA5vXp2Nrr5sil/cZNumkp/
p+lPjo+98EE8jS9QHFmYaGHV509vm71DsIdpHaScySjcW1y1Y4X+LK0rIKtKS36KvFvYlg1juMTV
NH1qjTh/qmHTAeyRMb4ThMpTptlP6f0En2jsOM48nSiNsH92NiBXTas/k3ctKltMaJO6y8mGm6LE
ly3sqfp6XiUZxRURlcu4LaX2ZyXh+sAI/GqR5h3AqdoGJb69Ul+bYvqLIhY3iKpNGMaG38fltTbR
X4WmdRUXS9/Mesz2soTEmpCZKhOdSHYHP5cjLsOXmY9EzofSn2BKbjWEP8t0zZrj2tn1P6X5hgga
sq3BzjM4Sm7n37ogbNKxdRdC5QCK+n11F+SYc9CrJ1sw/SdlYLKRqYc6QbvnGgJmbkeaNkvpSrPX
V4+KpsyJdopXtdvkNcGXT1XPljdWrdwkJ9vS00hZJlEUjykQw1J84CBhECzRfzi9uKcrCBsvaUZb
TNuWdS4IUC3/9C/ppL4rnxTF9AecPdLgSLpTd16e3Ib0MGidDT2onXsuay1yACsQcOLyIhQvq44t
/zXnx5tB2zZdfhjSbRnt4tEuU7/Bk2KdlNQntNZCYVIaboPtlC042gkMOtWbjmw/vI6N7OJuGrPv
RPfCxcmkrXqgRHioVvwQX5S/bvIQXuu9QfXWBamyLwqSbHWfFCMUnlP/FQ+OnJDw/SvEj3B9jfpv
8oO3teS16P1rh9WvBCaM2o0sbkjc6BrXqk+VsXKcpizzYGDZjkFurSsvNR/WmB5zbdMDQ1lgJot2
qlk91FYt7Tnl0ci22U2pIzbQa0OzxvCxpI5cYjJI40PB6Nx08YtqvugnjRg92THLzdMVUzvWtzA2
bNluZLwXIBPlqRu30kqkUQYfq/HdECc47Nt0x5ggoGcm5WlAL2m9Fda21j5iCQFjPl119dvA85UC
MJGyNHGYlR9E4iIH1V21eSlKJxZ/OhkHWflltY5U/NXjmbiZgeYQLlSsOJIGwHGQi09wpj4+hfW2
0W5ldmi1lwpZMXqgAlkxEhRRcLn0lnYryVsGgrX6KUOXRg87J2EY0K53MSxtZLCqdO6fMkYchvGo
O/EfV1JIItesvpWdyjHrDQJACxkrw4FxpCZx55sZz2nqQBJ9414Quf7FpdK9V79a40XNa65vVcTK
BDVJJLKoDnPTpidz9BQW1YUwjI1S82HmHMdXK/QJZojNN34Wo7qUNzV+j+YT9jVhfWvpABHjxE6T
8liTJ6mxVOtxYdPr4tMmQ27YIbyXlJnPiewU2lZtbS2rQW7IQcx9o3wW9JKASvBDfBZ2arePS+yH
L0VTvevckjlDmByzzObvWnWOFnKpL2HPI3/QWWdKlW+g2cSiiqOQPInFjszzkt2slc6A6gB9OrYn
2QAmMF6W6lwqb0141BhoKzij3FNCZ5SDIt8nZE8MCuBh5oFbpeW2u1acg/j9OplHlr3mVpeeof8b
1l0hgPH6zb8uCyY0vcZDwYYvcmlKrjj/4+cyYn8Sn8Hi36UaAG5u8mqnJR4NieQ4EAE2/PKWCZbb
qwE83sQEsp4T460uf4f8oTfdBbwdqlnpXureVjO+uw/+rWX6ORM80rQQbMaVJlISR4HrxSAGi6ir
y1x8LslxjY969NFRlVIolzT0S/bxaGNYb+rsALtZx5QgdlHxlXJbsysbnFQjixggUE6IhHGXmr2e
0EMW70dGWc4R3W47nvcXCmxgIVnnJc6UVXCAhhgp2nLLBMSynPA+EnDAsxDOiKVJNtqAelnTbrY8
0vr66KFWlNt8dK2tynRneZZ1KqvSxkRHlucs7bsKHEU/wVSPJcEJvpGe2Z1KmWtTzzeG8k6G2hja
1WqL2VnoLg1G6YLL4y/Tzkp1Lojxp8ZU+dEs4uz114zYw3Qbt/6gBpAcXMOjYU8rWPAbzr40x64j
HJby1pEVVB+H9Bx3d/oLqnrfCZM7IlNL83+ztVXEPya6RohsnSlFZo6J99mK8jNzhBmhhd00GI43
Jc8804vIPLKJW3M7heqtryL4E34+kilw3mub7meiKzGBpHXS1jfToG0ZXl5JH9900S+h3nq4W0PE
KbQL+eNPkzKqBcoiv4maG7/PodPPRK6e0B0zC3YsePKrBeL+opCoY7KiAC6JvMsJVyBxNaQYp9sm
yp28fc/0NugLCI89wa82A7XQPVbTsPVkV+AoI1aNpPRyCVjNeUkVXstjNruq/L7+KsldrmwScqb5
HqKA51zWS1ss+PbJqKAPgrIaYqoO6AUE7acDbn2lPwJse1MQOdNyjuYEvvSeoPlm61OFUM8/s+r2
ewyui4TOA3jxlRvICCnSkQNZ/87mj/ZccbHEAUHUImNa+Kvn92kFY12p7DkDlSt96CDEGHXGc2BH
8I/N1G0XgvE04zNSDp1KjUXmTfTdyPObPO15EvIGjNBWEMs2jtUdxR55FmCvI6v3BPDBOI8zzWe2
wh4pvVM3QEFt6gmN7owzkBiSAmNjNL9VeJwwflpb9ZNIPDlmbA4W81SR3TFsdBNLwfskVM7azJt1
+XnigZ/luDHEF3G+zOhGWP3ryl86t049kex3gcIht+u3GEvF5J85brO0dIiPBZQeLsoYblaDmMEI
63J3KWfeMNZP7djQLqud0voajaRaB820a98aMmowLf+xe4YowtQ7se0z5Tc3ctP1T+NvyEjNsysR
03MgW+S/O+YUjLse/mBwCbnufpV0J1Gw6mnclYcoVF26Rs3+Y5Yu6quCw0AeL92HshB+yZvmrssK
VHktaSxhBiEVxWaLD5N/q0IuNrocfBFaSYhiQ01Wx7bA5+CT3h8PHL2nSHtICSel2xd7wHpL/o0j
J+++ktwHaSVsyZzfJIrFWyebg1D0Wfj0PzUz7PYzVX/q4QHISxTSJqVWaNPfstLkIaufCgCl8guQ
9/wYzs221Q90oG7II1O5dYUBFNarFfDBmZSYx4CDwLyIf1V1ZZXI9UCNCA6lkKPimp7ZW7dG9t1I
P4p2feL/FRM850Zx/g9Yej5y6iZ9SeJAP88UxVQB/ABSHRFgKF6/9HQrErYhvuV85dMzt3Nx2oyk
4XID12qEN/EGb9IRv0GIUzO/afkt5ZmKa+y+Oiriq7rt62Ot0C/mhLMHWoLqB385NtkCCRu7DG8X
xi+/FbeN5PG8GfO/gWsheuk11wjtIfLDunRILKqm2xpjmdhbzQ2oePoeosauPlT1xtcudk6Ol1j3
x9YDqp6mzfC10ltPznCvgyUMdsNQIzR8a8u7Bj2TvHfC79raMg+OQVCduH9622kAqVPbigpbqV0S
UZ2h+MEtYkRuel7bu6KCr0jchHjHP3SY2yxgiq7pvkT1I3D9E5MGG58c+/aLdCVL21MIkWZBLtER
wP8PX02BNcinoqQirIDVl1OIBC6hCLLB59XUCw+EW1iDZ7BT7onWe/xYejb1Am6KNsM40IyjhJZL
PvRNYMnfE/9x3Y7GlgKIUriH9VtN6Uq4C9M3mJPn0mPR5dTggjW6j+6gAum3s2Ir+aXV97RB0pKE
2v/NCu9zjITimUzpMatJDNqr5qRQYpzElKM5Ogz5uBHHpzMscbKqQ6GCP3Zloqpf1bnYz+TDyKqH
g1XOUNtvhFdd96riV1Wkz0oS4N/B8maIDAS9raxwc+yX0un1+mD8/3onBKBqG5oTJjsmAKOqHioG
/sFZ9QulrB8CAMRG0OgImruKHEh6F0auIRPkWaPjuy2ivUzOcKs0u26Jt3JZ2fpQB20d/olp/c8a
zS9BTvwGanmT6Qm1YQEtH14xqa5hujJ1Yz0JMpFH5XV+RvaDSnBjSk4V/8jxl4waQd6Hps8KTqBR
q2ylev+E4WJH1P+g7IsfS1CCRIk2LDl9dWpIRIncYfkbRsVBItJxcYE5B9Q9cxm40qoM/tw3sd1a
kzdqbit5q0k1NGjskPzN+k6GOqGL5rNUXZbxprNVczpkzeqH/bhfaBQpCzAxOXV0QGo5OVZXq/uM
NNFLJ3PfNZkXGdkFCMDLhmdkiXwdx+diD1A7CxwB7XNOFjHgcwXNLW2jDcdrvR7A1MJ1/JTMW6Kk
lyrcpvxqTROuqnCbQCUyrgms6Oc4PnBvTgtRnMxYL9pfNP1OyGmpYmGCWO3ibTQcSd1TCyAr2Agj
rIY2R+1z6IUZJrtV3y0A3/15ioJy3C0gsZBVUAlKdLFK+At4nq0m7VcdyF1264xTcN1VCzDRdl1h
4w7cwslgm7qnUn2YnJgqQ92tRkcICcbwR5F6RBpzfgwUSpkxngGXQSnG8UzUt0AxBRGLAJnwG5+a
GfHpOrnsF0ZgEYmdyL86VqvqJN9mZVtk+Gy30bPXttvnnHrj4LFwq+2ral1RuxB6g5xAkG8yjz5z
Mt/RpDpztE+ZMkQGBPxeJh5TCKNofiGyYxr5hYDX3VdufA5TQA/kQgUx3XPzz4iyrYDAO42c5erA
tFa4GTRxOFNXrMRBN56K9N3SD8t0zGBZAXq1ndqjTgPcbZ5JajOVMiTZauNHQrKyNd8Y8hhRJGzI
b+NyaqRb/2f95DQQDomrh9/1DICVJLdZHz4lboaF3zzE96p+5OimrGk//pcDNSUepKjSO0IOST3a
5kszSowSnxnTI2Nk7oHfKfPGCqzCjsNTnvl5ebPGl5Zg8fwkwi0P2Z4gK1Mx78tHA+r5K7Jrg3v6
9U8V/mqmnVks/QhSM9Hmcxe1I0GKGp83zUZ/uU6jF4OrXb4nk1u+SgUtr591cxC/TH7NkLlz8RNW
7wOmcjU7swJCQsIeqeqBVi6nV7k/CSzrpF1UdXu1hQPEbAjFWIhbYiaVEuQYqM/jXe6ZnQ56/p6t
0OnIWQbEAXnnqXy8+R3r3KwuRBwDE+iO1ZMIeKIPjECzsvLTuPTUfWg8Y9ToW28+ZxGe31aV3+Up
p0BRY7lsHwqylYZh47nfZDKDBSqS3K5A/BgZUPpYeEvSz+5VYjWp7V4JZlKJr9Z5bN+be2rZPA+A
oIAVUgS5Jfzl5T+cxHXhWZ8lg6b00QKzRGkglpazlJsInWfhKDQKxqIjn5MSOtx5zm6fy+KFId3q
KHe+GjLdTqDn+G1gik4W10El8aFPvtrv6Mcm7ZR0DnnfDF+4QF4MUhXU1ROgMdevcEQtUb5OnwIh
jXwmAioNCsq2Ue8lHBridmZVqlYc0BRoou183jOwCnLthkTQRsds+WySjyh2LfGfCEWXqHfKin3t
ZRbdWYd73Ocg8Bb0D9EaYqK/WZL4NRTCPmq4aUJM6gRfU/dSf+j0uMxOPDwkYibGRwMAljnsGiWa
PPNl0XCv6nw5qLHV3zncFangi/DXcbgVJz6g9DaMjWcVmd8YcDgQd+uplpwsggCttvH4UoecE5Gj
82rX1XcaH+kzsKPIbhGRRG1gtoW95KAtWILaL014VYoJcdCE8JoKLt6QyGB4RyhY0sC0lswQ4No6
t1Sjk3g7uYuGHiensYYB/tRTGlNLxmGA0V9Ps2Ar8mWIbsRqwXVHFgKpDfP2aLSs99k1rrGHjbnW
ooECMZHrINNjULhnjnDuxeyKMM8gJv3drB/P0pkB9O0TSFGYDm31yC2eiQTAhenUjKujZMp2aV6E
znl+1ONF7U8Ff2GUP/jTng20Ep146k9YkxJxT0U02BILuPwqEOUXax5lWZgwWXaZk0O0zRwVRSD9
yYD2VuyBjNDDgDIxlFWn1O9k/irWvuYoXB+V9dVF0fO37Hn+U1QxesSacFAN5m4SyNXrNBP0qhaf
XNmmBJxo6PTBdiyE2b9OB0LNZ09CwTPxwscIyCAGPsTupYz/qIrdLGy749+qds5/QpXTqh0HqPWI
Ha3hTBRN86NiJErajzHPdoqJJitOdzL/8Mg09kSB7YtZug0Y1KZdqb6G2VlFy0jlntgRbb9a0mno
x9Bt5ee0WX3GeeoXe2H+tCTwa4Ru9sCPMrwn1lWW6Z7Nd90KTxVeyghESbn00a6SYQ6vkhBoprta
oaOPv23lxrArurElIZNpl0DKRHhL5JFJ+1uvvlQgpqTf0jECg5C2pPqXIO9Z7RXFtZ/6Y1rI11wF
q1Zh/oudll3q4lttkUtQKwTrTLxhuT6mjos0tm6iVfPOze2XTiWTQLPPpl41r5RG+CeUj0pbbZuB
N7wfNM4143ugWjXlBpYmwQyGzHyEMb28i/EaDbtZfjMQ4dIV6CfNXROiSweo3bJgJIYwHhLYfeA0
U7TLBGI3Y2jxNEWMvVrWroYeJTdFRSDURMz05VptVSu60bPr8kVaZfUtR5kra8pWaFAzFut9FZ8Q
EEdOJJIHKB/zGCYXIZRKSwsiK4QQVnsvrMoTBHPcqdOIoh1f9kYt5WCw4tBuUoNoarEZ/bhXv6LW
iDyYUFQLS3wwQwQkqjISyyYx3ZenUPD6PFAlihLBQiirUKZ3gfs91M7L+Mr62aZ7y8QB0CROiSKp
/NJ0qiWImlk3Wss6leWMeNgd7Db6S4SrQowQSyh+CEuZLoQoQcJJCBsyCSPR3CvUkjTVNTeFfSMJ
k23S46ph0pR5US1qG2+DljhSGSzKQzPhv2Q/73ka5Ec7s+IXqCnqEq4EztJ8EnQkhlSKbeD/Xevm
2Mb1XdclYj1HmCjZRfqt7lJJO40UGwMTLEyxJhDWrAmMwUGiwxUon2pMNEMcj9u2K17GaVBhtULY
rvgli02/aUikJc9hsA2zoOpS6NRN25BKSxO8HBgWNMkgp4sDwXPoyvZcyJZtcooIc31Uun9Wau4K
XKfNSDlnKFFnaKFD1ZT6RxNejKrYJtGAAWpIwPcLXwxP2uilLRZ3vDdK7kA6nxSTpA+LZKZjqjA4
20yRhhQQ86NwW8zRATNKwtS5FG+LvhNaT7Z2leZH82009yrpeIjpedv6ur/wWEdeP6c76Cx1BatP
aWu1FDRgEtIsyU1nBdxfMt5IReSaL4cD/W3/urndga+wjVa9XbSvNblEEdvNCXpbIGc7vuqa2+Fu
7BwrAWeC6E24WajPgqmni4+HnOHBCekhGtD/Ky7yB68i2WNYDEeJ+HHrbdSY9B3F3oACYZBZLJv3
eHKbYQiaXNk2aq/CvTEypWgOET1z/r431wo4daClh3Ob4bcfH3lv4V5WPuv2B+AsbMtjHyVHssFz
eXpZrV/VBOwu2FBaebdonbfofA61sDXjL4UY9lBw8Bjh5SbRn7ppqxQfouV35uy0NfIXqw0fbdmQ
gJmGiEhQ482S6giV/kgMaWXyIWuuG+69JAZyGt8oSrXDxiSuTbW1MEEJUQnocMdu8bvWEEFaq8H6
oQVZdAdxoTVHihJX0sJfqUKPykutDN3opnWPbDgVae0tNIU+thH6IK65yddCRNLZkdllRNYeCbbi
wADydnRD4WVpGgyNtY/nGSZPcXpUTBOEfDU/OwhqbbbjrvKA2qpKRXI2At+YY5nuUzp97Co+NziX
GuCRISsPAmScMkrBihJxHqiuIbc5MbMT8txjlqSX8OlCU8CdBsb7FZdHgepG13XRffaneHr9VIgd
Z20vqql5XZF2VpNueeVTtIvOnVql6LiE8VYfN6tZBBaxQxoDlcp2kuKwqVApKLeeV76BXgqLlpGt
F119fIzrP7UJZPZOBTlZi9ImZjzBiCU4kX7t5ONsWMw6tUOaZyhrG7nnn/jX1aM3hvpLhgKhZVAu
DaZ0/ZEJDRuMoDtzcaeI8k0yF/20QHODJeSs5k/1tpQpTj6ejPqsx+9CC0q9E8vq+cKVCbkVhf5V
6zxoygeaFm/IMFWJKIhjpfmrkfJn9mh+JFHkKwlkRQMKl4mqZVNtt80kZPv9X4cNuZuZcawbEo52
PI3lTxZ+xSNwJ6+wufwiMpiYsIv02TwKSrGIxGPr3jp4nXUpxPOo+kZ4CaWjEvbxOcOep6BCvGnz
+pPUI1U13buZ+32u/2pFcuyS0deQi5G256GUr5STPqlIgXKIFaev7ax/TXTZ1ol+MSY7R42bKX3Q
P5V3BAGhDaHu2+WCT/ociOFcNYclRvCEetWUaemSCkeP20CnQwbnGNTHQngVT9dmImngOdTSdViK
MHtCYOUCDrkPLl9kJ0i4WlQgIlt3/S+hPaSQOF5Vty2n4zptk3Avm6dOS+2IIyYb38f2CukEtUyg
9QDCQ9OVhejUwntpC5LmjSLXGgwNvWv/RiE+ZUzjVB7Mwr9hsjwO7UtChakwvamKSqDYhDdBccpM
0C4as15BuU8+dpy0+SXSTS3o27U90tBWuVU4wJtKF/78kbJmREwMyLy0Vda/JGxiRbEeIokII3AK
BRCoH2lXTZeTmetPFZPkF2KQV491kWlCU0mJlm1J+uzDamfNOT8HVsfsYRhop/iN3RMOhIekumBA
ACtT8Pmsi8WrUSl54gCGr4uOrxCkI193Fnmo8urQ9glBQsJRYUYTugLW3lT4LUwdBSnqRoT2SerH
kVfj7K4AsLMkGOvFZL/bNnRozOKCu2XskppQFgjtMoe4VnvWz0bH4tItYA6KN45/cWOYV5QBzWaM
y+E8xCD6HPszvFYUS4sjivg8LICq9EUc0sYea/XdQIaCwaPStXNdKn6Cz2XXYj3FuCKUz7aS2ygw
eA+LyQu7IqKc5TB2niECH3VNpM+y3rN1pOo3D6RepBWpAB1pk96Xo8NMVl5tqGSdy+mpFNwcgchA
6QHnFOuiIcAsiCbevbwN5FFA0jqDATKIXQYhukVj7iyzYr708/KYBXBDRRNpEZJRD1eGdW2kMnet
+QrimrX39rkpd3L0VxEC3yfSWWEQVespsyvLOMsdrHJ+ksNXVOq5m6X/GsXL5vvQcmnWzS2k35vc
JvSEgyjQ4f0+Z98hy1fb3OPpU+Jwi83XXr/PGqiu9CYCGqZPRdA9VSGLFf4eh8fmaE14B0IK2F7o
HGrfQy2XAiOJ5UeI57KAOI1WOLkqDB2L4Yoma+W53A0Q5+Ha0OyUG9upzdRHvzbuRGqQKoavczIG
Smg4RTZLr6L5Ew6CzbWgNUnyjkRK2mk6goxWqQ0UwZPw1YoRDpT00XXFb0SNRdjf67XbNnRJCMAL
4vCazECysY7gptPyLIiNWeb1QdVbiU7B40dZNp1PhoQRIHpR9YBiwCVW8P4q6IqV7yIxD4AXw2qK
0MnMJthykL5xjmsVB6bhl+WfUuoQjL1ZQWQOe3GOJcKGvqvprg/4hMDkVdXivsv8bqGTFhQvGh6V
fuiH+BUnFnJ3VIgjHzfHw/Q2TEhDaVpmW0kdDURFXmGHDDUJesZoEHSwqen506StVzYXaNmcTd4y
PztDvEal9a941j604Jf6UghoC54OfkSPflG071S2OR2AW6qPBwKNUsFDNx71tEhgiELBrEKImE7b
su206VOmbrGtxAL0BoR2oaB60XTk33WqhR8Avxxgza8u118j3yw6DilGOkrySnYmCAmYRLgKw9Es
5tDu2C+cpbkbKUNFrtBcOIFykrY0YOuSnm0ULHNFpV0og8aNtrr92G8HERHIau7JId1gjp0lRC2t
aed94ifkO1sy8IxwXyK+sUY61MYLEOShHQG+Tf0sRVWAfLqIpvZjJum1HCr8Q6jVSIgyev53CfvB
srysvmqg4mt5sbSORLY/+sSTTTVbH0PWQj3HbN0CPl26fcFlVNofZGcmGuiIrL3ZdrllBqvVAL/G
6kuZgvYxC5EgXlnNQRlQmplSi9hY3IUywzC1wmlKmVMa8RR24shcihOl09CmxxZsoRpe9EkHQDK0
o2CYNyNrbCk8VtR46Ez0ihl7lB02kWlzjO0zi3kFAizq7k2GOGWaA5qTTwuKUbwX8JALHgt/mn7l
xtgXqeWqJt8w/Bd/3yvobltMQTQ224R/ltSh4R/fKBbztPQfB3+wVMU+sYwg7HyW43g4aG8hmp26
1p+bJpSHZIdgu6sx2siwd3H4GbacjjwoiGvihOqziEpe2G11noFizbeaVJJqEg6SftaRegsJPQCI
Q5v1V0Wp1YfDtin/WcRP4vF/Tk4T2rjyxxrugnobjB90YHHyiESIFHRsFNkIj4mcL1W3+FFBNFoy
9bLFmWrqKLUU9TicGxB/pp6V9DOczoyn1KnbU81bjOhCMDyRfHm5agMrVryWZDh7eXIxyhxt2dJ9
xUQBv1TBKNynhhR/AqCsZC/P7zVmJHlsdpIq2mbSPWkOXcpbOx8FwMjnSz9xsKcTHMy3pU1xoMrh
NtOMfzEJtGOT+7OhklSN4a3EeFMgyJNpOlUrhAm6tE+Yg1TMm2EXHbrxNk2JXy9Y//R6p2AhwBTo
EvfzdHMPKp8UtSU5Nyx/5IYdecQEXoGWsSZF2rzLUHtooHRFfGv1LyG50UKHvwj52ucif8n1twEv
LzU1c/9nVa54QFOqjeYKh3hdfkpVeq4TIqY6pT9Ls/EWryIu/GK1a2vZC/m+tnTH6EpMm1sJVCxl
q3x+DlHMP9PAgtjyPWFoEaP4B1ES9/Ee7Jh3i9OzMjI/qpCfZ1CZh6E+x+GNZSauIIX3RfS0TXrN
kLq9ln5rAKfTbRHemPeTJjyPGtTVjI1djCbE1mHPvgEkz/6/6zN04No0XUQkqStKW2sZg57lxDQT
SiPN8ig3i7NqxW6JNfkamsAdEMJ4JpN+ds0BBa4kRZzdueTX2vItm8ZXKT+M/Lyag523AgIXuUOS
VViUqmjzAwV7lVnuGCIiD2cRVLl6TkdVWLxJLWg+K7ATpf3Ac1E+mfBnRgGTzVwv7LpkKyi02NoL
O3EdGYFoelJb+maCurQ8Jg0widzaBm8z2XoqrbNZAbncm+FuzpSbmsZeRvMH9dAYMfw69SUBZSnS
9kF15NYv06NghlfMEH3yPU3GJVo+tOgHqy9UPluorgmOHF8l7ZIKyrkDZ2+N+ijMoq2rplfpon41
5gwlVGwoHkucCRI5eVgR/yUTrquJntfCTNWHEWbrMRkbGoXz6f/jupAjKpUoSi3MRoA4a7ACDwPf
kzZ7a4zmCMPkXN5N84Hyb1W+a8gCWlvE0SHK3644UOp3U19f2Zm2OrdOKcGNWJF4HDFBCf3XvGZH
I98vDUxHVFFcmGOtMBANLUE2L35sRkcBrUEzpwctrXdypOGRmTVvqGXZwf/j5loD6iTumhDUIKnj
9zYTXRVFGw5bcs9RDFed1xfTMepCmkoQ9q0Luvw1dRTTcPJqQkPXNdKj/h9n57HbNreu4SsiwF6m
EqkuS7Jc4kwI20nYe+fVn0c5E//clgRkahikuOpX3oKhnk9pBb0v4bUyynljcaKuEGekcL2WAbd1
qAnqsNXs2KNIi1PjGwdvI72aw1p1mbQ5NEuC/ccRw4ce1PojAXbunVkfqnUCz21Wa4uU2TWf8lSn
G3Me9UWf7WoiCamgaKBiZ2+6Z/ZXKuI2L/zOAMkrfTQv1YZdEucAE60cqFSYC7akmPU88CoGWEqT
TYydue1T5A1DuyRz9wK7oF9TdN3GyPVHhHJzu9KyU1WdB3+pKLYaKNucCrGkPNdFRgjtkQg4Wewq
s6KAkpYtcMSjT9XP44vEDtmKkh7CHk8gMIBusMYUbOlJEfZf0vjZ648dsVk+Hi3hV9K/0g4nRb8w
QtE7R6VNM8e5m2FmRht20MBtmpsC5INZrURf+mirHJAxRn8UYuR0Y7a/PGUEfo4DphxTCxe4+yzk
kV7qLNj3IX5NbW5++CPJmquMW5UO/kgs0fQH+C4XxX5n4CIfDgIbuxU1qAjSLGj6H1CGautXoPyR
9NVYVUcs0uhk0iYe4BsLBf5eqa3AyA+1ch+Px1KNl6hqOyW9IyU5lembEb4MJfcgXHNzG3dg2Uvg
4rh0IUAUlThTS5d+xSIzoE4FdnxBIdKf1QhaQaFVo7EvhT+KtNRieMN6CQ3mAlJqghxuvunAIPLR
lqrqlQdrMQlwiRpXgwT+F8btAvCzrOO007Z2Nj6oeso/05FzaYgE3K1CQWkRICqUxDReDfkukXcy
8Y2IOegGmTIK+7MRsRsDx7ZgfLk0vjwny9cwdAOqktqagpGqLuv2UGB/Q5nLO6ueU6QE2aCz1d/F
RTSYwogZPQugO8BJgFTyd4DJZ5HyYZI/000AXyW0NF5LGLrCQ+MDRUFgPAKMZ5GUywpzRHcgONDR
FDSuV5AVhYvbVZUuuqHb5RXNjX3QbKvhbVDtEIdOOdrW4anq9zqAUTk45KLA0vSjtzxR14ZpMnqf
Vn4shXSjG3R5SwtUJtRI4YOwY01aTrkPojZ1JKeKfXuszU1mYZmDE6dFipvV9LV77UVU/2hJCq5L
3wTe+BwW75bUJPBWoDoUnWTDTrUHuQb+EC2FEICsiakOX9R8kKYz8+ClqE5D/WtU10nr/Flsm11A
O6YxUBEst0LrQRMTcHb2nrzwsiqCk2YFm4KRll1pQddlrpTNulb2pjhoczMjhA29CkeqaCXWFZ49
l+DuyfSyHxA1AADQEFiEFRelvHYjtPlaDVDJMKb20H5omkK5qKE84OVLxI+op5Zk/l0TQZqcy9aw
lsRhsItOPY1lusvCGB0TnygsbWuqK3rr9QvXrBGhLkh7i75ZjkgnK1EJu5PKU9NXz0GZsdsrT8TA
WEORRK1l+egJkv58kS8TbZ383vZarVlbEoUDz6KWoFrgNs0emCgUKCgpwvBajAegnZH0Iyqz+Vih
VAAevqD3/GZwtffeuaAJpEGcsMqFG5bvan0sdcgSA3ywrk9+pxVk56FyiVEbkP1S8WIgG18mDeFX
V3/6irwrC2ljXrQg8gTbo26rZ2awytpTSeGYntooRTOPIphJ49iQuBahzPSatij0X+gWo9YT9msX
pycoypZPAue7J6slTErNIT+kJSA1+PUtmWchiBrcvk46uJfsMacVoohvsaT9QMBHyJp1Eodvigcf
N02GRwOlzzNV0xWhZ42vZtcesfPUKVTFo1Ox18rm0UTcBth+4H8O9VoOBEeUHdNo1nRXljlyRXmc
nP183BE3jUDVggWlqhpBU9B9g/rTiw5JYnvAs0GFBgPohuEYIHE5I85GPwDory8Yx2Qc50rnzsPK
8avqU67zJXvJbit/25A5KZEw1+g+GjGt68JdylSG/P6sDgRm+tmk6mpX7jDOjSQmxEbjSUjaP8ll
wQULSzeWir4DsFO4507VFsQPy/wSXlB1K/KfUH6bbmFidYfITahTI+dboR4U8gIQkZnRpUb9JzMO
Ihi+kPxCwgpG1OEf4xzfE0pAeYO/6AexPaYp9/hYPRidcOFEnqjuZOFTUSwg3sLFPwY0Qweyt2fw
ougHiHx178nwxigyLLzkyWwcd3iU0GQR1mxLKK25tSiFn10NsCZcNNq8L3+C+/ayYyM+Vu7G754G
ad26q8gT7D44uuEuBntq2b18jovF0P1KE8dK3wO68vrPQKM59VLTRQ3efM6K7kWMHQN96W4vU+AU
0igAdIX3B34HZnLsEyrmpnQBeQY7zyCwOUQcGlZ70jU77R9kHGlV/NkwHPO0nzl3Z2w+EAPbYvtA
a7ISm+fC3zTWq0KwnFMHj1s3cypLdw9m083likkL4Hg0MiQwkhW00NWuMQ5WgaJdBco+iw11q1xI
tUWBUVJDW3xeIquZSBWRaPVgaUB7RhygwjGhxpgoh7oEjaVkw6oRTDpRWbVxjYxjoRnkZQsAa15A
u5KS10L8xDlqWcAlGXKMCcpxRACnDfgnbTso7loKy3WZF6tYgC0VC0sJEoCJIkyy87HWsnrHH3/5
5tx0w4OY1RYlZn2TS5iKGxLoaaqaa4umf0VZL+/e/Ch+T1OZAEantyEtFcs4txlRPHDgbakREOEX
A3XoZ9rmO18kic7gBIf+qTVSjt9haaKR0yfLWj8o8kFWsPneinQgRWMXk6pXw97UpJlWFOVGNXzX
Dn3tB70JBEdoc5c+gks0Fn1mvJXUT082VyEcr2iko40vWUOXw28Vtrgy02U4WchJieFHYoJ69WnN
DLK6pHybqwS15rgplWifKNU5UIH8CvGz4AVbF2yGJngPWhUoMzOHhFaHK8v0V/IIIQKdsD4bbKQ2
WhqA6Qntn5lSvuQhfIbOyYSd28SlPSTaPL/QjyK6xKeGpdpyuCoXprIecdAVhQ66W1cwjy/qR6rb
tOYzHGchrsg9ZIGgSmZNIf4QCvdNCGkL05nSddQOfO2XzmVdxo4EMN+q1j2+ugHhij/88cJwm1og
2CEqEEFpGUW64YLsTJeN1TgGMDZfSh1XP/lesK/B5mgiVYpLfB7DwE11ayOV+yh4kg3E0AywQBGF
XTprdWGHcOLx7tBgF1bCiyeXtkVnoI59ABsnj18ErDvEOW0c6e2mw6/CAgYi0JJB9KUdIESZyQ5b
7lkJwLQJgBSBCpwp9AOTOHUqtXh0s/Sgxz6OmOW6T8xj3uzDDlGlpvkNkCYUVqZw8CLNRnLjh+T6
WzfRxXnkQ04gyqcNac2oYe0jF4xT2AMovi3EdUURdeqQmkdhq4myBrZOXfjCU14/1u7L7UdLFz2r
b/TIpnYbheqLQ6zI0lYUO+wwRUUu94Psh4AENfo20pAXb03UQVrVSo1Y26cb+rvxTBo+6uiDC7jz
Oy76Z9/9jose7xdhyaiW07K1wM2M/cNFvTSGaU5zbjHaIK9gEMlOEc8xU6Eb6Qr7kEqAeOfVxrUh
mEiylbWij7rBmd2r6JqiqqV7rghVrneosoFjPkcWbfZahviaNPG2VdadtNab975GgqBi6oViWVuw
COFpBHh7xrITCtYv7pfKX7GzKJmljObFWjQClXuStWEuD8RQFh9VPPrDa8oBWb0rhbQKQGaIFvTv
0NPf/e6Z2w1aEmTJuQn3y83x5xmbVagJm1itAL67w3xsiDWhtLPkFFjyyUz3nhCONjAWtQr23LvY
QnhMV0VTrqSo3qS+AEpIreg3Kf4vDAfncrGR+Vsfw4lT6K/enlJZvzanF1HcL3Pqm4JcCYan7Dy5
XaHVJIJ1EIofken/KA38zC2FMp3nUMK6NINAd4KeDMIOpg4ezSCCR6r4OLpp4aahbdMSgq0KZZ5/
hNVrQIyaoE+pHQv/aEnxygDx3Hj5rh3otnTIUYqa/ADc89h9ivlzrG37P9pweYGBcNW4StLHUHkR
0NbLHVAd3gHrPj+7tMkf5M6E6PPaglNL9Q28T7VxgP2dcI1xjDPV2dF/xjdORCYC8+hgL3CxN7ZB
KEQnlgnceG+1BDIaWAwkPWdU4R4v0o7S71Lc9Y8XWiH1yj+dAeYDCt4cUW1xr3wixZYfu+Zd4Xzi
DGcqkmgb0/gY8wO9xz6H7y5sACaWZj/rEPNqZy6aSCl1AKor3YvxShtTU3YKxzlxU9OuKOFD/Kq6
tY5+ToONKOSERHnqUQ4FTiX/qnKWHLmgS1tdG8HsmGP3oangcv0Gb9vxAaoeJ63vyzNR1FlW3jEu
Pbgx6kssq8cg3HsZ2BDrkADDg5gfUiqpnHpYV7IKnvFsyg+N+xsd8bo/KH3haMXHmG6h1tCxfSnh
IunlLMrZDggKwQ6RqOjI54gFLBXnUg0aZIbNs5y3x7JJP+TIsC1if4mrL0nJddBrQyNh2EaaNSei
DkqnhzFP0kUkMzPDD9lNESLIFz69Rsxwcm+VuO+V+JASUJK+5qqJEikSUDKqHsB7VlHMHlceOMtH
qtQKENSUXxV1S1CWwNNGfKblnGBJQcpfeR0AxcNcCqvnctg06Vam016C+QVLVoTQn4OQ00pr/piI
l7kitD+1m+NZo49kxdHeBctv9MdG3Sf4tlLU99aWjlRMgHm03RnbooKPFcEQ894qOfhh+v5LlK5S
cW7lz1F9ylPZllrvUSD+SdoW6i/K/6k59xsYFpXiL/ssmgECzoECNkl2vr2fr91Cyn93c4MKYYxV
jrxzI4oygcAOZtHQyc4Qt7r9CvNyMnx3C0y0Z1PRAu2Ip+GOsiboeoSrSgSNgHIhr4h15MwEYZV4
8YLu7D6l54jRlxDgHEkP2h2BP/R20j6MIOuE3xG+PVEQrb2KYmkpLMx040dMsUQ1JQezWZElJ62t
JZatADYLLujYIl26lMyJW9Cliirz0Y8/Jensh61NnjlnQ5fSvkJeR6koLkTBW5M+ZEAe4Z9bMetV
+lni+tD0C0t4yf1PKRJP5UipPEzs1gfTIqH1aYWUuIQGI4CXQj21mM/UyQMNyj5HHbr/mQcI1iIU
3VBuHKyNYNEb5x7adelnPz7LJWVOP3koe0DfRE50FkKKvEGcG3cEOI1r0zwRvuQgaE1ryAGwoj0D
KQedSqF9DyqierCZLbBdnf6mT3g6xtJJUA+JBMcdnUy6/p1fzoD09Ao8y4gKT+zuu8L4I6iguZP6
Qj15z1k7Ikk0WUuLgrh/AmaNHMTWB74NkyRqgGvq5RzUamEQu3EIRmupqmhO7TthU8d7wdy0ycbS
JcAkTzH9xRgoUFyd8mE1hNWxpfwVWzQm8qZexhfHWc33T1pgfWauNs/MX5W7dQE3iZAZkvpMBdzJ
6/4U9d2H4rYrtR/mCmoBfYzEr+w9qOPPPl0r9d4Y7/l0Xw25JurjYk2KoOkVRc966QtIbsES/CGo
3rPqAa3fuAkKmNBz2zv38BVddfny9y+3MOddN9DsFbe1l+tno4yqA5VzAM5JllmoG6cpogbY8wIH
iRB0Mg3tjtbtNYHdqQW7KIyikqeDshWqkq7D6KaLaNDPQsOtlIJiSY0em9ngoImYHCPSXYhOK1Tg
zzrC/IaqTEayb4mBeed4+euE/s3xIk+CzM5PqtbzC2Xrd5UAayyuXQUN51R4CzIR9ZmALsWvTgZZ
qrYGJWldFunLakj2qXWMGIGh9p9lFF8a/XG+1tFTRs8vrdJt3UHhKSK5PPUG95KcudVTZ+khaL1O
ot93OdagLQeAh+IRLYrGrNw7yYFyWTbffdQkfG0kOQxFlBL3eqOjHmaQIWaLDBE4aB3zxjVoF1BU
FvOfAlg8zcz2Q4DmyHDwlOBSPabLXAW/0yY55/GwVAFQJkB1fIxSTEw1PFBwZdmsupLiMry5rswp
JSI1ZwSYlen3fLKufcPlMPqyRnvVwnU3sjKkajqK6iAA5uK7+44+bkjREtEGU4GrZK40hTTXBsSV
gyz9rZ3zU9C+d88CESLdh4/ugW2FvMhy3AqAK/h8kLB8EEr4yHp86CUiASsjfKe6ghymPLNe6z9R
vAMOyzr8HWNFRRoIxvC1RFledYRPIgqB/jCqd78BQAiVE20qKM9wMfG9WIJ5rVMknWbFTyiYpThL
jqjqmaoTVSdkFUbfA9G0pfiX3tHvvnJ0oF/333FqPckUxF7EOGQnHfqdeUQ06RiRzm/rZ2Fx+xL+
3gFFn9rbql4JNCZCgVk/NQ/+y6xbCHeEwa/4LujGRBjcsKJAEEYereyMR3fXvsLgXYgf3h/1jjfJ
9wLn+tRMlkKx0aBHhtXPnuTAhv+nLGUbavHtoVG/TxV1ffIBkqRbkhRHw06Z1Xa0PcCZ3yHJaGsP
0b5dawtahPNk3djZvHNQpZwhZrbo5w8w2ZfWqVic6eCsB+dMNvewucibN9t7syZdQqT/PQZ0fbKF
qkZI6qqhZgzre+XPAdTPUP7l65UNIk531ob8/UbV9UlK13pa7JsWb0HLcdm8pOtyB5N1Dpf9bD2n
8NQpr85dBxlDR1iHd2KSKxeJrk3O7d6Mm1Qty3E3bLoHa4HQgYPn3xy1BEdy/gi/goW/Se+8TL4y
x9rkPLVAINTNiNySuQy2GrnPHnWVFdQ+TGiOaPQ747v5SSb3rL+iFHSWd9UdvfUrzgu6Ngm9rK7N
Yo/uwy5xip+iY759ordnr6WZ/rJINsY2XMQzxD8dc5XOjsAA5rL9Kc3rpWE3H9FHODd+3V7m1/bp
VMC/ALwTNiE/BDuDYC68o+TroKH6qjOpt18hfx/p6+pkSmVLH8ek1Ykbd+SMu+6x2hfLjg7KFh3+
lbXXfxTHcIUOxZwq9DJ50Wz6qgvpePv114Zanazj1EihM5tYFAD6sk0nnGszcoGZYaNDadd2a6Nu
MBdmiHnMkrm3pn+z1u0ljglzUDUblvgMN9Xl7R9zdbgn814LbtzJjcCxeHCfUcF+x7r9LYOy9BA6
t1/x19v2m9NBnVwcbml0shXxiiGeeQ/Bi7IoHqmRb9LlsMpttM4WyXt8lLYYR74Ie/2YLYNnQtAX
a4MS4YM3j+xu4e2NJUbqZ/POTrviQaZPa4/kF6nWUlTcNXO0vg/FEmq+EznNs+e8sryX/VJdiAtp
Ayv59+1xuHZ+KZNlZ5RC75UtrwzXKmSfXbYF5rVo14pd7QOKzAt6Z9bc2FDmOEpO3M+Tj9tv/j4K
15XJqQKQOB7Ty4spKe1QhLJ7J1yNe+OOPeS1NTQ1NZZFMROzgudTOhBKW59bj/kLylIwd/aBffsb
pCubVpnsmjq1BovOjbSzzrDmjWyG1O2cW6ac6T9EO1t7x+jQ3DkNr8U6ivLfWAcEmd+2ly+yEEd6
6s/Gqn0VkFycSXtal+adiOHa3fL3hPgSevpClHYIS0s77yV77x7Hdfen3xkr/Sx+Zk+IWSzGl+Z8
d/1dCVCmGQjyn2iY97yttSOHNHYhOwgaL/IFYpHL0aaXNfMfh3W9Ve1iV8/9fb0Ut9pxWP6Mnfz5
9jReO/zkycgKvlQZkciPIHtZQxlavkgLdJ+d1pbnPvPpLyhbzn4jYX2qbBwlZ/mycGr7uXfypTSv
1v7sfPuXXFtQf7fpl8EnPXRbGHdY2886J3mINtl8rZ0c2Y6ds3HvqrkSGf09fr68ZIwj4OsSLyn5
ynbXOITmq9yhHEuMBup9Xz4ER/UHwNC9v9SX5jy4Ey1Jl9jrm1NXmoSLiYLLs2vyZnMJzNEGWbZA
ZGEOD3KmHyKbipSj3dmbfyfvu3dNTjZKLGZISQzI6UO9VjeaHT/lOwiGxEkIVD7RgViqMw62IyWx
J3KZrWUbd9595Wz7u7W+DLDciY0uW5fPPEn2Uz9TD1hFOXeviSsx59/R/fp4r9RbSARcjwsQM85v
Y9k60PjX94ZOugzRd0M3OdY6WWzi6rJA6kUxu2zDaqnb5hMSYDOqkHPUKW1h8cu/cxdfqULo0mT7
eZQezVLldVjpLPXN0+M4T4nWH+nAEHxIiwMOvAfS7xlCfHblvHi2OzfvvPzap172yJexDC3ZHK2S
d4NZcpI5171z7yT9e5V9N4zTMGaoQlO/zFO9QA1XXY4LWks2jC2nXCMO8winYU4m7uhzbaUspFnp
hBx7R4zZ32UbuN9MPGj7fkvGBLDevtfe+9sl/e5nTUIfVQnGOvz/I5eu3qLfNS/trN1IM5Dv62BF
28xRl2icRE71Qml21v/Jdu6hWSS73qmXK3Dya9k2lvKCUqPTrSAXLO4dTX8Pgm9+m3jZUV+mIy+C
MBsUhkw6APZx9CVctQNUAhs1xXVle/NubZyKY74P7xQDr75xckwYLTovUg/yY/wUfoxPtFpreLm/
kEB5pwiiovFpA1kf1sq5W6sfxeudg/7KvSdOwh/JEvO6vHxoaSePw5/RzjmB/cvkS3P6fix0RD5n
aD/f+84rWZw4Wei1EEZG2RrccRKUkJm89x7zRbRXz+KPkgF+uf1d1/ayOFlcrqGliQgdYAc8Dc+g
h+bBfSn2+B1xkNjNU7lCq3UTrEFN/alW8gqM88JbwvZ79rnXb/+GKxGMZk0WkRKE4yg0TGn3R7Pd
PXGt8iM8hvhSLelg5X+UTf5YPvgn/fH2C69cNZo1WUN+asRjYDK2h/acPdaXj62e40NnY6v0x9p4
53TZMuTbzIlwVyLHKA75c3YnLrwSwmvW5bL9smcK5PjrPmPI9aW8qdcgr+bV7JKujaRq/vv7u7ga
ndG57NX8zgX3N036332qWZMbgkawN7S9SpzyWO/8cKeOK2qTCYkUolzH5CfMb67VeXcQX91XY1Ob
+NW+4LzzCD+H7rtizmjXgufX54Cc/ygvMbCBjfmRazbss5qh8k/JneXwfcyhWZPbJQtHD2kKfirF
Cyd6Cu7s4L/tgu+GYHK6e0aaCN3fDfUZPNJaXysLGWG/NRKi4GKfFIqQT9rePKDc8qzbEN/snFwK
CUQKFvUeRYqlsAnv1Iuv3NiaNdl2oyX4alGxBgaHOh8z78/FebzQlu5Mt38jlXnwnWBR3Fty3x8m
gFL/u+SEIYDpD8RnZ8wCJyBqHBf+QqcyqttHSDlzuPgzPHg2rc1Q7L07q+5vWvXNkE+NseOhUgVj
YCob+v6Xc1oWAWXNo4eLGsrWemy3eERt5TdEafbBETrSqfxEmPdnfuLKoosPAQycwo96k+zLQ++4
W/iCt4+Av7HKdz9tsglz3RclWpRcXJ+IBOS5LXx4yaw81xsZCuOn6OLj4mR31t6VQoFmTg7zvssu
mum8rVy09uDgG8dRXq/aD8FR15/h4yUlAc+/FZ7qe67kV2J3zZysdzWhmZkC/d6pSwhrD/1W2oZn
NL1taaMv6iUdimGbLv9tOP82Y7+caWMt6KGbFX8T60P2Xmy6Z+9kOPG7+WN8aX9GdwZSvgzYN9Nm
TM4xU9SrItFwI0as/qHcxWt/HtumPc4t1rBO0YtbA4GGmbgFM7OKbPH13mK+Np7G5FxqhR4ItM+r
y6OCiSV1VYIx76fxmK76jfypvJv1zFXv14y/jzg0Y7JmpDLo/9/lG1n5A3aIzmj3K38RE1qhNb8M
7DdMN+foo9zZrdfeN1kvyLQMmA/xfeAd19bsCa+I3b2+w5XqDhpZ/z2AVFNotFjk4TVp5PCACOMs
XPU0EKw7v/5K1Rt69n/fAPQUi6PLcm8X2aZflYdkU2xCG2ndh3bbbmsH57cDKFfH34Cb7LZhceco
udK/1HTjv2/W2qqrQ0XBIXtt/YhRZJhRdB/dJfwMCaMafITQHac0t8I5QENOGrdKpALfPNwSQAxt
FbxTEMigjjnEtmjMDRupxOOdfXkJT7/ZL3+RbV/2pdGFRe527EskKaQFeq9r91eA9Oej9ZBurZNs
t3ssK2xEee688PLR371wcq4WIOXNQhIJNF7GXfQTdRYUbxfGHllM+rMzaw2TV3+ol8Fbcq9IcVlD
371ycibAQq7QGOGVqNycotVltkE5bcBb/OOpo0+2Pn3xPnJl3hCvybO6U71ONsprv8JmdwcuYJWv
UDSZaxsQ3QRt6OA/3U2wrn3c5BQwAqPrChciroaqevaULfFRgbScb1E68rf+vXjkymu0SYCgeq43
DJfNXzjEwjNvGS7kNc2Mpfn4bwtj2gKLiy6OzKxjYThj5bQ/jIO8iR7rNZCK9XjyX9xzjWbLLH/P
7qyLK+fZtA02aC1YDTG8hFhQqCEP4+A463/fSyKulHc1bbLSVaEdpSFrL23m6FF59cn/8z363Sd5
9uv2mF3ZS9pk2YltpIqFRDOYOBV9zXO7ARF5D1VzLevSJitL8sTBz2EG7VAuPLjvGHhm8/ioP3eP
HnJKM2nZQylCZRcviI/b33NZTN9s1Gl7EN/RXoSnJ+5a1B2JB7mqN9m6RlX42Pxb8qBd1veX8y6E
EOsLF/flyuk/4q2vzm7/9GujNe0o5kjuWXlvijvsCpOH9Mk8wZpzd9apnbs7eJBLbCkPwpN7p6p/
ZerVy3n+5TskGVU8reQ7KBk+q8dyX9yN1b7Pr9Rpydqq4YWX8mDsXAvNqCJ6MGXEOdIeFMbtsfr+
zlGn5epabAuzjzpjJwkXJdSG8nsRsrY8YWHFRXNne18JKdRpbTpVrBL35XHcjZAf866x1eEZsB0s
ZGPR6Vh+V1tz/Iite9jO71ev+jeV+zIlTda1hRujgdU2OEpjVCcUm0SEPdJ6eCl0di43tpY+3x7D
K5P0dxl+eZkC0VKNY2AKoLGWo/iuIPus3xu6y8X4v/tQndajPVXPh0hVxp3gGae2QKETr7Tbv/tv
H/K7Z08uY8NIzEz3GzrvZYaBSVRCsI18S6/nyKnhetvro+aIBuq5OWT7g9RD/Aw0PGfw8vadRPOB
yo5jhOetgoR4A/nAjTPLm/Wj2CAXJOMRMKCNkqvI6pSiEGz1ShbXsemL2wYBebuvUbNrEXbGeyY1
31QZy7YZwmloTgSjZezMRMLuz3VxxIlF61eD5+Q8znuUvGI1Q8YcZ6rbI3FtF0wOb8iQ5YjcyLAT
KxwxsNrtR2ikCmAA7R6Y6vKo78Z6coIHpaajs8crfCUKliWCGYQGvua0BvoTmmSITtcb1V5uc/cQ
+GWziROEJvFZDFE4zEc7bKL+TgBxbb1Okgd/SGCfGnrPvBXAWIONia7BEBTz24N55fHTMnPVumrW
K22/C+ISAgmmidW+lUXn9tOvTJU4SR3EOkjiAvGYnW5itaCK1s8KH0G56j7iNryzHK4dV+LlpP+6
o8vMH+VR5CUDyF3AKUi/Ze0mTFSAjP7WtMbDqAzGDGtgrEJgbd/+tit7fVq3LhqvKApX7pGIfG6S
tyw8/NtzJ/tcD+qmSLPLcwXIleYiiNI718e1XzzZOCVi6kaZ8OSL0U8dnTvxDsTg2iKarNGyIj8U
ZKnfaYY/w1HdlfEeXt4eju+XkDItYfuJ641tDJVZlSltKdAGdaS2P0GB337+95ePYk2WaJB2o1cr
SbbXkQbyxNGdSYYhr9UWO6VAVMxNlLLxrRg2ZSbj+3b7rd9HITBQ/7tm/Rii/aim2b4Jmo8sUjQY
LEqyjGLktLOoQeMKD8Xbr7o2gJdJ+7I98iAw81TLwn2tZBffuyLAzq8wP0IDWY4cIeN7lb/v0wLl
fyrhfWBJilvhiIe+EJJncfBi9FthQB+w+tH6+Z3+zferWJlWsYtEiFUV6Y19K5rBc8GcbF0rc1e3
R+v7paxYk5Pf90LP8vIy3Kveog2ewvYg5ndW8rVHT3YJ1EHgXGoc7gXs0hKjx7rQKcp/Cs9h3f93
lq2YRDPKsHEarNc2fotpI/jJ5z+NiTlZQXWiWW4fJAlKxccWcUtsMH2KD7cffmU6zcmhpNZN27ap
lOyb+gVTEMTy7jz4ynBPq7SG6+dNKvDgLPSltZmWC0TxFLu/aMTd/unX3jBJiYY0N3O/w45DG3uM
9D4rBBrrf1vlUzy0GudDahpjtM9wLhHkgxKvb//oK8eBMT15JOCyetBEqO0lzCOgeEOFSYSMgpbK
L7ffcaUHoEzB1opEImSGQbTvvBBDTT1th4MkpA0KGJAdJB/k/OhdzAytLHTgo3eONaYK5bz+I6pN
YSV5bXdnY1xZX9P6uaW5fpPqebyv+oOg7pT+3vq69uDJws1HqfHNpIj3IXIohfFSV3e227UZmhxB
jZSOo69b0d4chaWKeHkJ6SXAfta4d8hduX3+0p2/XAlNrJZCnvKGRgDfWaMKfnSFP3WJD5gS2rfX
wLWvmG4Oj6K3pAUMD8KgjXqOXGiQMDizsb6z/a5MgH650b98RaRngy71PrwvOaFtWqNtcY+OcO3R
k01SK3UboxAa7+tBp0KUyK+gcu4E9FcGf4rG70X47EXoxfsc12KIfDDnZRUx8jHUHa3G4M6NrX8c
ocvnfRkhI0/0xqv5DASWvOShQRP49uReGZ//KWpWCcUzNNsgDMlIEn/E1Z2T49qDJ5sqFERdNF0x
2gsp7GrDsRThzk++AihUplU5v3PlIb6cqOA6XQzrM4jCGkEXLhqwuCoRncoAH940IY3u0AmzhdoA
4ahXzUNdZeoyi+uMaufoOv80hupk+VpFZojYrsZ7wyd1JZfOyvLOt14ZxWlJzc9FIN0qO0Mk1U8M
CW9rd377V1+589TJzhATZSjRCIr31sj0pALqn0qb97jJdIX9b6+4nChfVm0mGkjIji20GRT/0dJE
9lenrnAvC7r2BZe/f3l80qRDhuxcDMGaIt12CJadfyeXuDLuUzWOokkqo495dFGjRC6smka7M6NX
fvQUDx+KUj+6BWl6K9iCVM4j4S1DUP32gF/72ZM5VTqhGS2U8nZ1DqzRgAEtPd5+8rVSvjoZbMHU
cN9Ao3OHWP9LeMxeFOBdCsoU79HhXlx9DfIxZWzEpSWFWhpLO3+tOsWzsTV+9OtoI+czfApj/ABm
/rY4xN3K9JAQvDNo32c7mjo5qQwvHBtRpI5crwE5Zc/SMl41H6jJ3B65728JTZX/u0qpVYS92NEY
M6APnhEMxIRd/UDP7fbjr5yG2pT1kWljUUQdPZz/Y+/LdiNHsmR/pdDvzHE63Z3kYLqBSzL2CCm0
ZipfCEkpcV+czv3rr1Gd0yUxMxS3GpiHAW6hgEKWUuFBpy/n2LFjZkLN94kfOnScxQ7MPa98nIhL
CH/tQdg/E4P9fvXy+b4Y6txsiUJBZyq0gzh/JlczpszpV5iOz1s2iqyFhWBiooyzhd/PAmJj22hb
3+ZH6CSsoDR+BZ2HSwUuK5TZXILeHLGMPBi0oEI+3sMqcAFryM05/uwJwh+f93GAXWV1djxxcsBj
zZdkS1cJSCj+bblr9iA8ucMiXNZb+Duvu3Wzhm67B2NhkMr5w+cv9cSSnPdglB2kAaUGRQDbQQf5
RbSB88/Rv/78w0+0ZfF5szjUln2jMHv0x+xH8Hh7iK1dm0sbNPlq1y1h4ncLYhnYIvBSfQ0e+sfo
Ejoy1b06fj7+KabPvGW8hzxmHDSdvu+X5L65by6CrXEBUpnHF1CK20Jx9BnS1qv8GnrqZ5KwU7Wp
eU+GUDb07Cbqw9QFATegrbmEf9QuApmsdrUHNM5f1atzAcEp8uTbwnp3M8HlHGpCLbaJvrxvlyh/
HupbuYqvowN/gsLTptiH62KTLcGyqFaBG19AwPDMtX7iuHn7Su+GLiW6wZXC5PqdB7YWXCjq5hqq
GkD0P399p3bHG+/o3QhZGdQjrTgezmN34wae2BC1XvlH4+tU5QNRArT9AZR6to6xlrbx9ICr7zlK
pM2Zr3DqMprXtUSpdchMI31P7sNbY428B61WCnKqB5wIZyZyit5+cyTNK0CpGm1eluCjEbe6EduX
dptv21W8+nwWT2Dd/K3F990sjiKmPGe4T7t4w32417ZbYwvbemhjYa+fGWS6wn73DDOgqunTWDOB
yYDw0y5hi+eUG32dbeKlvwSPwD6mZ+bqFOdsXnywi0ARzBgmq3L0Sx12UzD+xIGSrasNmJQ7cD9g
L+BU6/we3PNtfV+tktuzTNETx+W8OEGtqg5ZEU4dRmkGNXKH3ec7ax+hl3Ni1dhutILC6GISIHww
zxzRp06UebGiSOCTafFqIry0S3+lVu0+vo12cNv04K++hOq09TzszX/zVc6LFMNAUOvOsRy7bX8J
LPuAMJodtevU0V3y1T4OZ26HE4gPJ9Naercw/UpJ6MPg7qm9bqGu4QF2eKkxCPWsdXsIzx3I9PdL
k8yWZscInZiKU9sU26IhbQuap7PXVvCoWvLN5+ufnghXyAy6oMD5bTOqJ9oZXUCdGIMEi+RAH6Cz
BtUAiLlWO7oxV8FNuorvzKO2CeErg5vAPvMNTmxzNi96jCVcNorpMRs0fMBk1oWZj4MmSvfsHv99
zA9d9I/vqxp5Ypk9nlFbK8d/m0xI+GzR64I25sFLLs8RWH9/IMJo8eNAozYCSaHY47VagFwKDS0E
JtGxusq+fv66fn91sTnpn/uQzEpMDCC2kOhzx6v+cK6h4IRyApuTyQc/CrKyw2ePNzBX3hUXdBFd
rSDlDQmRi3NdXyf2Dhw8Pk5RLluttqe3jQaoVbmHddLOuIDq7RI6N5sU1+DnE3XiTcyRds0WtM4s
DNMum0doNDkTCZ/sz6VhJ05zNqdiQwCsZfp09dHBCY/BDcr/l8kW/hLfssf2K/2GxBJa9W5wgKAf
jAmhoOYF6WRO9fnj/f44xx34cRbTGFpdYTQNj845eYE9A0FthGmff/qJJJPNtU/UGGii1nBww0Y+
pE53ny+tG+iILCwYbHnjtnbN2wHhGb9Kz6Q3Jxqy4GHz8YmaMRxhQ4EhaedZfBmt9TVkr2AVQmMH
luVLuq7ggQ6jn1VynERtLoYzI5+g/MK38ePINK9JVFCM3D+jdwl6sRCHhR4hDMdW7DJdam58jw5k
PKl9SG4hY4x/oVR1Zp2e6Cdh8+qBHaE0kKDtEmld8L3A24RFjAs5S/smWPve8JCshkNzABkd8mBO
fq1Bz9yBa+Qh3ollsYaLCUSKXs689t+nmGxePghC4GjUwDkJD1MvX7a78UotoTS5Uttz/f8n3/Ns
/1c6g+4lB5U4u7C/5S1m02332Cr30KFy053c+0u+YEtoj3E0NJ3JyX+Pz7M5CX5AthEWAg9mX4Zo
PFP7c8zoE4kim1cXkq6K4aCKUCDf00ckE1i5X+tnYwmOEkQ4j/IQ3WEJLSCSdCz2tFqncKff8ge6
H8482okgi80rA4MaZVhxJFItdJAh+uSWyvV/kKOpnHE7Dk7wzGNHfe223VacC/xPICpsTpPvTY34
w/QW62/ZvUQ3SO6IZ+HBwnRTL8guWZ7t6ptOtF/jczanxbeloY+yB/TUXGvo/3WgEIjLIj9InAzn
Aq1TY8yAO0sKNI3reInBIzQwYHoEfXwncO/0cwDXqTNmrhcEsHQIG2hI782b4Dounfi2e2X3/ZWE
ZFIEfe6pTUs/Dtv8AJktmJN5+eGcFtSpBcJnOw68jkj2oDju4ei7pa/5LaCLrekOy/QCSrhXxW2e
ODfx3Zkz5MTFO2cbR3aX69AaHxHNBWuC/vpuUYKdHUxd1pDGCB8RJkOyp3I7xzsz5O9TODZn68KY
SyY1t8CRQ0Che9q1vs49BHj3chMCfdLOEH9O3Llz5HUs67JPCN4hWqev02WwEWt1PHdCnUB82C8Y
qDDsIlXTQ1yJbfxgrRBuH/QNPOm37S69zCAF7mhQosh+sN3Zs+PEzM2B0STIx8y0OygtOcR9Gr/2
DgrWeD9XnYO2kjPv5xSZ05htr7ZM0iLLCSi2l+H+0su2/qSr4zx595CbrR2ygkgXcb5qbuFYPxA4
bTvnpvEsKDVEbrB6DdznAJoUJHPOoZdvZ+NvDpW30/xdAkcHXRZjFVAIO9lLY51sYcixn9IO0O9X
mnNr4UZirtgiyoYKiA37T0fDlVguBY46aCIgmvPR2Qk5rDUCWCfEasudDoAO1MAxhY8G9Jogu+ni
Gr+EgfdFukIAuPcdH7awK9jgbNJVs2524cJaoj/3TEx4ooOIzXEtYQV+JQo8FdJSFz2pK7oiV70H
B5UasELnRa65EBvI9EFggUHRKXFfHu4CL1lC538HttS5PtFT4eMc/opGMEKhy0oRR8Bvx7ORqUxT
JNCuFblqCQ7tMjx33vw+SWZvJ+67V1lBXjJJprH8g3aTb55i7zg8ty7cuhfnFvCJ6OEtcX03hAYV
o5j0wbDX5CFJVrRfWvYqOrfzTxwrZLY7LLPiZSVBVAx00O8WkLOFe6MO/DVciPHMFjzxBHMVgAbh
QeaDcLKHoSYxloPuwc4v788svFNPMEtG4FbTB/H06TbMzwl6GheWjlDVYm73b3b+GfPMWjRNAebM
GB/gp5pckLsRsDAM6q76O8MZzsTiv7+6jHkC3JkgkOstyHaQWeOLHJ6pg+frXpC7o3BB5fn8ujox
yryJmhtxCwOmidIHAfJ2Vf2AOjW6Yxrf6REKv3w+yAlQxZj3TA+WXrdDilHiAsKlHsJCBYlqaLAL
p9G2PswBzzUunnqeWfqURHWCAAojwboL3neQdUYN0lKLwXcqdjY3+f0aM36BDeJOGRT+awd2CDgs
7Rco4CVHIhesOLNHTiDmsMv8mAfmovN5wzDEcBVD7QSSDS9ZuaRw05jsrV0BocXiTIJ9Ys7m+XWu
VV0M14gEfCFPZB7hMIJy0Dlj9J5Eme5c2HnqkeZ9ziocUktONfqycVFbTRlczWD87TTP/jcF/98R
fuuLz1fc9Lp/vVKNeUYQApGwqzFJD+Nze6s/la/+N9i9/nufPYPVah8d6GYEHkbzyhbjOr4Xy/Dq
848+sa7mPZm5HDXoOeBrwypTFTtUMo92visfz1EbT33+bFHZjeK5FUwUktTVb4FlaL2DEKdAvlSd
WUwnkjFDzHDitiyikLxND0dTmXosgXmD6mh8N9zgwVpDhxRFtM+n68TCFbOjHpjQzzdB8Ca0C7Hn
r+XB9s6dwCfQQYNP0/juqvVtVYhUFemBU6e4MADEcOhzuw3cfV6HWwb/IUi7fA3OdB+ceJp5M6lW
dH0XDWB2JYiA7qtb7RqGsVOYXfybA8wWbm9VHRioGCCHua+1gUwgRCoqshkfz5XBT87YLHxIoAxo
GTGGCB775/w5eWWv6kq7hslRra+s5/qgP3z+6k/gw8Y8j4S+vUmhY54eutdkdOFjAnfh2DGuKVsA
1ai24cs5zcMTm4bPFjQTqqiNUk8OMnVgvRp+C+745JHhwIHrzMP8PuWHOf3HhaZIB09nAdZY/gwX
5B51UctJv9Jn88r/htv+81FOnInzjDEjwNIEuoIO3ZVPV9EKRk39Y3bz+YefOtznpJxeRlyzOjhA
oJe0v22PsGJAe4O4rL+ry/a7ejozzImZmiemqYzgIp7gIVJsyXExwA4XVOoneHxG6FpkjmaceScn
3vqb2PS7vd9Hvu1H8HI5QBI/7BxeQ9hg1flO9Fyeu0hOhUXzhLeyhcFiA2PAv1YzXJRC0xBH8sKs
llCi70LH+tnn+R/P/X8GLwDt0iEocvWP/8Kfn4tyqKIgrGd//MdtkeHf/5p+519/5+Nv/OMQPVeF
Kl7r+d/68Ev44J8De4/144c/wHMzqoer5qUarl9Uk9ZvA+ArTn/z//WHf7y8fcrtUL78/W/PRZPD
1O76JYiK/G8/f7T58fe/0UlB8z/ef/7PH148Zvi9W9BJf/nrL4+q/vvf9C+mLYBk2DoE9nRCJi5t
9zL9RCNfdAZ1BXv6BzbW9E32OS9Qlsav6V90w+b4MQd2y/QpyVNFM/1IfNF1agiCf4RODA7U67+/
2Id38+e7+gMa/sciymuFJ3m77/8MX0xqmwxEA91kliA2Pm+6Kt4twpKMAzfjVzNKmFjlXartzThn
gOAblCjdykSM81iaxXBh5JkNEp7q4XDTRXZ4gZ4w+GDDMS6BN7TwjwG4gPcxNcj3sEug+xXlIVlQ
2hiBQ7g0sIcCQvOFsNv6sdCohE98p4EZS2gYSBhDShI6CW+byxKdNCPC97CG055l5qAsMlYcDRDb
mzWVMHFbDJo0HvROseE594dK/6o3sR+uKtXa4SqIoxDuslYCQ+NRZsQDE07Iu1wv0RGLzmo4mhoa
TZJFqWvWEsaXILe2aZH06ACthYzhbVTqxsLsShjBmkWoNRsx6G25iqVd6Mte5Dqkh1hZMbcOEF/6
jcbEngRBdgjKOIHZgFnUzEvawRJOH6rqSYv7EZ42oo6hdZcUyWUByuGqU4jxjvARjEOICvk6bPXs
ujcyGNpEFXoqqkYNk3m1iciplmNre2MTRpYzyIT7+yEqc99l0mxu4UiKqoJNcwu9HnIgKocCQdaq
H7A51wJX10R5x1UP5DXvowZq9WEk4Fpn0KC5MqHA8sMOIh8lSdblr6zOg12LBiZoAlUMPUx1aaWu
ZElXLMtWh++xlQU/mA+/HEeYXCULu2VohCdZqlvLocAqdro8hgtUQm2+4oHdgughC1hQt+gnTlyN
2mO4sX0+ktUQx3Jfjxlw/ACoGaRzSILbiQ9+8Nr4KoBbX1JjFVRD6leTIXoLN4rYjpVTyFH+UK2l
wlVnc1zLqo4j6JySECWtkSjoGSmp7Ls4rTL4Xg+RBm+obBhBxA864QWlREIA8+0IZjWTRzq3dpHd
59C55Yyh7uQ3yQ3safBgKmGJdDsjHeFOx80UTpka+UrRqFvskhSuqm7LVQrdRqMz74TRdIkL3xWK
unttwi7SqILsB6xzFdpTRzpAYxTtVqULfkqQLmpRCnhGyegFunoxKOt5VFzRKItg2q3G4im1gm4X
hKGdLHxIn2WekXFU2geZ5t96TuunOEjY6BZhZr7AcTNSm2G046fAjsPjkORZBCPFLtZcmRgQYKGh
psEnshRD5ZgtMAzYJsIxHH3mIti0SRBRWLznsHHsIsTXgGSqUXPDJNcuac5ZA/9zeA55sVF3m3ik
MIUOqhDWeCQMa+TYfd9B6W5A9cyoYZ9RNwpvVdYi/W7YWvKg1TVsM/oooeh7DVj1lA4G0nOWWbUX
k8KkzmBm6IGxCtrCZjXoc6juRFCX9UY9xletNSpujJj5xBVApp+q0bJhsAmfcB1OSX61svsWTfB4
BhNUm45U1B1soqM05NdAM/u61uCJ7kvN7drIf0mJacPT1YiDaj+OBNqJuW7UuN/zPrsaGy2EnGIJ
19x4TOOXPmTJXZjaMO0pse7hWVZm2XUwwJjcUeUgVmNMAW60FUkfmyaU37FieogMJ1BuWec4UUDZ
DPxya6qMTTlvIO6oHcvOGQurh1krz2Gzm+m5Bttzn790UWcoB11SYl/oTSSdSdKAOpEKc5jmpTlM
y8zRrAunMNsWdFS7YqvcDtPWQ6t3uEp5KpKNKAwkwG/X2l+62k/e2x/u+svyJb+pq5eX+vBY/m+4
4ady7ekb/uYR1+cf++Y5evxw0U+/9c+LXhPkCxySuG3ZxGQmMSeO1M+bXuhfsJp0W9gUBuSw/cFt
/t8XPcN1TozpMmfEgokI+9dFrxtfTGLZiB+IENSahDr+wkX/1kPw5z2PLwYrdqYzEDcsQk0x5xZW
A6/90lcpfM+NpYDUgL1QvVYuSRFubdnz50xwedOFdr1P9arjzmCodJUMxS7iZv6SRpxB+b02h6t8
lBZzeMbGx9oKwn3ddfl+hGQQTJsLCeUJiqa8S9pXeyOz2THBgf+Y+7jpgsEfrzVQNN3A4qE84HYD
Bm/VAoesIQqkWNlAlpnWDvmi5rK9H638KkoIpC5I6mfrvv4JcP9PLOj2paqb6uUPrGf1x7LJfzzW
iBL/FyxtHXGibk6tzqfX9/95av44NOrD4v7z9/65wjn/AncyYZsW4wxSmBMi+c8FPv2E2LoQpm6C
OY6Q8l/rm/IvWMKGsLH4TMHFxML7GchOP8LHMKJTRKC6icLgX1jfs9KLaZgQx0P0ir0H+w4Mhm/3
Po5Fk0vRaUVoQBIO1PFBtxdD7Huhb4ywBqf6godxsuh4eAPTULTzCuizkqD2DJ4sGQ+TJYcq1Ron
8yYf4Uqm4Jf1z5z4f2Kt/W87PKdehNOL67bJIzU7OKff+Jkh6V+gXGyj058JQzfe2Ej/XFbmFz5R
MZEcWRbBC8aB+vPUNPCjKSkiSFu4IMiR/rWqDPKFUht5Fn4VWdLUCPgXVtVHnMykumFY5nQ6m4RS
054XSOKejT0Z0EmNVC37nsZduB0ZHOFDv2lvOi1NvaEa+6OZk26na5VavZunn9na++xsgrL+PLOn
4aecjJuQ5xGckzk4yAajllEKVmUjhX5R5GPzFCm/v0FgWS3/4lCMcWSqJicg1BjGnHqbQbugVx1q
PkYep7d9HQu3SBtQlPTUPvNUv0wq2DN4KkPXLShskLkAnFHBX7XqbcSaMKCDL6eG2Dyx2wy2riMv
kMDo6a1oITi0HEDQelGdGozN5087Q44xs3hKgjWng3eHhTcH3FTUBAgRkwx6k21crDu7C5WLLrOG
e9YYMXiNyBKSAkM5bpU5pA88gCAYfCoTeKukrIY6pjTHH6KTisIweup8/vwLTqfVhzePEGK6stGd
z01hzrnz0WCl+ijKxMnNUR1KLW63WiazM03KMw70NA3TsYnFC2a1sPl8gckmLm2ph7A01fIIEspW
D2NDox0LTEZFyQN8GqPLrNEU/KvzrBtXpC0hKtWZGfvRZX4VXkUVDa+kzNvElciXtAWw/wouxFlM
bmJVmJ3b4KMjtytSEzoEgbrIbLOGLEEHaH1VJQNFdTY0YA4qkYw8fz6LH6u/JqVEWAbnQsetZIBh
ghPk/Z1gUZYN2GSZAxfkZCkSYi0ltpvTDRlo7HXYHT8fb8Y4ehvQRj4OXWoMaNA5Tx55V9NZBUq1
ekhWjKdQAjSE1/qNR/3ku+VXN4XFASMoxy7YQ0fEFv3QXm7Vq1xAP3qaRKW1ZxY7DsMPawmzYGMO
BKgCODGtOdHURLqKxHmAd2vFo5sSJ9ki84eXUSXWrmctRWVUnWv6mK9fCgs+TjHktMOx2xHxvp/5
sQ3zPmA21LGRAm1CSpJlnqpzGoy/GwUxMgaybUbZW+fgO+yqibilYupj7aRl7hpdbbi+UOLM/P1u
FNwCDC/WsIDKzZDzoWfCb/NplDYNNjq6+L3CBg7w+dr5zSi44yzca5YNRYC5TLK0IbPeQx0I/FD5
mDGj+67Liv04M8iMj4cVahKBYXRghzjrydvB+G7Keh2lBr3lz5Xd4LAnYceTtYDCW/ki9JS7bUmC
ryroU7IOGNPgx5OMJl8EcJ3WPNmVaXfRQGmIXvAIVrJOQxITVasJlFgrEQ/QVR7rQm5qVgeWG/cV
RCppr4BZRcpM+VXW9jLdUZFakzd8gN9ljRzKbehzyM4YA9FRoFV+3KwVSjwwyqlC5ORmmLPLUQZt
4IxpSTLPb8J4HSSVba9kHjUFAB7blM6QQbvUq4K4f6q5nsSQ5+1yuCFkFUS7pSq74LJsA2PdD1Wf
ftU4ZMPcujA1tU/DrBmvG0OO5M4vwoCu2qaqx0Vn69Wz3WtasKyqbLRcUos4W5tRCjfwJKrC1ssH
0jFHmjSTUDekpeZVrRqypSy5FawGNlZfSam1mdcQP6iXmV/yy1xWCVkMlWU1WyjstaOXQMNJ9+pU
+cOBlUqGXkf7YvB4xEzlMV8Pby2BlmSn5qGtL7XBFpajs8HvXBlTS65o3eSm5xcVaxxiSA3Xt644
vJL1tAlc1erGGmAIgRPSmBbGBn5UmJ9E8XFjJSac7IkKyPdiyAqgohEDN6NMuCaXel8DdZokkwKX
o65eLyCZEVzVfY8rL8KdfTHQqOqdAFM6wUm1hWpJMcB9eWryf+iHMnmpOqNVC7RUJzC0xre/q9oK
iwA6T9d6PejaJT4Mum2Jr4tsUSVt1q8oDNyh8A/5wa8JjQZy6CHzA8/HHkbhS3vo8yU8qXN/Q8GR
QCeuNUD+3aqMJD1qrZLVUk9oEnk8DtG8DX957Zte2cWw0Eo5qWIBEnywjDZ78qOwhWkGAwx7GMC5
RYIbix6dl8UoH0jfppaXWYht1xXQOeopkskfrSGbxLFp1K4jPUkHL5ACCoWdStWmGMM8xsTzvHex
lgZ94TNNB0BoAdpyW5mCg9IaGVSjh4obhptHvfHEi8LSFmFd21B5zLSwWYbow013KAe2Hb5QF2/R
wp88yQG3llvARbV2StTyYB1kyjpxg0IrcO7lCpd0VJjB44BOU7YWEnD5Ihs0+gRVUVBuFCmK3qlg
Qsa8gGT1RSb73NyURpBX29iXQ3vkqc2xU0gHf3maUJ+6gaws0I/jVDc8s7VNf9kOoYgWQV5SUO54
QgE1j6VWX3BkgP0qH5rRPDatog9Ck2V5hOdR4N/pteKT6XDpb4KM6gnq2y1EDuHKDKthlfQU/hhd
KCDvrbT+AdQXTblJ27eF5/em3i6VrfLvgx11V0aYwqIYEINpwcGokyiaqcTn8ZKpWqBDuC116PUU
QzKu4PrOKjdKxhoWAWHCCy8KdCXh19uaxtrKG2jV2IMFL6BAJUAwuNkjBMKZabuWFSrmFE1gAMCH
/GWzMPLK2slSQb+eppkNhlTT5hepSsPCq9BnCInkDojIkVoNWkgsKtkPEhu+voKxeATPiLgPv+pp
AUGN0k/KH5FRmwdaGFGxMEqCe7jp7Xih57YC7TK2yp3QpbjFV/IPfqzQ6ZIXOQW/CI0TELlKpVxD
0bHFto1RbHdaAIg3kVGxjWahZ94TJGWHpDTzzpG+mXWQaCqTwIvSuB1dEpX2loZpUR2Q7SMaikOj
MjaUlP4NM0c8cZsZAUoCjX6hsdGUG0iTDiA2WqkikFi0mxFKdvZYIncuO3ls/XoUGy5KFrg5BzvR
FQJwPcx3lHyswFLekUwHEs0K9PK7bRum93qf2cWixGm1GqNch8Z7HhpyGdmWgiNknMF50/BhUYW+
r8uxjyKgnhpXnRuOuNecgHL0i4K4tMXezIy9sDVtl8sO2mItt8urNJM0WZZ5hRpHkHVd6o4mTTv0
1ehB5MVWDEpY1VPtFXtBfYPNhngsykKrnG6UBqxAsxDNMC0AY0DgYQl6omlBnMPpQIiERV6iIR0s
RWATl9hZo5y+NPl3myU6PPRCFCSWQGVrUOlUWOcoNmXacWi1AhBWp2nEHTHmM8s75S8lKyIdUERo
Na6Ksgqyo3HZ0UVtGMG3GJdTvmUBDXWXa4VEA1AhtMvAz2zby5qhuPFFREOwz6IQCydtotuk7q07
uy/916xBiQQ6u5KSPbKp3nKMZIhyGFOXwauy2pBteGJk9wMiONuhAZRyvLDPYfktIt8wHakFlgVR
lqpCGdBXe4AruF6jxCyPKFh0iBj9lt6lfgi/Gxwl1sNYy/KKa2l+VyQK+ncJDSl3KaGldHmRE1is
+mIYFowww7oyyzjt13rTM/T6dEMFHSxMCAqMZtFtQyVtNHZYFVA/zmX3nLUsx5sQRCa4PbUSXj+J
RN9wGfPRcDJ01PiiFrmTtVkL3zFi4xihekO0tYGoH9dUg+VrQLDFhPJiDV3bW8ihTG+1zWV2wUY9
jzzocfU5NDKiivVoiBo0VPlKYgZHVCry/kZDiS6tXF0A/9wW+H9N5Ax6MFiwzTAH7DKawicIDhNm
31gbqQoOZKCgho9TdlDGaxOCZef1MrDybKGSSIAC9xbY/X9wCbX3T5H52wZZ+gsApvpxVrL/FzQv
xBcADoDQBUHQiywIgMRP4JJ+QfMEUEtU3wmFcsmfwDyjqNxPgAgoWZANxbL8E2LiX3RATJaN1BJQ
BprG/gLCNEtRDSQVACAmIILhP/pc+qf1AyNPOSIjWlZq2THWuKFu6+7QdXzVybA508sxSzPexrM4
NoEQOrN+YS1SiF7kdsatRZZIBPBa7Y+epQX+ORHzGeEE04YHsywkMwR1JgMgw8cMkMbSKjQUIyAX
3Q/ZOpYNygmSReZFHUSmDpquZkcu9DegaK8nwte3aWIbpTtG0Cw+g6bMcDQwt3QBDA3TyyzgTnMx
LsYiQAFcwJ6cjMkaPhvBrYitfId6MDhEn6dYWBfvs+1pLAsvEmUbE4A0nWfbfWU2shkse9H0vQbm
kCTHmkf1pm7t7KteV+EuD0eYNtH2nKLgjBGHKcfQWLEET2jAyGUuxxQTBDm6aO1FaerdPjVZeFXr
Atd8V4C2pLcEBHhkhv229VsYZWGeV6nlx7dgBsTg5JbC38Vlkd19PiEz+tzPrwUE10RIqxNgTh9X
gl7mcasBfVzwQpZLKwnNdW4MlmsNNHNRDCdub/ToSqlwO2tl06/qUct3RimFNzAfx/Ln3+eXHYdZ
sggDwGZYqLfNFWbzjAcdr/GCinEAvS5OpOjcKK5G2+0QLWyKACnSmTF/2XXTmNgSNkTjsRd+1VjN
BkFHDWP2EvW1FEqlIk/PtWv8svSAdhFzOuqICbT6rUTyLrdHTKUsLer5wgzLyrho9LYOr0qSNLlT
hVr23GtZYm9ampvlukgyJc90ZELBbrb4cahMWD6Wn82Alsz1UWItkLTydXS89IAhbITmuoWCt4lI
wK0S1Ty2qE5+70douUu9je5YQvRqD3NpKR1flcVjPhjpSxqAFOcgJ+ewgSdRA9M1lDZtz0cqluK2
N6B5l0VaSC9zQAmX8OrpwgWIEMNtGmRE3g0oKV7RbmCmkyGCemW53deXmsqQPwsBndi7uELOiTbr
XoJQj0xg4HekRU4WocKZVuNaCxNVbdqKWolnyhbMcVbptERqZ9j7qDSzeoGUrNHA1h1hzENrUR/j
JIowxUMAlTLBWejmAMe6VUEVqgUOQjgzW0NGQ4hLCWrBPdSWor05IMxInF5l0n7KCsFrcKUKWDQk
blVqZn6sw9yuvIIkHdwGlF4Tr9RpC7QULgDsFVKKbLhpq5bXa3BeUnUMpT6+ZkNJC0/jWfgsSdBr
SyPkjCyUlaJNxQK7ADm6kdWIPVHp08FWqen3jpkgOuZ+OH6PaK3guAQSRL/EQeKPy6or64cEQhY1
To0MgoZ9T+KHbtR65hUg/4SOpKYBOwe9tZEfWVSzdiKC6KLTlTKogQzjMHQyaUT2jiBPqXcUUCm6
ozSQKZbgkpiVO2pEMU8hD8hWwNuYti451ZZZRpvhUJsdO9BMgaBShoCoHAga8cat/DJdpyg/Qo9v
5Bk8L1Xth45hyDB3/DYM/c1QKOirQm6jfa0KOyTXCsciYNeMF70J7f80vK/MpDIeEK31Ek8tuvAY
cpiqLwzgBPxa6X4M34qwDckTHHRt0JO6qshvhjLy9R03lW4fwF6xI3OF19PHboyV0X1tJkLMKuB1
2q4I6ZQVOl2Bs0FzighY327sAkPBitbEIQRCD9DHcgGV05bhlMxqoDq9j1UHHA3cUzCDaqQVvAN8
0CTMfzZbLUq2SYqI0htbLeQeasAM4JBmgy7egxaVImkBiOL642D/X/bOpEluJMnSf6Vl7igBDPtx
HHD32BncGbxAuBr2xbAYgF8/H7KquxgePuGSde485CGFSXNboKb29L2neUylIc9hFLVDelxhh6CO
60srue0hm4VRDqkLpp+TZx8sf3Tuq2VpdDyGjlvEnWtLP2qy0DuUVeDlx6Sjh2wceOVQ7M3GM3lg
h3NRxtZQdg+NO6Edgvc3XhNKDebihF0dQ1dyqLQGa/kts3tvOYZdofLDOpel+UZZKS0phJWL295b
A75Qc1h+5fzrW5HYFm9XX1riC8fVG+6WtK6t26E21iYuxrAGENT+Wh4JGP30NbNrwQGffC2/z7XU
FDHyOaGVmNV4dCYNdPEU+mA2e7KgGWnpvPJ0cqrWM3f0xugRgMoG2s5qa3M+NoPU8xbH9J0u8ik5
SmlvteRKo/OZfTnjz1CUW6fFMsex0ecFS2OIofV22VB3iCI7P5x2fZpPKCNHWp3voTAsS1QXhTj6
FSBcRJEr47FV6mKmFgbJdFdmJo3/ZJY9lGJsuqhtM1MTCYNlijNvTZq4WzrrZ5k44lpnCGq4vhws
jtZUfaW+bdvHcg269ejag/HbaCb0+Z5aFv3QyTwEKTGU1A9SWot70Lk93ZUF+cEXV/odvVO7JEnj
rJIuqvl1kFjI7JasCvKITQMmE25XvKcfqvGtr7zgTVZn0xwZqzXhIdU0YtxIofkQq8bJPgXW6vb7
RARbIAPvaN6XELXQHKRJUt4uazCk4HJWjhdSXg7VTah182EtXeXeidVuaSU6GBOFEdBLmnFnbYkz
T9K25aGfaQVxDOopHO8mWArz0fD8bKTMYJP39HVZfq6nUixxtagJ1q/U/hGimfGLsBwaeCxLKC8t
ng8/w4L0OCJVxobUwg5o3UnTnr6QfHcK7Ztj13vCsDXcZrVdJ1dqXpVxhal/b1+vQATNTZsiZMS8
WxBudv4KReyoDVf5UZbVCoLfKCDbFV5b02TRaez0zgYm+yVNq27frXDofMCBwn+rvLCl/8hgZ+Md
iIl33wYaek3pJLDWFP96H7TlKI6V25ngVaLOfxtuWw4R9MjuTegDM99CJFfBvQlWvBoH4XUKHf84
lQPdztSa9Qc3m6dbOLkdpmxDi0N6Py32j8pc8RUZyzGg0wvRD31smXjzDvjJv5p0m9kw6Hr6ieZe
zRSLJA83cgSy7IEOFncN+UbI1dVkZpw3ab+88f22NW+XpHOzz4NRquauc/Dzf2jWIi2OsgwNFWt6
LawBVheyr8Wb0pj1GjstcdI8GJlVFVfOYGsgjlQNgFVw7VMh4qFylA+Tb9aiYzVl7uOn1Q2j9YWb
YphihxYM3i0Ouy2lt9Ish/lG6Swdv0APcCldFpNN57x2FsGxKKzquvIcle8r3Q3Lj8Xv/fqN5cmS
rhmtMcK287tG4wI11mZ1M1ttBiM5L80k1hzbzwrHIAiVGjr0dUYhQEQGtMj3Sq1y+TikQL/3U9El
xmMtsv6RttsQaWkkaGc3TWW494ZKwIxJFUoDE4Qqk+9BrySIzVp1d0A84RDDnBrkYZ3aMr8pRlP2
PxJBL7u9X8Il/qLaHnR5DoFMHr3O6R8Tv6zSp9HKks+ZY5T5VdnN+BsnGLK7Udp5VCrslE/+cyML
1/3aFqbMDsFqraSGmfdusGbWeR5V4h/MwpI131IdvFlUGIioX1tJ+KLmi5d1N4j8jQUV90vaJj71
AKsnpiRJkrWR28mijVJyIvp7ekFi0P/MREnYTGFHvwu/DX84WT59xJah9va9EQaPfPniu2/m6S2S
NFi05ewtPwXFkLchJGpvZyS2ep93KVLRNVu7hzzx/PZWzvlc/nKmRr7DVWmFFzqWsr3TYwaLzJy4
kMCjU+P7IlJyvrHwS7IQZm496XrwaAaVVYN637upeZ9v5e5oMByIvJYSathlaqiMOAXNCWMqPAkJ
hZlWbzNz6ukW7/q8zVPpfzZNYzb2QxmA9Pp2gXKro4zfoagxVXftLtzt+2nxabGeV6EJ5p4RC4Dj
FPxUmi2A6PnSbPMYRMoI4olQp2MyFhjyAujQieogyWjCmjtmHUuQiAmKPF0aiPV2+qksQPrjcs70
B2O01by3qHL8tgJpNVFH/eannoL1Sz56IdAbVx4WA0NKZxN2iB8kzdz86GW++tYAigk6hAjry0px
pY78dE2/81Rrh3sJidijb3WlffU2dJuhPVIApWDkdbM3fOY89MHPwkHH/WSanRivyR1Da9mrZJIk
qtB1RR5XvZO7196chBozHz90FzBrN21gyBrNQ53jwB5Xk532JOmlHb6f0sJLb8HsUPLCAKfEHlvU
eJLjGtDGiIBWClfR74o8O+SOrKX5yxVw0w8S2jBLPZSm2LlYgN+l46S/GmuRjYdMj+NHI+s05juk
q9+NTKjx0FU2fIB0mdEGKGMpPvpJMttx2NtzENmLU+LaSv7a7D0gjHTvWyVQcrUM4xusmqHqegnA
78H1tNfxx6vW37WGgwyCZ1fyy3Sxf4+puIR3FGzg4Jpwgcedcn1lQ6+Gx7i4RV4cM6ei0+lYVfYX
OuC4frwqx/4qVW88cdk4w76ek1JHIuUZEhVtNn31nXySEbwRTYWhz8Ilspae5oyVnLlNbKdOc0qI
vhoOvrf0WNQ0OWT4LrDnn7IzEKrLJs/dQxgY4m090KvkuJT5Vuewl4k2nEnJrVyYvWXtFxHCtWzN
zv9hck7Aklu+8mPWDcgsRVjOXFBy9en1zm32082a8M5J/DCJaupaemc360he2Waijfu299/62VrQ
7DMcggzyiDV8thfp+4dGoxfYoV3wvYgicvvU6Gxa93JsrF9DU9MUAex4bKJmhvN/JQaFu4/rDat5
MxiG8wTaZztXCd/xQzqk/m9kAMwA5s6SRXkeWo+j25po84uM87E6rXc3Bm0xH1b6wKTXC20rflMS
JdT0djYzrOzC7Gg7s/g8hP6MK9dgjHqfLxmGqWuV+XdrYwUF6o6iwn44tEde8drS3n02pKV/XQ3B
zAYUTi/mfWNCaY2gFRTTfnK6ljfTsE515Oh0IeCZ0GTnkELGbs1M26Fw4RspOAglNJiSRnYQnda4
KPEwNnfSKtLPQCFpsDdml0ds2UhOVKeyyaHk28tvdm7xxhxXUfjHoR6npykvTOqLelq/13OOcoSj
WmBjuOQz5ju9WANYkWtqH5fBBAGEkzX2V6IWXfmzcj1Z/zDLYC6vPVeZ7lXaOalxleaeSPalJLs+
1K6dOm+IT94UufwHLx6GYvpfxuSmWPtLULbp8P7/jMmP8hv84mdM8+1/+Cdh0t7YtlC4TUDpjRP4
b0mZCP/hcuJpD+Q4dFvbyOn/Ikw6/xA2nJIwsP2NxYhs9X/QbMP6B5xwG9wGGpjrg0JbfwfPhs7+
DANC5BZAxtmEa3gw2AKW5nO4T5dL3kPYedfBkKuvVUbHl525jAgcU7CI+0Wq9yBudRsZDaIeWsi7
4t5t0IjslrJJnwzuHLACT29GnIhJs+MgRpgp6WKRcxh+uPAgyi0td30lV9IEFyFOTJagv5hl4y7X
OshpBxdIYQa7IcySD9MwTLTM7oIcygT3+bfFI2Ly2HPWjgzV7NLkaKcmNPZdYa1T8jZcV6jOZeRr
vFUPtkjrto0KTyCzSHmFCAtq5NAt7zX8xPJWur0ddZNXUTpy9cJPJXWu8M8Y8+w9YJOnjohRKB1O
egNudC8wOpmLdZb0JKYnUmROFVY/GUXSL3o0fBspFFEvkgJ1WpRCb/ptjsL50nlZ91DMVY3IXSQI
w3DVqMlf+lEQh9cy8CIq/Ko7mI6Y+dSVR3OTzeA63wlT5/RZ7VvzKoTNOh0TLy9+5P6sYKu0vDd3
OhlK6zBp0/5q09LlYzv2Eu2dbBSpYtL5uLQI3tbaafNjaTqsRxf0bXibZ5YvjgpgKXsa4bj9cJO8
TONy7db+c6a1Dp+EabRPJG1FEefSJptfIF1cV4uFuGym+9TnOhvWb/6ccU6MtF6oLlaZtWxqtJkH
Jm+/ItZuHidaDHlMWyOauBVc4HfKtyocTRtV4PDjd6uMKLs34b5bw/6NJiNTMQwhN40Lg1cKWcZC
W9BgEA5Epmou6IYzO3M8ddaANUwKt2Tn9T23ly+3/JXKEKEytOpg3XG6rPFQVEXjRkZteEnchpMN
WcB1VqQ9KO5wMJtdyuNVjbParpgbHVLNpwC4y7mJf5HIGMZOybXmIWtZHRhSMvHMDrRBChvy1ta7
XuvgQQkBxKlDrCXi2eI6u6/tvPgOhm49zulYVsdyNrKfQT9g6T+FdZrtp96bPmSVL97pwU+0HdtF
pUS7LzK+gD4KxsSGBZOWPEqelkKG5W9JXyPX2AkNo+haZpLTsUshidBnc6SuEDV84cW9Qd/pHzIY
Ne4Z5uz0eELVyxAFFsrE0oYnsJcrkCk+EoSDKG3G6Yui4HQfNpXVHs0VutUBZ7QMOBpJxxDVvqNM
lI1LdiOqYP65eLkvd904uOITZhe5deQxm5ZXAJuWe70u/XK023z4jnzL/0DJRA/R2lflW9568GIM
ECjg9ABq6u0AgSnbLyBuV6IV0uTpFmb5bnXnh2DOPMrGRZtfOWWh9LEK5PpBIxzlQdOK8LfZyuIh
TCDr3PtG0PWxsoX3fhCZfjKnVBG6unAksxVp+knDdkNSIGC/Rr7T7ce+a6gKp6SeEQ+F9q6p8657
12ib8jIWSp67p8rUPrmupCF03032U1p7+WfSTy7nqpztLCoKzydFT0zvUXO/grt2yie9b12JUtAt
PsowcZKHvM07UPxQlTeqoeXfcV04vocSMyUnKkEDyQXbtCqO1jAsv9vGruf+zh39cfIO5CAN+XNS
6+od8kj0ZGNb6G/JWDZvIOV5PDLI/aHCremSkfSM1X0+OjL9S7rqHO26W97IoRgqhK6m7g5uWNsO
6aLqkyhxg9zkr85Uu6udNO/fOmbqGXuVOQs6zAD6DxSFwKLfju6r/AomMn9PNRRq+jorF1wHsBIw
eeckmf6OKaEzHLwhnX90xHme76H/3awr651Xp8EBQZKJRBZMo39s3NapVdRTNbqCAJVgJV9m4Q8X
7pIbN7wC9E0w6GbE454OQBz/nDK9nUwkYiVe1ldWOCVUpJKW5ZjnXOFGoyYIRHkxrl8HODP5zg9T
gU2RLJs6Ft4KPhiGAirQDJ4kD6J3UhkntN/tdppX3RrVljHc4gRmWRirmPpTi5g3ANjrgxt7W4Kd
66oGk53QAvj9Kz343/L//xGbVd0rmRKXw6+f//V/1bfv/7WvMvVt+NU/y5u2//1f+iXvH3CRqUqT
/VBtpw78PzQAJCggQUgBSKvInzYb2H8lTsL7x8aeFoHrAw1TQeav+2/9kvgHghVvq/aGCP+2POxv
8ABOK4Tw8EmWYLG4FHDhJGy1vT9qd15YEZQFJEN+y3Sg1lJfZ0ntXahDwnR4VpzeRtl4BhsgZgfW
X84af4wS2Joeq2oUscA5ngRM218NhP5XKY7Ad3RGBZOaPBWvQ2p/KnXePP6xN4//1C+8omdhYckv
GZWcgFRUnHrHlmtWNfCAnFijudnzIm2i1gI3t1UbXJjpaS30n0M5rsswWA6cZqE4XgAcbvWpsgtp
qUHM98jMqrxB9+4jO5mAx3aE+afXZ3hmG1lfFxUTqiSW+kRxALPVgCYLw1KnORQ4RNuHNkmmCwqa
5ym2/9c6btI524Lb7xIwnh+WAlEBodWl7GOk2d0yl/VXg3F3VlY5d6iOxx+vz+rEceWvAflezDDY
aAVYRZyczrDtECJrH4iEVDqCAl9dG7lryWhNRKMAHQwM1ryi8g+jEN5vvVZfM+qYB9KW9hKdYFvC
P6Qx2+Q3Dgc8Hg+dn3t6iPps8X0rlQ7g0QTTy/PjZc7eJBWi/mRKIntdl6hJ+nuX33wd2Basrsb7
KnMtY8Mc/15n7f9emX//GvF8K4KqN7PQMezYpU9hTNXjGzRv88ZsetwsXt+FM2fL5XUWmqHjIA0K
TnZ9cIpBy1ltX08fXs9UY8q2Fxdq+KdUmb9Wl1VxLIuQCJvk+XxKf7HGuhbsNF/qDXmKHdGZJ70q
1uSSlfyloU4OlZOAl3i5Y8emn2Ic76eYbYzt/QAbd/8frNymAEJ25oVwGp9Pyjbl6vREpLide7Wn
M193q+3xUnedl/MJoBFBMPMRtlnuaetHioSD0/pBA9fRNq/pNLhgqlBW18k49tHrEzo3FJ0E4HFt
CjFoTc8nBNq0JLXjt3Glq+FTlUtKU0FFHt0n6oJH9MtTF3C1OQ43E1pI9zTWDGOTdyo023jRfntM
GwWYWwI7vz6hE40SH/WmCAx5Q25XA3fD8wktXjibdmO1Mbe39ctD/XHXr14YUZ0zj1p41nccFi41
SH25is8HPQnWI/x5oGPd4g1qBZ8Co5sifE99GpuUoXchZL9cxm2rQEU4hq74K6v5835HFz87rvJ6
diwpo2EOu5vOGZIL7L6XFwNCWvev04fbAHKv58tImllWyeT2Mbko7V57CnnANc7O1hXLaBnuBdHS
mW3DPAitiYDdhbnBSUhyy9mHPG7RIaHveOLUaLCjxJ+pO4b1ctPl3rgPE+rarx+WM/sGwrUtIkIm
EIOTwIEjj7RDaCgxhEE38mpV3cBmH2IszdWFCZ5ZUEjw5PW4N1FxOG07kaZ0ZZTzxATNccK1R43v
Taxa4qadu4OThsElS9kzVy23rEumSd4iCCMnk+tl0c+iy1RcoB/YiZ5aK5dct5WXNNTsJOswu/Ea
5eLK5BRVpIZxeBtaunsLWBxMFwLNNtrzy5bkljUmpEGjedEXAypDAVdhULFb2kkAhl1a9Z43ZkET
kFp27/p8qXhJzx7CrTy3cufCVp85YMRlYjaiZBYENfeztHiqe2HplPHHcEgOdm20can7IaZ/xLcx
D9PrbgQX+JvHCy4wKYTY4h6y2FNHLB1oax2A1SCl1Pm+n7IakCkwoqWpf70+0svNZqggwOPfZW4E
8pOLqR1sSQvaaozxkEc1C4iTHAMzCa+VN9j4VnXaOS5Nku+BQxw/wliDjobaGW/8UndZ/PqvefFZ
IZc32eYQ1i6z3546f4YoXZfrQKGyp9yukEEYfvfOLRGedW6TX7hUXnxWDGXx4OHhtB3zU2HuWgdL
Aj9toMQEGKoyrI9aQ84fkzSZD3IZgy+vT+1F9GU8wa3iYLFCxuyfxEXPmHIfLsUYqzQMf+DVbR3C
QRnXr4/y1wo9+1oYBr54APxtEeVPtxOWUJKtrmZabZHcUh6HK9EUTRkP1B2tm8VRal/MaEby2U4P
C6ScvV/M2Y1ug+GxMgoJFjFK524Nhmz/+m87twKQ/ELOGtRQOOfPN9cT5WRA4+BD5hDcTBt4tDZl
eiF73M7ryQIQmLcUiCGQmG5H7I/3ZTYmhizdtY+XImvTKJ2oxlL6kwCmHRwW2zDze3CwORYNDXTd
LMTe6fV5viBB+x7cXsoc7MMWtjffkz9/guyswmrgN8cyLcTe8gFru6RGoNcI93YsqbtVZUpzXRnM
/kfOaPjY65EGbUVfYNBFk/SWAu6Fa/nssrgW4dPfcvfTiAL6J/yCCls8JE3W7h2qkhX5lImzGZcZ
SHTTz1dJ0quDqEE1F3zpLnV0fhFIWRZMf0LepR6Z4waL/LksIPSuMSO6j9vc6t7QnJwqdrEU1yPW
hL9XI5g5o6t14TN/acrioZGgRsVjAjIwEfz5qB7AsSGbUseJb3921EPdDPeA63FtODvPNiJsGq5t
mqLPFEXz9TDVxbXt/5z6MO6xpnShjlLjuWBN+3IlUD2Q+BHqAh//kJMvAQHqnJrKQ1ur7PGuoB7z
0LdW97g6pBBGvqo3PnyV768fy5cBb6u8IUMgR4KjfZqyLF2tx8CD6Fj3fn67/C76vTO3FbJP7Ole
H+rM/LgyXaQktudhbXGy5pV26jFYixX5a6be2lW+iRfr+n1RKvcqKbPgbrUdccFJ4uUJ59rAeAd8
Z7s/7G3+f3z4lpMmdRewqFnAKqaw1G7k2vdX5dK6SLPqILtKMKGwdyVo+sMg2vVC7H15eTEudgOY
afFw9U4RCtl6bj4UGQRNNSZRykv5NvGb/kmrUlwY6mUoxc+TjESwlazwKYjW5u2Wj60LOkw3+QlF
JftUj/bT67v4cj4ORV6oUiaGEggVTnax1aOUMmAQbY4UTC3owZu70Y9CqUu4wsuzyVC8AkzEd6ZJ
lvd87/SSqpkiBu1ZR0XJv3damOHQyeK2L+0ohf1wyTL95QpuNyRKWm+7K4JTrybNvJoRhm+cUE6+
slVn3As9uRfyuPOj/PXccjbNxcllpE2pRruFbecaxRzTRJz2gXlVHF7fqLOjkB+HMKy3avdJvo4M
ONNz1i8xhOr5UPW5dzvmcr5w5s7sEZIibOXwuQCUOW2aBg1wAl0LSBTFLK6bpvOusezp3jlOmsaW
iTf167M6c/xQZhC2LQHLAD+K52diLsa8wl1j3PTvxo2dGwaNWp2yRlFBteTC9Xhucgg4sO7CAg8H
vZOz3lNMn7zeGGODWl+cY52Sm/K3aeaPnJ5LXSjO7BfvKl4SW6Ta7qbnM7NkgC4YhUjcqS7kzQTf
bki7S0beZ9Zv+5bwUBNwMTDaeD4KxVAgSgNZbe7IX1WSOSQ79tNASDr+7Y1iIB5pvE8BaE8PuTEq
ZVutPcbT2NXvOl3LiIO/3iXr+PcjEqfBtr3tHkdpdPLWN4JqyqhTjjHMk/bRRsywN3yjfT+38yVD
bLEtz/M8csO2/z3WSRK3Omj8AyxK46715d2ksGyIbH/NZsQFVvLWHnrqmpVhWX00YVAMeZEH+YAZ
iE/iZy99E0b0M6967DIaJO8L1AEK0NYUTLu5VnP9QRt1+0u5k8B2tKgWP65W5Onx63vzQgPpew7V
YpItzhs1nVMXHEOleYr2G/XzIs19mtr9/Yiu/MuCDfXeDatwD/HQyKEmrMad6LPkavGd9ur1X3Hu
KG6LufFxQM9OjWXGhQftItSEUsfqjlKQ57amNx6Bj9wLQ535kLc8j0wn2CL7C6ecoW2wANRT3JW0
+qht20miBcb9nRKYELRoey4ZzZ8dkZKCy5PV5MCcHBS3ZgumYqOAA5tcZ7Y3XqlQ4uYqx8S6x64r
fXx9Nc+ED0TqiBlh5W31utPwsfawr8Si4zRsmjgIFzi1wssvnJwz08IOdKNQ/ZUEnDb/GWD/L5N2
oAXnLex6XY43XZErRF6ZQsi2jhfGO3dSN4miC/zKk8g9zWmqXMDua4Y5lgtsXbl042GVgo6Yed58
QL9jfKtsjIRjoFuN51cYfg9GkqALqeu5754cDoyemwDY6bTjAvobr7TlMqNnGiy8YIr62gBTl5Bb
UULPTpm+setguoXdLaLGa/CIyNGPwqJB31qO7WMpoLkm/uLAPWiqQ6ohli+TbOISFRe2zh11qjWA
sfz6qTjzjW31KJNXhRngNnYS7hfeL2bRGDpugyUzd7UHFSWstPVY11r/eH2scyeQE88nHWLTZ552
7Qm1NEyzqlijVKFobtpuh32rPPwHo/AxBxT78KY9vSY1DP1VtPUMktwmV2WfI3gJp/TSuduu9pNA
T3jEGJenmEuN/XTh6lRv/qB0kquk9xOBGwYg1Zoihy8SL7w2KxmOeGXn1sclqeo6ItqaD1Nvlteh
7f02NZpKl4zksPiFfHSRBUy7BZTjarbM6dPrK3L2p5Luk6PgJOeePnFmDHBn2vrNMSDHeo38r7rD
ADuP5ApHXZcYfo9W63x/fdCzBwv7P2wSAa6wV32eR3RQhPG2auYYysxnNSLJMM0OoVq4VvvXRzp7
rP4YaQtJf7zgehBObLgZqZ5qhatVXt6na6kvpHrn5+PwEHY9eKqnN+I4eJJO0mqOmyBA3iTHjfkI
MXpXY4h9SYp/dkp4EAB9UCkOT7/KvEjGztAEtUIXmEk2Jk11erO9MKVzo2y4qe/xOQL+nWSvnT9z
Ybj9HDtaj3uLtqc0bkFY8vr2nFu4P0c5uXcKy+w7y245CLzj3o8oLeNhbpZPTpvo5UIYPgNLA6Ft
EC2HDpnnadVDYyxm5nLQHINRx9IJ4K0ada9vEBQGn7UKrZvZDtSXuTXLjwKjsLtkGLNb3BYD71KE
2NLK0whB5Yzzv4n2Pe/kXE4eaTwSHR3j5Aht0pizPY7zn2fLV8fUq39PdhbXYyZvsqGHXDVn8rAE
2YXVP7vHgEXYIZFo+/7JHudjkprziiRAhV175U7WQAOCvrpwi7xwSiBZ2epaFj1Z6MYGbeX5N+i3
TtD4DUveK+nfrpUs3hbkrg/ctX2AhaQ33GS99JEkFPV3IxiqKLH84AvGRt23ZQISunAQzh26P3/P
ScpPFxx017NGCZHAgh0VC0A9o903wvtPvlUn5BIAoheQHE5WGFkebw6PbbYWmwYSiYOEE8+qC0Fu
+0pODxNUrw2T5LWJROP5AivcOSdXpzrOydnHXYb9h7PTW+0J3mJR1fEUlu2dufQgVXaS49r0+ld8
7hxR5xGgwCSQXCXPx6dmK/1VujrGB6+66ZDERnQaUu9eH+VMHYIvBZoVuRT/4Pr+fBjRpcU4BIAe
yl7Sb+imcNbw0fN/WKbQvbUa/AYiVCH9Aw7n6Q/cZ2hiIifIMdcrdryfNdxGKhH0zxzRA6fVJXPQ
czcpa7oxCnxA8VPPm67oTHSApgbMMO2rSpr0gIG7/LgGQXXlNcjUHKdyP7y+KFucON36La90YEvw
WjitJEo5ZqJAWR8vTZnts7R/RIaWR6PnPlmDcSFXOLfPPitPGYKs2jFPgpZoRg/faD4XCsbixsbj
Hqc29+96+WzhAj4fog6OMyy37fP948qerML1KwTisT1Dxh7q6nEdJvX+9XU798n4Hh2QqBrgLeKc
HFl4vCUpNvUBfBb6T8kQWg9VsPY3tHQcviaGE+7zxMbP1tTWhYv13I75sBjQKNADgczu+fQo0GHN
DEcotiVNbFLcNm+6FjvFfeUVVkrfkar4+Ppcz24bBSRMnSDvWaeu0B0q9olfNMfoFsLYtQsnNqYs
P7w+yrmoyow2gx7gLmDQ5/PKUiUw4bDmOEkq68Hu5/CGUsxwbQ7FfCHenNs87KUciK1ARBBMnw9V
KsczcEJd4kDa+qHAePZj4g/11ayksa/Y9mtpZPoL1oL2f7CUQK4YTUHVC/HJej4y5mk9FVKDfAUZ
xaesaSG8V9i4vr6U5zYMTAM8arP24vH5fBR6s3jZVNJEVPX4MFahruydFg2uA//JOLB/kamybeHJ
UWy5hGuv5V26hrO1D3W4HL2l7eLXRzkXFylakkjC4GHRTtask5xIDOjm2HUSfT/SGi7d69ECeTVD
5cVqQZycmFjwvj7s2cc/Nl1IwLh/Kf2fnJK2HuRgWuSWenSwm3CxrnhMhqX/SHD0rhJ8OK97KKBH
dMLTGx2m9SP6nq8XfsS5PA8JGoxCnlgYGJ0kAPjw9Y0181WUOhGHEn7+ETV3+y3vk+y4rDV+mmK1
n3gn9NGMU0q2k/ngPsoyXy9kPecO1Z+/5CTi5bWH8Xq6ktB77Xhr1ak45KG6ZJZ0ZhQ449wNYAZA
+6epgNsOjsxcjFbkOhWIuaSN69RcttaF3T0zDjkr2TN4PlnBaeG3rSzRVv1gxW7aV3dz3tCBmerO
hTU7c3Qp8goKY9yulMZOrqLaxNIYTagVOwEmD8bkLT+qqqgx2Bk1RUDppjsB3+H4+qEJ+bxP7nSO
qwMcJxjyhbN5LtKuRoJnxRjlibeI/WldL6wZ+0kMbEf6wt2s+dxFZpIuEQLk9lJz7jORHJoMqCOk
9o0ydDJrlaq0SLFTiUP8JmlH6Rp7utUt731t/H59pmdHAhTb1JVblfPk68DIbJVlsEIJ6jFU7XDN
3q90Qn1v2sOlO+PMgYEpE3A1cQlicngyVLaZkCYZJj8L9LLd7OOOhmIxiV+f0JmbKeDlBsECigDE
z5OPLFDohxTuU9gn+zCZQq9PP8s8GNs4qY2iAJUf0gdMRHvnIOu6qC8E9HMp8rPxt6P1R+7kFX3q
oQ4VcaI69dusxvHN5Ihhv2YhnfCayqmPtHKr9o7h90gGghl5WuI5n0Rm3AbJsEeE1UXSwZzj9XU5
u/oodDde4xYKT36Xrqc1x07KitMGq+plxlXUxzvuwvT/SYN5/umQd8NE4R1CyZyn0PP5m/6IyLCX
I1SM1ddX/rJ2X2gIuHOs9cle6qgoA1Uc3SnY/CjmLv3Q+G1TxL2VhrCAx6R+kAYFFfzTE9u4Uqs1
uB+wTzXkG6JRfT+Pq9S8GCcHO2F8T82brqKf424J5sC7lrbI20OmlC9jT8qsPTRFF36lL16mdpVK
Ghcrq8W9LZJ0Xq7WdVx41A+9kHdVmi5QD0PuYroMLkbGH8fA4Vjh35CyUhJZC37kEEjMnOd0bGFu
C8elt/BxVkGPKFOX2bqzajwe9iFtBu8Wt10/6mbNQdXqlfHnoKNvQTA5uHgEWiXDTaGXdogyJBY4
/2IAnPC3NAOOSNoHL6M9FWLkZUwqEXdh0TxhBTOKKyTyWX3oLWC1KMWr1t+rCbLNrhd9GxxLaylS
KjLNpkJJte0dJ537x9w3wvIG79t+uSogXOK601Cuuu2RvknsZbWU/4+982iSHEnS7H/Z82IEnFwB
p+EenCS5QCIrK8ENgBkMBuDX7/PpFtmunJEu2d3rXupSUuUR4SBqqp++l82ADF7zhfWWnb9MBqBY
DBg76+mEN1mvKnYGvQIK4HsTq+3ZDQDs0htfYOVy7gLpXuqKjhFlYbSkVeVWX1yaDSwDefN434/W
8DVgoRnCdiTvBjDaSGKdauiz1pTeq6B10ZBvX0frzpqpl9JE6e00+HkA9qNYcUIyBo+jLCi8er4A
sQIcU81KvcD/hgEGPoF2dTExUD62OmzqrMvz6FqHkUxYAdzc5aiqxf7iFl0NjgdI8UNVrCUaiZJn
/ZnGT+1l0eQqNwuXsmV9m5Ui9wBTWWIF8PR4SbycfF1TtvhuEx3B23byORpPc2wPSMkiYX3kw8yq
6toAGI4ATOlLrEX4A3B58RnGwkAkE8Ml7raO8bPNmi0nHTs8NHNt3mwf6FFa+9LcRX3MhgcZG2gl
TtFPEyvXS8fK8BoX8YM9qcQ6QcQqlm86jqeAPWDX21LDLrrFP9uu3rWz7f1ahG8h5LW9+jhb0vrV
V7Rc0A2xr3Iwo+CKtUW7vvCwbJP9JrbuS9AJ2EGioFmS0RAsv9f1EJ+9qur+7JWsngxAn/oxLyL/
CyqJeiJy4zsuqt+ytHcwBdi57+OOpG6XTB5iS/Yj1bmD4CLTNlgr+FmIcUhKmLx/WoBWNrtYMwHK
oCbLn0FUQuxoWsEicx4N8/epKs1wGqe4a/ZRXQRfSqs189FxQ+jxjJG8x6ZcEnaAuWIPJXmaGzgn
2VRa+is35Sy6Tu/9JhnsfSSjtshca0sem6K1YghA/CCQUZA8t3xpaLuS1fkpOeo8iMSbfxTStqzM
Nbgo0iBu/C8Vaf4ijaNhY5W/rKtmt5BBkXuyUk58xkIJPxHIOAWdSKzQy5SCxOpyLwO9L4ikZHPO
qkEW54uwUqduxTnxK99PMa16jKOkHuhZhy6QEdB70N3com7Vs7ZcBshLWWk2y+1GDICigrm+D13L
IKTccDCnsVVKIJDJzKLpqLxS7ji6iK+usVUCqqvrYbEkkrvTtcsYX42a8+YkTaglaMVKtzua8myR
VALYOjg/TzwvSxy8WqUZ3cPYbrJjyA2MJN3KpjIAwhXrwuDzopUHDh2KlJS+9ewEfWOOSyjX4jYK
C7c7JLHIbHfdaBIyvzpQEUBca7FgeP4gJicW69m2zBZu6WR7ldW+90sTQ1pqlxyuZfY/BQBFwMuh
v5tVJR7ofSWv8ILqt8CV2DPnMVEgl8L2rh7bGpCJAZYZWWMmx8h9X0un5l8nSgLggbGQ5m1vib+p
Ef9LIDQm68FkiW0BGvQEaLy/vukKwo2zWBJ/V4fFK3+ujnBTvrLua8PonsFFukKOOy9vfvJWwkxQ
WwAPCeSi+uZhAwjh/T/f8P9/V/d/uL77L8XOTcP9F032+z92dQHmFT/77i9burf/8J86uP+gwcJx
hTALETEidlTC/4B1W/F/sLnl3rIuUGbBed+2Tf65pnuTb5Ju5ZxDTXnDclO0/nNN10/4Vzfmrk8T
iWr2/4jWTaX9lyPHjfftMwMMbP5vt5r/d5LvRlkKCwKnB6vg61jeNjGi+AD2QzHDGqzEOq7IES4U
QlBJGlk6H043wluzBv8MQy6qHqCDxb/ypnd+LUr0d1aFfHdt1+iwdFH1hvB32IOraOXrtm3LMRLj
8GRbcXgJVyAgwozy2CcDaKRgYrM0g3hif6+WqfoeOnWEZ2uwwi/e1IqcZz0E2tRdlvEWyGjkmo5V
PHvHEDLnK0xLzXM2gRG1m7Z6QpMTLUu+K7x5mM9J0YUO2ISa4YKOuZH7yZ3lXrfrpg/Qr5I/B9YD
zQlKZNHvybD4HtWU7SwYvSi8slUx3siko4zYi3kcxkMxdktwtvD1xi9uUrKBm9MCW85+3kUgEwGs
NXd2ZLX8+XQx7mjkIBPpTJy8535QqV3YjsUJ4tvKRyRL963sN8i/IxmKlICLNZ9E3KpsQwVDbhHA
FYXhsM73kM7zOjMcnhqwIqwrHTtCKZApJSuHwhTUHoB5e9D+TtRmC1AO9xDMPiqVpPXXn6Cmgjxt
MSYHx2HuI/lUmtyZzit8UrPzBXb0tLLW9hXeR/joQlyt9ovom3t3tXJwMGW7OKCcEoulucoX32Yv
qIY7mQy8GNaNLQSF2+6HMwHUfG4TKrXDxN5wnQVKTXsfgh6thxakQTo15fAYgZ/Ub1u/8KbqkkGM
+yTqEnWehsn+YTt6PXLSFbwLV0AroLjqyFxkLeNvpV9ETVbnhYHLgZDl5NGGed8ciYOl7vrpeTYD
qwEY36u3ZIqkk0auJf4wQ2B+zmU4fsX/Yd/7UVudRmChF201nZXqYo4igI6o+tLSDrczsxPrrUlU
94KLeSSruFbRzuvK8eLroi7Sqo3c16Ht5CEfMWHvp7UPEHebovnoHTk+yR6PfAovTp3imoItVVRB
NVtlc/4ZdNXyB+WpijMsIdtRo1LJIUvLbt7VSxJC46gjYDpj5+RZbK3is9tq1Fa15X2Mjk6CHajz
/k+Zc6LMhjoCb8cJa7MzaaLPogwgPXhO3pNtCYajZHww7p0yih5h9bqMJxp7qwHuJE6fQmSMir3o
WlNkmiHRZ2w5rj6WtSUO0izmPiQJ/9SEWlDBBeVywxhV4j5WcNvSdlV6wk9eDKDx0ETcW0uD81Zw
2/4IV6cBQ9HNzvA3x73fDpW3/i8jLDLLjBRD4j2/vQI7h8LHn1CntDeWtH0KgWb8y5P86R8Hx3/d
7P9vP4FcPaEo/Ohwzv/6ksU9NCLs4BNGmcqNrcOi/n/8hN96LcmgjQeqF/L3mFX8DiCR/28+gaje
zfXJQuPvwXk6LCjMOBelOgKe7Z9GAlf//q/0W76JQC0rODHHboeAPlXJ74mEAkrM6NU518HU+8t9
qQf7FahN/KUqEEVdbDkOgt+MvQe34RQt/Crfu0PU3jtBEYy72CNefBgX3X1ZRprVGdKudfsqQft3
J2xO0jnmQWUvV5tFm27ntM3wd52DWw/6f/cN+A24epjO0jC4RYPYDfzrFz32zTKGY+SkyeZc7ekn
hN87H1h2b/y/uWj/2vL6xycBtww8xmi8vH/fJbJ8R5V2azk0Doe3PJb1ZY62Z1F22+7ffyv//Qd5
TGSYSJBt/e3K2loRdjCr6X3ocAdjJPNM/1El5uu//5j/+pdjx+/WcCHFw2b97zfhErZ9vDrrjY/a
7rwZ9kUr4m9o7k+Waf7ms249ur9+Sze8ByNm/nHbH/jthq+iZgLLLrxUx8tZ1Iex7vEUbZmrLmV0
+Pe/129pkdsXxSydJhLrEPRAOVD99ZJoQqH8eCl97GVe1oYftgdQ6JJYPejJz2h+kcVd3F09hGV/
88FMzf/r7xnzCzIIhSjHEPS3q9H4gywQPXkckgL9FjkzUHnItS0VfKyLR2GSxcv6tY1+uq3V3jEj
3V48M/f7SS2jv/NlWfUnXvTVY93TOwfyNiAkK/u8pLIL8MYNpmuPMxjJLgMnIi61o4f3NSF+mAa6
nt7ytXK+5ZuieQUdHY953I1AKYIxr3ZOCBwotTpdiD3JVLPu/GKAYFozi7nWwzad+5jqLh1DM/9o
ByNANRWueQ8HVtM4ITnhvg1U/BLozqiXYop8gY8NI/FdZ+e2dykGY/+YQIQ/tU1O9sXycli7JrS2
O3tg/JaC269ePF38yfuhWNPFFjpJiyUBtlKs04D4JXSdV6MQSV0gY7rhXbIU4+u4Abg/Q6CSh3Ww
1M9qLaanQJT9uQOFd+qiot37U+cAFatXxm5qmF2JMDH07j3fqJl3MMf5rASFYNNH66GhTKw02IeF
Bf8fNafIKt30BgB3Inu9PA4b2K0hd8fuvpPr/JnHur+MxejtynG0nxNPxU+OxGjQR354BUdXZgwY
Kj8rOl3XOyCJ/aOb9HN3mOfJ1q/YKyOg1SOYS3bcVL/co5MrzIWOycwg2cnVEma1mhp9VG6pg7Rr
omjdeXVvXgcRFRjpqrj5lmwJp9a+OWEKyDFQSO+ZwjB5NYJn+NEpcoj4ZZTZWCC47Lzowwqd/GqR
EGJrLdfFdagaYe74Mt2DIiW2W+J8vtN9gYnVlgW6RGB6JNG5a/bW2ITLQbg8Pq46gaSZum4ZBVcY
9C3829D6GNwN2kkCSmIPOE77XNWhLJ8oHqJsVPUYo5gLUVogrZf3eoKiqiyLRN3kyersDnnZv+hp
tYfDkq+JvnT8KR+TMh7PJk94eQiBiOut4drxjob/XVikJTRuahVoWXHyNvlVu9dusV3kJEIUA4NZ
T4HquZbTyu1jlnb7BHtGW5mDmuyovRvNXNbHYJyJRuI8YCXj0TSFqv+g6xUiRlzyyYKEm7TmlaBI
/anwAfUXb8mjcys23J9L0rdhtnZJ8BY2QlbXyRNg/JIKzeduDGX9fdymeph2vlZJvpt5qx99zmRL
NgFkQ/rryMg6C3p3etdTX34RTSL9Q+USMvJybzoIf01eSyi8h2D1Z4V4wJ0+0VKWBx/u68lajXxa
GHBTPvvDL/bQ/VNt022sais+1XSDPuPRNnvCNUDOlqWN553jt4D7qoqpV8oy7HxSa2y9IzRlzwD8
mo1sr9Dlz14n8QtYoAoqtBHbF+l5BmPD0G6fSVm7PXA1WxwiVqLuFKtyBbeuEx4Qo05fQ6+MP1ck
ACJFNuaBv5+mp1nX/BxWQGfblViiq5Buz2eETMM5ClVZe11YCTZVP1/a3eAuDP/J0ZYI9XjIzcdm
a9XV3yCEi6H87GQnrmy+b3/UVZjHR9PR89xzFB7XzO9KmwaS5dZlJkECv6+VLJCwIRY4BsjZJMsh
2Jb2dmt3v8w0xrtm8EzyMnOOD492MrTBxdZicR/h0CmHxtxQQUMPcK1eA78C4Ix6brWzLgCQcbIq
ueGDyMXyzAnTjPeSnpz+6HRgckGrrfWZHE0VbX4bAF2Zah7RB3LeNmsii7u88XOLHftn5tOul3n4
BtYtyXRHSy8TaD7CwzTXq3XxanD/p9KiGEtlV89HMTrm6OaGdYkoqvufYe8Dh49qV951o7RQWq/W
Bo49qQD32sp6Ke2oKw52Iqr3Le+Cd6GR8Ky1GO4S+FbFDpFksSMEtH7EA+imq6Mq+95at0W/jdJu
3JsyANeLVZdH7XnRD4b+gJJ1gqgAa/U2eKg2yth7b9kLZxpTDJdWFjI69ZMfO+cxdwx75f260Wis
tnUwr5z96u2utauqP0TT5vpP0eSr7uuUjwD8/MrV1TMxmG7P4Mu+Y9erd763unTELq6C0X8y1I83
c+D8zAls808OdsX85Jqi3BWzWzw4vghfxKBdP9vIRbhZTJcdQ3I1WbzsRngQ9NIl3+tD5OtVwO5e
l/hQ680pTosZV/djavqBg1ZolkskZxh+0ESL+xVPLdvA+SzPq2v1r90wJ4AFzVTdOKua0Gts98lT
Wxg32S8u6O07mu50jQluYC90pkJ3DH6lwrCdI0OpsmIN20MNOFByf7MWe7Ew9jSYavv8BVmNZDIA
2TU88W6Qp4DGS/eAKlYdK5tedod+EYInTQdzyLEpnTbjdF8KGqJfNx4A0aHwbzMeK16BueNoP49t
CLmUpVwFSdstnWPBOurTtFVzdO2GcnEyf14L58CyihzTfk28F3/aBH/ZxRwHxd1XTJUEqLjm1avX
KJsjQe7tQyTX+03H3Yp2MGyPEdORigb1QjmSSlDldBoCnmD4MvtjubEnlbZb5J2lPTvOtUlCM6mU
rXjx4vd+BBpUz/ZrVwY0W1XC954qWybRQwCV+8XikCIOZtj8960sX3hM0x8u7VmPpzFfdP21gSFq
HvA61FmkxPhAJsuPrzhUodX3spX60rucovBQ1DQJJuHxU2+2XHmZEq2nLVNbWQ6H+m62mxafLaXV
0jAQ+W7hg+G+w9NCT0cZPC3CQ/2BHW7x996oxfTDskYHb8NmA/vyBvuEYl031y43dXCqYo9ZhSNh
A1N5Fok10G8fV1o2TqAMnoJPTvJQVODO1h9mcipeYwxV4gfYJXV3kUuM1ZUVKncg+iiKc50Drk3l
vAVfN9JtjASLqT/OhFcanrVAZ08oLKrgXIB8FHeqAY8fj2Yq9+ydNcWLwwbevKPD14xZjIJ611mi
OBD62aighvUtVkLNr3YQZE5V1XdxMZK6pzezQwx0Gu2A6be/NcecvM2hQK5D1DcsmIUvOF1GbQNg
35bltLDTu2e3X267vgjja+O0tvo1WkhZ3FnRRxur4KhayxL/SZ2fMKCobn6ecV80eySeTXLSQTQ9
lImwvyEEHhoeJJpd421eLwCDFz+N4bu2bN+h8TsYtoPbr4b+CcqnvmPnQfWrc0UYBf/TrfyZ7OzU
u/fIVZA/LDppf9S8XCkMrKQ4i4aJH0AME16W2YRPdc6MbVmZpH2aZi6Kj8RmeOIq7AO80sLoW17k
kqHRsO3b3hiKCcv+BtMvRvMZJ+p58VyB0aRT4cXtnJimQ1z3+4QUGIKOuozdA6wBNphXwjxnzN+d
PvTsCaJV3az8R+c2FIOdK6xvHKP0lvnVsFqviHziiJ4TqEI4vOX6OdV5g5giEvn4w5G9Ux00QFvW
INtKdq9BU/IImUYmpFomJbUWbdxdj8SgQ949sMji9ZBQ1byAd3eV96bXjnNCN9jr3UqT8EwWp+/S
2M+t+MobY87aEsFJCl92/AUBnwqazma61M15bZqL1l0q2HDx9yIJSzgbWGnOzYoa9UZFOoHJzx+X
ym7fBnWYKOUVnaG0SmZuAHvxpu5xQ9U+c0slK2F5Hsiw37ci57iB5/3ZuPVIgI4dt4d4hBjNKSN4
0PbKGcrv9C8sBe07t1x8jIYmvpAJcw9WrKxfTsGdlfFohr5tJ7m5C/JytC/bMnhUjaso/gj9QR/H
DVP0u/YaD8lMHzMg7GtHOLca1T44W0W+bmVNe/4YmFhyCksAdjcgh/YysFSN4ktBdJ6a5qpa0Mb7
W9DAySZSm8dcLvl2rkD/FefWKv0qcxTEq84ImF6mZbZ+tkITuWdZj4W4xm3Ye2nARfu1kpFoMw1w
1+ynTffiCgDWXHoUQeuZx2J55lAFsQvvsl3h2jAYYxZo2lmzdV4FItd27wr8ZtiPCFU7SkzInts5
Ot32JzJWTkJ1GuqiNC/x4kc0x0K3fmK5ZvwxRmq+B1caHPOoQW7XJ3pJ3bHJ+6u+hTJtzDYyjcRi
4HUKHU48NotpifaG2ON47emiR3dTPtTd2wSkmtKf7zPaj97QfPU4FDPDzbv5BYu592xhE/tOCsJe
9uUSbpcC3PllDlr/c+ncQhJk6WxxvxkIx9zGSCpfwpxELq9Jv+pTT1vrxZpZDdyPvr08NLcIqfJn
cMqcTZBXFSOo8WqY5R+DwJZjWVIwUnaa5odf+BBXUDlNgUiGw7Y6eQOZsdy+sYMI6Bing1dzUCXI
AeKo/lJP6O0ykOuEzmd69G06zow004n3D64Z5SY7K5Ryx+rfyCtARcPVq40Jz3VCHY9lnJohYVy6
ghs/TEkyH6pmng7rUrcvg7MUe9anor2GnYGbTtjxkZ224ntNd+1tWIeZmyvHdz5ObfXcsyv0IR2O
rDfp0WNAL2qPo0bZKU2D/Jsrh4gGnTNeYreSD+XW87HLUIzwXUozf0nCofrVwj6hJl+S5Zj45foQ
znCc+KLkciQFKdedCKvpce1999gEoaPeez9YUSCX1W4jz7cduOUwsrcE+7LOhH+EyrXuG3rr7AwX
tnimJO2/6dnxFaWX4iS7KQogZvyF5jFRDGs6TwEnTYZC7pl1y+AYzoChm6ppr1zRBOd6HxFbr8dn
z+2dN+O3r7mgTAjobqS1V9kJ10YLvnmxx+0XDxrnrib+6h/ysDTnlfodONYmxBfFcLw88n/zH5qS
vdtdh7Ep5STr/RHbUbM3cuzPZosck4lBMaiuJWeRnJWbb/HYWaceH2PP5FnpMvOUxSsD4Ni27LH1
MRh2pl4RrqnjD8tqkoPLSfJrWE5+f3aVNdI0H0Nxh20k3iU4BRLSlGHzbFXx8g3jWfcSYnzNAgBT
l5ZhzZVQT89F50TOQx+H3QkZVvNC0Cfa2wyUAJUDxp7wq5zCJpmrNObwnirOe90unELzXWv841Pk
qvBUL3xfOy6CQB+IVzTRfrCt5AjQwyHlAdKek8go8vcxXOLj5rjWLkSPyfRvpf4G5HYpK7WdCoYE
Z7kkOk/7xJvQns3qrlv95Q1pTv1cOg4TFhMsebgn5TEQkQqsbTfTh3/VrQmP26wWkS3h3IlsrNbm
1Ls5HYveHzP2XVWY9toxB8dYvHgicGIYQHI9N7uubHXmS3uNcEAmNcd0VfP7itZZni03Ljkmj/Lq
6xm03sD4kBhldQRvZbLAWQc2ZNjZc1MFuvgD6YPbHBueH2vqBG1x8IYV6Qh/iDgjZj5fhZNIlvUn
GfwJ37Mn1TKI7+QNsqmK65dcOd58P2w62N2K5/d4baLXTvedpmyNdPPHFifDF0zh/nywkAS2T/w5
uH2WAc9S6iz9zbEXt/xz66xHZwth65tbb5A6YInto+/2EfqherLXqyBm/dlXvsPDmL7oTnocLA5V
ZUl0VdBi9vba2AmRzjEiuYW97jCWM68jIBV/zPmNaOiHT75TF2OmMNzwE1pmvuqZWyey8JzO3FNP
SgTxn+FKZ2rtXONlk1tuXxOR+18hopsXmmCcJZE1ikvM3YVQIlY6JpPRcIQutcswbmNgs8fxV73m
yVYfpFdFe2wEeXUYmEvjLgXhv+0l8ySPxEs5YibAxXANZoaoWQwW/ZmYR+unA9Nxql+uPDZj02V+
zTekGx/WlUFe3R3Jfdtn1TN4P7BtnWp1tduh2ied9XMi07axo7naf+Y6RGBosa8ARcGUB8Kb28XI
qGcyCQy1PBkh1Wfkd/7RjnpiMLqv1tM6OXy0UR5L8pY9y2fXGpzHBb/6LmlsvW9YkUaoWBEK6ZAw
PPh4JllmHgnAZrZQW3A/VOqtH/RnFMv5nr3t9cWfk+q6rf7GU9ZhtHYXHMvnhsvvtKKwmDKEG5s+
YubTX7dKRNGdPbEffPT7sb+nJ79SHoIyThe3KM8wBXyg+sEYfnA2NHeG9BeLx2aZT4Vup59kp4mB
EK3udvPApZE6wHh2Md2p3ZY7/kT7pJk/JurgH20f8j3IkKPjvpm8ssVg32NHg+gCVUvEvUhOUtaY
Csth0XNK2Tnel4j+6gMlm+9l9baK96RziFCTtmsfl3ImaSY1RqojoFCEAnUyztGD57X9IZ4ndHh4
TxA7CIa0P1xtEKW0KtJnt2xVckTWNX0CcQmP5TA3nxZbRMMuMkDociLR9oHDw2qOmEgfuS2fm5LO
QQk3PMUUGOTnRGofTxS2XZEK6uTkEFEP3Q/N5AJOy4dkVw+F/IqTys+kUgzB26TLv0iOPEnm6tgs
ac9X9hHShI2YFNXKe/F6hsX5XPvnsOPnP9jG6vKdrGPKJm92AehUZW4gduAKtU6eCeV9XqzxTxqa
f/Zu95wTbApStcTu44pwysHiBEl1X0R5++pNvj5W0q1+eW2zkiNSOYVnbHVoOCGDtB3io6S7rnVT
B9wKZbERwgoEc4qwXz+LIQYawLFn+UBiJTARx019cTwx01LSreOd3W2w9VFvlp5RdpA1xBoa6ibV
vkaDinQYm2ltlWuzlw4c92yysVe+saUACyuqCPgfGDCTOWIgmN/HRRI1qaqGRh0b0XpXq5pcL026
Yk1OJSiQ5QFfG0nKQgYYacl7V384NMfnrLG66lr7Ygx2uV+s0cnD52QdyamEn0QccKUOVE7hLila
fRx6sTXPhTPGb0PY2XOmubKvGCH4OaKhsJszGjHiczKgyVKkXTmE9RP8OCva0bPXtP75k6UcUkfz
2ZXKuNnojePnTJtu+zlx0GqfZures+AZuJwEgQH8ooPrPhOGDJtd3gjnzbpVu6fC9xx1Snovz6ZJ
CCLVVvco81C96tsG24c12s6fWwURcREOzvQkEB09+MUbNPzfsr62/N0PiydDOtCOjXFVV/f+jLn+
2FqFfFaFq0/IdWuOUTLZHqfcrp4o68yD8NRcZpGzDDQUiDyfDDq6nyw1o62FX97g/0yCQqVS1MFy
tHvYaRcvECgAQ5V/CNZ0dl0uZHwlNtOvnITpwr9o9otIA3MRf3SboGQs8A1SGjhF9yH12qz7ZtRs
7iDmhWGnC/qnqbaK+gOmK4LSjG6+SNs2322hr67FlPNgjpoRei4KH45xyycf1uR7Qj/jq7VZ8r3t
hoDJGm+sP/2urp8Ij8Y7rBjlxIpMHO/bMJw4B8eq7C497cLXad18k7V947nXKtDJr3bi5JrauXa2
XZkrZY6eva3VIYkKH/fLNgDGKaakPS0CDiK+tagEYN34OGvE3B+bohm/dcEa3OfaGs52Mhk2D+ya
t2tLLDP/MxkG67mzABjWyc8KICzyHQeIR0vnYKEAbaH02j1SHfbY/1SOwU04LzVOZCHy2rs0ZVd+
qfNykHuyjhzNbMn1zEw5eacr+DiX7VvuBE2/88IyR7dRqIFvsSdBMi2ag8ZQX7pynU6qDyNiKmrV
l1XQCLnauZ8UBz9ZR8LMk5mGs66FYGTAV/3gT6OY99jS2CBK8mZ2U0nctbjYhJT6PZ6hCaldToOP
b7yif8aRon20BbkUjPZjvyPTUub8kGyApMvK1IpEiRxONjPDl/H20i1YXhxS/K6NzGLu7u8M+pw6
Q3wqK1wum7+vpENimDeK+4YdRTzOkaASbOg78qfi9HZY6I02xMJb3gsA9jiemUqu9Z2Ddver07jV
xTId6lXZT9pJg8Ub3QyX0R16bVPBmu5HHLTMI340ziiqA9H01nwZkMtQAyamrI5y8HjZyirq97OV
G0Z1dG2eB8RxlzIhUf4sGM/xm8VT0T4R8o+fyYxP4q6t195CdxRZ75sa7Ee7KLYxtTvaRkEzdvZe
2JvNoc4NXQqdJFzuu2GLvnj2rRVeWFPoQiVswyvXUn6gjrIPCX5FcbdMjv+DipO/EJTkQZ6Ydb33
hMyZ57TeFKWqU9F2xCAEwqsuitp9GynFnOy2o9PTWNw0n4cKKGNwVIRMCUL0tmGMlDttw9n66NF8
n+qIVyoO+Xb9wRfn3FeRqpvvDb926naVa70yFG0ZrrCZtdG4i7xXg8bs1nTM1a5xFA2BoJamvs2e
5vPUJUVz2ophkMdCBdtbHbCVyCLbsrxPK3yCYS2860q7+pkpev1dTKM8sXrdyXOEj7c5lVKQAlsC
d092kB5ll6+R3PtQV0jcr2OcmqHptx2NieQVwb0/3beTZdoXli9g43Qx4F5057GzHogwYElupUpo
JIqitalGovCXReilPU8G4DD9Mp6PmZeQ+i41NcQPdIlyfYcO65QvKu8alNtJ4bXZinKwJlgtzTvi
sq7a5Usl3pXBW7i3kck3KdN1tFaiom1+2ObEKp+nfBoYfVWN+uYVRXce7K08+WXvsdNdt9tHpTyf
3OPSvJbBQF+JRcecCLcXarpt2rXHtB6rRWa0Ywb7CsXRqR5YqyrtFxY/uMJrrq3oEvDKPncoxKo7
VMA9Z9KSvz7Je1d/kuCcHpzGIApGkxA+Vy7P4cyMU/cUF5F69Tj2Ax+15qG6y6dweGZ/a9FX40I7
apu++BZSCKl0XnJ6jTW2+v/F2XktR64c6/qFNiLgzS3Qnt5z5gbBNZyB9x5Pfz5wx9Fio3s3YnSh
kBRLYnYVymRl/oYHTjV8FJGZG5gBVUHreCWXC0D1oO6v8O8KGnRMsfldZX0T3Cse5lh7lCGL7K0A
RX8bBzpSA6kXYU0tgkCwRamqn2tNL58H3YBpoeq5QLE/yA7mWJQ+HFOsJGzsJbEHHUbeEE5SRDLF
pLxJrinoxQ/8dgGqnSrV6q9oaMqrNtXKe0knMZHVYnzNi8G/yXCSWX1p6ktj3B50yib4LGl0DnQb
I9XB2w66Bkp8UKD6pNiQ4wf3GIY1nU9DLOWHMG3kT1XMLX/lBwqeNDGgzh8BOSC1zwFchE3r0dhV
7Jd9qYXNNT0346eUN+aVAoeWsnopFisLnDnG2KUYJDwEA2Ujq6H40GZyu5UDvcC8NBggJVcxJ2zb
cCAZddH4u4Y3MV3LpJJ2cqPyyApSq4bz1nmYNtGc+MOVJQFczUtz5Wph/FEhhHcDtNC/B6EOqpBl
hXC6Tv0vg+IEEtJOAcw2j4VcyPdV0ASbIGn7W9ES5XeprKVrvZe0dYHR80dB9x4n06DSknVQ0EKM
5S7fICo3sErUNLHbTtTbtdIKoXmg9dO/USlKN2TO4ohLbF5flRgu3xhabryKDdpgfSk3tyh6WrvA
i+h3xvSgea9IHgV8GmMpOSmN/0/2krtu88q6D8uGSlXs8oM8Xdl4iSTe4Q8OhBLjbxNvc095a0SS
e5GluQbTiAx97fpy8sf1yP2ugw6s48EzgejjUMV5vCNJBwHrd6G4h1+bPIVS1f1UUhwEcVLrJjlk
zyqVez9w82oHji89hLWq73qLPNdG5j9jRYtC8jiAb6CdGRbhb1F2xx9ypdEZEem0lTvKlcNLMYq1
eIO1LpSBRE1yd98pDYjbzgqU3wrbcIsOrFuulDrEcBmqX/yIzilVB4As0mNHDZNMiqqbXUVym258
gbanldTYbHuBYr4kI+Swtd42RrGuwgCQWwuBZJWECl6TruUJPtwHIxc2ZBR56cT0CHcpVrXx8xCM
Pa4/SXctk9dB1ok45TYZV9oVuL9G2sZjkt5rJknO4EIYofIq4YHIp53MAKcPt3Erkuo76pym97Md
C5mNUmpTc4suwspLWg/OdgVYGv5c3b7qGWmW5Q1Vb7uFoPX7Rh5Vqs4mhTS2eMEjEsXllcExKcBE
wVbYp6U7xnW7hlu+5byI7t3eiIJDhPvao48tyzWllf4KHa3xhW67h36HKLkh9UPFw9gx9J5zIWBf
dU1460k6RWqAesiJN+Tp4QbqE09YHvXsi5EJaxyMx3EZHIWih7rkl7/KNuoSR8/q9qcWahxaLg7l
91VWo4gQ0d9CfidMs7VJVyJ9bIj6qA5pcuVyjCHpq+h3Td2XDxIOf5PlJFrOQ5tUGwuld4Re8Yd1
xiZHzmtKCzdhVqnGGoJnsmvgU05WuaL4SOOMwm/B30JWDxb8fuCyaQ+1rjd3XdGCb4yLUvE2pQbf
yO6pLCAf5eoRVtFqk90roSrfwN3xlSuwdVm/V/SAEpdZitm9gJUBzR3c5mw6/QFvjaK880pVY290
6TYkv7mSXH/8gHTUPZU1QEoMdbXuurSasVrniedaeN2SYG1y2NxYieZxC+1KkF91Mu83IOcDFXpN
oe2gFrgTZC6EbrbdRKPK+2italFrkqIN6qGLgtJ6i3uxvE61cTKO5rMom1JNisnQQYAjh3soXS8x
ju5CaIPuhjRBMqktpZVOz9TUIQB1oT88gSSIy3fSnrICalb4Ow1O8p8KmTphm1hK69/zlDfbbUM+
s4JFqCf4jSLEg5orLLD11MbV7AIndKr0wHAeOQYikEtixv0x5Mm2HGv5xZCanm5hl62ZcfEH0L6c
U1Dj/pNXvGRI+Lm5Ox6xo0Y5gp5pzLGctCFEfqGip2tltGuUvhZ0SuskABGFvuswkNVr2AIFJECA
cS9K7qmvKuLZq8iQ/U9T5qfskEPIKxoQmRnyWpSoTPGLe/9qMKv+zcLiW98Ell6Ka05cHGRbLkPv
zTJL89MbcEPepzA7tRvQiSW2FXEEQ1LLM+kGrhWpjYQw5nudquE/QZ8qH7hnVAJgsNT86YNsqh2l
yJOSbr5nfvq0LyyOePovlFA7o3AmMhlHl1DSJvLD5C6sB6gQErgMfAKNIR8xcDetB0qYwEBQMw2e
2qQU89vIFbuObRhqJCxql7d3ieqPB19q+18i9+pvJSugq7fRZAaZWfK0zkOzf5dzSX2CdynBWiqD
SSqU9MygW0hpaUM9Wx9QvoDLBZlSSWXbTUwJshs+3u8lr8mrsPejcp/BKzNWDQc1towtzWSIFlgb
0kxoqR4ktWeJq1wtvMiZZIGj9Tji5mJHnlC9Kk2v/uOnJPiOEvsulwlXK3pUbp3pe3rn/UMdCU22
/Z+6H9MmLVuO8CBSMsQA1PaP2VTIOvlUoB+jJjW3kt6EGJd53Qee3QU1WFH8cRkdeorqRQ8EYKol
oZcMhngGDc06qa38ZpgsVB6HQL5J2LiWsSQ7fgZoSy9SNGmETmIO6kzLRcxDVxhqyJSxjJGv8BhY
vm1lt/Ryc/X+8oDOYF2tyVgBjD26KvhzHMNswWflMf6nKFv6vNhE9znK3IfLIc7MGQpJCJsbCuNB
gPQ4hKbkQt9EhFDyh9x4Tsc1RfzLIU5R0Mi4iSIq4+heINg+QyZHfgYWxi/gVFqomwqKHURbEZgs
XuQL8GDzBBtsiggIcJtP4sjaRCT7zvBHxESx3CADS5K7dkhZr0OZczB3ev8rMQ+BtQhHnr71Meia
KZMn+yoTFDnCRccBs3yEU+ghPVrFo9NSPBSlQ1puA+smDG48b93S7tUXwNenX2yCPYNhkxFu0cU5
dl32aGoij0fnon1EdWrXpvVGadaXv9npypu0J3lug7I2cI+YzWRuxjD7dVJoybrrm9faXBB6mlE0
QZBPPk4wIhQJJLLOlj2euYr6qdHjV22ryH8Wkui02Vuo6U45+PBFVfC+uWAr7YdcvVY8jKkt7rGM
WTCrOFkvsAygZHBYyLopoSl0/COkLAHWbY0UrxTtLvPzVSPWj0OoV4gOSvdyEa5oJSyIs8zN0qeR
8/FE6GUi0pGUdY+D6lCh48qXKJKH1m1ZvOUd2UCldg+VkF0PqbxuOv2Whhw1Sg3nP1g8970JcRn7
67QYd5Xn3eRe/3j5e5/7HvyqyV1XZDLgDxz/qrIa6FpB47Hd+p8sV69EcjAtVAu7zW5MHWtyfG3x
z3yx5PhuEkVIE+UfRP0WSAxnP4gl8mBH+hFFktkHMWS6dV4PZrZIgFxqwsqysMYuvBWVjl1ECQb0
z6/LIz85zqfP8S3k9JO+qYLI5UADPyVk6W5yjYoHFP+OZltTdrvMX9i7J9tqFmz27dHsBeHcEawF
HcOFTSPT4DlxeUQnBwRB2FmGhn6bMgllH48IQOQQNinGYeKgrWkabPMIkC254OUwJ8c6vGrE7gyN
A8Iy4cYeh/EMoa6FGkt0TzPvh1T8o5satZGkehlHI3u9HOx0TBb+EaLJya5D6lZnY8oTpRBqzXBt
IRC3EsmSp7SvrOKFC/d0/RHGggo5CdHD2pnG/G0xoAogt/VoubYhvdbhJqFXnoIQAJ3cvBv5klvF
6dIjkZAg0UyUHdg7s0F1QuvXVuFRTiOqrQbNvnVb3KKSh8ga1206Opcn8cwX43JE3ZOjh3+f764A
Lf8kkmTXVrN/Wl26jfv6MR1iW029BVOok0gc8KwJBoXcD1Zus00lTF2qFIkP26+MB/6X2c5rSzpw
oWKuMB5eWInTrjm6hbmCZcWYEgy44FDUjr+aWPZlAxKPLdw4lfokaX86eCCpSPfPWCfte9p268sz
ebIcp4iqwRLBfkHV5lusKVC68kQiZiG26AE0ae23OywJpJ6JQnoJAX2y44CrNhsXZaZBtlKdJnN/
2+MpX7q8yReuwDNfihgm30olixHV2blPIys3oQqTlAnXJo94tcRo7m1oXi9P2EznluVAuqLqdIiA
96AOoc2y5rZWBlOKZfLMSpCu4SLjxmEU/T7uFcyRGu2Pq3Q1GF5qTXmb7qIBulVJ92Yth26/sDpP
9p1JKq1TK8UTiu0wV5nsqiK2ekNCoEVWO4AD9NvNRFWeFbWNkUPF1dJTm3Qh4zmdaEUV0SSYdCl4
psy5gGpDNYdOB013ZGOi8pcsjhs3unb158szfTo4BSFnlgwcPZCEcw6lN2jFWNYA+TImu81b6EHa
VQLeIg+c3PpzOdi5QbE2UTvFBJe4s9WTKC2qlhbFgCjO7+Fu7qE8gvvrrltZ2F0OdXI08wjiJJFF
BoYDuzKN+9vRHE3qQqM3udHE0SpzX6uiWPFmd0Akr9P6F03By/FON9/kKQXPENVy0FZziqMvRUqu
hL5hj61aXolugiBLOGaHXkjahdPk9PwilIUzDa7zukYycjy0oNI91MQjmEKtGe0l6n8IKA3Jqh/0
zLdpSOgHzxjaKzrjrwaN8YV84SQpIe1jpUyngCGrJyumb4cIkEJjkG5bdEmgqhULVmEzuclp9x+H
mNbRt4+XS2ZjSCUI9SSQ0l3WCjg0DVmzR5IJLttA71WR0s9IaBEnSuM7pRGXTLvPrNQvRZjpvcbl
J89+QRK7rq+2/AKJMrED4f4aLwlu9+E9NpZEPc/FAkWA2jE1Al4Vs8wIlPBAKY8sL8bbSBIOonWT
JNyy1cK9txRHPp7VUmjhKSKSypkK8E66celqB6glFPHCJXFuheBOi2gfifJU+zgOVLhx5DUSnVj8
1R+K3PuFaNnCWM5sN8h2XHMSr8HJluQ4ROdH4NxiXkVo9OR2pbSOJvdIRmnFwmo/5S5jkvc90mwl
9NBaTT9j1hoV1k1wP7Lw/N819oSSljhCSZ2i+ajAnurCUugzZxihNS4AilP8h9kgwwYOLrAa3pvS
c+Dd0f5TxV1R3XfyVqS5pgbXWXsQ+20OT6189Mtrmv2NtdEie8w+Lh9vX7WQ46RpmoZ/f8tsGtSw
DpBjYRr4LUO29erbTPzpolOgaNeQEHVtG/RPsXvlhi1N0rUebYZh4Uo8s6zICHR8ijjX0Wif3R5S
qyuZXjIdeSlKVHxzLiwwFJcHemaToEfMjYFYENWG+Ru/ASQKH5oaLvyXP3KmbcDv/oY4ty70v3PV
+zrlJskhpC0pCaEaNNuPhdcV6Ocruk2T6K0Nhoe8QtAwjX+5Ud4sDOt0v5AZYsJNAVKj9DSvdQqd
XBToerCKFWFbFOYvJZJhGls//nb2CMNDSBapQ0rAyo635dACFBrwubKNur32+4QONIjkbFjz+lwo
jHzd4McrcjpaUBQRaVMb/8v8/3ZJWKpQFXnrU2cIO8N8yKn67z1ZEbq3uM6LcKOE9FDWVMfNNxUN
1JCG38htJQRRNzhU4YI9RE39NYaYbdy4Zd79Rn3JGq+hHoCHN2jOJass0Uhy65GGwoZuWvxnwAye
/uMYaK8yRMl7sYytA0umxza17drn3C+hsfSKnlKqytN4qyphDzAFbfIXQx+95yqowx80M+p9mPbN
b9cI6z2chX7JH+r07PgqbCLpQmrHLT3brxquhkoRAAxJin8CK3RC87MIkD8qbsNwb8gLJ/5pFjm9
FHFrwT2Mtfx1oX/7FpPuNpiJmm9hjkgHuQ/07mypaW9UbjJlXLKqPd2kKtIVMgVHPO3Iy6eT4ls4
/Jvpx1eWyXtRsv1mrSndxhjh7S+JwJ4eOfx1TADR5MCRlfT/OJCslW2lhZFlp9kPRb0Kl7xLzv19
Xr2U0dgAZHOzIy234Bp6GSSmYcz+qelxj53x+tdbEjWWf0PM5koIBRQFgQPaIhwbepM2u8UxGiy8
l86YM4MBQkUdTpkuZGWu8DyCWA+NKjM5Yyr6tqikKEshznz4oxCzVY0NUNdB2TJhWgqYoUe954SZ
2O1GiPrrKhP758uTd+bao5/IQsMXgqVNP+J4AWQpENnGTC0bgJqtK/khR3mYmhz6EmBHEOQBwfKM
nMGjGvaO6cMCydKrDBK0Ab9AksOHy7/ndJ/ptHagbBtQYrBGn6WKGBmGcWAI7iRP+6iqHnzQEuZ3
tQtH/90cpYVHzekXZdzQKWgfGBqYh1kC4kW5LsiNKND+DdzrsDL+dGM9Lhzkp1fTJA3D05NqwlTn
nr3U6Ee4mQc0zFbbjyATgZobG0HJFr7k6cwRZbIOpRSDcdxXQfvbkRGhzxn0ge85eSX9qvN068Kw
7QUDJlDZpdDyzO3lT3VuWJiXYIhhieKUThyvnLFJh1ZArgvjyec0hz8bGGjILR1QpxvCoh+hIkYF
jFfBsOY4ChScyCs9i/6H0YZO0KTBFjs2xBi86NHQFg03Tp+eUziTgwoF99NXdewKRm0WyKv4JtJq
7jugy3VUsf+afqdwTOpaLNm6r60uz+XpxzsOO9uF4K7Q1gB64YRNj/ZxuhEL42Ai99D39YYDYaHg
c/rpOPGxwsBNy+Q5P1ceR7QghaToBw5I10NViBDYhu4ql4WF8vGZOFyV5H+TaRQ+LbMlgiRyVWDn
wLBMxBoneT3xOorfL8/daSIw3cf/BpldYZDBhiEmeXX6oIvQIQbgXMUOKjzOSCoYu3/8vny6HPLM
mwmL3unMYGWqmDTOrrU2yDtAh33Aoyx48Dt5o0KU6kvxlyR5Dxj7gAoW3wDjUsArVoG65MVxslws
nuwiyqDsB4ku1bSKv+31BlJ53E4U305sC7vujF9WamgfhdJIjkQ3ahUX6fByecwn33KKCYiANxKS
7MbcZ6TvIHqEehY4ZYgwoI6M7o5zOVh7Hdvicih5KvAcZb7EIqUjmqlzLs9dffwQl862kgIH0XP0
Mmw/BUw9vroxajLRaxP3wJ6vYXld+fE01U4Ctq3f6km4ySNxLzS3pfvbMPZat3BdfDlFnPww5E/p
uUxuhPNDdiyHLipUPXDGlAIvBbCQjMxKK7C9oM2Sm2jIAt0BZwrcPRD0pt5lmazd+7EsrPEtbdxd
Epiefyg5hAabPFJZAU2UHzpwkO2qbIccFjjaw1cm0mWqI0WAnB14/+TrRVIo742BnPaGNmS4ZH96
cs5auJ8w4SjE0sM66TTGrtz2goiXY0655poH1LjCAyF3xLEVd1Lg6bvL3/hsPEpsbFyqfLRFjpdw
VI6tVOkAnyw/Psj1Dy+QUXbYiOpC4n5m2dJSpzNBisuGmT93gxhSA+pEjGsobtmZv9B/2XqCuXD7
nhvOVETnNpTZIMZsR/K9R5/bKHTi8KekfbbtRlc+c3/hqDsfRcPVjLbfhCA+nrQgECWk62UMN8V9
PX6OKCF4/X3Qfl7+NufmTOVFQOePnIXD+zhMGNdcg64VOCG3xFYItATRHxWFcSsIs4Xk6MtZZ7al
vnJ3biKeOyd7PaQ+nxkBMviy34mvKEcgKp76ofTQDyIwzQGUKHqBgiz+U6WdsUmBCb7EEMquE5C8
xj0U6jxx2pHMZ0uHD/S8IVbuZ4UcwvPoe/Evw6i0HTIJAFmH1jR+qGEmffz9fFHlwLKHUioV8lm9
umjYj53oBk6DZZ/rA2e3sp3l/jVuiC36Pcxsy+BQFVFVJgyAN+j8O68WHS2KIGK+Xh7PuWWm40mr
6XTb6chO18+368VSCxS3VIHxJAbd/7RX1TdsC4pHHrrKr1H3OQAvRzxzoRGHlIsaDmtbnN2nlRUq
fMg+dHiNwEcSW+GGj/dPn1Y1fAcxXXfUkhaqbWdG+b+PXh4/vH2+7vhvoxRcUyh48gO97NAiLDon
4R0wYL/ndslCHrQUapaimCM1kiKiSBFlrzmUL9C2YIzffXUhjTyzcY+GNJtGNGFrTUmJA3B15VXV
2qiDXTP+tSwpVW+UT0nKLbyETu4KMRBLtQR1zcyZq0Yqb13I58iPbS4vCpVlNjsZ0MqnzwuqEM00
Y7YMlbbMwrCZuHjhW6eXJJBPlwOcma6px2SSmFJno+VzvM5zF48rPcMDAyGHP0GdbDKEOEDsLlxB
Zxb31OpF2YnTjVftbN+KCFj6gg6gFFGFawpr9CQQHEs/aXFBE1pyyT3NTYHDTW0DSUQnfsqMj0eF
qxAKBGmE2DXMMfQtEGof9b2YckhuDBnRuAYRxXLtp3+/+IirUvAkg8CVcTbMsfBTV8ihWECqd5RI
W2WVgAqqtL780c5dGIA/JWow1C1wapt9NR2zQC0p08hpY7Ku3Kfg+WCZLyr6b4gB0Buog3XhHhRv
22avCAH05lOJFGf7kedX6gTdX/fNHZXbyz/rzGKlWIdd0ZQdg5WZzTos+EIL4KixxbcwLuHJV87l
COeWEauITwphENGI2SFijUVfxBkRTK79AbpWdVfT0kYVpFoCQZzbGNheiRIn8XQtz7IZz9B1Dx0C
5HO8fAfJeOVF2h4p04URnQ8zFXymp4U2z81GT60Uk4PR8bLR0enjahE2IcqCQeK5KJxTXC4gh3m3
zAYju74FcALYe1dda5NG1xihE7EwlDOfn64KebNEHwvx79nix881F5WU96fRNDsNRiDfbyFjPjMO
hoCBx1RJwgh4tsLw5mmUuGQco9u+orSyqYAsibHxt7UBgK4TWoLvT/tbn1fgir5Om1AxALfX1kpq
DmNNr8AcFrbLmRvxKMpsMQ9IZ49tSJQWa6apQtCgWTrgOGP8nUHdhLtiPDzVdJ424Gzmnx/ZYmkw
8yCGehftBWg8KlIibh1sL+/OkyrEV5ipxc07A6nu2ddRStlV69qPHVct4UsiAkEn/DBYyA1rTGRe
1Kum+fPfxASgCtCaKs78xK3d0h08g5gIwq6Dlox4n0sPZUblKrlHNu1ytDPnD+L2U6WFXv7UoDy+
V6h8a3qmoFeIqf0VbgD7pDVWesPFCSjWaBcu/3OrnXofBQ6TEi1eKMfRCteElqHBhPJG8zA5UEim
tparhdfHuWU4FXCQV5emAtVsTI2G/oMloEggZvp2qr2FSW53aD0guLmQBZwd0LdQ00/5lm4GKkxa
SyeUUlrPMZzz2M61cViV+lAuGImeO4zog3LWkWzwxWajClqc+VSJUKgF7s3BuEOkamExLIWYjWbQ
/NbLXUKUeW89jl4ZUkL0vMfLS+785/l3INOS/DZn/gBKfbSIYnaCPfImUOmCPSrCf3G10p6ezgrg
TTTHZ1cEKj7imMItQalKfZpAMa3l7kbZR8Y1ulEEc6l+d+6w+BbPmD0YBxN1HM/N2Lg51Miq9DMn
a7GJ8+Tih+uiJB14Wz+LNpdn82zUyTeI2jaFnnmK0sWeVnnBZGOWxQd6i3n8W5Z6G5ZOokhOYy6E
OwU5cSTSFvhPvGkNfft6cpcaKJMRD71cZ0A8S0CeTVJFBGmfOu0uocKuIUYUri8P8xRaOYs7W/6q
hLQLJhMx7dJxi6SKWjwMCrpu25rRAu3IKqxQJ02Lao8K9+XgZw/Jb2Oe7QvdnbTuE2LTNWHloAko
9sL9EHvYV3RwA5O/T26O5ni2Q9QepU8/m8YqX3sSsqgV2ovQkS+P6uw+/DaqaWV9+5Lo1HsNRjno
IVhoDmv1z65qoNt4ISDKJSuKLyDh7Nmnm1TWYfKQUYMRPQ4W17HXViol/FpDfNZvkOoqjF+YzcBf
dp/DXdbYKhJmqGMo4l5E+yr8cHXdab33Nls4f6aVcvJTcJudAAZgHucPxFYG49XkNW+IoPqdmEgt
NPDEY9NbuBvOzu+3OLNVoyCvR02fIQu4nnaj7Ag1GibjTzQh/4s8laVHNZQiLxjLWZriFZQ8UN9i
fQqDZSsZYmNIhC8EOTdtZEBgwYGonsExKWKPTWWHpihSRqaXX2uxe93U5uvfr0oSH4vWDyAGc86j
M/JW8IFgxE6Ej+CzLg7xvkT18dqXLeVVS6K3y+HOPax1i5cXsB8yIHxMjhem307Cg8GAECoiy229
pw6btT90Ur7h0AjIdBo3cbeq3M3luNOfnS9C3mJT7sU3g5h4HDbDFKNtPJHLSQiu0V9St1E1iLaY
adW9WR/8+LVvMlRSFxFx0x8+Dgw4VKKIgHfgVEeYBS6scagDBXMID5lbJMxq41rw+3ehUhBpoaVh
J435huT3+FZ3+bCqw0F1qih49BTlZyd5r4pZRreCPozbqEV2w4Mhs/BWOc1C+H3MDBAGrlNx/oCM
BbESJi6TXSjPdf7Wpe+Xp/70xjz++7NzL00qvBF8iUe2tI2EV0NG0OwhTraaucq95q93zXGw2fJS
w1RFY43BuPFK9PDXhOSvIh10eUhnbkcWMKcZLyE8BtU5GkGu6pbOIoUDYOy2arxq0U9FeRHS3i60
60h+Kbqrqt0g0ib/reP0lF9Ni5jvRH3qqx9zvJRTo83iQsEJVpZ+SNEqdidtW/RN/xiaA8qpxM5V
07q11b24UbVxrZvFYoB6upumnwBuYeJ40OifLWoB1Vyzb1nU8NPXUr6KENMqgkOtAuiBECDcNUjt
tiHbWHcwmHLSbNPL67FBDnzVqfdy7lT+riDlHVzk7TuMNrYtNOH+qUPQQ5wI0JFTaP6mM1VncFEz
DZ/UcjdgSdebpZ1WH5CLVpFwU+c/E/V3VT5Z5p1qbcNB3GJsbNDhiJOnxjik6VK180w+djz02WoO
sIYd05ihQ25H3g1FbWqRmOL4KpTWFXDT1RA+aui+XF5xZzbR0YzP1nXY94IQd4Rth03T0SVnHp94
qbPYvGse4gu5ysIHVma5NQLOmD57hMvQ+qwh+YvxIeoRh2kdWcLSaPgU0YG8PMTTC+9oZuc4hyCv
WxTtWg1pC93xcuSOwWEGmJZcDiPLpyfydAnwQqH8M5E+jvePOwwIfTTEGcbeQW8SjuZTGv+2tIPU
PBiGYCOiPUZobb11ZYSIzEZWPqnf252mI+rV2QKFyVy56bCYRkZNEPKF7Pfryp1dGUc/cJbyuwnE
DbRFmQhUdWrzECK0mqoJ4djzKLs0v+NBsieFWcO7H4OfWQ4eOLFrfBPwp3WGAGko6wF4HZyLOxNN
xtK4lSv94/I8noLepnMIIC9wYcWg/Dg7BKhWiMNQMY/eKK/wurWil8DfY50ogzEK0Q1TjUeTEjmt
PKt4o17e9J9ohSzM1tlV8+1XzPajjJeEEbn8ChEmgep+FmA9U7SrFwZ7dtF8CzPbf6KJVlHsdprd
lZbymI6SOKF9tKteG0sYUCi0NhiJOpErU71EdnLdNG5jh5OfTqUE5sKD5Ux6z9xjHGuZAJthSc3n
XrTGHI1LzY6LB5yE/HKvqDF64oltWKvGejeyHyLfn5cx//rQenSSrR9dCW7o+fLEfB31J4v12y+Z
zT98F0VRKn5J1Y5oru0aIL1pNImZHyyE+ZEhlpCAE+Q7sXoUxY033vbDiypgEBvuGqrWIf7scnMo
aXdU5jrRaidEKq1XayhZ7wh98dbMt5d/85kcdJq9ifGra2iGzvHnaEV1BiapGsDgd1fGm+eHoPh2
WalbXNQdtx2dGhwJKHipXjh8zq5WPtkkjoGWxPziRKBKz9pgxCE7xlykqfH2TYT2E6XaeGHFnr6G
pjH+G2n2XTzTRQ24JBIICN4pcFD8TY14lN7oC2NaijTbGnLCR3MjInmKuHK5uceU2ml8rzYLOfwX
ou50rf1nTPNbCcFa0xh8TsGgmFyJEYXkP8aHvEFbMcA+PVzLHJWe5IzCrSRuZeXgBVeqRVb0Glvv
Sv5qmCP/5Wc33NAOh9h7l1qJExbrDB+h/G2wHhYW2tnPPVUQIcLRgv3axt+e/LoSuyAn+MG64N72
PiK+pYGULg7Bda9sIlnd9OJIJcdYIW35M3J/lfg9O/hhbUerxSt5iRN4fuV/+0Gzc2P01aJHRkKz
U33cZEPuSCJqOtZ15csORjdUdK4q8b6rddsI/v56p0U18UqYDyTxZ8skkROhC/ButnG2oF4l3Lht
vK7jfAGQcG6IxDHoU0xtpBMIr1BFIJUNLoReE0JHwDHDxl0QH4EBbVtkN4UN/19368K9RICRGzaJ
BsAyrRkvDFia7unZcp20TqbqC/V3c85jxXdgCP2EYyZE07z3lFVmSa9Kra/kPnOsTHvCR3mPFOu1
haoy4k0PeifdBaq60dpooUR/fla+/Zbpt35biU1kobunMfvNVBTRthhjifpNhjQHurhK55RicsAn
sEkWtsCZHXA0B9M//xbXLWARpsCTsJUI97HRbYIxXWf13zeOTQ1qBAPkyKN1PFvXMRAEKZiGF4UH
BJQdq17oBpyfwG8RZuep1GLuKaYMJLFuPeOtV/ZVsou6N6V/SLIDqEVVvu6ypSU05dknS+hb1Nmm
Aavk+XiikgoaL9L45gruNhYPQnpf4glSgyoD67dU3Tr7yZQJhqXDKadvdPzJtJpHtD4wUlVnX7jq
LkGRO0uthTf0NGEnQ/sWZjahJZY4gzGFwYjKybutj49UirjbYwbXDeHlhaN4yuovhZvNJEm/jB4e
t1SU3UvJRghvAIgH3m9ckih8oNLMzehk6aek4gzdLWQcl6cUAcLjKY3DJJbqmGNXqXwULMU7lLlv
2tj8bzbbf6bUEKXjMPjRUXKLGWOuPVb1Xai/j+7j5Xk8e6Z9CzHlyd/2cxaIvtj0fLVoFGyxQ35b
WIiwNFez51mU1SKaFERofH+r9Lx1e+8w2SFcHsi0iufrAYwNOBCIgRMG/XggXgHl3hT5JFWpoM6K
K5R5IxU1OJgrQV/CaJzLkskBpvYoNRsF1YpZNFwTtCrky+B70w5/NF/epfWuyHpHD9FNt+7EEcGq
npzEiCF6bkWj2pr9k9XgqvZpqbei8pkZn4KCC+W9VaerKstWanclGB+mXjpRLS/kdOeOu6MfPCV9
378zfloxNqLcXZFc3cnhQEEmq38pFpxT/kEEKD8JXpHNTq/8YQwcoRPvTL+JF37Hma909DNmX4lC
F69MlBdtv6AQIeu1yBujafcRSl9oseBk69XhEgN+OgpmS+Mo6Oxk8hLZxH+SoMm4Tilkdelgl0G6
BibqNEj0icqLaSyqvk2b8yQqKeJXTU1Gu+d4xtWsV1K9Z0FqXWlXhzBGpVMA2L0yb2PjLh3KP6qe
PJa6sL+8Ec7VMjnm/xPYnB1OXqvEMbM8vSWfm+6HJP/5Um80n7NyX4fAfEY0/K4KTMUabeEO+IL6
nw6atHCqxYgnNQSjySQX/xXNrvs8WfumVazwrBGvJReNihZhKztOu85RrfDJjxM0ZbvRd/DvkMnk
AHBJxtL5dub0YTL+/UGzb+/LTUVhk8nQoe0n7Y8OnFObLhxxZ9B35lGU+bfW9aJ1B6KE3HUt/h3B
8Ap7nGtvpZgfJZqwfmpTOzUypI1FZ4wQ805xPBye8rBeoSCc1e+yRQU1tsfxfWE9nF+IU2d9ok1b
8zpclaZ5kg98k6x56YerWNkr8aaFd9TjMDUACr9KVAflvMthz5XlmJN/w8rH6z8aIRpZOFfbnUWR
cbKP9HncBesaHFhZrUxUazP3ow0R6irhVtIlMhxg7Tb647HwiHCybDhouYWUJ2vzqlr6fdOHP1mp
8LzIicTp3pifRKC5Cl9gVnS1W02uqVHdYqN9j810Ff0YxoUlIi3Fmy1EIfNizCKYjjDodxRTpKCz
fWmT5/gSHoL8pTWfNO0GkXW/byhJ3mD9gSf077BfBdKDni8KXEzTf2n8syWrj3oiteH0ebT3tBn3
ZTxu8Ei1m+BFFpyoeR1UmarGczHwixbu6nNF90nd6P9P/hzqgfiY1ktQiam21iQ317Gbb3T3xqUh
lvBcyj8tH/WQhXLD/xHVEimyTdiprzvy2x0ocD2XRq1o9hj/sGLR1tJ3xLRto3jRzX3RV45hPAmq
sDDY+YeHUIhcD7wBUgWZ5GSW/7RiB2VRMMGxiHtE9p0OTIJ2rUivZfuYZQsH8Lx2Q4AvtQ7w27KI
ztksL1FKrL1bfAedtgFC2KD9K1uN/f9IO69euZEkC/8iAvTmlSxzvZHXfSEktUTvPX/9ftRgV1VZ
3CLUM5jphx7gRmUyMjIy4sQ5TmLstXQLhyTe5ctiFjO0YcH4XhDFGXCC59QFoATOZb/2iikpIOJH
Hqkh84Ep6Dhbc3Qb1Hm6kRavLNJkvBBWC4Z9IBcUFol2a7Xo2CTeCEeAi5d1O4q1X5Chie8QhFfc
65Fs1RykUnBoABDTfwf/E7epuwIhasi4ub7f9ApkNdqtkP8pW5Xv39Wj0yPJhjJbQtd2uTgdyonn
ETOAh3aRNmRcswYSZCLMhEpgHrozHSENxvsvgf+xySEo/6xaR3oqk/oe6UnbPF5f70WdQ/wdy4ac
LLhNRkfufH6HGfuurfqHFJ2v7IU4qZePcEv4+YMVeZmyRybHtaMHR9qoblwcGWEjhNjczCDmJ5Uf
oCOS7g124IKVRqcBydFcTvYwru9r1dg4pyvufLb7QoD2UZUyYlhWKeWF+7i8qyHwSMOD1N9I49fr
O7xqiruRZjKzXRcMP43vdGrlcHIgTKeidSzVfVpHO7Xf+f5GQFh85sKnGMIC2wYU1hSd104KSw9q
mhij8zy3oFM/z1ullHUTwG1hVgR4IL5SY1nv82rBj4do/f6W6v2VBl+u79hFUvvbJxkh+F8jQjYR
1iHyhCavFrlhlI3GkNzsJS3ovmS9k+5NO9ZvgmSW3+djGh/SshweWgBSPVMNUnSboJa6VX8QH87i
DxLCehWi/RbpMqtWd5bs1SEQBXtn+PcWSorhqxPdVvDCd84O5anI8Gpl6weIBZD//ACLa5JuHQB+
oTigtok+Wxk/wIoRy1S8TNpraOjJj2hnFmgUoMLk1PTOadj/0I2N7O7iLhWtC99DmvTJQPSVMST5
GLZPM6SravQdRPwwfJbtQ1ofmnpjxet+9mfBwo6jSlf1ec2CNf8tTd5N5WOm/7ruZqsH0/ljQqiq
FpU8Iy2FCbqwcv0DbFtmP/czYIYt3PjWYpb//yTG6hnKB2nB/mnx9FR0b5IjH9TN6aPVQHqyHiGS
O4mmJRDuY6Xl5YkKqn4c0F3lKQRbtuVshO0lZbyMNX92TwjbhZMnhrHs3ji/IGWgO0+m+TDmxwhA
SXtHG+f6x1rbQkZxGXcyAO8xDHe+haZWpej1OolXlq/R8C2I6UJs1U02bPw+BiefCWlEJRt6bCC/
TUcaEWy0Aql4X1/JWoZxshIxMVXp4w1mhZUs1T6og7bv2p3cD4mraBtnaM0hqPaB8NER4WVi6nzP
AEDoiNHT0wNjENSHjP7E9KVDfbQz7gf/eH1Zq5t3Ykw4TUpqmGOvYGzwh70ZvMYMAtf99+tGVvfu
xMjyI06+kE8gIjnDiMXto/aPmXlAFRtJw62It7oamsvwWhjLIJ/gbnabByiRc5OW4EaKH2M/uBN6
z4ayryt1b4fvU9qlCnqsc+519W7SnsPxW71FOLq63D+/4jdJxMlyAVH1kVTyK/KYyZZvo3Gnocy9
xbO4ZgWmZNJ6KBd4wAhu4jhcpWYCFB/aHz3ZOfaTNO7srSrq2o6S5S6vb/r2hiPsqAmNW4NIYeo1
AQpMztcGuOgQb0ArfpdixagE+w/sAzwaFjWBcweZ4B+QncWKItM/7NJqkbFIC/smgcoN7Uv06miH
zGm9DxK7e7TtudzL8TAVj6NpNdBZ2ald/RwkpvWAwBWBo3pzHCL3G6TqT7lJ0RQDYAscrjByuTpA
kV+g9G5nbfvQ99ooH9PMGEkQar3Ud7qWB1vE1qvbCEEiw4IL4FMcTK9CRKynBjy2VDlPQ6R6CqPb
bZDs//6gUUD6PzNCfpw2CCm1Jvs4+VrvagNCilbhwrzxHHfpzX9nS/AMPaHkLvXY6vOvdnqfJ49p
+dRtAVlXkxgyJ/ihKI5pFyXaAIm5RuMTeqYR/+ygw6jkzkVSk4ezjvBt/QIt466ASa/+WwKnJX2C
LG2hIrfwfpGzIs1VReoivlmlqLvc32cKEBko1P6WPPM/duhVL3yAPJKEK7ksFSjxLVZY1UF3KGPr
V1oa+sYDeS0VhhXcpqSCJUD05yfM7/RQAovOe7Fo7iNAukEebtxbawFpUXtYOMNgXxBrmGYfdtU8
M6+IJHKyG8e3Wqldc2Sgf6y2pjDXloNQFyAPJvqo1wh7hgxTUU0TN0qCiJhdvPbpy3XvXjWwsEXr
0E3B6yBk7rbTG1KashhjAf12t3H7498YoH+OSiHxWxyBdIJ4DBydEUh4Bf+h0oXQWbilH3HRUVpc
C1ECCv18e8jtha9e1GpW1THab2PjH5Vo76gUA7IdYqia8SmIFxGfh0UTF4q3f7O6P4aFtKIvA8Zj
U0YurSr/xlyapwfqBuhkzd1O1ybcGUqTovwdsrZA/QpPz04b95JtHCZjI0Na4ph4N4E2p40InTFv
dMETaJVYdjwDXKktxUc468dYU+8YPtd9/OKMgQn1dPogwxpwfQdXlweACWo8CKUccZo5Mx299XvM
Tj0MYUql7ZLYQqpe+5RL/1w3te4m3O1MoppM2Il9WSjRs9xcZrH6UvNM/8EqnicTWrxbVftZVDeG
8SqpH6x+4wJZzujFxi7MEpRdIaMWcXk65LMkcqzQRPhTBZ2T/1OB77WToz4crq9w9TQjJUaooDgI
WuU8+hV6H1qViqmq5ZXVKPWNH8RbfdMtI8JzG06fnEseI7C5fRp8+YMFE/T1daxuGXEP6a0lvxRl
xKTJcpB8JCpNUvezCqLbEsJcsNE39vBW1VuTzGsPESgS/8+asCBN5q09FJwwlMdJpOVuT+XTRfYN
VpDPfu88Kcbn6+tbLWsy5AVQHBgMUyXLBpykzkg0SlkkYRINp9dhzjxUAz+iEvwpl5HIY77EyFGO
zUskd7QvmjPt1E7fdXa5t5BIv/5b1vf6z08Rcim/j6c0rQhhjjF4lUQW9YSIbWe0+3TcMLWy0QBH
GNVbwAq8lAX3bJAuR7cWz0GbaVc2SIbvQuPGtLJdYL8hgHx9YVvWhM8adXbbI5fKueO9bM4fq+DL
GKg0IHgyOXdmfnPd3EogYyLSZGGQFXEJCXliU9bGrA4M7oEHOVJ+66R/jPYdaskbAXMlTiPKwXAB
+S8D8SKPgT7WUlRny1AdzbL6gznAZnGX6zdKiv6Wyuu53Cjbru2jQslWXWaRIKAVFmZnHYhwn6iZ
zi9j5YX5eK/u0ajf922zMWa54osQo1KIRlsIQhCRvU+WzDqQl3HOBoHmkTvKReoPH8kC10+sF/Ov
8WgkDhhctIwg7qIZJ6xtDorRT5D/9GIY7TvJdls6CwPn7O9948SMqJdRN2pptIsZnxQ7bh7LxvNL
lbmljfi/dsMhA+PQDWN+HDiZcMIqx+jacmawcy5rULdQFMO2k6vV/ZTqr9LYRK92NGk//MpsD1PO
AHsYm13o6iEi1BvHb81P2VmacnxKzoTwUxBiVhAhVbkmxrdIfoOCM50XXPSdwXy507jRVg1u1U9P
DArnfW78KipMDBbQlHQpwuYf0R921SL2huxNCTfO+9qLDazxnwUKSacU2mrWIhHEE/yhtBuwNS3M
L0ueC2/kQZIJ2LRtnOrbdV/aWuZyPZ9cHeCgsrEPWSZjW69VQaAJzU9FaB8lZ36p0IEb8k2o6LIU
IYU5W6qQgxr+6GtNrqVeqf4cy/2IfrN+GzgPlnNr6c9O+7HLDpWRItx+O/gbz63VmGDDEANkZNEV
Fa7KbmjnIijY5lYOICi4aS3t0NuezOzRsMU2coEZ+h0PeJ+iDsSEO8O155ubBKPfSxGbq5mlTIk6
avbDMAEUyfSMkQ3/hx7EJbO1g3oH0+B7CRHu3WChDE0B2OESD7Pb6197bfV0zxFIorfMM00IUM6A
joCR6+y8byNhAEFWfIybgy0lxyqbj9eNXeBkluWfWBMrekWsBW0ZGdSn8udOQXa9qitQ3a8ELy8s
9N2Qxbu8Vh+r8FAqO9Wzbs3oQxk/EKTRXUd0IX4Zd9JOiTd+2ErKye9a2tGLgAQklOefRUKCi5Ia
uzDSnkyq8pmrYWOj165vsJrM1fJWtWEZOTfhJH5YS+1ympPISnZTnwAFmqzhFo3JKkJV2WnfX9/t
1QByanL5SScnWe/aRCX1JO9cCAGrb3330Zz3g0J7/fOIGDCigdLX6zZXN5IzxGbhT7pIHAqBYpDE
NatMBwc1x+Zh8Ldwd6sbif4q9SRe444IZlJ8JZmBYqDD3jzI6b01vpPUozO8Xl/I6rngzW/QRlaQ
7BM+l11odWUWy7kI8pdEk+6qsHo/2bAdd91TiGT8dXOr+4bChwk/kMbLSjAnt8HQZuCfPa2rmvvG
LJwHc96iS1j+iBhl8cD/MyL4QxlTGAx7jBjGuHOSClmRZFepG/fHutvBDEl3nNOOI5y7XUrelccJ
rAi9nr3Wg8I8ZXkbDeGNBJvwnOg3XencD8ZPy9lKCf4f04uQwcKAqInjsSZKRsgdO+TInbZro6+K
hLpcrR760PfGLjtmxttQjMdA2Wr/rDnlwowFNBKuKkNsUPcVTWI7B8I3R3X83AUN9U15Th6rXkFA
NWibjZfO2qekiAv+CVgQs4BCwKJma0ggrSimQLHod7czt0P487pPriZ7p0YWpz2NH+PcyEOIkV5y
HHcsITgPpH1qsLXxIrY8HmcqYHnsvI6Wg7BH9M9/+QOEU1HQ3ZPSjB8QSNlBz4/W/DXwn/Tp2DbB
vqtfVfmDrf2im3zd7tphPF23cE6autXsTONjGnGBTsPRNsfddQtrOdZC5UGIBJLJy+d8Z+tACbSm
mTju8MBqyl7pP8bSUZduOmiQU2ZIr5tb806KQ4jSLlhAajfn5ozZh+Y2JGQqyoPiDF7cwtMRvxVS
tL9uaG3nTg0JKXJTGnkAZgXy/TJ/3835By2fN9ay5vl0JBcMMnf1Bc1epPupZvdkUGH7xaaeXL3k
/+Zhf2piWeWJ3xtym1bZ75fF8JHb0mImnTel1wVeW71UW9zRqx/nZEGCkzuJI1eRz8eZkjul7pG5
gIDOjt1xK8nZMiS49SjFatcn7Fzs3yn2xz59rJt3VriR56x9H8rE9EAYTLkkbxrj2Z5N3+bMpnbh
9tLXsqxuhiDfuJ/XPM0EjomYrsr/xIeoH8rGrFuEBjuJ0eb2lY5pCiX+eN2f1+povwWqF651CETF
hqrcxlbeIcCI7oj01lXaUZU0xmxkb4JmdhhDOFi/a3AgV1N9cLpgH3Ck7DLw0s7e8PvVaIzwAGz5
sMwb6DGfe6VWmgPNvYyQP7eMqUf96CYj/Vi9AFtfoM/ueEVUMTIfuUzreMW8NSu9BCUxfTj9AcKx
MJ0qzax8qXeRNuTdIbHuc5TwQAgEmbzvioL3knd9/9dc9tSkcDYMf4iDMqA379TjIWq/N9GxGLTd
3H6/bmcNcsd3/rO5wtkwcmeKrIUwcTLGCL7z3C0HuC2t+i5oITljNGpntd+1OTkOQ76P1Qhynr+e
olleR6c/QkicdIQK7GHZ4Cbz3VSlfI9Gpv1zNn5U5vcpfESrxUv0Y9P9iwIcMn2LIinxlJ7juWfZ
2hQmNOsJqUp8E1goQRX+gxq/b+1dbH6P+931zV5LrU/NCXtdFWRlEs0eLwjnz/lU7XvdZA6e6uJS
h1P+VpH3964uioCECTTVxLdd1EaxYzdQO6JytZuqXVE+zTJ0O1sUMKvL4mGn0XteFFKE8xlGc9Hp
EXaq7P1yKPrqOCrBzq4e7a0ywqopSOkWsmkwYeJ9XtZZaNZxRSiQFXT+bjRplyEI4H+L/lb+fdm8
pZ3FgLJJ9VnsD0eTPbag68kc2n1rQCjz2ifPsjl4lvLQtBunfe3qODW2ZE0n964SJWUQWhjL+yY/
9rEiI7anQ7PWoY193Qe3TAkJWJLMlZ4pmNKGJ2v6kUovZOsbNtaCF8xpZHgqxNCAVYTlNPRVixiH
KLvKTbrCA2/iIrHkOv9qNSeWhLSLKRtndgosBS1DoBqzZf5T33+9vmVr4f90OYJ/x1Wvy0WOEUOP
mDp+11SRqxhHRfmQTZXbjM9Vtb9ucXUDET9EbYda8wVTF5dNgMQY1foxfNKLQynfRukHOPf+OyuC
102AqruxwkqZI4KnBNLbnM53kaI+p6G/dYkvX0K4QxfSel5srIeAJITaEIyEEtvUzyEJ3deMxQ0Q
65lV6nZQoKXSrY5oKdePcRcwKOqrimfY9cZvWHl78BNgmYDPgjKWeKTHEsBHufwEWNdUa9/Xu9K4
7eEPlK0f/Sa6biVULe1HoP8U1qA3Fg6a2oxFMy8vgszoYXeSDsjXfdDN8YZxgPssMLcGWJYkRNxg
NpZpmaXjCvLz/NDNSj12msbXBNS3H0x7T4X+ur+shI4FYrcIlEOND4vuuYW8adKp1uiPhdJbGTxl
0+jG6UZNesuG4JN6GslWVmFjHqDPst8SS3pQ7PFwfSUr5+tsJcK3GaLE0IIST6jjgul+L61uI+29
AhfVf2MH7vrzHZth/1Uge4djW+/dQn4GENHFpbcNkl7bNmoCVNf5x8L0f25IpctYaTXP6rkGWOV2
9VQmkNspzs5XUEYE21mExT7rKmfvUxO/DYdxuB2BMcC1o+U3OiMMAKFMaylfhsjq2NVwnMMwPmCt
+8k4jhy5dVjlsG46PrKAdUwBMhpniJuzKQH423LqrJuOTgY4pKLR9klaqq4hzeNnf5jlr3HQBA9O
VE5vY5Ba/mvSqdpXvYNDpwgl6sGDbAVHO1XMf/womV+sVGU2VLL7/FiWZT6AAguG2JtHdMSOtd9a
/YNTJ1J10JpECY9KEISfa6MfPkt1pWkwFxbh13KylciVAh+VNLtV+xsag/lhiOvY2bjv1gIL0Cig
frzMwXsJ991ccg1mCiVTP293rXGsSV9L/WasHkp9n9nvrjvV2rc+taaef+sg7qIpVrFmVQM9aUbV
2tC1KW5cN7N2Rk7NCC7VJDPuM2FGgUgve038d333o9psgC17I4YtqH1AyJGjQsu5rPYk9al9I3Q0
GBm9pvpRajs1O2r6cxIio1LeS/ERIJFTvZjmxiN67U3JwPgfs8vqT8wOLfpYvAeo8Gn/9NAOFdm7
FE0as98bRu/K+nMj7VsIEraQ3Rf8e+SVC3GvSvik9QQ89NywXc2tBDAr89Cz+6EXb3M/HoBHBf3H
LmnuzGDa2zwIFtGRkYGbxHjlKr2dw+Ju0qzj9S+8ckOd/RRhD9raTunL8FP0QTEhRDZ2klECXm4D
ryuSW7XY4vtZSaRYODfUAiGVLZEswTf9PNKzIfPSwnxfpAjS2GXiGZn/1EnFL/oLN83UvC91+5/r
C11Dh58aFskSjExJBknpEUsr5ltfTkl27MzyWklvH2Wzh66kzJP4Pp4bq7hLQsm/l600Yr62bMJf
/qTJktcmpkJxPetfZHWKb+LMRuJSh5ROZf7fb7+GiTF+6gP68m6sh9VdOPTG3STL6YsccyHnQbGB
L11zYbJSGj4AuQzEMAVPioO5acN+BOEk9b3ng2qX7cYgKuhfUWlJ9nWdfKAi82Kkx7lKNFcZt0Q4
ViIRWBLQdwv2CIyHECLANc6SFskZCUH2WdPCo9NYn0xlC7O2EomQUV2KP1QbSInF8DrEo2lUfL1p
mF2Tngazb114zIBXXPeTi/H95XDSzFBU8DjyAiI7P5yNMtARs6fMq9SvIw9MHV71Xa3ssvmulz9C
jQc7ZBjeaNXopkwzyNpzGt2GwY2seSr/7vqvudzdpWDN6x0qLu4WU0iF5DSeJfxnwa1noNluuin3
0vGvozykxAZCMaDG8SaR4qYLe0sbARigNUKtN9qNxpuqfhq3pkcvk9NzM0KoIWnRqqbATAbvwaA/
TU6ysVuXwWyxQLZtQtUDwbGQnBrpFCmZgYVC6/aT/DGfd+D6j+kMP9Xt9Q+zthhtUQ7X4ZRAEl3I
Hk1z9vkysJUia9e+tHlEs7fNso0FrTgjHVENRBpGwL2JokdWYFjofWHGnD4aiKOGSvbJGXLGU9L3
TgP+nlGdVOqRt65hHlm0MAO3NaL3rfpe7+JHX/kwWqUnaZtToZdX9jIeZdLGQewH/nkh8NDt0/Ra
rjIvyB3EWTW46SJrfqZw60IAsy9n6H6m72OfHdIGQJTx/vr2r/Q6z+0LzhQHktGbbZ3RlHAOfdW7
1SShKKuET7P/q26iwyTpDGiR3o9bJbU1L6OdxO21aENybs4DRFEAS5nzhm/CCzbqH9Vst+Qq/ng/
J1v9nsuwxzL/2BIhI9HARHAYYUubWwC0EKmM91p0b2+hu1bXxLgbvYuFmFwsE0LCR6nZJA1gmMlV
5ILZmEM3PaXtWy4dNz7dquuc2FqO1knaNfZ60yUWtnhLkiL/lBVS5BvTLzzd+j5Tb470QwEKafxw
3fDKGnkZgSgjPkA7InYzVMeOGksvcvBqv4JcctWci5L5wfjO2hRhWbXFqx/3oILIf87XKA11lsdd
iTiy2tA+O6rqUS4heW86t/37/iY4ZzCdWDFAkYrZZNlOlRpMFbaao6k8zuhRN6Pizt3G/q20g84N
CWeu1KbaTEcMddl9Ej7O5XHU/lHt/UjN0urcPr+nBSKrn4ri1m72XfJ6/ftdZo6Y12mtcTtDcCiW
bnLDSQNyw9zzjQFAFKPwaE0PS3vSep83pQfZd7I1trFy/s5sCvevRphXMx2bs54enPigZP6Npd0Z
7VaDa2txQlBBH82Iy5HpMw0NTqgdWdTkdskPxfB3rd57kXyI7K/XN/TyyXq2obpQmSDnmJAVYXG5
RQnsrm12s/42Nzpvbm+M69u/t8ZFhn4aaQxz3MuROTn20yj3DLsovMOLaK8xwpvUDxKFt6QaD1U3
gLDoNm7PtUN4alH4eIbRRUgmo/wpKeWxGb9JGQPKtnmIwsyVNrOoVWsqD0q6Hwslm3DkQb3FYVKz
vnYsdlNuQVcD3H8qdmrAsM3Wm/ni20EDoRm2BsKIZJjk8Hw3/UEd+q5TJLqfHnpgC+tYaKpeLD/a
8SsPqOvf7iLbWawhDQbehjT04noIIyNvUh9rkvOtyRhc0t+uG7hwfwwAYoZTBHlH0ir1fDl90Vjo
K8HgnwNDpX7Zt09N8SmekFVDuyBrbsphi5dhy6Swg2k28DxT+UbB9JbS+YNWuoCZMAV7+a23Dc/Z
miu/yOWFNQr3ntrNbZ9Ty3TH8clWD5pakGwfr+/jRbwSbAhpmT8Hc2aF2AiJi35wcAYoxsZdpW8c
5jWH4CVG9YLiHy4hHGZQrvBOR9ipyw+plnl1ueEQ65v1x4Bwds2kneasWAyM73mlK8rrJjfZ1hoW
BzkJSK0xaXHSYsIOgwO6H+6sb/nYhglxMqFQYiodyzY1oenqwSfZ2fgO69sEmlpd3iAMF56vwR9V
s0cFmTXEjQtHc12/U813133qEh6wOJVNEw+EOHOE4sfWW1gMwSMtWlbJLqiguKl3s3Pfd16sW65p
PYdS7VYdxHrNTq42PHp1CxniArsFGQN8bucrVILETOBel1zLf6yyZ7vZaDasnpiTvy84WtD3fYzO
O6FtYghT6/eT7crzY7o1ibm1DsHbKlMLjGk5/UWduply48tbDeTLNxHfaQFFWsv8Jehg4fAzXzrO
w8h3GiF5NQ1mwNwgfqo1T5tuS2MX+0/VXzc3FpO07XRASAQDTfA/s6naqpdZVcJcm+xOygcdaFBl
3Fx3wbXNOzUjOEEWQbwfqZiR1a8WbClm//O6gRUvAE9NhwSZdV4Iota6OpYhciBMtlTNR4WaZLWb
9NvR+XTdysppxQpevLQEYcIQUgQtXkDO9Sy5qb7PKRKGdUKbJvSuW1nZLF4DJizg1EHotgqeBkOf
pXU50nOx89GxXuVwg/znYhWUPGDFBxtuwHhLNe78RIYLxS6gsNDTpadkuE/Mveb/7ffGBPuzsP0w
2O78VrE6Cc19ACq9HvLQY/pBTt/p2sbfX/zlrOGw/H1KF2gIGaZFK/N8CVIvB1E2FKHXar+U+v3Q
3g3hIR92YbRh6MKvBEPCXgWOj88h0u6pxczk6V1kvenpXq7/9pMjVAA/EuAbMDGknsL50LJcRhJ+
YMJb/dVGu67faiyvrOPMgH2+YVkbK+YEit0zrOfZPzCIUwIk2mo3rXwWqsh8boO6GmMAgucmfqb4
RrtYqR5THxFi9abtCw99h3ErHK848akpU3z7jE6hKSOmYLDSi2PX3PX2xs2ythqyZo0H6zJKKobj
tAj1oWs1Por+Qy9dO7/3G6YOKNYlG152ceL5/KeWlq93clxy1ZxpC2OpQGUszmk+bBF/rGwXz24+
CogJGldiibgdhj7RGyP0Mp4byUfd3Mf1Ri9jxcUwAagZnsSFIkjwYeDOvt36sBSk2k9bd4MSyvX4
XYHg6PXwuGqHAdilBcetZQln37YHp7BKJ/QkaRdrXhzsTPt53hpRWPkk1J/B7SA1qGpg3c8/SRdp
amTOXeQhi6RIH6Ls4/VVbP194ZP3apeHmcLfL5NDk7205a/rf/9ylxblbEqcv99jFxE4CgdHa+oA
MEGstjeO3z7Z+tzctgX4iGoMt7qCq+aWrjkwGca8xY9PqB5nJ4aSoJr2ZlNAWneIOPWBtBEoL88k
9XTGclgaB1IVU9kmnRH36vyEsdlnJWxoOB+G8qVTm0M5fLu+g0uwOr9jMIV0kEl3DFyAWLpPKoMe
oI4pBMic1ySXx9chbe7nKalvir6JPHUavmvNNN4n0fjjuu1L70DTHdIWJuUtiMBFoNUQaKNU22wn
9DOeb+X7Zgu3vwR8cXU6dxepAGAqehTn/h3ElZnm5kKxYHR7SzJcx2rvkzL63FqT11OstpB8/BeL
4q1JeZoAwdLOTcZaF4VMr4NGr15iu3TbrV742hfj9ly0wZnxlkUDvaVm8W8YtFEhoRKjILAbnRe6
8XKMotPg+luYkcuoSg1nAQIQhRjl04V8sM/i2rErQIV+/jLTq6peu60X6OXjbanmE+sY79XhRhDf
T6VadKU9BfAARp8t35NhK+1vxgAN1wDi0Jee4dIKqnoTVbzmeP2DXR7qc9NC0lC2o4KALqZVa7wd
FWYvTYab381/DQA9X6IlFI+UtB3GVgnh8rRT10w+h3l5aLfaFpfOcbYY8dqo/WiIm4HFzAoYReAZ
sA68a5zRRfXkU6AgelcPbjM4GwHr0kUwu6RE8C8B6RPvkXJoEnnWWZufMmwfH+vik//XRe5l/6ge
cOdCbXOJUqyCXuoXG5Vj9jeD4fxkxvS5labyhrzjcN0pVhf0x5hICN87WkKugrFQ+2nI+5kwEegb
jnf5Ej5fkdjDt0KDJ7KGEV168PVdbz7EMATnmXao1btG2c/lD1X6cn1hq95+sjDBC8N4dibFx6YT
qfmuTuNHo590HsaFtGeWb2uOYGsfhQCcyX4+WgUiH7L2GvovVQ9eZ2MyYsvEcsucpJWhE4ezFUR8
Kvs7GRlNT9cKNlLXSyr05VMtdNIgLRaI4vIjTowwx2Tog8E6DOdRQv+veix0t+3cUbvx01sj+mCh
qxfILmrQlfGspwxluGq78aS9xNEIv2L5uCe/wsm1kml0fsWIuprmquHoqvDmJt/C8TlDz3Xwdyba
d/1WeF51mpPVC0lvWCPvUjbYneL3qol4xg1c0zvG/q/75uqBwAyy7fTqGaASdrmZO3gOfOxIOnU6
nXUoJvRVPt0JHwhvuMBdZGWHtvkdZIjXjV/mXIDzQWOAYrFtriHhVcd4nzEpKraTyr5jam2XUvoa
Ru3NLKzboNtyqOXSPM9MTs3pIt52tOyqmFQEf1LyO+tnOSq7wHf15l3JWGGd17uwOGT5cDuEu+vr
XPuWf9bJbp/7kBnJzaQGGM7RNao08zaI6oOlgpmEKPG6qdVbXUdkgtcl+eXFrZ52zdjlEbZs2jFu
r82u3c3w5qe7Cek3oxz3y7+vG+0pUdIbfitw3g02odUzc/obhOudnl2bpwO/QbJi/wMl2uE+M3Me
VXPRe7kMhcUgBfMRNqrprozU+jkb62PL+2uDwu//2QwQ6f9pUomPUwV9IQoj/BDZBIbR7vruJrZ+
SO0hMQ4B4vUMMA9sEsW2cSt8XSbaOJtGxRVuvQWnI3zzSosjmI8KQmQwPWlSBeR5Sz981a2AjRu8
J/WFgPHcrdTJcTI4o9nm6A1Wu0T7x1nG0P9FnsFEBAofgOJpYQrXSSyNmlSU9ZJnGHedWdyEHeMZ
0/cNv13bL8YuCEIWDfwLBQErLSPFjpeUsCfEjr79KbfQCjda+GD8LlU/+pD7xG3mg2Ucvo9l8aVp
rNdK96F/ybSPfqtrG9FpNTRCg8gsCHUzqg9CCO5TiYuppjWcNNne1/x34Jhu2rlCGA3BJj961bts
b4zZPkg3MobfZTkxVPFIoyC8iNQAXRM+bQLjuAaJlJeUL7U5HqNa/55OiZu172al3SlB+BNZh6WO
29PH68uvbcwtNNTqbWMkJGqqazpfr3+h5dCKP4nvYlPXNfmvCGOfrKaq2gmHjkYkVvrXTJuOcB64
vj8+FQy8+skWbcWaf59aFPKmElWHaZqxWMZzhTiYvmvk9GtE3cTY7JovG3ptdYKXK1I7j+qArYRs
2hki1yo/lcPGDbR2350uaDkDJ7lEbUhhozgYmQjBcVy5UQB71J0f8vjZX/9aa4+SU1OCAxVp24Vw
HCZeA/6uyfeoilnRm58EOxVRqSno3LLbCPvrJuGUByVLNNKE2zweyihBCptg61dYir06UW8nR3Y7
03nyTYi6sudEmje4vdfixqJUzyAmZA1Q2J3vqZTVxhQqBEFNB3Jr2U9RsJUjrX22ZT2MICw1KBFR
UZRyBKtxy/VtWlP5kk39ALCPgGHsorSENiJo0eZskAjauMzXnBKBGCjYqeDzUhcCUF1m3KRyjybA
9JxohxYdoOHfXCKwe3GFOLpOa0j4anI7DnlkDKggdt+k+SkIP0bOR9M+XHfH1ZXAO6PSFbS5FoXb
cLbGKeUmwTfs6H3X9Z/imqmUYd7w+tULHySKBf8LtegLiDbjR34gjxMpnvNohHszuR/yw1Qf6+5F
NvaFstd4I5gPSv/hX6zvxK4QqsJR6cIhnJfwkR+cJL7VqndFJm3s4loIPl2d4OtxEM1BtsgThZZe
erVm/VyM3jiRnntqmVuHqOyUXZXnG5CLdbuAfGjuQSkhnmxjyCutodcPi0/mRZl931vmbpqlZ1/K
3VyRDqb56/p+rp1qDvP/WhQBaH6bRb3GYJmnFYFnx09Ot4WNXL3dT00ILsnjRq/MABO27TOKzMna
h8FLMHwuTY/2koqEmd9uHOi1EPkbTK/QTmZMXThsvlEazRwbuElPK9n4CmWgNybDTgPVFNXjXatn
D/Iw3V7fzA2r4maC0hgTpphY6fg8l1D1v6jhp1p6afSbuvKqLcTW2lk/WaRYu3Q0p0vAlYOoixnj
uQ81Jg7Df3ESTm0I5w0Rv8IMVGzoSYNSomvooatS0a6n3dQiQLdhbmtJwsGbMjuZKhlzVvgtBdud
j/tNVY/f14iQgpg4/NL9X/A6YltAS4K2arhDvQ5i4OigqH3wFak/80cEcPfgFEr+fizs5Mka23r2
pjqQnunu0hYbkmB4CKs0vW8NG8Lm696zsvaF8FZF3Q92U6rF5xesnTOX2fJ6pQBz6wd3jTW6dr85
AL50VcXFL69zHqzc5I4InUd5si60nhrZMFTGg2RX6kuQGffpOPBkq53j1KvDjvTlcYQ32Q3jYt5Y
5krEWSgqGARj1JwpWCEcmAVPHxiRWabGzBb0U1wW1zdyLeJgAgEzxswNwHHCdR7Mld8aATnZ/5B2
ZU1y6szyFxEBSAh4pfeefR/7hRjbxwKxi0XAr7+JI77jbg3RxJn7PDFdSCpJparKzIJd+c2+rzde
sUrdbzQygeLZ9QqP4YVK89ziocYI3sGJRvgTf17KSNbQYoo4jeuU7QzEnQChXh7XzPHCTm2wcweR
lomOpSbHWV2tQU3R8/WY3YTxC2gpAdpvvxBKgNQdJUhAS6ZIU5vFuh44awneo7F1pNGx7L978UJM
OTtr6GrF0w+eD1jZ+YiyisZRNMKEZ8Hlf6rsZmgWHpcgZJrx+ClOnkiQUQfWaTAa0cshARc5UDpx
9TIJQv5wzKR7hWxMCSrA0P6e1rl/CGNh3Lq5aI4is7KNAChkHxZmdOBCNt9oH5oflSjCvWnxcSsM
h+NVwQqyKzoebsG73R5NNnY0GN18/JYMYDhjvE/joOupWYJo1JPrbBDtTROn5nqoWbmK69a+qQfX
uJNV2DdQxxnGXWVV/MMWVnrDsrZ8CMu6v6Yibu5TQ7Z4bUYlmO6SzAcdUVvzNTftH96YgKw6p3Vo
QxeubJ7bNo43tOniW8eVTr2OnRiETCUqpADzRy64AUeI2Lw2DGQ+mDj12JUjP1hOZW38EIFO0LYe
3UdlX5RIOVfyOiZk+rJQHDroeKztqs2hHUwjkKX6hdpWzJFbM1d+tmt51e6RZVQHFmYxX5ljRF54
OnpHxeoeHA99TuJNSNOhDGhm0mu7NMM9Vz6YpMrarOugxSRuFcS51g76tID/Y5mx79o0BlTX6fyt
YF28y0afvWdNlB2RfTSeRZJ138fQC+/qUtGNYUWkRb8+JWkQoxpK1xBkpegrNBPrjYy2j7J2z67S
rLU+2lTa/9AiNu+Vm4pNIa0YATMgB+nayIv0LUuYqsDnXKS/8tDpjwLE9q/C6rpDkVvjSqohu8G/
tzeR56HxPHXJTWgMFgorJDp4vS1u7Nip1rIY4zKokO598yubPaic+wISyJKUAOB4qdqGGefpDkBy
+1DYdfOQCFJtgUrzm5UgZDii4Ut9d7vIRK1XIlnsQeV4pwCOkwEFo+29B2jGbRpWogT7+3SGQ9Pi
iSdZ/ljkIyvWoozKQ1tU1TdOWeQHlSXVB+0EGkdTaxidox2lzbtAf+RWjGl5DFuTPOdtScID5F9j
MAPa4wPUjvJtlgzOyggN98Fxq/DQWLVj7joaEr6p2iq0ApYj77qiIhm6XVrX/UNadkMX9KkfXivH
yIA0Mtp9GJeGFbh9VfwAUCd6JpiXKKjAUvvELafO17nbpc+FoP2TDWq1734JFlme+mYTiFLkzznp
qg8nRUYBOCIGOEiURNVboVL/IfR5zYK8JASc5zS78lTPN2MLjHda1OrZrgZbBtyQxe++U/3GQkHx
2WYxAC2ph2JRkNkFWKCz2I+eSBJC/Ct2IhVwBOfP9mAb2yJsSRSYhZmi5z/s1SuRXB3CNJN+kCvG
rlRph7ecNNjAhen02EVoZoyysrtSKjG/Deh8Cuykovh0xwszsPEW7m0m8cAGdY7TH6owNnB0MJkM
UPQb5ZFKI7kfxNgWAcRmqkPlsWSbOw3yZc4YSWQfnB5YDpH8Ql+Xeildvz1kXuqjsI0k4F2ON1oO
hFK0LmUhP7gXRrc4Ddu1IbPhh5vZ1XakYHEiXd5HQe2WIOQYh4FfxV2M0NUfWLirqMieehzXW1PU
dhfAED8Ufllt0eiR3NCyEI9GOER7FhEH2yEBJ4LHombDCRj102HstuCES75lfm0EdIjaDTgr3D0o
J8Akx7jTraUcXCT9LBs9ISBQ5Vs6uJCEpJXaxCKnm6JLHLUrGZP+ysuoMwaAEdd+oMA716ztqE4j
PMokqsNOCYrWoAOp2AYA/4asXO4mG2Yl6bMH2Xj0tdW9Acl46shhBbzNWK58s05+gyYeWMq+qJrX
qvDDzUBk+c2lYbPvojTZgoeh/ka40ewraCWvpNE2G+nKck2mSY9yY3yjVmv+VjTxAtdNigc0BrjX
vPHrK8hkjAcLjggucSNaErmYKwWAI/DvLadFj1FsDBDyCgWYFB7HeGuiFmG532z/zUQ9eWQrowyS
YUuXpEVmo7mpXXCiEkAyWTMr0QNVWFMt2ah3FdjgU7nUWDkb9ZxYmL7gJJfH29LmoKZAUbcdvpfW
r4lk3zcheEGQEIp/+ml6T5sl0PdsCElNALF95MrRQDa91E+sVrUr2t5A0JBMrY/xwem2bRYH0CWK
o30fv4X0l6gW3uJzgQqyei46FZFTQch1bjOuI1AXT+XrIryN40CxbVPuVH0TLj3q5sKuU0PalELR
afC7qapsyOdWvhN+aJfkBuf84tTE9Akn8yeqUEbxtGqje+gzB4zH5L+XxhkSXHjJocdroj0+t1Cg
kY3aU/3NV1dq2Ln+xncWatJTQK2/lcCRDxApSA/YpzZuq85q0+qmku3oXSsvPTZxAtXJGDqy9vpy
bD+3JCem9J4M6bp1maUYTeg9efQeionWUmvvZyQ7GERPbWgvL4IoL/cj2AAj4QoMdAgRQZk5mms3
lGBZMa5tdBZGHYNyBaCBBFREGThYcitIRL8foM7X48XWmN9dNAlcHv3CROvtQ56bVGE9dVJIvvHJ
q2qRWTjypWaoOZ+ExADgemgFtj4pgbMurUH0gJenLX8n8jmSL18YxZR5BUkAKOh1HSxEQXU41HjN
ZP6mqoIGKBPQPXr5UgflrK/giED3vwfAsS6Qo2yB5EWC5y0Jj7bxT9WBsWmhxLBkQjshTMhNQ54d
Jlrvye9iQCTW5pJc4pKN6e8nR0SRyM6jHp7MXvG7SjZJcdeXj19Zkb8z9enFDBKfUmEYJcK1ynnz
iu9htlJyqX4w61knK6I9lWPLjjhzYCeH+gt5Ed1CXnhpqrTbyKjwQAoppqrKNhWkBmvn1frP5PzT
6XAyBu08FYkNTrkSY2jqo2jfpP+UhA+Xl2Nhmv5cuicr7oc5usElTNj0PUohvCG/cCdMog/oTEW+
DiHYuUsNZpsMZoYaVWYdY8gI4sY2/7NcyzRPCNsAwwOfq6+X6U3PsCu/wS4fMjSzqHvPeGidG44G
drZwKs7FA6eWtE1YIW6OcgCUVoO5o9GeSy+g7AEUwMV/74KdxsSg3TdxuiLlcz5vtlWGVS5gqbPW
Hr0d6bZTX1l7YKLQh4/cK/rMz03IHsJFVohCe1PeOH4RNNlX9vpfA442hjRvCuZF0+neveRqy6Kr
ItyxJdjS7E5EBxUA0ui9xnSdD8M147yq2ykH5+4U3xpVEoili3ruNgTjKHAYKAOBZVeLA4tyBBxW
obYWAVKe8W3ChgAsXZbYXN6Oc0U8dmpIczBINEuaNZOhuimvkVRKjjmSGhu3qet7ID7DlexAHdsx
9r03rXrNRmebspiswDO8FHHPOTvu5T9+iOqxrQUnaUPGYrSxdd1ka9o94PSP3LxqICnWWwtZx7lj
6NSUVtPIS7tCXgWmpobemDwoiHNcntl5CyCvmtBgQLhp5xBJQVQuptRpU+/K4pZ0C5tp1kOQwf/f
72v3gZ+DpUv2+P0q/yVaseY5siW+uyHxEqn0H3obPQbG0w6gI4SO6PnXnBGOiJoWOMxWXscgVOfg
8WNsHQ5mReSsmtFFq5cb2By6NElxjYbl2wG5v7FukRnrAgEqYAIeolj5+9a6bUMfia+FuZh7H55+
oObEQKe1YzvNRWu8eew+Yscs2kQFFEKPVbknS80Xs1N/Mh/aAYCco+ODDgiVRRTE6rgJWDkAWrjn
SBBddqK5o+Z0YFrwkvsC0JEBAxNomCQvjXFrmgsnwKyfTrTr6EtA3UL3U2XkDhgh0HAh7OsosRB+
L1V/Z7f1Xws6/D7OU79ATwf6BKBZkNbPtbvN0/e0vjaypXbshcH42rYOfSZVZWMwUVzuCxFfQ09r
/5Ul+Xe+9Bd6TeyhFyFG47N2VxCFvFoepG66sCxLk6a5dNUlklohVn4AhBikGG4Ocq1kTbsnJdL1
/29Imj8PJXgUQeOFa7Oha1a8ZAzYbm9h3ub36N95087D0LRi168xb1zsTTSByvpmUDcVQwAF/R5r
55Pt5VHNX20+wOSgPwf7gt5tXYohUZS2uE7i6zg7hv1dit5j23qDnGgLIh8aUGuFSnCAl+JX9u3U
mYXcOwF8T5vRvB8T5KdhOqqPeRutTCT6oyUtlelHPh3LJ0a0Ge1oPhhs2rm+txPuTmY1WvIXSmez
G+rEhnbLVHk8OqMDGz34ZvKJ1KBdcL4lC1pQyFVZxoYBC5jLIDSKVbfUVDvreSj8Ad7l/pFfOI/X
CijEsCJD11XuiWeBIzXIMui2gcmVrVxQIIHpZnhE5eQD3V+HL/jgpCoJNC3k24GnPbddJaoWXtOj
gOrwh8wjAPc8q7pCLru87mp3lffmg+x/jM0r+uI31PjPhJ14qYBaF4HqhBp2P+UJDGgISQtjz4SV
gEPaHcw97QwHKvVlcu15hfVyecRzTomphoguAA4m+rHPB9zHypqoUOGUUWAl4JXP70Y+LGyvucPx
1Ih2LcJ2H5cURiLyM3ZR0NmnTomn5HPdvl4ezvRL+h47taTtsb6vBt61CI/LHsx/oHwEwGhlo0hE
mm+XLS1NnLbTcJOwFIUYxIv+B+d7N3ly3c1lE3MbYULAgysSHCF4wZyvjW1XVR0rtJbl4YcbQzsH
9ecSFUkzUP4HMbYV/3HZ4PyY/jWoN0N5aYtu4hoG7YJsWI9+BUjyZiiCXjYzv0h/zdjn4yoLx5J2
Pi1SsmX5htJ1nj4R+oWD6mT29Ee/A0F4sLbDCpHvmdh15UKmee4gPP396e8nmREXQPUeIkZ4kvQQ
R4Pwq1i6lWbXf7oNwU0ByKv+PO5EnYISzkKfsvskm2El+ldpUhQTUQc9xAPKREtg4dmNin5XQBoA
wQfC9nxMvClc5Kxg0beu4xB4FLHNuQpUayFu3l72gtn5O7GleYENCm3HkZi/CBBQg6FnfuEs+My8
OB2mJxa0d1DuDTmVPSxU6MgUx1I+FfxR0lVe7VoUiBE7i6PFt+C3Bq5rlecLL8rZgMZ1/lClo4fl
U0ATqoxZbQgPNCJLiSBzu+GFxgYKzlJ4BcDRYY7SX189pi7L7hhAUMVq6kG4sYDvAzMt5XJhzmc3
OOAaQCqA6OYT8bVrc1XVIcEXdU/C3tTq2PgLh9aSiWnzn2wLkvlDFacU3czCvU1a8Knl4jaXSxy/
s3vjZCTaQY/Tt/PiEWbqLm2uHFcVCEaso+hjtq4dcfT8FBLigl/Rqlh65c3ukhPb2rmsmjZ2unKy
TQpwK21l8lREO/DiAP7yhT3y15JOZCtE3XlcwlLUOIGkZtAsqbMvLJe+411SuK4sYCGlCEfLrY2G
H5otlCZmt/rJMLSt7vdWifYVuF1nvboebDxdnqbZBfEIWJuAj0L34DTIE5/LhYD8TYVaVIzskOmA
Knst0hsjvEcR7LKlP8VxPcBAZIt3Ag4WwA60oSSpJVIyATlADxCE5KrrfqchKBBvDQhDNcVGkb2b
fRvCm9K5R0nusvW5cSI2BPKJQhYHcIvzcYbMyAUEcTGPov6QEXrL++9oLrvrnWeS1AsbeW6HAX0K
TBOwCfSTwltR4JnkTY1+NjXB93OViR898QKnWEX5VZes6+afy6ObNQjqFwA6wM/p6Mw/BoRA7TJs
kKbxiquh/laDrcLrbyNPQcKeP4/ZsIZQ9MKUzvk/LlEPsuqTArVeknbx7HNzCzCShILBDtIN3dWw
yAM1awTUX2i3QA8zaIfP1833+hapRbylJa23dTgeqsjc1ZwtrNhsQwnIkyGHBFAe8pja9S2VPdH+
Ta+HOL0Z5N0IvthI1rdgVdug13UbVdE9REwfB1Gv/PTj8vLNbXLAlcE/BTCQh6Tw+SCZP+as8hHk
V1BCNPrrrvh12cDsLIIBF8UIVIKRRz03kNi06k2C69QNx91UuSsNc8u5t+AR0wX1aYefmNEuMJNA
g9Sd4hKo8AatjS7dbNuKJ/oF4POkRf7vcLTNbBUWuGjRB7oKEdPF6MNJso/KAn5vqSY1u69ODGkv
ldgLWVuCQGdV2KCX9z8o2jjTp4bete46L+J97X2hpOehjYvh8EBZXafSK1Xrm7JCsp4nx2F8N9ne
kl+orkKVGCV7BFiOrV9bBgGTjjCQsPGFWLk9SCpwRS4lQuc8+tSIdtazZAQXUQ4jGfPuTdY++Pnj
ZZdesqAdDITkWQExOewZSOdY/Z2TLizFbAyK2h1UOsEBjrNHi1USc4i5ktiVtfdmFsAKXQ32k9G+
iOgBpMvRjXGDZNr4lRfeiVX95RIh9kyd6cGvkhHtMa+NdIPSWy+y4k+uq+/VUzvagcelqXpQRCUr
q2L5LraHh65/k6N/z8afGfB8gZv8uLxic4fQqUXdJ/KEFEmBzZQ4ACZMEgPtY/KfRQzxcDk1orlF
Ztc2lyGG1fk7sMgGkOUFBylZoqScO+lOzUzeeRI2FW6tSO/CTIkXWNoPQcZ+NGpfmgtAi9nOvFND
2slNByt17QmbB7HWFR8+xhALdhOWjxDeg2ATSOgdGwHVF0p6gPmCgA9JZSDF9QyAL7io7ek6TDvz
2OTubbdI7j8tt+aAMOFPhJugovqknRI6herRfw8TbnVbTc/kcgziqA0yQYCUqZCsObokXyvnvefv
drnEpDCzhKgoMo8BwQKIqk7iwLrWymIbl4gJRiBV7AS6NMzvzhJB9ozXn5nR7kSAfzlNXJhpGjSB
N/1dQ6vfTW6uL2+ume18Zka7Ept2rLp4wlKmtbiBEgtg2UHy0Lv+jSzCAL0oC1f9zM3o4h2MKhqQ
t59racIyzErUuOoFq16pXWyi9ncUAneunuBS6Cn+4cdq94UxntjUbmODGsqpGns6stZyfJLJQxAQ
6G+LZqFkPrtmeCcgrmVgJdTJActaZjyeDKkBTJ1etO3G7FiNfIFHZMmMNh7SS+4qE2b6Zlexe1Fv
02h/ecqmZf+0yaBvh6cPRB8RMZ2fU01YQWMMzfOrTqFXP974ElkcgHSyoPlCjQbyVegRAS3zxESp
XSiQusaWmkz1kVq3bE8gn50u5Q9mpwyNIvg1CP2Cwul8PHVGAJNwPGRhAKUDe8eAHk2HL9z8c3vJ
MtFqi1Ac06ZDEznvbYO3BlCgwtqFEVLhgoK0jg5rv/MBeumRSIyLhZWaG5kFiCDIExH6fYLUCcUi
YGbAfxk1kFjyZVatXb9T25iMC8ObO/hOLWkn0ji6DMAEDC/yKRDK9Drv/AMH9yBumsNl95sblI16
Oxo3wTby6SEMqpMw9RMkRcse8rAm2OQE2wzSX8gnz3m5zfAOnXSr8IrTvLxyWz8tYmRi/CSHAsYO
+pGRd8XcYBDbywOam7tTS9q9D8m5EQhvDCg3tmD2CJj7o/M3HXm6bGYmuAVn6N8BTfN6El5Yhm1y
/BVmnPHOVf6uKMqFA3x+JBNZ5yRr/oljP81SyH8RJJay/PcAiLj/5rYbtSTbNesAoIv6nxXtiIsT
i1TRlDVty/uiPQygJOkXboU5E2CyQWIH6OaJ5vx8ruIs81s1gd+b4bZ3Xg1Q1Jr1wmQt2dCOHdkr
ibsONjy6pfxdWWAwW9KSmzt1UDv1QagPjS3g+M/H0ad2Aiox3AZAL/4os+i6I1A9ImKbgoHUqbzA
A39scNnP5m7xCU8w5cXQDK7HQE4hhWo4xhV3JUC2twIHdpUVAYh4V6zcAIEJ/dvLJuf26qlJbbm6
0k55aWKvVpl7i76Pla2yn11pbTLf23ZutnCsLo1QWzkq0ZkWMszqUJTFqqH9R1ga9SHt6veiM7+Z
Pi82YezfZugHW5jc+QX9O7ma70OsL+nTEpM7ulYPNS4krkDJ0q2h/fDRF+E3s7BuIAKw0MYwt6+R
cwStMfKAuCm1axhyLPZQGtNZqK7wbCB9EozxSoa/Ly/jXMIMfVSQ0AEsBUBwve+DAsjYA92O88Nm
N2bCVkPK1lDU3FWGuMqSb42XHRzgEB0+7LnT/rxsftaLpkQWMqigNNDZgFnXdRJUyAjei59NksFx
4q3NO1xpH5khFhZydkpPjGmHPnHMOAQrGJIy4NYr2WsyJge/hoSL8ZWoGj/377C0M8ABEk8wiWEN
EQDVpnfl5i7iQmhc98WdaMy1jJrAGxdbY5dGOP395L7J8UmgyYPdSJR7O5Ur4bSBA1QHuLJu+mFY
oV3unneggxHmPmybp6xkd26sGshAp7sqaQNrkalydomZCfKgCcUOKqbzbwKaNpWqnbYPMtdptPXB
m07XoDoIlkjiZjfqiSVt9MqVYMGIMHraf6ckyNJ9imKIJdYhz6H8seC6s3fJiTXtRCoGMBCQaVwx
GEzM4T1EntSCCOHlDbJkRTt8IpU4hpNOnuSgH3UD5GeAaGzByOzhejKU6e8nbkMap42sYVqitnkn
fnMdtWzdha9Aw20oizdx9JGjV/fyyOZq05PayP8cQ1dSEF0kqnKy2jvplsTxAYyVK6vLN53b7BE9
o7wi1iDFeOw6so2McuPxD9Pg92l0uPwlC3OsSwQ3lcFCoP2mNLS9ppENbsx4VxpLMjtzwSBUHfAw
AGEgGJO1E91N69LxE7x5uOtASZ7tAVjffWUkf03Y5wuJjucY1Pc44eqOH4UboZk0eg3HccHM7DFz
MhJybqYgTeE1A0ZCB36QdXljdY9W7qENhC145lyxET1wkN+kgGCgC0ibNOo3tUEiH1EhOOmg6DY6
kFoPHPLq0vd+3LbhnaOCnHYgf9jUS4jTRevafEYIVWsqMVAbuaWCPrDoGHkrVV6B4zdtfwCRjf0I
GvbORpuV2lxezNnj7GTo2izXrqpaOb2RixgMZWI1sh2P2zXPXnIf4uGry9bmMpRnM63djpxHZZTh
lbeKxlun25Roc3W63RhLxFWPxHhM7XUvFqris440dThOG4J8wjYafqpMv4DNMowOuexAwl5vcs/Y
tRji5fHNXkMToRcA/hTZSs2RusHJhtDGa9mJIIqJONVo6S7FC2Ok77i2Fo6UuYFN/ek+5HXA56OX
IYeCU8egBQJ+4taBTNJfTeV3K5uzOBht5+Xy2OZKHKh5moBWQMvdhqzC+Ybkhe/VpgNz6FSjuzop
r5u6KtZOw/sDCJHYrmXkZxNXddB7bbEmPTj8y3B8yli5xAk/d5jiUEd7AMXXfOKDtbOG9Iiy0pVI
/SNtqxWt3Jt08ZU1466ofE3PUUgTTHra2p3VCN7ZHumQRIwfvfyj7B4KsPUOEMlhqM5vagOSXO6C
D31eVdhEagztsQQSLXr51fDsKC5C2BTZyqqfYk+CI/hQqCW6qyU7099P7mPXbgVUJZFSH9xV0z4N
+RYK2ZK+XfaaJSvTjjmxUgoFOn0Po3HSLog8gLasJ2qiMv582c5nj5hmDe6JJlfTd3XnrOIISgfN
NJr0SXUPuXlXLfH2f97c5ya0sytyytH3JxO9+4O7B0uueYF2ht/jUhXg8x0OzIlpQ+vtj5KZ3n7S
gLDEGKZe4b584NJ/NL12IWc9awEKMxR5tkkfRfNrYokojEMk5Fu5asQbJf/5yJ3YPCGHCH68SQxF
W/U2Koe6/5N8d19qsiVhESThXQ5I0OVVn/OuUzta4Gr3OXrwFFJfLFvzNA24C0IlFIPownjm5gul
JxR/kDgCa5p2rrcNAreSITMl/Tu7+CdV9tLFOONcDs5VhPMuMiuuLv8tgYTIhxzhYeuUEMh+NqH4
GbnZRP4SyOLG939TJh4a0m4T8WB29R4FjufWJmvTkmDTKnBGVEvPgtlvYiBKJTjzJ5Gw870rW6ic
AcqPkJWlV+HYXsnY2pHK2Q7w/WFcql7OmYOWCFwfOUC4zbTFT46KogDHg3KxmLIey2+DG4IoJhsh
Lroq0hRi7GKwKHhNWug35hBL5gGlnRuMvauOHCIhG78dUy8AIrTIIdHgTYxaoqtfQiSR7p2io0si
bXPfizoJg8gsRWuE3g0Xjl2IPDKmZ8B7IggTc22M/dGLi+veaH7lcbvkIxNM97w+QyA9BwVim8IV
UXA9n6AB0rk996ZA0ZCQSajNtSLtNbBda3cc1rLykcbJgLtVO7QyLq3O9OOfjMMXKDg/JoZCzTiQ
O7XRjght+s5fS2XuDdPfuiY6aR1na7TkZYwVQh6009rPXckXElUzG3BSj4dY2aToibak86HnOGvG
LEQM5/AfKvICGxxW//koQSPXn8IDaDAAEj23kHa8r0gXImsbbmh0qKyrHgRJ+ftlKzPX1JkVbUv1
eWSBfhGz2LkH2QNiW9353uayjZkHBYGRiSoH+wjpLm2yajnGo6xRHcqdfpsAbBBw7lsrt7GGXeMn
CZQYVLJOCxBx96Lpb9FphuSNpZxjnbUPXTMOC180t1Pgug54AaeEtV4jI3GoKBoAQY1q/0YlIci8
29A07ltfoVbRrxeGP+epcFHweOJFZ8NlzleSdDXK2tOTprRCiKVk9bUPoq9NVBXVty5mYotI4a7h
o3sLwusb4RkuRCGSBYf9M8n6fsECQObUwn5Fj9b5V4SOF/VdCEKKvmSqAUQ4I+aKs4w+Gz4ocpqk
lSB575M8ukIPF5wuFgnKlBZA5gfXFfK5JwmIqhrDpR9ex8kafLZji6stS45mNeTRJhnxS0HdsPq5
8GNrXYblxHaWN8OGjyx7sVnjTDw21rPZUON3ldfVzheG/eqEYbVPmyFbi4iO11FMM1RCwjAKOHjR
7lsu+6VGpc/PTKw9AjOE64hrmC5jkPR4eNtdnq48G3gv273PnZ8NygiJJcHOSbb9UhPjTMoZFkEQ
MF0mU11em3/RMapaF6+Vdtj43gPh67x9y93nqPuA4F2MHAy7oYvyjXP7G5cBKrOgaAddprb1VGoP
DmQk0pWKQK5qTcouyR2TdKEZYCbuwZ0DOSzks7HR9W5alYIvL+7RCZ22PqjcDnH5XXjvzN1e3kpz
+xbNLtC1ZtOJouesVCFJC2xPuqKe2th9emB+so5qGqTkG+/pwv02O3cn1uzzHTN2dieEhLVmBIG4
bW9S977qF2Zu3gho8dGMPPWjaAtkR0nPXR/ag32mfqqe9fee270UoikWyszzDgjpDJTnUJ0FtOh8
OAItPFJNr/MiVOg5/VEP6Ky5Gv2A96gMbmz32AGZWi7RRE+hu37uUJ9gs0HLCAhOLbT3aOOGLMMs
suZlbJ/68sgFyAeCxHgx5d5aeqvMZAWABECb/iR9APCNjpNvIeCXoYsOPtK8ALfek5WZrMN40ySB
K95JuuKwym69cnfZN+ciglO7WugvbFAKKg/j9OpmF7v9Xg1LuLA595/eSJhM1K0+5VJloxo7BdHp
BM0u60Ol9kOVTX3DBRsXoo85tzw1pfl+UnB0vSECXnkc6lOc7T0nDcws/cKGPjWjXY1cDNUoI5gJ
ASou+/s+efezYhUOvyKwZ15eoLkjH71EEO3xceZTvU99yvbXuWqw0wDV8B994Qe+8yDDpxYC02wp
0W/P+QPDYQ+1IwIaM/28tyqjqySZgh70cTZW4JdP9oiV2xjVQx2+Agtu0JuWfwzFKvP2JPldl7eR
W6Jys/O6K5P+kkYVZOVTOu5zto7zJQ6eOWc6/T7NX1lVk8ThiAdAGS3MoBu20n0g9Y8mXog8/vRk
6ycAbjyw1+C1iltIO3iI9GorcjAT0o7QxrVLB1QzJvLYoEkeKjasI4sESZNv0gKXb/q9JKADWqXV
T4cck/4190A52q9M9tDzhRN+NjI9/TTNzVu7JCjzYhKq7ApsVJj8DVJDUqyJ/yyyLRPrLtkX0GDj
2Tr/7xAsArwlzKNfClxL+huiqpD0QCYKosHgOkfuNAjpSi1J5s0dv6dGppv75BGb1KWfA2CIAMD6
1jSB0+zcbEuiZ+Xss/DOXmqQmAsETs1NXndirqoGh8cDzDFHrDwWUHLbAyznL72O5rwXT30TygDI
/KLCe26nHQyHWQVOW5J0QBwe5PgYgZiOWh/pEuvGzLmB6/JPHzG625DTOzcFYKzIYgpTsXhiXALO
CT7i4o6Da5GsAAi7fErNrNeZNW29lLB5avSwBr2UsQLnI/D5cUQDZgcZ/Q6eXbS8LByMM2f9mUlt
zQSAyLnTwaQtycZs2rUqbswlx5hZsDMj2nEzKiFCOQVTXGVBlR5RcMS0BmBa76qFkMqeXTHsJ2Bm
kepDkeV8xbJc0JQO0xymT3F/UPFtkxOA9NYO39D8ORZ0FXW/6vxXzK7Dce8SuVaUBcTceqAijw8N
38owXVvtBsiqVZ+2YNrcIqJIoI4X3Sn/v1+CqJb8/VxtanA+trkd4/clehR8NC9ZcudWP5Thbdxf
l71rhld0Ulr4a0uLxqQHjM44RSlh9aNw1rXxFiMd6jdBEh3MYSPjbUmufWtjF/cN2JmGfFXZj77z
nmbRrly6guaO35OvgYj0+UJBuSxUpomv8THNKKxyiMCunMQM6u4AYvIgVO+t7HeOc59na9V/oeIA
84DNMYKXGXDv5+ZBXk3qfgpNw+q+95/tES0ixbGPFi7A2f3114wO5jXG0PDrGGby+j2Was3LfV7l
X9nEJ0a0A9GhRtSjrQlTaXyvwYvdxhu2RBQ8dzZNfVkTrsIFA5W2r6y2V2kylaUj9iMND2MKociD
dEE2m1wVxVv/etlZ5+YNuF7I/SFphFZmbXnMxkR/Lx+w74aN4e0d72n8whU8QYf/Z0JfmtJWkGsv
YUJWNyn/VrGNkS/s7vlRQLUc+FYkm/RcE+jjx4YYCtfHuB/omymu5RKabNYEKifMRJoQSFNtXaLO
tuToYhRd/4Qu6CG5RtX18lrMVR7Bw/fXhnZIDQ60LiAzAv+S7+N3ipx7vTKcf+z4e9s9pLgWnTZb
sDk/LLxzgInCC1JPG1Zl09ICjVQrRx44/x0jeUQ+Lg9r7qZAuelfE9ptG1qmlyEVD5bWcKOMPYJw
Zy3y29Hf2PXC+3tpNNoi+QNPI9rClA/ZdW7tVfwd7dGXhzP9hhZpY5H+DkdbpKQdVG2ZsFHFQxCn
AXVfBy8LfOuKLBWIppm5ZErbnJZbydAqYUoVPy3jmNa/yx4Pxd3lAc295pEvs+ypPxpBsv5oG4WC
Egq0n1YDojv0TEKyxQrCtrtyK7YKbYmXXHnremQ3OOFN5PKHqFpAnM4deqdfoLlIiS5YkDHgC/6P
s+vajVxXtl8kQFnUq1qdnPPY8yJMsqicqfD1d9EXZ1tNE03MABsHBxjA1UUVi2TVqrUscmTzH5c9
mRZa1Bcg4anILtFVHvNELSwsJsscE6RkGOcGe+npocT8hU6j4aBO2EJGhQZ58uxV2zy6mOwlmPxv
FkrIPd6Of39+YP4AqHnM4EPhRxyszdq+iUAj+pGmCAmLfs+m7fmPKVlJDNZwHSkoWvkgUTj1rC68
emoSCJK5TbLpyc7V99QK0H0LnCTERStVlbwkMbo2+JHTVo8R14S+RD1F+HR2GuRpDSzxcRmuUkvR
i5Js7RM7wtnLdAyj24WPYgnE14mHAvYUdP9wwJ8YEZ6qXj04ZYlr6YZiGMqPNpb/bVRxMkvyB+gD
UIbk8BJEAv/31YJlrrYUVubmG7RFr7pqgHpVetmPybbi85ssVaybJPuemBPSFRhxoM+hI+Zy83fW
JEFiGkGubaF7TrCWqqlQlTUh/FpnwE2ghDXTDdv0B5CYgd0epix0zPtseD8f619DwkbzDokHV0s8
QlzBNV2P3HLwoEnhdQ2qFxAxZEFZ7c4b+RrfMII+OESo0RMH98Pp53KWAh3QKUb/Fd1oewgbLcHr
9MHTjuftfN24sGMBRoZmL65L4nsqXeJKrxPYMYz3DMy1EDNrvpmQ/GNgb/LGDXUUN+avcXhqUPhU
uT5WBuSA4Vi0bcsD8y+6/g1iVkqZNsm1Zm0JTOGnSwi8SD2WPSwttmvh1hxFyc7ro/jasNJ0l/iQ
w6iLtvptUzd+oAahe3fws6fz6yt1Fzq6XLoCFQ2xSRO1fmsVegK4Z3PdAXKcm/fEe5ucsGkVO076
JVeWeEStNnjhpHpberCUjXXo4wbXuJD5moDyPNDxG7Pv7V5x7ZHG6MqikFKIHWEK3IJFkHBX43Yx
PQBab6P6H7qs+JLor6G3idccDs5T1+yJltDThSHd2yTuxjG6gDGws+lBO7xH9oOePE3+DXDx//Lt
/jNrCwEEZd00dkvunwHuITB8aXeuvy39rT4qyhrSlPLpoAh4MOIWtAMVLGn21smvx+XOmF/POyPf
DisbwiFjaFrtDZQCSs15KaptgY5Qv3SQmkuAi31maaDNR6biCVB5Jlx59MTT2WzAM2YuoQZg4TR9
jxYVx53KCi/Yr2I/8svCqXmAJNYlTR8H6JlnKl1QabQjTYKkiaAuaQvRXrdFFS0+bDROUC5pQAA5
BTkARbXr/JeSpoyVIeF8yfyyjwy+kSfU1G3tV9xc+9Z2aYNGpRolSRmuAaoVyzMNAFtF0JUWDbm/
eDEuhuPWKW9ZEvbeI6tugFvIqtAr/j7Kod4DCK2DjgEaBsIKptSKGckSFEvSK8+4y53X4u9vOWjH
rEwIa5eAczMdZxT9s/KuN+9a9txUm2W+NYe/P8bQ90FCwgmNtrU43NkM6Ht4DDATEt3l+mPabAjZ
2Dhm0vlwPhxkG/fElLBsAJ4Rr3axbCR/77VXFyLYm6qeg264NpoXI72Oo0HxYpDE+olJYRlzzbZB
1AvvUKEejddF37f+ValqH/O/cvoc4r2zzzUU0jqbs26ZCRzzjd8z+wHdu8h/aOhDnhwiUxF7Uo9A
fcZLNbwtI+ahYewoNP/QOkbtkQGLkXQQMbyyBsXXkmQiCA182hEyUTYy08p62ImXW9MJo/qJqTBX
/E+Iy4ZFwx5CHwTgIyEeyp7QyowASI9MQDH1d0tVOZMbALEZeNtQnxMfcxbBu9hbMNwLtTBIypuP
i1MpRv2lJlAw481uQBpFeGFGDWeE03yf/q7qBxezMOd3jex784rc/wwIpx3tDXNaygIFpuJeR6Y2
s1svf6AqLWDZ516bEcKqTRuGcxt+0O64lC9eE6SRIqIkxwFXmPrPEyGiaNzFdMrgCaletOTNh5A6
pDazOQtyFReh9KtAjpsQi0t/iIrcJLNHo9PRsneSK7uvN13RKD6LyoLgTIarW1VxoArUjSxUQGqV
Vpz0g6xc4P++ugm0fY22gA/wl0afE/vJmkHkOyq+iNQGMD18hAt9BLFwFUdL2WQTgFfVdKtpIamu
rOL9fPjKTma0jv8zwcN75Ubexl1m1zBRzzeQVB380AZssr5uNEglN5BkVU0TyXKxSYC1RTsUdXGx
IAtMG7SCLPQY6Lxr3C40oTmcz6HmXiE/N2C6Pe+fNKhX5gT/eoh3gGEG5kh7NRqHxHvxrHBuD7UK
Syz/Vp9+CclyZAT0QwsMDdN3N903qMzaimeQ1Bf0+vkgFgefCMcYafwCoyLo8Vn101g/J/Rox0C8
PqbpP9w5zE9DojhhM4xDUTRI/Pp8YMUT7vB5vWFAYLqKEQTpoq0MCcWH2CTA7wLaunHpNy2vAkxh
Qg9QEQLSDO2j/A8OFsyeiBGnAyqfgt0BIW4FNrpaLQn1ARO6itu0NOOszAiRZvRpatAYZkz9XtNe
Gy08H8nS6xmAz/jEnP0cV9vTrVqlblpGHHvULFCF0+glSbPQSsyDQcdLfbyZyhLwNLNsgtLvFE0B
2RpauARwBlL+n2C7BzOztZQIvYncVlkeOOlh1IB7PZ73URYPADrxMwjVQSISDtKeWUtHEA+VsTej
P2y+nT1VDVSCYUQZ5tOIyC8I3v0BzBswMtQbYNRCk1xH3pvt7X1nYwAwUT6k/r5TKSzKwmNtVQz1
2QIqglvtyssEOpz13w+lwS0PYYFIB6GcWLtoTbbUS43w6CfNHTa2l3Z7C4ObzabxMhfUoIPuF4qY
lH6vT5ti4QIAiS4j3GZT/Sg8iFS/DcPufEjIw35lQ1i4ZmSg8Fpgw3CPtDOCsXUArrrL+7sFFcsu
Cittq5vb81Zlx6KF1zeI/zCFAaTw6V6brMVA/wFGox7KKwGgwikDPZ/WQF+mJ3tnNM2w7urkWusj
FBbnwtif/wGyXM/VGzilD54SIrY8zzViDTl+gI2LRW5tG2y6yM8DLX8xS8U1Q7q5eacIZWaUmnX+
lVd3AL2wBub7A17nbRIuabmF4HUTQJwYtyZHNQkqDZmVMSFNLlWZR1ODnp9e38122I/PGVGEjHTt
fK47CMAw5xM79UeLqZeX+YiIaUpQc2iBR37gmQmQKyb2qKM4XqSh8mlNVLxq3KYHyAwOzYn9SMnb
0r7G/nJflPqlXhKcnBhNsVUoXmk2WRk1T13M40YzYwMuFkCG8isU+4eaJKbkMBSN0Rbc1cRKYVHU
0E2ncMtO361FC5YxsJzAL58d1RiF/HN9WhJ8Qftmoh2PiEHHrE4XuP7GSu4ZQ3/v7R82FQbY0ehw
cIiK701IucVW706oAwAe5PU3ULpn5AkIchapFGJlYf6BH0cr3eCMbKcfyM3InFgFPtACRoCsHrfN
gLeh+XLeIdnOBf0P1x/GWAbKa6dWKt0pQa854x3l/Uit9wk44Ca67VzFI1r2hTCmhgEDDDqBFFBI
wUM3jHFLsW6xdjXER928ycdLs7ofXEWfXHo2ry0JsaADSDHQnn8ho94vrX+Z9sCVWaUFYqV6CA2G
MY2q2ZsY2Zi67nftvP7DgsJDoGxQlfgi6Ty0ZFl6ny8oWG19zQ7jZtsjc8Tv5+1Iw2Nlh7+SVimX
aFqOfrKOFSWXqXNppzutU5zNsrxkf5qwhKZCNrkQQU7gysS+zT6KutMhBU1vbL3P6E+Z842u0kqV
RiMgNg7wQy7afEKYeGQ2RyOCUwV6Xfa8cY13Ctp9M1HctKXhiMIuATATKAdHsFPMyWCmDoIkWw5o
wtbJkzZuu/rWUdUNpQ7xRyr8waVKzIH5EHdVnJqIxlw7uu078dkvPwe7XtsodpjKkhD3bR4lc9TC
0mjegwXOLr5ZXDAszrbn4+4D7ybW9KD5+59LwsUGL2EgXiMDLjXkemFVYLnthpXpc93ZD202XCV6
Df7SJ7N+KRN6h/m3QEuW7UjebLzP5rrdLm6y8Zr0aDMVm5BqEfiht9oUQ+40rt3gt4HdtvO3tX2t
07DVHs4vgawAgXIwpPpws8NJIERP3PijaTBgY8j0PR/eGdss6VFvLuZ6M/4+b0p2SoMgDjTwuFo5
RGx72HNqjAQUeJtsuq2MW1AgBOcNSFdsZUBYsczS6jlrYKBx8zC1ruY+zBtrx/6l+rh2RDjNPLNi
hTvAjpN8T4olcIx7I/t53hfprl75wn1dfX2M/gOmyW3MQxGk2etUx5vMoJiNfyCqFrZ03TDMaENV
g0AEWzg3x5jhBTjDVluDxvJ16gIdMiWqlqQ00lZWhCQP8YwRRW9kYIqt46bbPgqAwhr0OxLtbPJ0
fvmk6X5ljP/7avn0OB8tg4PcEv06Aui7A+585xtPNN507aFJFFcpxQqKj+jS0wCKnj8Oyteh2k81
YFhPsYrTW3pM4r7GQXsftDinThl1BRGoasGjWSP7xQAFsdtfR713PL920n26MiOkBCdBHyICp9iG
Qv06gQi3+e28AekjFjTy/zki5PfGsorMBpXDZjHf7UEPmvYw+i+2/WA23ygQS1CfIpUq10t31Mqo
kOsnyqBpn8GoUyO3oy6E+2GYJTTA5Ti0vN9QotrR8mFwcUP136aEbrThW6WXTwyj0k1agfR5fD6/
ENKwWf0kIWFpgx47dYyfxNIRz7LHusZMxEOr7c+bkX1QTMwBf8bZD8AscRo3Rd0XrOpd1ELMMAGz
UbEsijuIzJGVBUf4oH6cuW2REFhg3yY9nLx7w3sFodp5P1RWhC8YpVgsq/GQE/M/Ewgi4izop++9
/37ejGyboTfm8KEODPeKhWV3rLp0auBMgfoGWjGOvVsgQXDeCF9z8eaxMiIWlYlZ69RsYaTByE4R
P/pN6Kf3IILq0suuSsOaqTiLZfl3bVHY1roZ+5hdh0W3AWfxZjCxA8xgLq/G31mpamkp1tATAoL4
AzPnEca06ikbwok9W4qUa0ijwefwLjQ0gOMUoqHvNbudB9SEnLZ78jB8eZhmc+c1yyvYO7MgG8m4
n7p2DhMwfF0QN38dqwblv3TrJ7/ALXHlFOPOmpZeAQiT5RmuIQEtCa6V4Qnr7JuDTXUOgCdMQ60j
ASNEhELVj9QNepWsqWyZ17aEZW6BItQKyPZt6mYM0PPfLO0vW4WSki302oiw0Di2YzJzmH05A5YQ
G2GVs5tCA4/wP7XAUY020QjD4xrkB6eZClcTQrt4wsFghA6Yimn54/y2k36clQHu6/pekJLY9woY
iA0MAgJ2bg1JELGXyt4apUpYUZZ3QVDiQf0AHG+WSPM2EHvWk8nmDcvv9firGXfnnZF9/fXfF5xp
6GB7cWTh9bLQTWx1IfWe+kk1MyJbsrUV/u+rJSvRhIkKjP9tqvTInH2kYySUbXKC19DjP/gDOg8M
HeCsQtn+1FI+FhVkmXFOzXa6abqdNUQ701PkDelH+TTycTdZu+NEzOx0GIkwMEa8PWWquUzZfvGA
ObVMhDLw/4IbJZSUqinFMWU1hwXqcGVQTg/pv6BFVlaIUNAoPQcVTxN+mPGuMN4nULuc/xoSXl08
crgEHcH7EKhywY9hcJBfZlhw0Vko7SPeoe5wm0x70GCR6Fi337BDs35fx9DLwX7FS+j8L5Av5H8/
4Auxr6alLSDUvPxFNy0JIve56l4ndjxvRrqNPv0UKVBiPYGAXAc/DYMGBGdD/uirri7STeRzGnbO
5QkBltPQjmarA/UJHvMluHnaRyc56uWx6rapCqUkO+XBvv6fITEnmNUcpxSlE1SczPF6HJ9n7WD3
r21xsFWdEulWWtkSXnRjlZb57MFWilbMApKJOlGcpQpvxE9TmZPdzQTLZhY06DK0L67IcNX0oZ19
z11Fn19mDKKLkFtBrRNVIeGcW2LfzgeeGaas2iWmuRk85zgs7aEzfFA6TEHf1opGsnSPcbVVAED4
SJY4ymj1UZJEOe5JVbKJLD1Ae8SyElBC3UbN0SFBEv3BxS1Im5vMvPKysFepZUjfYutfwD/yKh9q
pGVGwvAL4urGnMIlDp1xV+fXNL5um32cPkR4m5zfcHKbKDTw6jm0AsRKEFAofZ9Ao2VTYBhhtNG2
uUvqO629pG4HJkJMs1dZgKlthVn+AcU79wd7KMAPnCZCOMlyQsqidGHWLy3td50tHWrAkEUYJq04
lh0HkwJ/t28wVLXx0tTC7dgcl3edLDp+GRqdbBj/BSgDxj2Uw0BCg7EWIck2qFGU/sInuPQqKPvX
hrzXSpZH2UZdGRHPvAl1b3v0MehEugHCqTq6WIq1leU33hABNz/mnHzxielkINiJ+6TA04wGVfxr
ANNK5v8u6zvlwIUsXa9MibUWw57JmCRxsZniPIQ2ylUy0dCcRkUNWmVGuMYP6VJlrQkzUfvQWd/y
1sJmVBHoyE64tS/C/d0sl7kvIlpsbG1L6IVLbnGpSkfFx5F+/s+PI8JV8nnxmKbDFbxGAq+xAk8F
llT5ISSRSDcKvTRgwcnuxwL1L9iw/YD+SxvWB+UfyKl5xhSvJBnRq6ZuwZqsxe1L6vl3raFBkne6
xETrvjP7w/mMIV24T3PiBSQrktRZIkQ1c4b9ZEz3C06E8yakYcaZErgaG1iUhDBzjchhcQETXf3L
wghqRrdj/PbXNjwuawjdA+Am8R45TfGD28VOo9UFdJDmyA7mSNfvMGiReqFdlnmyPW9NMmAMbJnD
dbVR4OOMnqfmoPobWcwGjZZdpEGqIZc6VxEa84OH1u+mXrKADPRg5HdW2+8gYqI4XSTH+Il5YU/p
zEwh3dxiRe2dhtIyqNhY6AO0a+m3uqa4oMiOshNr/MxZHZ8d5oeyLIE1y3ro8RRb+i14OQOPvgwW
zhkUJ66i/h829IlRYbs5Myh2exMrTOvbOh5x91JdvU2+SsJZeWKCx+3Kr9giVaHl8EvT7iNn15Gt
RePQ1q+d6DXTtkmpBe1vq9B2Kd3S5BtNBw6JxIt34wEPl1yO7i89fpubJ8IiVYDxp82X3+Y6UIH5
0AoVyRkw+lY0oEYsAFl7KUAwwH44y26syb5on+wlRPABHKyahpNsVLw1gDcEYzsKg2JZR5/tqDG4
Sm00Ban14lbXab87v3Mkh+jHUD6gwCh/eOKceq7p1mR5IH3oTGvvTb/MfDfH3WYq95NKnFGSsE9M
CRHUAM5E3AqmqBHmGhCgB7/czypySUn+PLEiBBFm03u/6WCFZPvJvO3ADX9+xaQfBXf1/60Yd3MV
pZB5q8w6gYHUBEP2c8J2NFHAjGUgDGAI0fEG2NT8OvdBaQsqZoZZAy/Rtxiege7atsh+ZlGYGFcW
ZoKyXZ5AGE1XlYhlueXEspC3NSsHl5rFpxyaeyi4VkWopz9RSAATdFKH4JZVPoWlJjGbBqZHdINR
iBGuyIafRrnFUFTthyAH6SymdgcQS/ZBPw9BWgwYVsQtIvzrrwjU86dR0U+dpHPGcZPlcle5d7rx
7k6/zpv4mLMXcsbahlhv71jvjIYOG1Y9PjlDc5FGc5ACYN9hpCvrrbC33tv81TUecQ9v3KtioluD
oL1LAj3D1KFDjwlzd3MBSQD32Yx06Jz9SjB6C9xKwJzybhqd2xTT4ud/t2Sfnvxs8SxNGDWcDj+b
4RVoVrvRePGTUCsVKVVyZuKsBnxRxx0EFXVho8Y2jepuBhx3dhf7JfH94nuM6AAzm23RS+wKXB76
0m0rLAYFI/F5J7+mCfDig34WFxQww38hjRrzpsDAeAJgQP5Y6ZdlrvDua5b4f959bsLBKJrgXcHq
pI1S/P0OvRa/iTepnu18/fW8FxIwCcwAK4VSGUrtsHWajHhH04EAHrgXkocWFJ/ZTrf2E1TK4hjA
3FtnCRsWeP5Vv2meHDvoNxto1da7RZWxZO5CpxaYcWhigXlCiJme1kY6m3C3qf5UmXvVz9p+HkwF
OO1jdO90R4GaGBrTYGIA+ggtmFN3F10ftFpHdhpdd6GBBnTJu0EL93KuTJYFet4DUtg3C1RyKquD
qkqOEcClMForNJKkujPwrL5Fo75LMFbpd25ojZG5HbuWTVBPH4oy0CANWQV9k9GnyBu6p3GpsIKW
npGDGaWqw4p/ni/+AOQGPgbUYjwx9TVDkbt22qJlZcd4vtSQP839HJzqGiFBYxZXc5vjPpdj0izV
/gG7gtXEXRlsqoCYAjN2upqaMfkQiMAOrPL32L2Mkj2LvjnF/nyMSkNjZUUIDShcsNThEyake8iy
0GhBcmE8n7fx9RYDQBWm2GwXKqIcsn3qydABal9bjINx6ztzcK6pb+3daMHxUQVEixSHhyx58PFS
KFpDmZmIbcCusbTYGOBSC0yz35qBSX+cd0hqAaUq3AC4EMSX9BFVYBql/Hjy3J1vR+CQUAz+SJds
ZUG4xswNOqV1BgtTdc9AID0+6umln3WBrxIS/pro8XF8TmwCXmwD/yN8nIhBTdIEEDddbgCB1JtD
RLflGDgEko7b8+sm4SI8MfYFC95GcVtyWHbbhIV5Pc77otmSbGvEB9feTVZYdbdFElbRgVgq9VxZ
pK8c9fn7ZnUzhPYIoALcUb25alEK9w+xStVNljDWJoSnX039KDIWmBjycJiOYA1AiocOQOrvNLLp
VILgkloxX06cLHjM4+uJ7+qpzDK7BDhnE9e7rr/Tl1czPZDudqbQffhDrGNuf6+1ES19SL3pPzpH
URGT7QNkJxyhgO/hdsiXfLWkUePG6WDB3wI0J5jdCZipSE9SCx6HN5kgxQGY9dSCvtR1ZroceWR1
gVFc64mKk0tSnECqwCqCkIvzp4sboG00vYGOC04tB/2ky2J+MPyDll3H/bZyw9jPgqYDQgL/KUr9
sp23Mixuhsxjcc8YDAOV7mt7w/qZ9jfG/NzVF8bfAxRPnBQ16tIZe7/mTtZxtevmH/ViXmg0Cc/v
b5VH4hZrytydOWqbgkDNXW7z8hL338j9qfcH4McU1mQber1+wm4bgPfoMp37hKa9973rL9Lx7bxD
sjSMUTGdz2F7gNgJybGuHdDp9pj8IZGNXmeb/EmYqQVjBbUUOsXLFnQxKtYR2SKiTsYZ24HpI0QI
+UmjVuJzBEeRPfY9eMs3mv5cGcHsX4wqUiTJEhqcp/1j9BMDx4J/oEo0Ks2Frd5HVcy03ae6d5dd
7oHa8PxKSlKjAX4BlLa5mCBGmE83cqxDlncEn8Emgd6lMSc3cXUHxPSNZtQXtXVDdWtHHFwHz1uV
UPHi4vRp9ktrYBpwRXCQP5LJP2C0CuIrXhgnL9ZsHjTNvejqpzaml4x2Ic5xEDnY/maG1kW6QE7K
e7ZTerAHe2MbitenJfnK+GEIK8z44wYhIkHaOGWVVyJ4SYXJBm2IswvqVLq5yf0kfcFrcnkjfu4f
E2sYD6k9Z2E79OMY1GYPmdd+iYJmyei3sq31uzIy0yjUx97JD1GXDWBQHqf+opysCdqis2uFnknr
30PK4jE0tWL6nYO9+Q+NwETc2dM8BWPimj891jrHcpyzyzkmw7TBWb08DH5rICj07C3qmuSIMZdu
B4BaV1xp5eBfZzqrFE3Xrw9cfDIMpQEngScThNFOIyVPe8OmNXr8RneBp4Jm/Z6r6zxSTVV9aAMI
t3tMiqO/xoedMEgt3Hzx8GV9Q230/lhb6htKKbvGmo7vyaB1B90eQFbhZvX0k5T2cFNOI1oYOsvq
bTZl3cXoTe1DnlWo7PYg9HtuEzu7a3Jt+Fn72qJYElmwgBfIAVKecwKLwRIPug3ZEPShvVlL9pq7
mFu38Y913bZHy0IVaCYkCubKZn9/wEMcC3hUfj5Cllf4Fni8opr/0R/t7kFTGHju9vwGlX3stQEh
h/d23BMNgb4BwQnKJpVWB1Gib9K/Lyhh8BeXdU66iP8jJnKtYc2Q8HYUcZvtMGQ3pTUEA2sVR7rk
ugKCBmQ5vBY5gYPw0ikL1qRjNqIOTcYw0bBpp835BZOcSHgQgiIQE202pKaE02GkkMNjLRwx500L
CnFoWg8miDBZ0BqWwpbk46AL7biA+nBFG7FLyHS7zlmETjStAlZ+b6fbvtqmKtEsyZrBCioTWDSu
0CPEWOb4iUlmbqV8c8l1qmpcqP6+8JSiM1tYzrvDZCoDXdvGU6lYJ5UF4auneur2hQkPSjM7uiw9
VPXh/FeXf4nPNeIJYnXRbmqaN8sMH5oy3vkWCGGmby5KsH8/0AXxFoKyGxcz5lw3p3YcZtSUFbBT
GPeLMwUx+dFbN35KFSsmuXec2OEruvIHilLdDAhXgYHJu5ldd+M3bXg7v2SSKv2pL8JOydzI7CYG
G0v8kEYAhhfb0kuDeDz0y7XZ3iflUfd/zP+Q0U5cE8LNBY2olhAezjZkPbvN0Oiburq0VJ9KtYRi
0NFq7v0B7kXk0alv23gKrCw8v4YqG0LYzdUSFWYPG238sJBDNW6AZFZd0aS7B8VCTCviEQuundNY
GIiZxHaHBWt8YNCd0Afp2BzwypqnP8/gFkhe2vyxi6C2CYTukD9h6vS8m5IeB0KF37mhAo+CjshJ
VnUNINMVwn5odpZ3z4odoAu7qdlEhR/ogP7p01X+98SyDiQ1+e0bGw6lduFG7LnZMreGh6tpccAo
H/hWSBe2bHveN8nVYW1FBCy0fkFAwQUrTvta1qG9XBNWB1mHDLKLitfzxmTxwpH3fGyMU9gKMbnU
RlYRHaiivA3bFtJDHmqlD/9gAyQMBk4mm7/aT8NlxC3Hb3yES1K+l/FVD6IV1SkudcPCgQfhStzO
RbhuNbbpmEwIBw5XoBz9h3K9iuxfFvb+pxERrTsR6qXLAiN9/RShd578S8HLWVsQVwpXlDktsHu1
pg7QmXSHi0jF9yy7jgBaAGAzGOR5q+b0axSzhz09An7TG1f6FA7sjXk7KzvO48s/fHYbj3CUggAp
+1ACW50YoLQtwEmLz+7qhyUK4/YYmc/nTchODM4lAtTlh+a3uCOHqmd6vwB5Y+RvtXaB909Yse3s
PkTejvj7zHz39F3lKUq9krMdVqFShVU0oAEvLKFDh8hFSxeJHIISJtSyk+jQ4CFWqYAp/HsLDx4Y
wkQ4eNfQXBN3jpEPeWcWGcAE7rCtrCaICKbZMAMzAf5lbAHLAKJWA2pqhK72kv08v7qSeD+xLlzz
WJbpGgFOA7jWKSjJjdEo/JOuIwZsMMuBtokrNrlyj3U9quZwDwk7096n6UGj11R1WEiSAwx8mhH8
6KnVJ60PM1Z8BZFFRg9OtPuHpVqZEG5hi6mRJs4K4BlB1Tt2wADHT+ctqJzgH2u1m7QWPMcWXyuU
IILKf6cMqmW1oh8oq/ZjcAcPLjy5UCYWn61gqso0kIsBiwHdtTrB045ibMAKyvIGD27YA/s2eI/r
6nkaniMV6ktScTqxzuNl5SOUc1mq6Qi4gqX7zvceddZccrqs2HKByMI8+FQgELv9+aWVZMQTs8IZ
mORpjMcUnF6shy66yp3ryXiz2u+WasLy6zfEO9ADh4oNYXD01oT7Q9GNoAfUvRTNVJ0G2dDcFK4W
5DpV5Kev68ibC6DUg1gB3oBf3gT90PTl7Gbo3nWBPVzX0+PYzJvROurQr4Co79/jbDnSBLagHIxd
IBbkp7pw87r2sg06yZrxnNEHrXs7/5Fka7cyIZbencEt/aiCiRowztZ+tQY37ObwvJGvGe8DMYPD
iuAYhuTHaQDOoPkexwmS1I03bt20C0fVHeJryoMFgpFCvJ3R5xRLZYWtuaWeQL7cY0GtHR1zyyzQ
cLGX845IzEB+nZdNMBbAg/vUEURZwfwB8IFieHb8S2uCBPzTYCjehDIrwLyD2w6NLNQ3+Ddb7VdH
m10ji2JYySMMjzTRQ64PN+OidUdDj7TDeZ++blOCF8enNf5rVtYyz0kXzYIme5k0WWDXP6YyfzLj
N7KYh7l/P29MEm5gcQWRAvYRWLctIaGnaU2jpkE4+1UMGoUfE6BTbv143ogk3Aj/RBgyBaoXdFGn
HgGM3FceZymbgLtwAlxlvHuclOT3eTOSdPDBs024yDZgiULamalfGA3Hg3nRLlteKXiA0gSjX2Fl
7AD+RaFINTSJJhx++unNhSDKUfECsMQEXblwk6WLVvg0BpesVZNuCXQ7mjEookd3AEfi63kUT+6A
Yop/4xE2hP5Ix6AxCG7VeCNj7kBDdabb2KM2gm566cbjOGr2SxF1uIokOqsPaW1lS8gsZFO9cHu6
H8YcWgMMmfWqa8fhChXk9qYx5ni4rL3EvnMXF/ttmZed2c/00jUL/bs5V+RySkh3HBBeCYbHCiRm
e7ENNA+zTAPFUOy774VeTbvFJvPPRJud+6qLikeKTta3OiPDpe1n086BjfuaAPVRl6VJw2Ly2YWd
u+4rayjYnbKZGsE0jP0cGrFW3lQJAM2LnnfxZm519oMzenY7EKBVx8FdkLbb0SvuxrLtl0t0Wcfo
zgey9BajLoRtRlAl9sFU0uroOXR+qYeW7ryEgQm0MsAPgIKmu6eJBa2AiIDuPIyHGQNAi0m129ws
9desWaL7qu8S9E88pzkWTEtDCL5BOYfZZbdB3YqWl2WdVRf4jFa8tfxs/mM2ZlWANS0rnkBXVOOd
DcLwXdl1yXvXN7m507y2xJvY84YM7/J4eDXtsX+rlhiaMoyS9CfEGqxtGw82pDXK3LqyaYfyW+9G
WnA+5L++oVET0zlTngeYBAAfpzsrwUFFtQZcyWaxbGxwP5hav19SfZ+AmjlixZ9UUzWuZJsZJQmu
de2DkE0sijhR7NllgV1mZTsX4KNh+nuIHZxaWRCSel3mXtVzttQY0rFaPgdjeTy/bCof+LKuUmw/
G4M9f2QKxFeX3Ezm/XkDkgsmKIosnBbQu0KLQsxFPfCqVdnPKG5UpvbdY573VtJ4bDcNKVEe9UGA
uSsiP8YuLFy2BD2NEjPsM7P43cZWiu+XdJd1MrImPP/LZK6DbBT3M9DboVQvJPw8jqYxtgGMGIdn
zWCBSxWNBslhCc8/DfAfsFpb0vZZZX4QG43mS2aCxhEIDGeuL0pTYUnlihD8TkKK1OPSii3aGUBf
1ErNKNnp6OFNioc3KLzRBTj1JfET5GeOTUCmCk3vxQfHIXUUX0RqBI1F3CdhC/3uUyO2lyf1CH31
jUbuWbfLh9CxFCZk3wQ8rP+ZEF6GPiCrbpSiS9dN3zPHDdMBkOxyRAdTxW6pckYIL70aqnrU4Ew3
H4z2osONXIVCkNyPCCo6uCEB9wCEj7BeCZtNhrzHUQjlDqyDu2LvPlIQK9vR31O5gg5hZUpYt6nS
i2zWUKKM6uQAsdMyj3dOH/b6NaV/f+s7MSUs3GR4McsijLZWUxT2bhKCYTWvXmwdTO6auzmfBGTH
Blg0QWoMoRqg2QVjTVyxofOxhGO9SbokqCk08g6QoQoc6CWnqqCQht/KnJASOiOz51KDubmIgoSF
s/4esYDlL/9H2nntyI0sW/SLCNCbV7JMW7WTWuaFkHo09N7z6+9KnXtmqthEEdIZAz0I6N2RzIyM
jNix47JVa3uPOJMEi6qr7yupqJx1RmpAGQkZfgAhwYa0ocxb2kwbKMuZsVMeyGY0EczGqE3Z4aOp
P5tbyslrC3ZiybLRLpvruUp+jT4tDfM4aElN2l+5n5HEo1jkxy+XF24LbrHNo4nx5k3KwmnaW2q9
0WfnlXQOhfHnyzgr1QyU+4gZqNlTH4bCf+7qao5T7Xe0yPfcu5nhOcZzp74oE5mPaBcWh3baLhyu
7XVB2YDnzgQ7lFDPMZ0QjfWggEyhFbno6NNui6576YYy2yv1h54ajuRskCLWPJSDCj8myo5Fkfoc
kvhx0KwBrQFp0Lu9pD0aSeej1pDL16VdfUGHY6tUtYr4SwsAXTAx0Poc0exavakS3G4xpRblNoVp
w8kQKd/UxJdCr9IrPz1mY5dtJNJWrmBIU5pp2SRD0BxePLn4xHliDpRV8tC4Lrp7y6+Ol/fMynH7
jwijCTOLitTCMillDrrekfmWkyTbGzO6kmbdjHAxrJ9/gMQ7mF4ER7SCLmyZS8ckEYyXigsSIupT
Zx1LtdpfBllbMDrPhWYMPSnvUurKbId1UgthN3NyR9qwtK3JIytbwTlFWGw+a2YUjKxNREXU5OPH
WD4o2lWW3RXTH8TpgtlLfRRqBKJW4tOdRHpJPuaTPQlOpUITaed4Zfh2ebVWHBP1R0pRkNahFy1Z
xMkQW6VWagiEKDfqcJPr+8n+uzC2nvErDVeivAr3BtV4i38Xn95Is26KREjRxlFxcLqgv8p7p55d
KzfMYGc5oX0fyVn4IXDCrtjVRVZ9GIY0fYlmLbpJMzUrjj7t3bFbVZ2+V00/fRGp8js1HhHuVZnM
DovcQIKzGYbGd+OC7qu9GUWTSuIgMl5SB/kYjyKIeR03TVXz7FGkfCMKFFac5yqwDz40Gskkve1l
LdmfksCvKRDwcjPk/TTkvqc3jXQ9tAKwaqe9qg760Zi64Vj3le1d/pjvTzLw9KygbEyR9N0YUSaF
DlFSUlZErqQ6tFYSfLEnCCO5X//+0HWgBJsT8g4E9KU7HJ1YifOY+mLa9ZNrKXl0HZam7dKus6UP
smYVX06ofTmayov4/BCQnpGKIaXVNpzK5rawzfJJjVv7h11qpHAur+D74yC6pHCqhg39FoH8cyxi
G8dsejpIy/Kh0iglMde4n456KW18qlUgCzYX8/5MTV0KfQSqWVl50lNmhtw4RQrv1egD03j2jV49
X7bpvUPEpn+hlr1EfqkX8twCNZlo/DX5w9SVXy9DrH4itFsoZNqa886xV3rGmSuBGPpgl/naY8IM
vjCZNm6qlTc/pkDJps4Hbxarzj9PFzlk8dKJ+spw6ObnKL2V4tdAvTZo8Y4YnVndzsxIjz+UKXTM
j5dtXFtGVAzEZG2uFpKs59iyJFl9lBgUiBnVnHW5l0WHywhrq2gL4jchFGTFd3mfzih8E9/rReUr
s95m9elPzpLw8jbCRkKMcFnPmYKkqOea9s0huZIzBhfMVxFR1GU7VlaKMJACDl9J50rRzlfKNooq
Km0F+Y9J8bpkT//IBsLK6YEjT7ZAMAxk/jtHyCraBkM/zL08v/fDD1F1bzl/D+rGg3HFDtHhxZAA
OgDp4Vw4A4Zk5m2SJ7k3MOBR/2JuTb1Z+d44TgZMc7tT9Fj60Lzp2okentwrUdYdkp2aP2jdxsTF
lRvJhFzApxDZKPbu+Uqpqa+bpLhyr1KOSvZxsI+F9Vk3r2Xj2TeYmEJT7+WPv2oULA0xIACSuyoe
Cychi5LAVA8GAPv4zjBeQ+trQkPZ/4axMGpK5KArbDDm/MHvHkhZx9HLZYjVb/+vGcsBAfU4N1C7
gdDn6aAo6dVEl8DvQ9ASwQnhf3q5Fg7FGvS8QkUi9ySaVyPTIkef/IEVpxALf9lEVkh6B4h0rl2H
dud+43Xy/ulHiE0qgD3mENYtXZZp9Eh3VXXumUXk6vnH+AuFVVIcO5NKzfjj8oKt7WWCVUTCBAWM
aWLnW4st56Rd3eYMwHqYesYn000tU1Mz0R88Tr55lLfGlq1tZgxk1BA9AkjULzxZF4eFUxY9fsaM
sOcmi793W0K8a77sFEPsxJMDU2u1xKsMDCl3o7/75rMc7OJwYyOsLJ1F9lPMPycbRT3/HCQcVH+s
pYFLy7iVzNjNwheTPsjQcRXzlplR1bzhd8TOWkTCUDqJBNBmokStLo7o0KgMmJwmvpXzMku3OvMD
TE9rIV1MW2JjKx+Jfg2eyI7OdfBuGI+t9zmxuJx7dTchIc7rUv9YjVtFmXcoQjTApFdWaClydS6O
kizTlUOMBvWwTehh2pVK7lrR8fIO3wJZOM+qVJzWHwExfAje6Itp+R8MWxO6BEKBlg0NfWQZ48rK
MJrjiDBBrJJr13ZDUHqXzXi3pX8hgEHNVrR+Ly7OtitLWuUoeY+Vs8urne08K6njyRv+YGW1CDBo
9WZMt8jri78/OTl+UZeE0SWZ8KplDCudTNPn4LeDMhrxGfNLhoSvTvi3sEVqitCoxQSrPNSetK7f
GTnj94INP7pmyimKem7KlA5+F/sCBf6kKctHJeoeNGuLn7QKo7FePPl1XomLU9mPvBnNmUa8PjXu
2lG7tyCPqFn3+9uYqchEaII5JDrwFtbMkmrWhihRkO+2IJpVmksB6fIme3f18GHQpSGmIWWlED+d
g6hFlfPgNCGFGsZhcKI9fZnHIYDLk8bPozTswnBLguedF11ALnxAbJeVNbYUK7JIp6d6H5XfA7/d
JXTa6elBr48oXV02UvzEMzdKXMD7WqT+YHWgBHFupDUXZmm0FGptuyFmt9CoKffoNhzN2X7u/ezq
Mtx7FqzAE3UEBbViEk+L3R76iCx3YjLXQJqxS/elSdn+WMReYX1KkldFeQrDL05wcxl2zUpaIXWm
CBFCwBg8t5IYeYiymqS1Vt8EIfUZUTK+bUbHLfoN/aYV10TyiUIjBQw6qZzlrsmTdK4KoExVvs40
/65LE2SMqr87p326bNUalCiSyLCzuDKWj1U9L5rB6NkthtnLbqOU3b0dTu1d2VSS2wbTH3gqmiYd
ck9UnERm5nwVB9VuFF9IQNequafeipw12bLfJn2zQ+BJC248Ieu7F6QDfYPdQ4oLVX1rl1iB5c5p
/hQpKZ2neXGY8vzL5XVc2x1wpIVt4nZfPpMqq+7TWgxgsHvjZzqNR5UpzHNQN25sJ4fG3FIR28Jb
xErN2MClCsErs+hvOWwZSjrejGTgG6l6MuvfDl9+Lei/5i2O+JQXVpUmLKido7QrfWRM76HYUmFc
cfwWxGWCfaomxMmLQDYvJgcNPGwYE/W60p7a3tjDuPv9e/8MZbFyQdbVSSzy+2OoHuTa/9K11b02
vwVRvVH/WbOHXKCgCxLMkBo83+vaPMXxHE944v45HRxaySQ33HK+KzcMyTnS7vxDQnd59et0Xtc+
qkMIRCm7UP4sR5/9JnZzv3mqIka6bviLVTiLTQ7VDab+cl7hNIawC0TvczOXN1Zyl2p/1UO1N3+W
1MX7LekX8S2WNwu6BgQBBDas4sLnokrfyU1PxJE4zpuUIuiYRxvk4TUHSHim8XgiTEMH6/wjcYiY
3d7ga8kSXctdvuuG6RsvEbqqjI17cm0/ED9ZPNJERnr5NIwU6Hm5RaEktq7gEsKEvmrUdCPt8F5y
haN6irK4PEw9ynJHzGBrUz37S5oN88YftfoRhavpkyLNFp3jZnmkqJKSm7Sa27gkG+Lmdew8qM7Q
v5jZXh22BOvf13wXv9biMDjRZPihifES+j3pcKTDw5y9wAiZq7UrKs3Tw2OzdQ+s7VaKRlw1qH3p
6q9I4iT4VpDctWbkCL2ybq8jU7ueo+7OT8eriaPo191Note/H/GJOtU/kIsguS/Myc8DINHlcFvd
dEf7rfV3EK72VBLzaOM8rp0QwdolSa+jFLDszenScs5ToRGgOP6jhiL5WH26fLOtHhDanplPKt6u
S5KIGhi5M9UCAR5ydNPLmRIfR02pQjcuDf97G/bln6wh6SZkP3j5kWk+P5P9NPV6INhDbR4dO0v+
ksvlTVGScrDU+3ZCTDDbmkqzaqXIc6LHhXLm0tOE1TwaMV0RnkVRQJ9lVBPzW71w6L8wNrIOq/Er
H0s4NQDfce9UK04Yksrd7bcpLbGDq3PnWcEhTt5Gy5W0D5X/YqkH3dpwDav+h2PAQdAFZ3OxrCF1
7TnRRRm1sVxGxzzC0Tv4DJO5vGHWQhPyhf+FWTJjGnsK1E4cOrkO9kH7KlEsqIpDOM3MON5wqWuf
jfQt34u0EcotC5MCQ1KY7ikCvREqUePbfznVYHlSO4bI0STHy5atOjEa4XQeOZQNeHucb8zA6W2K
fHwts9M+RPVzYVsMpC6GY2oEB3VOv46zwdiKh9jc6nFZNfQEeeFW/JaJNo3BnonS7Msgf54T7akk
OetR0DpctnJtm5BLpOBB4Ex+bBGGWVWf+0EMVFIZiVsa+t9Om91QWNsauLXmuyiZ4lIscvDKUr0w
ajUmA450TFJ2/1pUTuhqm3K+q+uGQASPKK5cvt35F4u7MRvyFozcgkDMQPQihkGvq8g1brwPVzcH
b31SPHgs0QV6DoVMzjQPM9Vms21t5aZ1tCC9J9gsR1dnlAEU9T5ubNcc1OSD3hrhsxqq3a0Nmf33
8zRkGpHK41VOk/PyUBhR2dmOxC+S1O0n4mna2tR4l6Miu+GnV02GTiUyaKLouKwOxIYSpnaF1yQM
vtHsOHATxi37TfjN74e/Zkd9DTPNU4v8UeE5dHmbvv+yPFpx1aw3iaJ3kjOGNhhDSazjUX3bDyYS
8cUuQOMyz58vA733ZwDBV6PqKV6TywhR6wej0xzqE35zl5vfxixw0/yKBzmVkQ2b3h+9cyhh80m8
grxXqY06UMrEVD1n7xQEi1sX+hbIIhLrDaOpFFHSYZJJ0PxwpN5NfntEACxjah9cM2SF6JVb+BC6
PWp5DEjlJ/TdmGl/lVnpQZO2UkErpsA3IkSgJwuHtSwcTgpBZamQVc8b6ztV+aPl45CDMti4ZjZw
lkrMDOktGM46s9eyyQ1L6dBI4943tnjGqzCoPYnbmThkSQGXnH6Smspk1Sa/92S7sF3HLND56vzf
d1YKVRa6rEkhISKwfMcFVY2nShH7j8zSzey9bXlJfG8X0c6uv5lleLDpCZp/u09FOCUYGOReFFhv
9mLrmVETxn4Eqp2mH9GGelVLwh5ZYkIbPUAGzW5Z4OwvH98VPyFazkyhQom80nKP9FoQp90cFbT+
yIde+5FOw3EmIp+YGXQZ6X3mlY34L9Jyl/hRETTjCFJrf6KxhZhkL/nGfh6/GSqx3r7aqs1vAS7C
kbQtfKhcAIZN5VoDEeOHeKDH7XNk2ftG+mJtEcZX1xLNM/rzBAdkebN0lt4ZY5MUngJtcQqfRnXa
yb7bWxsh8vt3Gyv5Dw6lhHM/WBelXPomhsWKRub6s+7Mnh97kvElcz7b0tZIm/eBiIJJiAqxKbFL
W6yjNYdDGNS4kcq8VafS1VC/vrw1Vk42ElJCwpYqgAirzg0aq5REAz29XmmrsjvJQ7xPWqRbmNu0
pYu+Zgy5YxPKsThnyxchFbVUSlWLcnpQuobxuBlS/Qrgz7MyDNYTfc94EBiEy0Cnq+Hg1j6neDSa
3C1949bKjPYgTfFDKEsPWaMbN7463CmSdGPb9bWkFp+qar4v1SBAB55T2ISP1JB0wub+pmAEji8R
kQWy1m+cyPfSqVzXkL5F/Z84hTU5X/eh7qEwJWFBb5B5KJXsSg6FYLy8K3vmo41QomPfk8e3YDZ2
sRIIpb2NdOPKl0dcgA5rcmUkzJZlg6b0qUBOkuAD3AS95Qb1M8JWx9/eXoDQNMuoHAg0y3OZpVmV
lVOAIyAO8xv5aCK9vzk7byXco+zB45innQVtZhlMd3GVK1oCTDEm+7z7ZE2CG9uOV3Ml5HS63cTg
KaVk7KHRbMWaq+vIs1KgE1MsWxwJAystMsDWYzSxxtYbS+U2DbcoASunRzDM/4ERHvA0AstrVJg6
YKKC+k5qfmjDrcHrK15blAR1GJXEruidnEPYFeOEMgnnZtbPuv+hz78grNOOz3bzRdevOn8jdllJ
NzBE6QRPONsTk9qptf0pigtvrnZF/SGZ3Ijkt7Ib5htd+uZobjt8kvqr39+RJPE1niFQrAhnzkHp
xS2yEiIf9Qn5YdKKmzEwHiLpy++jULui+Utm76vLrA0Sk5AtU6Y4Gum0r9vpuqqbHTTfjetobVNo
zBSFagXH7l0aeojtsCIeYlPQoqI1P4n9f98OHQehqvCDqMQtwmU1piGgNxs2t/xRMW40ZgqkGzas
nR8odqLVC4oQm+/8g/h0ZBcUTtl1jAPJa1OIjLibd8Pa3qZmD1MQ8im33eImDUy7cMiHsFLmbUer
CSImyvCUhLvc/1kPu6zYiGPFNlpcRfBDRO8a6g/kzIXVJ3s77euafnSanDU0Oa1udNXhqS0eIzty
0zhyq63ZWSurSMOhKMrKUNYIoM/xpKk3Kl42hZfkolvXfusDLhdN3SIPruw4UbeENSIucnJ15zi5
ppR+GMkilKylm3lQkVnujS2pzjUUirDkIFk/rsjF6tlJxeqlU8GQkduRgdJbLZoru4EGYJ4YyOVC
H1+my9TOQm0t5OdL9b6USaUmVEM/Ks0duv1qcJy2WGqreKJISXyKksOy4AY/xRhamVWzivGmc8Yj
mXjXdP7WrB/ELKjzWUfqxr/bfoyHMxnshxKbI3O/LxZx6PNqSAhxuJjaKysYGDO+pej062cstzlm
KUI5iuTtMojQOy0skLotvIDkA8IQaXQdyfctETGzMftP6uTa8yODfYLoe9od+/kh3PLna1vl9DdQ
zzdkYoz9WOV64an+LN0w8Ut90Cvj7bfdoJBU/sfMhY+qtURhITEzTuS9xJ+MQLq2EBy7DLPyivlV
goOcD2mFBqxzWyZHnhDbFoeLMKItbU8ZmSsSPVTFloLimrsQxb7/R/oVUJ24J6OeoyjMlMJLtfkq
09EjceL9PJjPv28QvWqUnaiYkOdcrFuaKFXckf/yAnLPlhP8GOvoXibiRS1pK5pYWTwKpciqCL15
9v1i8eA2ZqkWgKXG5W3XBY/zZB6tOmMch31IkvZK1h4V6LVppSJl/kFVXkyzvgsaw620H3WSbJi+
Ft2c/j7LJW4rnt1Nx+8zG/7nolf2eq3cGGV+EyfhY0NmI4UHaRGvUm0KERHZ2LIrFxCagowuQl8F
htfS5Qy9OiVDCzkxbxw3U65HxWOsYKpGXiYR1X29/KFX9pONvxYEOAhCtNCe79zZDOopQ6eMqWOM
djaOU/p97jf82RbG4qQbfpGkjh+WXh3l7uwf8ynYVZtNg6vb6MSSxZYNqnKUlQZL9ORot18l+orS
XRjvL6/XForwaifnLywdOmI7bDEZARdAVrjm2afaHy+jrK+YKYQ0GIqMAP85iq3MscU2LL2UYewK
DfRpRPHpcBlk3ZR/QJZzAkLEdOS5Fp9eus/1h8y6iidv7DbYEKvbmbwBjUt0572bw1Xllh+PFgsm
NRphR3tdatVdh8o2bfqqNyj+UR22kj1ryycSL7SYEOtAxD5fvjS2EkRgacq27ZjMp3MnZ/nRaZVP
lxdw5QZDhYUMIC4foCVrsEqqWJnKir1gqveMFz4W/o/LCOLhtrilEc4Tg8VQphYqUOeGhEPTqbVG
cGjZUYaWGsIASTjQX97k34Yp7vCLQbbh/95jItBLny8i+AzB05aJ9jmTjNbRCbHaaNc7X3Vt73c3
g/6tk73fNQ4gpKFFjw4Ob+n3I1/RuqYgzCm7L6P51a+vg+61Vm/mrabN99/pDGjp0JsCaap04M5U
6i9WgsveGh8vjuP5Z2Lkt0m5mLccirDLBFmj93PRtiZRxng7t49mfpTCz3VwVQ23pXobNBtkzrUv
dAonDvaJDyqCPO7qDri0nLxJvkZT+ehH36Txqo23yD+rWHT+wUKEykSt6hyrn5khz0njMpRfWzu+
0o35qdDqvVR3LpWljVjg/cEVHeyCqIdqHH8u9rshtXFQiJtiGDLXsg6D/ckv95e33Xu3JzAQnkXN
gOFsS2WBIu7tqRiYwdwVP43puYrvwgkayMbjeG3PwdCmz5XAkKLIYt0UhWmOmiVQlCfTj8iIPF02
471fZQA4TpXnwS/PsFiqTq7KvKzi0ivynVkyi/Mt0B+0+DpjNmuyRdZc2wWnYOKXOdlxWVWEXYea
kGfPuhsl14b1ZBila8nXzdaLa20LwKaE0wY/D4bX4upDznbIjZCFq5i9kdZHMQDOCLcUBlZRxDgJ
7iShH7hYvbAuDNLGackQqqfJQd3MeZasLTXWtZ3GFf4PyGLV7GqQ8LSAzBzO4rqJ3mblRla2hryt
fhxqDMSL5GKYznv+cfKybKwkAsZOjNuMht0rnqbIlgbjN6sz79XAzzaO0Coiw58pk1JJgXt9jhga
YW7IPvern/0lrtjG8irpWhrKXVscL2/z1TX8BwpKwDkUYnptExcF22G6QuquGkrXMQjrNmBW98MJ
zOK4mr5Rdd0AjJ/uzf5rFz6X0etlS1YXzWR8CelFpqMuKWgMlNBrqDalp6pPfXxojRvZ8SGPeOYW
g2/VGJyPDOUZ77BMwoT01g9ahjFDEx3KSfNiGD4jQ8kvG7T6aU5gxN+fOIU0G2yTaZall3QZuTFv
jPaTYrpt8QeuVHS7/NccsbAnOLSIpioi+zwfGD+sdfZrPgd/8vlPIBYnldxYwHAcIPrg2YgeIudh
Hjfyiuuf/18rFmem0Z2uMsRGRrTqEAa3XXKskKwIdebMbD6pxXZdBiQnS7YM7ZHiGJpKB6zLQ/pS
B9EzMB8l45vZ2bvWyvb9rO8qs4uRpOmvktn539ZzGTWYFk1daIH9cq+d+rHXj36zldDc2OXLGTpq
iiyBXYKR1s7OCh/k1nGtLfrMxh5fUlUrsxgYJgeIEuycdt/bB0O9sbaSOqt7gwYkeE9kQRi9e77D
NXkKQ2UEZSjfmPlRTfs+fUr9wLOSrXhuddWgEyPyQZsaYd05VKhbDcLNJY5O/qhV+zT7aW350tXI
5ARChEYn5zUO0lazfawx81c7/zEq3xPH6+0Xe1BdCDWXndD60v1rz8IJWb2UFoPOG6yWkDyKul04
jnTEuoPxozBeL2NtGbbwEk0Q9HJVsHZhbVxRu+nHzwbUD0X7qpb3vfoHsTCNCv98qYXDoFKe1IEO
mprrP1JrilwqlgfGp1xftmol30Uk+S/QsucfenJJ7Z0lbIN97X808p1F+XCOr8ZuV5hXRYR3D698
eYs8LAx456ROcBd37qyMyBfTyOr5dfLaO/G1M340fIFJZ5oTewrZ6Kr+k7D5BHSRiyr8uQmDBNBu
qA+Z+lRWA5Ncj2rzdWAwcza8XV7cjeO2LMPBjq4SWRy3vIM+TE9o3ZbPqWRtWLW1lIsjhzavMfcZ
MHLxZsRe2d5Y6MJNzlU4eJPjNluR7ZZZ4u9PjniQlqE0auD5073VfiiKj2r1cnnl1h5Qp7tycbD7
Ki0rR0DMw8s4/dCmjft4hXpwvu0XTne0/cCMewDssX2dJ+lZcWK3VMInlHYYgGLcRvlDmdIhkJlb
J04ErZd2/sKR1LZayXEEtKkXr1rW3cVpcGtZ002qRze1I3tzmSNEbe6NUd7wl+s+jPiTmSg0XP1y
BidfLqfNtdNanHMs6V4qv8lxeAyz+aAwYCar43s6bzeyFat7hasNvivPuXcMd40GgTGNxYkzGAlQ
Dftc0ZF92SLvrl4EJzCLg83oytqJJ9a0jfpDZttePUQPPdLHmfYzdLY6yleXkV5QUrMwLihFnh8A
s261nh5J4oJWCGcmntMdW/Tb5NlVi89J714+DOvG/Qu3uLV1hPsb5Nw5b8WrBBfG/twUu7k5aFvv
4i27Fo6E3J8fjA1AXfIi5zRS3bTjbas/SPKNrv/834xaOBHaxaQiE5X2qftu6ccc9brxTonunXh3
GWjLqIUrEbzUTi8AalHpsj/E/ifHRy7rucjvRvVP3Ar1G8GBJZAydPHLnBwwR/b1LKFH3wsj+7oI
P8ua4cXZ5JlWiNIRBZbxTQ7SF9/ZKukKK5ZOReShaTlEHxTtlHNgw2yMbh4AjiL5epScW9znU1yb
930Ybh22tfvmFGthJAqCeSHneJFRTY5hsBuKp26+ImOzdyQ3CHX01uw/OAKnkOJXOllXPQvKKo0w
r0n/zuxbqft7bJmT4qPJuyVqvbZfxMMZAUo4QNTFzqHqrm/HFDEPb04Olk+D7TfVvvOn4qCqOzvY
UulevYhO4Ra+JCssrewa4CpiSku/TkPVRbHbDiiWOXd2sS+zn51pbhyK1e1yYuTSpYRpa5Wa+ITS
vT0e+4K0IYwGc0tNbM39n1q38ChaQW9aS47KK4ZviezJ4WMybUTK4ke82/nk3pmjSLEMVbHz70Vp
pAvMihumsIsPfek/E3FtXNlbEAsXkjOk1y7amgCr9O84/fuq2XoEri6UaAhh6INoWF9scBJGVcRo
JohH9Egp4ddGHt14S0Fu9eD+A/KOBk2Si1kdI67QmqZvc/sxcsLriGTu+KORXuJIebLRfbvsfVeX
DpYYpUyhzrzk9uYQCWzmaJMmmr7VzqO+1dq5upFPfv7i04xyPvWSCLEj07yyneghTKiTB4W096c/
yWugIGhTmYdGpWmLb2SGfYT2MbZQ70zdwJIyN+ramyrcqo2tb4Z/gPRF2rOzxlRNDIDkkkdZ+fk/
bTsbLnV95f4FWfg5mcjTilJAjJROx9S1afLvPkXhxvFcdacGeXCGAVl0qS78Wy417WRrwEyCxxuk
oRdmDEYzxsibndEtk/Rq4Ml3edetREyoF9EnhKIpBMt3BJbciEP47AV9IXuE4fUeqQ63LnaS83oZ
aO35LJTF6BxDbYvW24X3SVD+MDPTga1ldHt9yo5SOh98xmem9XzV6j+pRn8wyE/Fk3kXG1vl9TU7
4enAVBQdq/x57vvMWR7yIYasondVt9MYTrNXhsRxu6RoGSSj5js5RCLqss0rRxoCOvRSSt90HywJ
amre5ZOvUHtK/S5FwvXHMNFqeRljRXVAhbYqkr6/tHaXWex+Nhoz6ygEmZP+mPXwgUBrb21mHN1I
E9OkpFF6JNlk3SqEAJ46x99p3IU5ZPaJGwVoOce/L9gjfiU4r3St0ya4rPOWkypno4bdvfFmVC9J
kOzQHWbVJ9c3nQ2/ueICzsAWfq2jyiqXJmBjMMKZkYzJU5GXcqVw+nF5qVcuBZAoVPI84wW1PCt5
RcbFaQit6qlnAl0Y9G4aRdJOmaTraoqMQ506iotAzM92LD5exl7xQWfYYqudhHVM2evQPaJ4Jc2m
R7+Mpe7KVtvrW8MV1s7JqY2LUzrF5AebkupLMDUfLIKdKj9qZc1oFERhi6vLRq0tKDMI6GVBRA0i
xQIsbOdaTUeM6hpm6FaailCWbI6vDO4xSIHmf0UpIsFF3cef5LrLNh7ca0sK9cxGMpLGI5QIF0s6
IuDajRLcvbms3Xiu20ejbapdZDCYap7HbgNvbWlpCzKEnIMmdILP8eh86wM9wdqKVsa+e3Wam86/
UoL7qN04EmuhMv0i/0At++HmItONSMcn6KPhu4rRe1MRfjFa00tU/3PS1ddwFN+mUr2e5D94Gp9h
L27LvDFI/5L54jUXP/aM5Q4M5UEqai/pU7ecLcvtDenx8kZa+5RC+RMFCYUMyvIlYseVXQ6iTN3x
nyl7kv9JiZLdFGx4gJUrGnrzvzjq+Sek+tn0sQaO7Q+7+3xX5DQuVY9ScrDV/WWTVqE0TfBKkT6D
mnsOZUld0mkGzqZAwTCIsiNKWhWTb2rlytBv7a0mhVU4IY3BGuLiliQj3ygz41dppZOD6KqaTQW5
GFgyU1ZMH5zMUXZp5N+XKVPyLtspTtniUYJkFZkhVLPRk1gyDLRKpY9yIuopswchzYOWrrw1wmLV
uBMM8fcnzjNOcs2XBzDG2PrR9smtH0Ue0fYLkdG1FdauJlm7y2atQVpI0YrBVcxvX7LD+myo7Fnw
HwfloyR5TvDVmq+b4WNGcWfzIb7mR0/BFpdD0ak+E8OhnVgwWsL+Lz1GwhVGpKx9T6XQ9YfbyPht
ripDK3mBUaUn3UYjw/mSlmHUy7GAlJT5MCrtzdxGh24wD5eXcaWNEBxV9HvILCSaoec4c1dNTSVu
d3VgLqb2EkSUyFA0gWC9U4M3CjC8+iV7Z2RbLRpri4qaqyDccRyMpV5eLMeQy0vOukyljPHU+yz6
JFuvnXkTWM+5FkFJ+IM7/peUCg0hQoZ9cUHQ/BbEjcSaKqH60tG12GXqPqT3pGZa5ca6rqTWOeq8
nv+Dtax822MIZSRhXfXkrxAd3sz3cw8W1ac6iPZRXlyr7Vi5cuk82HLwehl87SIUiodQy9DlfFdb
pcTTN53M7eSkPZ702eHeh2TkOlLg5eUGK2ILbHE25pnmnVgBrNfenOCotukujT9X1X5kyvllu8SP
WrqyU7sWAUU9N3TnCi5br7yq6Xf0OP7g51PohEFJNp1ug/OzEMhtYJcOP79xshcl7H+ombT7EwgH
+gWzDFBTXECUcq05BSUlxER3KdKJMoPJLiOs+XvBhRRTayz6mJcH2m/7ISbR5Vly6xm5OzVoAG/1
zKx531OQxT2NIqRm1yLHqzmfKus6S3fqbNMspnnZ+JC9XbZo9bOfWKSdfxb0j6bKyAFTR8lV0A3R
lY0Pv7pmFt3FSNvAcV7ytMkiR5Zak7qZAohDNE5HXpB+UuLmj3DoheRUIsy3/DZM6eC0CHqPbYfD
USYO3idwqXeK0mzlHVa/kIN0LZ6OqG0ZDEtynKSNgf9x5HrfmjdxtDPan0aZuHL+UfOff/8TCeEE
eNrwAd51aTszYr+5xaumnD63ZHCkrfTC2hf6F4DOpvM9MFWznaU2AObw3cKIyroJt3z2Fsbi5IQU
QZs8BmMyD078pBkfiHQvr9NaHH1qxuLclHInk2IHYujvwhi1suuy2+nNhp/cMmRxYAz02NVOA6XW
mkNWJQcmMbtZW2/s5jXPjwgDMTR8T56Z4tc4ifosSXXaQTgBMezIdkPnUwIrMjHfcufvy8u2atAJ
kljWE6TY6SZiW5BKdNlNNHUz85g2GxHXaqLn1B5h7wlKRb/TVA4sWx/NT4YtuUPFvRkqO1NPPvVK
uwudlg83Udgyd/rc9m5eRIc0jT/U1bj1y6zFD6e/zOKimHSjUacYk0fbeR1ofovm4pAibWQV4c2o
6y4u5Ej37C7M/oA3JcQ1/vtd7cVZC3nqdbrgmgXR/Tj+qNDAGvYISkzMuVZe/qcvu+yqzkPfbukz
JvVrhdd5gIRlDnWq25JB2dhA9uLcmUo+zYXFatLIWquZq3eBy6jiy7asudzTdVtEQnlvVmYkyI7G
9Kionto/tc2zmtxl01W2dWNtYS3OXtpXyjw24huNw13emW4dM2S9b/Z9HD7GvcNgv37DvNWkh1A2
QhKNNyxe/vx81FVbTJXg09Gr41+nk5YdWMcvVhZcx4xDdpkOYniJEb8UjnMjV1N5+O315bnHe4+g
hqr28gnd236oFfCWvKAIcWdvQ2FzHD1jOOr9Tbx1G6yZC5xuUsQmu0xa/dzctBpix2SOsGeH0gdd
IZI3WlJJkdcyKSRBBG4Kzf0kN648pVeXLV3ZrmfQC3+X/h9pV7YjqQ5kvwiJHfwKuVTWvm8vqLcL
BswOBr5+jns0tzNdVlq3R9390iVVEHY4HI7lHLcb+q6Epsy6yZtt2b5WiUaEwnlDBLovnd9ca3JW
u/KbhM6ikyNvH/JxY7jbnOyS6WpwNI0ISl1A14UpCiQBwfl6uozTUlgeDbCMk39hL5dZ/Zrz5/PL
pdTlSIR08ErDT4uEQkRFt/l40wKQDyBm63xBdFi/YuGlFwhGuP4oI9nE2nEyFw02BvCijF4uzeec
oon++3l9FAEv8vsoFgkGF7RQSActKKouWwNYHPFAf4cKzqCj0FRtyh8JX8qvhU3JbI2QYBr303wd
9geWbP67EsAtAaIEDpHAYDjdd2Cn2NMqqm0pM2c0rwHJFPEv04Q6qg05kiInYoNmdMyGI3If3ffB
jZl9VeVvw7o/r4vC24Kf819d5PSnm7DRyCh0yQkAEgG0P1+V+c7I34hzW60P54Wp9kZMvCO/LIBf
5fmMcMTIOeAr0LizdDayTX4f8bXJtgFG4DSrpzI0+HJU+iEJjXhSxGuMeOrArYvSDt/063C1mLpK
tWrpUNDBizoA9h9s+tQMvDCbmA2gzjgDEDY4l8HfW+9tJJPymjy42ffQYYfz66fyBoAjEy3sGLkF
fOapxAGhLwc/GcoAM/AFpzayjUevTCNvMSLqaaaKdcKkwKJ10MlQWiIGrrZgXY6X+bJf891iARJb
c/2JlZJ9z7FekiMVnR9hIYadpvnWBJQbKJ6iJN8ytumTAa3g9waC8PNLqTLFY5GSY+14MS3TgIgY
bVaXRUXeBwwYO26mq7GqjAQ2grw4kPDRCyoZybTicZIaOMUzuhjt4rUNXgl6M4ODRS+STBNaq9fx
X2EyiHM9sKUObAhr0uyClxXGLscL8D4dqFtFRrD+sv15jELD1A2KqHzVkZbymHZm5tzPRct37YXR
2L7MqR2t9AaQxJptszTraUtWOSaYv52EitxuvmWW20Vm78V1sVwHzbxlprPJzexuDj9MP9nU4Yth
Nvu8t6PB53d285zOLqo8YFwD3dJfGJSAkgR4FjITX3pwHKN0mgBnc/bTi76Hw6bDP+3aafy18lQi
9fkbRFeQR526AKtHS6xjwIX65nOfPA3OXVft15/p8vYX6tgAtbMEZOSX4VpO2sloV/jPInfjBQ9C
EmAIUVcWV2qDKAC0zQKYUC4FgLmeZa0LKaZfPOBb4gIMSwmAXVhZXw6W7lJQNZKgg+2PPMl61npd
4coQTuFZa0ed+XPNPusZ/OSju0Mh5ma1lufEfAn6LvZLHXK28pAcCZe8XDEbU1mkExyqWV6F3hMz
k6ciW3cBVvYvNu9IkuTcGsdaQRyEZa2LC7RrLPnnqBuHUCpDxJAlYBkczKef2mEz88ntKyhDs5+d
swmrHe0xkq9D/VG66T9i5PCkKSjzugJizB7zMk0dz2KW5G+O7pEQySrIQCabdiLI5k8tvyj7xzw9
/MWOHImQ9t6oyxQ0wtDD8qAAuIzsDO3KGueoWizgJeNNB18MmnBpT1JWjIlTQ0jdXoNroWuvMx3j
gvLpiMIPHJCA8AO+3um+08Ysi2A2EfSEP8blOc2CCBwMmLG8HeEn5jyy86eQ/UV5BOjsf6QKP3KU
v8LDZSHgfMHFBtKAwYx99ECf3yCFPUMhPP3RBAo6RrmfpEUhHWcTftWd7ZfCweuEOun3cfbQ3THo
cjYKt4eeLtdCVt5C7C3HcXzxV3/ocT4N6ycmmTf+UhyMatmEXh85+Y/zmims4kSYZN3BnFp2xiGM
lZfj3CH2iDjXVMqUq3ekkGTe4DNZHWvCk3tFT8xqv9jlY4Fp1Mz4eV4XRYBzoovk2HhvmH2Dv6Ch
n18w7LsLBmSgSLvpQnKzjM4L0Mu3fq4zP90Sip8fmZ+/2mTiTOwXyo0+WhtYDXhMjYsQ3y4FwSe6
SScrDMcUKKzQLQWQAQvB2zzo2oh0ekjHaEQKby5T6JHPzhU68DFDQKCIjqVbEaOdaCJ+frRcGahn
arAZwhqCvT9ch8Nu7mxxniJvYHGtsQn1ugGyEPiVeBbJN9HALOaRHt67WeqN01+1VEdIpAoboNC/
IuRbyOu7UPRYI2uRRSOPiHU9ezEAWwIAKc9FNFoxyoO+TqzaS/yRKh3cjEzGYNWQWrZe1DsPjH00
8/WUzVE6a86vZg0D6fw6My36VmSyfADL82UfGrqLXH1y/ygjvuDIJmpjqpueCAl424U8mtMtz/es
EMD/AHHe8+rivKvQrZ50ZilKafPKIBAAuhi8W9d7yot4pBvufJ6XpD5Vf1STDi6vCOuYCUmAcF5G
ZJysqLI0Dd6qe/fEBKWj27pVP4xUBEIL+jg3Pn3rqs8BY36T+Vnlm8WOJh3kks4opGOMOSj0J7vQ
y7Fex+RTm0bTrZsUrljtBJTyGb9/INk3Y+EXgBB7Gxpvd357dEsnF30GECNMqzDuJnUx9bMDxFKf
AtwR2KbZjV9tKvvS0+FhKS9EIKgC4dZDe+jXPCcu/8SGCwx5uqHMPDhI0QTGjwCt+efVU+7Sv5K+
5Ds7i5psHCFp6TBa1NVR0/+NfR9JkJ6cdRCMoynceQco2GD6AdakVAdJpLwyjmTIvi5s+7xzsEde
+eGD1zu9RZl6LgfMyaPnVLNkStcgAMkD9EUDaV5yDZbBgxZTsjhL9oNjlZEVbub+eqR3jbE/vzlK
Ez+SJLkGk+TjWLji1PaPprfxzC1pdJ5BbQB/tJE8g5PatF45tOEGYoZpazjDtrK3VjNErRXXHQdT
CHCj0fv2WrCPeor5qDlhui+QHAXw+RBeDtCyr3/6zg+UOc+vovLuOFpFyVGsJVkTNgsNq9eUPxIL
NBn3yfg8exvWg5Oh0TVBawyESGVib60StwJDXpwCjS0w42SNeQrwryyedOUKnSjpcPm8s9fREraI
lJkh9uudLu9TcenpYEh1kqQj5mBahQe9kMQNdK1eUSOLrT7y5x9zqDlgSu8HRGA0rwIgEqnP08u+
XRcgvGK8MzbDN2MASYT/ffDue11vrvJ0HYmRT5dNyz4VOao1+IbZkIlf+4kmo6o07SMR0uEawska
A/F44uFTNvyzuIfzpq1TQTo6Xt76wOXFStlVHplFujHHvZP88/8TIp2fxW1DPol1sicfjGIM8/t7
J33/fwmRb1nWdfmApzKeZriHcnu7Gl4UUB0Qm2a95JdzNzm524sEnhW8ZO4nTfflX6BIYcP/Nd5Q
ioXbEJ2YoQh7MOAde9Mrndq4q68Lem1hlO78oik925EsYX5HUbFB7awIWshKm28JaHnWtnw1cwd0
tuZ2IGTTtmzn+ezjvFTlZXskVTo3w2D55SpeTCn/dJsXAzDXU+fvSstCVckPo6oodPSSGo8go07W
2ZTwUNzvQwN8/ywiyRbYUpGh6+TQ2Yd0ngK/6qxZqGYvh3DeMP6mxXXXiZBO09CtronrDvZBdsH8
WJXftS3WGhFykr+tQmMZ09+r9VyO96R/dKnGsalFoFVcFBMRp8qOrXR4a4qDtKxjlOUXRfKC5qHz
dqa8cZw/MqTNGH07ma0QMmi5vFA2RHR2d8WcRE1Tf1SurgFZadaoxwN1C4jBSAecHqa289D/5OCC
CzC/AFixiIy7qaObtrnM8oOpyxorTRrVZRddoRj2cKX7tEvWgiwBxFHzw10uw/aQ1TELD+fXULlP
R1IkD+EVJRLw1YKD41yjX8ac3zJDI0IY7JfEE+ZowMYKPdBRe7puvCttn6VIrpaYKjMvrGLbA23Q
njd9uneDOVqLt7/Q6Uig5H+60TYKx4BOZbjY1z7ikjgZPdQpzEWH6qJcviNRkpmvYVPk87qiiYIU
D2uVxTQNrspZM56nNIUjKZKh27DpPh0hxS/3oQMk53tm3nq6znQFoYRoEPuzUbLn8YHyPhOI4Wu6
waBhaXaRn922zXauXyfMYdMrDJrQ5GrqH5ccIAc78lcPmkBMJQEBRaBsSrbiAmKT+yIRjwy5M197
y6evcxtKezySIa2mg0q56yEXKh5NmbNh7HswfBvWrZX8bN1tq5skVW7ekThpVXsjHcwugUqu++4t
Pyz72SdX2iyEMpAMgGAOCEyk/mX8wXApvboSe9cvczy137NEY4NKSz8SIK0adzOXNgEEdMO+YJeA
ZAK4yflzq3KweKMDPVH4dBSGTzcfQ6NGFqbweM5SV49NNlwSD+0g65h7lwMGS25TE8QAttvrGENV
W4S2sRC9Q+jd/ULmas/V7JFqhsPwH4PgAd1Js31V6J6xqhV0gDLuYPLcxnyRZAig6zGaNnPE8bI3
CRB+Um8F852zP7+KCksQDH/ATMAcb4hS0+kq9sAYNmgInnQT86AAa0nMCDhsOqgicRAlp34iRbo3
JtIG8+hDCoba75sGKKhtuQPE/VOPvLWPxPV5pRRrB44bB+gTAiMGwNKnSmVDWbrhLJjYx2xbd/0P
Z5hj3zA1eWqlGAdZR/Bcg4xTDv8DwCUDHgAs11PevFcT+tit7p7o0DRU7fLIbQpYcRgbbE58xlFY
HlCfeW4G/ukkrLxt2Bb5o+ln72uR5lvqjNcsaW6L3H+r0QQYTat/k6TMicxhbaM5acmh6D0dqoxq
P20QJ4vGL1CIyAAC02RjfrgFPbRonOSkXqNq8K0oQLwbg0Api3JfB8CmFCnwfjBij/WWceyyOUhB
HchYPM87Ml4mXod/nwtoURtdX74qRwu6uz+ypGDKpf6U+y5kLYBkZdlFNeVRT2NzvR3WjeM8LIAT
6IzteaO1FX7lRKpktT4Y0+t+LgFPwAqBzzIH+Y1t1f1nkoTLTThQ585KfO9Xwuew2aXDCObM0jeT
Q2pa0wNfygp1BdtqUeiczQOxpm6K+65H7a5xRgtkngaxfmR96m85TeFYBvRdz1FpO81FUtD0Javc
pdy0xpDtaDJ5mrytwl1jFgsnEq2CGLOVG0gdq+aGIQCQVw+kas7TSA4AJMzcPQ9uqknTLag6mcfC
pOCbp7BcY4QwTMTadsSNzvxlYZD5cTRo+XF+33SypG1bqFHUbQFZTvo4uIfG2idF/DciRJ8qOpXd
QLZ9u3EwDjHiuJXeP3N1D8p3LaGVUguEc4KHHRPY8vT6SOqc8g5OxvSWfcHNCKUE5DJ1XUeqMWg0
VoHTG2ymaE+T8xl2ORb2+Hu1aB0ti/s9rX6wsby2MZg3LuXPzgpiy81jjxUXKzhj0oLen19MS2yI
fBk5guMUN4Pne7I/LUpzsDpHbBi4B7ZgjnkzicF3HsGMQ1vmYJL23CezC8vINOnV7FHjI8jLR2aN
/hYIKYZmc1WO7fhzhFs4cu/Mayy6Cl86OVnEQXxQrLfeEFvFJSPP51VXeRjobWGODJcTqAhORVUY
c8/6ImcxBo8w8DCmSZxUeO9YS5Hg1dMbg67QqpQIkCKwoaJNENfxqUQzrHjhCIm582uwthxV93a9
8HU1FJ0YyWEnoJXlVgMxRX2b5JsmuRlzmJcOK0BtvaB8QynQxy1ExF4e7dXIy4L2bcHitAjy3dTU
UU7y63xZnsn4llXlTVeOcWvSt9E3dlW5Hjz7/fwWKq0FnbsCTSMQzW6nXzClPZtcD1fT4IKJ4RW2
HM31vqM/ma6LRumwjyRJMRsIKcGtJS7BbvA2pHjPsjEqZjPK8OahIz80CddkgVSxKKwTfDqA/scN
IelmpMvUOeICREA8R6yYl003urpGBpWnc0XYgnYxYB99McmFuiB4rLCC7SYvXmZM0Zrr5vwuKSMI
1zXF5A+YRU25/xa9qoHbGgh0zRRoQ5fz8jqGu269DoHxBwYIK9gEutFgVTMy6G3+yJQcSUoTcJwQ
yLRBeVSDjhCerPk2ObdOsmvtzerfZW28wNEZ760dl4ChqM3NwA5+fSC1LgRXMHxjWBXlKAxFCxgm
+aiQqhePdnwNr69SEnnur2R+aPLISCJuP/lJtKZbC0w23Z1XXDn1JsFga3s5jtuGf5R0W+e781ui
Mi509f4vbQpI9qT3lJUwo3OsnsXjNE+RKQLUoal7zRCWyhG56HgEFTxsC9hap8eTzDWC9HJksWf+
Wvv3xg8AghdikP4vuitxWQN0lrjILSLpdypoLPp+9lzO0Hl9INjvld6HuiFq1UmBs0NbIEhDAd0j
Oe+ehvWIYRwWV4t3EXjtTVBbF4bVa4I1sfLyfQzUVbyWAIwiIFhOVeFFWaclQS8W7ytCo5Vb5t0E
jLvLzmzZxukG82Ea7fGSLYPpxwvLqrfzpqHU0xG7hfKggz+nHwDeJrr6Iz7AaA/p9GEme6bbLpUz
xWTevyLEz48ujrZxFrzsIKJlGY7A9epv6bpJJxPNbyFgCrd/oRFgSfCsx6riz6k4py2cPuyEuMmO
XUZustnbLnR9PC9GqdWRGOnaHVs0LgwtrB1QfMCnDrouqow3v38mxqHRNvuK3/bFTo6kSXZip9Re
XQ5peNgP5fsKHKmMveDuzZq3IdzWtRmFv8z2APzF6Lyev6Pfc6Klu9Bc+6SrF6xnk+1t83Lqthm5
qYyYtfu03IRtue/MS7/pot79kYTbzP3IukMy3lMdDr/Kv+DdLdDcAw+zudLGei06W70Qa2Dkonv7
oqk3NH0lq+axpjoRCNgAFwlyebw7pBNBeNkuFnggwPRt7bvZ2oV9tl0SR2OmymsS9G+YMrbBLIUq
yamdpp4/9bwTl8QCCJ0t45n3jzF1YxEtiZ0nO0LHZAss2eGxRMgaxFOFWineBCwbNDe2SmOwtwEj
XwAsILd3+iVWPoxBUkwwZb4jzmfFItPQNVqrjsuxDMmAC3TltdkqLod0swZRYV/YJUAr6x3QBvy/
aODFQDWyX+BUE5soLe0IiFBchlCoW3E9jHYe5WP+F47zWIYccTBjRjAKGUmI0SJwP1oHu8++B6z/
m+zPsSTJIFFqCIy0wnVXPvf1rT/czeuNmd/Rp/MHXblDR4smuWkW8hYd3dihpHhKezcqwR/tbkCw
trp7RN0at6K0Obzo8SBDPP+FD7PzBn8oLTHw412F+b60H3wdVILKXwBN9f9E/D6AR/eOvThdy1ux
bvxt5T/tfmN1MdONgaliq2MpkleyqV04I4ciAxix7bGPgGBxfmNUS4UOTww5g33VBJjg6fH0igYp
R89CKOJcexg3ZWg61aXCVXHI70y4Ce+KJJV0PMmM6bMexUcURZBX3K8Yx2R489hNGs3NfqiKTc63
59VSOsBjmdLF4leF5cMLwp+na+RW10PaYZT2ymQ7vsR9egvsDLTMnRcq1kq6zEJBkmt6jgk6P/kO
MYY079AVj3cCmp8nAVfGfuULKqvdd0eHfvA7pXAqzAN2rsj3oZqLOUHJDXlpOVbBhFnM0UNtGlOQ
fjhFS7GdAh+MeD9DAPxx772xloikGeLkXbGwqCD/OPl6w5AiGvsLd74mwdNgHvzwMR0rMJGWmwB4
O7quz6/rIj6VgB0b+++BCP3UxkxKlmZl+NSy31L+aLEPPN4mE2+U+df5HfhyXgC8KxhJ4ZdNwF7I
T9CeAPu2z/wSjKTgi29Xd4iKctXxnn45M0IK8UTKFR7myz5j4L3xK4ryBObc18u+7l9mYoMUrvJf
/rs6oKK0gWTvoIIk5/QmZ0gKsiJaMLP0G0O6bLXT+LyIL44ZuggcL+T9UaWy5AaRajCcElkPJHSb
j8V5GlZAXc+RlaZRRV89f3temmrlkFHFMw5THHYgIwM4VbMUq9ehTEW7V89Kr8OseyWpDtFPYQYI
0MV0ronZKyJXYS0wi1GW1oh+TOctWPqHHpHteU1UImzPwhyecJpfnonmzMeZ4EjFWTP6MTBKB3ga
HQzWl4ODAT8XRxvvUYDkf0lPdxSDxsAIYLFVIgTnz041xKn3aLhOvDqawvKXCw2yPJgCsEFcQX8q
HVKasIkspYs1C5FE+MewNmy9H+fX88umkuID/QbgGR5Sl0QYyNG1uXgcya/aE+mb+SF3vmNS6aap
QjAorhpn/DUbDYWALI58lDiiSE+cimrd1GdVAFEdEJvn8XJyUI25IPWF4V5ZXjyvWx/Jkpx/5MEV
mpb+u5542KOE56EoA9CYU+FkBE5pM7EKQNx1nAX7IDzgPRmhpKERpLJDsCfBANE5jdllKUIIHdDV
kgWC0OAVg8f8dk7dh/O6qEUg3EU90gbKqaSLXZtd5gK+EMSx6aHpOWYmp+bHeRkquxBdxHh74Z2A
CdrT9UozsGmAbLVCEet7iHRW8NGBtNj8zyRysAlsiQnLg6XjsSeJGfOCE7/DarlXdUtumBtsMGuv
2ROFlzuRIgW7KHdwx6KQ0jUY2qcdyArcn6ximnqLcs3wDhG4/siFysMnA/VyUk8Qk/rvFOyQZRK1
/UY7vP91LE4s2r9ycBmdLlrjD7WXc8gpq35jtPt1/nTqyzWzo8wHJSq5rZGdaONSB1WkuJpO5Eqm
bbekTKdEyHWHLUbV4moiUV6G22l2I9d5NJEn+M9WCBBhy0OPA8B9kDU71bSaEzrMA3hb4LuAS1ZH
dOBR4rwmukE8xdadCBJH7sgN+mjKt5wFgnqnZE8BdewDyrv11dI1nwXgpjV6KVaSoCyFVgovwOC4
3FUwGhgZtxw4ib4pXoFrthnScYwwhxXlZnXjICmXuLZGpkpFkCLhfYzYIvySUCkCC4jI+VjFzuwD
5GyKpmxDKtA7tJrMsOK0wcP/xn4W14qc5aQT79owgOtAjv4yZFUW+RZqAU6gw3hRaYTgNQDpPdjq
kLs93TSymM3EC2i04N1PwcVLHhxQonSOZuWUCh3JkYwjMw3Xn+gEX5gEe2qlsR2wTdGvu/PGrrog
ybE+0l08JxkyVQz6JGu1KYoVIIm7Ptj6S9z4l+BWn4Hs2xqbHsOb43pFnf/a5CPeShh2hIUgkPbk
ukEFFGExTV7FBGMEllFs7cXdWnb9eF5NRQx1LEYeWEjc0SqNEmLSDM+g5JM77ZNr1pvBti7qRmeM
SmniIhYpRBQRpWIIndvZ4OEKpWAWZlNfme53Sn+lU7/J8Po5r5riYgbKM6pAqAd5risbpGX0JrqF
oJpDq3uDOddB++28BKUpHkmQTLE1ly5lBBKCfIqrdIpWa3gEQ4XGFJWKeB4wEsC+g8BdWrWBVgub
QL8T92H6YAbzk0N143PicJ48l3+/zMHQ5OMFSkATcHp4a4r/ZrUHY5+Tx0T0VdXPAZIdbhOFT1W1
BdZl4N4Ev0wA8lds2J9fR5XrAAMPYIVFiGPLGPWV27eJtwBEPQ/vcuSiKv6DjtvEXDWuQ+XoHcHc
BjVDwOJLR7rzGLdsipak3Alu0BW9mWs/SpYiIqTcT6EVUaa7yiylbkhAEGwgCUAzdLqyJZgSK+66
FdAlnTc3nQ8+WOQ+g9K5agbvphp7P17d7NnvgkfKZx55RWYdOpeblwlrD57bObtmaFmUWs7L+VX/
Wl3ApqMbBWGxqEABrvz001D/Qt4RFBlx2/aRlzkR993In1BN4XN+sOtk53FASxntGHl5EVvomPGq
mwITHxPa1qeWR633j9fqBtq+5MPwWbjO8fz1cGhtOXUD+094niGgroZgg1opVP+naPp9bb1Ua2zU
Nw3bnF8J1TkOPPRt4vIn4EaXrL8JjAGV87KKrZblF61ZunHhZPNN7ZT+34iCgoieCHAT5bPshrRP
KgLl6m69IQuK0rP57Af86bxGX5s3ISOAFHTyosLxpdkIBU+fmSIqXUEFGhTZyzTQm376tSQ/Hc4P
YTZkkTeaMWq5Txadtx7g0TeGbYJbZrQ0Ab9qQ4FQjnVFHdzz5I7prvEsTpcET01uRU4fA/AwbXeg
nUjQkreQ5zHTOEzVmQMCO1hRcXUCjF1+xwCnlvpdCguy0ygZvwfBrmrWmOr645SKHcmRXjJhG2RG
WBtI208vw3w/VQfTw7gVymPkxmp2Df+LWA5AjkDuEm4a9ZXTA0vhJY2EZziwIbDFkV03DB71naVx
k6rjcCxGLO9R+O0OQ95bYAUFwNA9D+powKBFqOsJU/liuB5sk3CMtlz8xjlgjIwUZ26+TbIb1gHx
Orgg5m6otpmOg1up0ZEwaaMys6t7Vua43lwzatsrm+57QFaeP3Oq4OZYI8nTF33ao5MNGi3dzgjG
uMIgYVZfD/TFnv7GwP/oI7M2Thi+42UKUan10YQXc/HQ2c+tjotUeYyOpEj3g094MfcepJDwQJq3
pblDr/nENZe/8hAhpQE7wBsMo1eStaXllFOGx17qpBsy/jJtimzrW9ADxMGgO8sx43DRBaIqgxBQ
WgTENHgWyR6f5rXNugAGgSh+S8o2yrt0G+rg4X6PyMth1bEYKUAcLODlGARiDKTLX8bCm9Dz3NMh
305esDy5mAxMdgCnrrwILSIj2zQWmb7hSuabhVgphvjCqTRihARW/RjaxvA6jxYVzUw9CdAy3cHU
lgydTqSrg+9sWcnj5Hdlg4SDFT7lSU4eZh+oPBNL+o8WvwXVWHRuvJctmHiHrE6LXWq404BiE/Az
omxAveuh40iobXA39QBxzVuAcNuOWex4NjvVlnPu9rugL32A1q7Opu+C5r5J2hUEpXnZldHYDEEc
zF6za9G3wNIBc669W1dlNGdjQ6IFdcFb0g3WGvn+XP00QA36vpjFQCMaoIUxAj4JXlWzuyKk7tt0
jN28sf3LYgqcjR2k5hNvpzm/Gd3Fv7cyRuYtQBd4ug1mu7wD8PG4Qd9y6keZizk0t0QPE2ZtzeQ1
a8gc3GQMz8U4505wZ3WsO2RpF+zmfILTXtwmN/duRcDyRpY8eOF5mw7ROE7l3uqGesfcsKl2ORl6
VBupy6/QFTl/S8wsH2M+Gw2ohuym1AQMqkN4bEKSz+9WvoK+D8eDoWrWJ7dj8hggtxQWz+e919eS
ICIGFKEEKDHSBKCmOj2HfW66mSXymMt8V9UXAM3Lzd3SvgCUNmryqyQ4OMbFeZnKU3gkUrpo5nDq
g8pA4qVDG3JjtxmyIM1D2qwf5+Uo1xB1R9Sj0baGM3+qGunbdapKyBnm7oKj979u85fc8R+bkWu2
S72Mf2TJle95qUDcKzLOq39hhd/N5WFwabyE39xmu67bvgBVuo4LRvHIEG3VqBv5yKdjfkTy1Ojw
SDs0CCMXSG7S9r7mN938I82+LXWce7sFB5Y+45xHmGq1myGq7Q0t3ofy+/ll/urJT7/CPl1mTCGF
yZDhK6YCnY7JU7cUm8qc4yTb8OYtozHtNe/WrwYEiY4nupIFsLCsd+VhrpVmQwVWAi9uWmPn0vDA
E50YRY4XcvAgQTXZR1VTLswlfPKbcq1xE3L/ySXg+J2y7mLIyKXvoFjM7ILHmYNH3kC7A61BjgVM
7vC/m5b4Cl8gKOOxhhHE0/VNLPQoWwVieta+UvKryJbI6bCqxofBvk3LLcaIl1VXqlEu8ZFQ91So
yZIy7Vxs6uytF7nlvw/ZuKs7VxMFKM4NlBNVB6TTMXMmZyBM1AiTGmCqgGAHsiC77cgzw83P7kLw
XnRb1t+wRNcs/NUvCJmoHIolxT0oHRsw54xk7GA+PfvV9QUgy2+TZEEv4a/zB0O5hkdypIOREFIv
ZQDduv6yLr8PbGvxh/MixDacRhqnqki20YFCB20qUGXoHlazjmYAiJ+XoFssyRBCuw+8rIISBbqp
4bUPBQ0fAmD4Yq5GI0rpSI7WS6zn0QOENWGOqgqUqcI7I/hp9H60zgAPS6LEuuZWEvWA0/nv2uFE
ie58UIGAl+FUJHHaceYhsr324IJy526ht9VEd44OV0VlCkdy5HE0nvXOYmaQk1nVFWhrtoNfbtYy
1fgKnRjZsudyckcTYkaAixCMG2Ws2zRM13b+dTAFBCPwRIEPzlgBuCvJQYtXQ80QGdCG8hV1E564
OxsQfUs0F4PDbjB0hfxV2Bq31KTT1umW6jPkbLqye8EAyTv0/5zfSKXmR19kn25k4HQuAml8UZhM
T3Vi/ewDdxPUT+elqCz0WG/puFlVvzZLgvUN+BsZGrDWYQC1fUDbQWauCM7eUT8/L1GpV4iXMlJi
IryQJKYNLZrMRhKY0jDZ5a3pXdbOVKDIWOoAwlW+BFNToqcGvZMIB0+XEPxuQ1oLUePoXHdJfU8r
Pz6vjdLdoywlrAckr6A6P5WRJUU+rCYqAS2w+NMOw/QXtnkxTDvgtlnk3vazaBg1cz4qD4blQzM8
8p4IkiSZhkFAqzAj/evNaRRYQ1yuy4G57tavBs1ufc1uAIAFiWzR6gZpck9XUJC2W6ldobTHotXY
rFMaWf5HZ99U/LLqXs6vplKxI2lSeiNgfFgZg7QM+a4QfOPmgMxDH9U6vBzlecc9iVgTKVqceslN
GmtX9pXQa/FMADUPO4ewDUXn5dAbcR5YG768oYs7Xtr5JimDXZIvGstR6YoPQP4LbVnCek4Nh7G6
ASUWrqEM79CE/RjDbMPQfW8SqtnDr/kcOGrkT1HOBIHul768NSxIQ0WBnfb9DVLk2T5h4bgZFsDC
knVBkd3L7OfzO6k65WgCtHAPQSKi2lPtmok0hJpo/019EG51rOzjtOXJdmysX+clqTyYaM8DUoEg
xJTR6YwKTATEYDXqi870bi4r78BzbAWgu+rd8FvtL/2dR1OOxi2UJ/EcRFyqWWBlWB34WGATSCqC
O/tUW49OfjoXAZLhVRI5Dkc596kl0Vx9essdLe4a987392s77M7rrlxlH1kfEMEifyT3qFthMLop
9xEsGd8MF5RCeMVXqeZtokjBW4gk0DqM3HeAoU3J3fhdwmwPvaRxYGdRt+zr+n7OH3yG3M8+8y/M
/tq2dyt1Y444w/pgpiYGUO1wiO4CF/aEFjnZ3WG2KKzQFSkak+6mkO9Ex+1w74XXTn7gM42CoNPc
vSqvh+oa0KBcHB3ofbqfIXbT6ktoPIffVgsPk3uGZvYeQFTBvEl7Heir4oDCEeDZJxwSqqOSK7Db
usFsVitav8P2ql3cECxxXQZYZTenWwdJpv0whH2i0VLRGYCrH7UbdK4B1Rb9WKdq1rk9loxBbrXs
ZveOe9FERswXT3j4glPlhnjxGP4Too6GAsXG8v4zELsYr0KPKOZVMVmI43sqPwEai8EHQB0x+5LT
H277kKU/z58QlaM/kuHIXU1L4CWe30FGT9wH2x4jBmaD2fyRe8U1OhIuUFP/HNLlA/nNyB6tQ1Po
4EcVxnTyBZJzQBoHoXGIL6jBCEyAl9b3t0DbufKHeeOhy26huc4fiRMpPaJQLPtNHoGBwC8NTm35
P6Sdx3LcytJunwgR8GYKtKU3IkVpgtAWJXjv8fR3gfc/R90gohFbZ0BNNMiuQlVWVeZnlKgZJTVz
hNwb9b2gdeVbM3ruZAHY1U8+5dvHQhS0ZCdr2LzarmZ43o3kqdHByLNW2TWxKl6Fltmt0YQWrmSo
9Co0RTXw2zyPzz+53rdZn00FBi3U9sJo7vJgDQW1GIK9BAEBuYxP1j2tnkSDMZCM0dU6FjJVX1AZ
l1fVwtktQbSeDCanF8OnN34zFNbYaLwWkuQgFx4ufjdlINuW7658yqVIVPomTTpywyeAqZ6FcSR7
ZPgg7Kj2epvMutKyR0/+mzjc8ZCuUKSp5Xr+XczYVCvOAL5LIl5L4k+xKA5VT6YNtTWdlsUtqdIT
p+GInCBVkvNYsqDkqm9Ek7zendu9UI+xRf8gxRFWKvdC9qI31412lbQvvr4Cfl7aiqeRZ/fLNpXL
wC+5lYjDrVHcSulRlgRHU+4M/0UaD5cXydKtAKD9hBIyeOp8Ml0KVd9LBjHLnNxSb9RMfhraL1ab
bz0v2+VhbddKdyuK0Y0pmFeV5H67HH5prKB4sVAwpnLxx1c4qT0ETa01GMtNp7b1Omi+LWcKbtEm
BmziG4v1uvbWVKqWR8xNRJ/q7rCNZrtb6AfFdz1G3Efalx6ipzBIm16qIyfSvRtd6mCu4LiaK47m
vifqGu1g6aaC7RTPSnrlIHDmB4ri+pLR1uyWrLoxc+7yR7OraDIP4L8PprU1rb3l7mJU6ELKgLto
TXxu6TUo6TixTmodXHzn1KDSCtyqwS7d6cKjRCOqBhigCr99coMuHOLhqLq3eB79+y8NcBc5hg9g
whzSD/LYK/zpgIGDHt5EdZlg4lPnt1aC9HoT3Bmh+6ONrHqlib+UmmDHoFEAdYGq/fxcU8o0DuQ6
c9RCwac4tQ2dyy7IHxHCx+URLlyQUIKgtYqOLzjoOc3VzdVSNDK4ca32E3OQPZp2m5p3oVWXRwOR
/MvRlr4i7wmALYSihPvRpTjZOk3sovNu8aTg6vP8YWEtY3QiRlvJLPZd9dBaotM27s6jDXk59MKc
nkWepUYhw+2mmx4zlfvQuaFTp8CWYm+nGGt6p0tZmFAcXpPbJct1dscVhhHaS0J+qEflSqUXy8l/
4wveRsnLbZSodpL7u8x8GnX/euz0fSWuVUcXB2vIpCeKlWzaWbZIx6CQ/ZTBjsJ3IGSVUNl5/VTR
Zb48qQuZEGoIvQZUABXaz7ORNiZNY/Yk11ypuSrNdkuqdvRC+imk9UFI+mPsrpltLEDSJisoDlR6
WTye5m8WNTcMZH+JGQVHDb0X7Ury9mV84O2Zmgd/3CTGV024Sa2dHL5gFmXjnKsZ982/VtHlXs2D
AhEVTm8VZ9Pzs7ZRrN4XBn5HSHUh2qvKF0O7NUuXVvy1Fa+Zcyx+0T/RtBmFoO2HIqDRzkxjTFCL
X6k1bPpetfO1lLeUEChmML9U3CYNyfNhubE8dE0z8ugXawd0Bc2W5imV8mtfiZ56q3y8vIIWNwvJ
R4YKBo+ORst5vErsxYC3YuZI1gCML8eWYxc1oq3mtwjhoOTrBk9u+hqYiNwFXy4HX7jPUqn6E1s+
j42BtySWNM3BLXpgxcMbyV/DrU47YPZeADYJZpDaB2qm8/oFVl+5b7pIScaCuTVBAWjiwC0wOF4e
ydL5DNprwvJBZZ0wK+dD0RrI7mpNM7cqrWwfeL5qj2riPSamZ21arY/3fpPdhoZOcEA01aCGtu8N
XAw97QV59frYZsmwcpn/OKjmowc3+mHuAs9vDhhIBi4NYcPHLankt7FkdzhZF9o7vMxrVZy47CRg
9YcV6HaulXu1KR201Q9B8lCa+iHSatuldxrqwbVr6ntfFoDUr3X4lqdOUwz0O6hQqXPOSls1oTdY
rIK0xUw+vGqit9C1gZKgVfwSqvlRDd6kSrFlvfsiJ/EuDEu7FNfYHksLheWBSjbPES63s1TKB5GC
iLacEygQdQJV6g+AkUGmV+XKVX05Eu8e84Ou+HHVPDmDqd8VcTM9YUNVPpiSf6jaeKvHxv7yklzK
WHRq6bxrVIKhrZ+vyF5UhBCiKs4+YFHy6hBE7wGUYnVNqmAxg0zgaZ4DaCd9KlOmAzSuOoQcnRWu
K299fH52mljWXCSE9qU1B+Or1EjSIfGN/KYyKunG1EvpWk1zRPUky1vLaFMqni96ayq/AGSFCTov
0GLSLCvaZFVRlXYb3LjZeyP8luutgWyyvC/Sfby2z5am+jTi7G4z+HlZWZNpZph+K0QnlqkLD/ed
stboXzobTuPMHnlu4opZ1RBHkOOdUIA6s3pH6KsjVts4pfgr6WPpdnEabraCOsUP+qBjIuP6bSxR
Acifu+BJFDaZm9mZtbu8XiVtSvefPhxNA/r8k3LV/GYxhklopApnLCUQwJlJ2fflvioqs9qyZfSr
spYLZesBqt4NuFW/inkpPwiaNShXtZG09Cpzqd/pkYKxR0OhxNup4zA8ykMmGo4yKkr8QPYp9nmX
qsYhcKP+RyTBL3C0wVO2/uiRBj3Ti66rwqq7jQxptESfv838ba8J5VUsZsI2mJatksouEj+NKL1b
tVgd5KqLho2YWEKwaf0wNZyqd807TShCYIOSmT8onip+KWQpftPEBDkuQTJHbvmV6ImOGkguVMSs
Do9N0incWwcLjTZYdPwGs7lrDVfR7FgUvB9SGeQbqp7ls1IoXb4ZmqLbNmEtfoe7wF5XxUCHGZR4
vr7T/EK+8jpsg+067+rYSapO8/dVAjAAEOOkKiHF6sTLEg9WISPsWceNPNpW3oPvCPu0IDWhdH/V
Rb6FdqEXmu8ZjhzO0BjW78jLpWOiWMGeKsGwsWLIWFeA6tF6qhHrs4uMSba9KhzCDY59jQN+EOfB
RlSTX0U+NLf6aGUVWpah2yAq2yCngTOL9jux3PqHFNSD6UReVf5sKil9znCOcm2tGMxNbQrW71hj
ep+MzPDusNEQQ8cb4gxyhDreqIgbb9sywkhB4thPO8vct6kr9/Dc62NSN+HV2HXpkUKXfBRryuBF
n3eBLac+drdlxQoTSmCUV5o20B1PtczcykIbeBsEHFPk6Fr3VpRzoTwMqWR4m0gWhdukYe3aQyZn
b3I5AIJxwQuqTjmMRbHpsF3LHvM+9K/1clBUp8jHAvpOXxSTTVlWads+8r1d6HfVnaCN0rNa9sEI
CBpTdltWMll6yLU2zbdNJzXerVCXyk3fydVW4RL8D6T3Yo/ABgDVnJWRrDwxFtP7xPSgz0ZGVeaM
47KsWT0JjsYhEmuuvPeLW7n7FgV3SmSn4UHJfpfjZlBudHOVAL+QEHjVUOOB9jnpuM/yatbWVlFF
3AxgCt/AE7vTvPcI9w80X/Yy4Yau3dEFvy6SwK5iUPBqtpKUFlIgqllg+UGUoeY97yOkgjgmvt5k
gDQkW3b22k3TqexKEf2HNSu+hezOVZh+Jv9wFZ+nvziv1GQwuBdkUYUiAyVrF3WJCGqjJcdUYo1S
ia5hF4T5Sp5fCgzrCRYjBDbtk0iHJMRaJdUCta0GwO9dnuj0Uw+D+8VVgpXVtDSfVFVQJ5Tx7yDL
n19K8qEjXxegpt1KpY5WqNmVJPZNbKNzi4gS6avZjJ4UpfbY6N2avM3CzYtOpgkQhtoO6uyz6LUy
VMHYEV3FCboSGw4y9xgHax6YC9cBpAJh6as8CQAzzMNQijRzP+c6INXbUjtgRcGJ/cVYeyouXe+B
SnBfZSapAMxX56D3uZJ7AXw/5uqtoE9LMW6ATuTUYNIxSNU9foUfRgNI7k51dXvgkPvutk1b2LHn
RTepJxnXftVaB9/T/a3r5t61H3TCVlLjlqJFpUfuJqo7+qKxjly4XLb+GkVnqSjFbAHzlyfoL/jf
80VhtUGqiQ2W1rlOtcAfbT9Ot/H43VdSW/K/Q6KR402iSivLfmk1nIadfaaoShO5DAnbaN02T74o
w7CP1ywBp98+u9Ogr6LqAK8mKM38MlrHSjW0Ipfjljq1p/j3kdesqCishZiW4+l7IivZ2B4hkiTi
C7v+o1wH//7NMvWoaQqhXzpVoM9jlIVotHGFl5Qp5k9pJfzw3HiHu8DK3X26UX6arZMws4JAE8Sl
XpuEwT49j+8z6Al+cBtadmxtlfZrou8v3zkXMh/DYkiwWnX0fmdLICmoHiZaheD94G+yrL4PR2Nb
9+qVXLsbIxlWTpPFcAhdTOTWqbs2CxeOeqE3Evd3l2qrNMZbrdChQqDrpfi3+Zpd0kKuVelB/zfa
bF1AweiFcCBaKdyPXWXL8nsV3dbazqdDk64lo6VPB1EDCiE7GKWn2QpRIyQ4/W6yddF/qcbWMvZ9
9zsOv1iduyma915da7EvTSZiEACcLJBwlKjOl6Sq9NTNvagAbQc3MnNze4zV3m6i0Bl8Y3Aavfnn
8mpZSBhUB7jDQo6f7kOzz5f4fWZlk05DlgEV6/V7z9P2Mrdj+3KcpZFxPVR4t6OD/EliyBwGI2Cv
ga2ttu14jcCoDYXGL7kcrvE+l0PRSyP7Igoxx9QqLuoGYwyAyijfMlEEjvYygOvL3cOwVq9dWiA6
JLL/CzWH1epBxD1KAqUOjUsu7zq92Mij7hjsvtj8kVSbek1+Zenqygf7E3K2RIImRcmmJ6SBxV6R
v1jc28Q+2apC9AAK1c4mii3drsnqQtzHluV0rryCMVq4DEywKXT1LS4dtJTOlymtyrYMR2Y4xi41
QL7aEsrbWhCPJpDpy+tmLdSUEE4OglhoZUWYtIGKvjiYhbYRuLjWfQRtb+XIWUotQPIhW+DExhed
7QSlH6zSHICfhm26dfEp2MhC9iz03TY0kq0ZC9u+z1aOoKVj7jTmLJ0ZXqj7bUjMGGf7tFSoED5f
nr+l/W2gOaBShwRdMd8MLrg+tRrALeaai+JijKY9gDtzRUB3ce7+RJnvgxQqWjt24JLHxqJYIbwG
kXU3wXcFA+MjT9233poZ2tLWOxnYvMaf1bmkjxGAa93/qscPpvtb7o9BtR3jBz951ttfl+dxcR2e
jHB2iod1IIvBFM53b80ewbLtWL6uivUvroeTKMr5ag80uonKNI+lQeeiCymoR76ysnuX8uPpzE0/
4mRLZfR9pM4iCIxrW+4PUvNeqo9a8FPXtn8xaZN2HWA5k7w/G04TNrUhZUxaS1MgFOuNEhzwTbLc
18txFpffSZzZiMLKamhGMyJlWm5N9NPMRaeTwl0UW980V73Ko+hvssVJyFm2MNJOC8eRkElNYdTd
+P5TNaCfSQtR++m3a03uxeUHVRmqHUANulrn32zwKjOWjSk5eYIdt3c5SLQ2eNSitZbB4uIACjFR
+hAvm2+r0W0HWUwIVMVfteRWiHfwlZ3U2hbUk/7iq52Emm2plJKc0SuEGoQbMZJtOWm2cXzlURuJ
ohttra+8uLdOws0WoxIovmiV0xSKxS7y3WuvW/MT/+xJgdIEBYf/zt5sISaBlQRqM83e8D3VnwYs
xf3eNoerGnn/cQddD3HDOD/U4QFrOEcPXjrrSa8fBiTbKuHL5fldvCqc/prZGgUviki8yq/BGasp
r+nm2QaI0bby7Fy/triCyeKuqK79dLuqhfHR8Zk/e4CA4BuIHgb8xdk9RdAxiTKrAe0DU/4WIWMu
F92d0HA3kaL9YGX2mJabvvyeWjHka3fNtXA5PkUZdD+4pwBsP98xLT3RLhBgejSSflSUFgez2E6b
F1FvbTVR0JuE9pu4P1S9fFPFleyw1P8DIwvFnz7+JFo3G32mNC0oUkbfdl+7VN+4crkZzEkKvXh1
LflImXeb9xFLo996WvRG9Xbr6vVNmaxakyyljtOfMttmAGoxmamZiNSC5O5vResXLzOx8A4ry20a
0/yLnwaazXhtJuJEx+KqZnD9jV4VE/OA3K6yL3rb4OW4L6i+hLQN/LUe0lK1ZTI7mQiqsDNQqjz/
2MAKorawmG5PyWwlBzLyroiPibQNMYKIwnt/uEv+AoN5FnM6lE6O0VFlZzUFMQsK+cVWDgYl3uhh
0gEcCfpvUCq6p8szvHTMnY5yuhKdRPTHIE9aiYgIV4bCdZQjyJDZfu8o4m0Yr1Wqp+zw+XP+Z04h
S5xHc6ViCOWcz2mk2VWQVYccSLth/bo8pqXz5s+YPmMZxhLw8jSmoW+czC24jWCQFzwnFsMc15qa
iykRGzaIbBSwTGsOsIllSc8a7JAczceAZ3RE8VFTYzs3vpj6P2B242ywA/Utc++bdGV/LO/D/4ae
o22qXtAicyB0XfS7Tt4lTbNJMAgL/kJSYTKV+sAykX0+dTeMsocwJRMpyV59d1cOjuzdymJnS8pV
HG6M0RlX7ZEXN/9JzNluMMYxTqWMmDqlg8jYxSL1YWr94U7QrnXkSd2tLmwC6cfl5bNEijgb62xP
BK0pNLFE3DRpndI6lvWdppPcsXu8AdEpCvWGqp6f7RrZdvW1PbL4TQGUg2maTJ+U2Qkr0QkEeQg+
Ps7Kl6YLH4Ouczr/NRbWtKUWd+NJpOmXnOz9um9j1K2JlLnxJvf9jQJNOBfS7eX5XBoQ9WNWjwL8
FBXb8zCZ1PYAd+AqxgL0ByMMIfZ55NFUVb9HUrPy/F2MBnITLwj+1HkbzizKRBJEqEKCDNHfVUCI
+k4iFI/oQzqXB7Y0f3AH/xtqtj6VXI4R+iGUL0BJjpSa5jN0702ua/vLkT4KrPPEeRpqNoeGlvpt
mxAqS68r+btsPej5XVPc+PnPCD/V8bsovUruQW6/ZtETMlTWmqHrUk49+QEfXmUna4UmrF7RUubq
k70nyZVo3kwWk6b8kARr3aelI+k01Oye0xauWlkg5J1qNH5H/muUBnamt5tcYOGASG3VeGV6Fz8k
hUrgkWC/PqmvC6EuRFXr8iFT7Qi6+KXJ/U3R/gWTA6TtnzCzW5Ni+vTQVMJwi7yuM3U3EiLotQPY
vhVDsIU5hFeNFqIOEBpe5GwOsWj9v89lWF21jV3V2nRighOGZzyEVNU2WtlDZWurcuU+sfAiQswN
mqBJh5ai4jTVp+sEjXw/SfzM0bJAeFKaxHASlJ9WPti03GfbgaYhndjJFw9Rqdl2GAvFzRKFhzHy
IXqzEQPUQlAU+m5S4YgxBJLKFb61vDQulPmp3GNbie3pbFxF1lIxLCbYG6wCBQp03LSI5eJN12io
EmgHfCG2gazakSYcFXQHDcPbanWwr8fQLr2OylW3cfVuO+rGFzGTbNOMqaRGaDBFmzy1nEiONpeT
xkIm1DBMIwlOgjJUTM4/xdBjQdXngBrTqsLPk9tIaMfhe1I/Xo6ztNY0qK/8wXX5ZFNotKlAFYt+
fF/vNVwnXf/ogUBEOEetDwb7+H8LN8u6mVSOojFO4byXzPJtyboL23vffUm71l6V9196BiBtDSwQ
u1uw43OCbZIXQV+JOjTmbhPjM2fVdhhJm0oG6mtX2nHMbrM1WubSl5vkuwF1kJI+dRE9udF6P+4g
O5SbWomdNP6VDl86cY0nt5DUP2TC/xNnlpAQ/KW7ILGNNPPQIgCk25qg2tLoxPkq+nF6qc23LJl1
MtFQZF4A89Xo9WWpBsQypIdefRB6pNhaG4G8pm6Rlt9BuM/yHbJLKNruzbVS6+JnNECtTUTXqY05
TcVJXkp0I9STof9YpLX4Myq+G9pObpG3xDoKXYNmH/cr+2IpZZyGnC1Uv3b7tNL5inpVOuNoPSeK
sJJtFz/gyahmedDXlaHTWkIIhX9TaIg1okbalsGtFsVf21XtyaUCCFv8v7P4IRJ4MouyHle5WTOL
RtG9l/69gVtJ7Hv31MCucqV5FjxzZ1GorNW36q9gTmfRZ4ealVn1kFuM1q+OUbEtwh4k45PQvLve
q+nfZPmzZG5L5Uuurtwpl14EZ5FnGyUQZDkdTCLjVbERSjR8av9G08P7Us9eqjzeDd0TxLe94LWb
KHwelFepXVPPW538WS0kUvQh63ImPyreY/cRROOmtpwkvG8/LBnSkbfY12rN63cxF6FhjMUJwHhp
ftQOgyf2qUpUX9qk9bNRPbjdLkxXFvLSGYLA7X+izFVAJ3BjJmhE0VTO9IbTdTdKB1n7Lld22X25
fIIs3B4oCojQg6FkYoAz2zWBMaSQ/klFlgnxJtrr+etgCc+lmNrQr/DwkO1Y81c6JCtB5091FcbR
/2e6t9kma1809zrkQelr1EtvDC+w9XTl+J8S6izhTnA8aA1IfnATnO0WFOYsDwAedyTpMUdkSi6P
Q7vWgl9YHWdBZhtDS/TErRWCjP1DzSs9tpBo4A6mrRz6a4OZrf1AMCUQBVMc8x+/7KiFu7b5702Y
ADAC8JveqB9syvMzIi1w0MTNgkUYO2r8Sj/OHLeDhtBovvZxFucN4hLHO8WUT4IWlgyqOhMJlbv3
Y/ur6J4N71mr//0rgAH9iTKdUCfpeozoKMUCUQSDQmlsF+ZWd7dF881TClr4Kwtu6YxFzFmC1q9z
RojzfUWn26vkKZyR3JfeP51S4FP9qmuPxniQum3XIEOwsi4WDkAKtIYBOR48DRWT8xECOjbVeLoM
xlqNjStqNsY2A+xs3hRqsDK+pR1skAUB2HIlA0p4Hgv/1kx2zQl3igFxFh0t6cXP3sy+t7X656hs
SzLw5US1tEpYHshWcWECvjNLVEOhx17YEVEDsCjUriOoaDSM7kaGovQ/hZq/7+k5RFoRTaGEzon6
6CDIXxVo+WNmrvUxlkfFE8rCo56e4OwqVnmym/eeljlDXcbvKWzxf8xcEt5AaufPlSG7+CxnsXcN
CD++icfRuNEHGaMGSbL8Y9QYWWabPQ70iJQnUoMJtF+0G1FJ2pX728KZBLxBlqwJ6ku7aTb7udb3
FfQIMM20Yymu6tWDlrV2DDVMyXwE375d/gRLa3ny3oIJy51ftWa51NObvM0r4vl1YUcZqi/feq7j
uvhgBn9BWQExBX8EjxtUR+fNDUEts0aZxjYWpfS1l/1hKxv5bYlg7QZw2h2GCsGBwa9gOpae0Qa6
GZMyB0/FT/vVjxXooSHIYq3U3VczFYcnoBzS8xj0suQobVx/63QlOshqov0utMb6AXu13VZto4R2
T8/nqKaV9saO9wZbrxPzyQwjLdoLmdp1G71ofX9btnr0VfMF5Ot1pdqgoyP99kaFeockedLaw2bh
ZML/hXox/UhqEnM/s9bzsasfsJJGLfYu87KbOFUAwxj/PtGhNgL4kr4fGkFz0DukRROd6SinFm7H
cDxE+ZnatxX9o3Qry34hzZFNyd/GJFghf6IZpqmfqcHEhytsCK35gDtbdVX2FFH7fZL5R77H5YW/
dLMlJJQ46Pbw2OeAIlMoy7zAyxHS6W8x2pNpbakJ7Dhx2j7aRda3LHv1lNcwXREVWOJonwaeY4z6
vInEWiGwirZkAaS+Ejah9aC5P+S4tYsOws2VVeyRiw0sbIwfSuMt8L6N2V21xi1Y6u6e/ZTZ6dLX
GOM0Oj9FEEpHQ2ark+hvJxtN/BEalaOUBzm58cYNRHEPwRKwself6E0il42ZJpB/UF1zSrWhuLCv
FADSLkIZoXbv+7otZitZbumWwCnKloHGOkltztKqbNRy4uoT0psiWbeL5R9usjenhVzuwuGqxH9I
N1ZlpafO4uw2PElA4kUJjQxc6rSNT65Cbs5P6aIJMZ19k9Vb2Yo3mv6Yy4+y3G/8/qpStwAHLq/r
hQPkLOZ0EJ7EVA3kzlUT3KYA52aMYfwPP6ZOgRbHUMiA8AO6uRxxcRWdDnN2tvZD5/WGOoUst2K2
y9R9Mu4npIRkHHKptoP8aHm3VIPrAh+Rx9x6vfwDloc8iSywgngyzz4uD4w8bmOokKJ4m2ebqn4y
a7rn4xbESErKvhxt6V3ODP833PxRFQVFlLsSXzUUfUeRD5l1N7THpnCEBGdgCH2u/pqLBxrOif7e
l+pa/OVV9Sf+bNNm6C5AXGe43njEVkgNvuZw7ERnCF585dDjyuyFKzGXzpvTIc9uCV3A2SBPMyzL
j377Sxzv1Ob35WldOgFOQ8wu1XnbxmMvMqs+7PwMFJUo7TRAEFZywEernL7sygmwcPXBkhhyNCQg
lBznCDGhk6xuVADFj9YV3EWxNW2r/Cdw98bqN1sKRW0VhSJAxsonBzKrTFR38Lrc6YXvWbrRRrBU
0VaBLdePa8C3hZsu9PVJzRreDgocs+Wh1pqJ1nQPbSKhL5/e8B7fhuHPtjhc/mBLORWlceon5DYe
J/NLiNSKuotsAedYo2GAnBoqVDE1VlGrr2os0IZK5ETpLTG90QUTzm4SNl28Kbw+WWmULE7vyS+Z
EsRJzkNvVxVbRcSo3O8fq/FnFrzVIAOGiN7ouHZoLs6vhYIYOmwqovaz+TU1xSuRbQAZNGKx4hqC
ukGH+i2zjDchBjB0eZYXonEtQvkDSh6yQHNpKzFAyMbMwgJJyOSrmdftQQ7MEj50Hj227lAeL4db
2Ogg4Q0ogCRT7ZPzk++1gVlY8DbEcDTtpohAc0kyZo21uqY+uTQymnV4zGvIIGAdev7RAtxXLYyF
CkdS8r1fptu0bY99YBzqplq5ck0lh9k5DKQBsgGvdnzy5u2UputoOlaEMsP6kBj93jfWpPmWJg5K
CI1PNp70SanF9QWx0BV8asOaZzLGJu94W2GlMhq/Ln+hpW2HYgS+pyQUqAvzq0xB0S3Py64A+wLy
WWyuAVRsrdY95qKxF+vyLpIL/DXzneSa7yuxp7U9n0gDqVku/pgcU3c5/2Z0bZrQN8bCkd1hW7vj
NqtjBMfanV6Ut53uc85XdiIgdJZo+3Tww5VqyMJGnz4ixSvgoKj4zU76sklrqPVi4eSdDi+kH5AO
6No72jz+Vg2FxBaNRtpeHvTSlz2JOT/ukclgUbZSwcGEvZLxXeQxlMYIRV8Os7QdJpVbeVLrgF00
y2EJFD7BcOWJMWXtxa7/WUjaQRvLg65Iu8uhlp4+ONVwGJnkL24y861XWrE6apTjsk52UuCUaqtu
PNCdUPs3kQi0tSk2SfsacatoW2//P4afDdXsQYt5BeGrpje2KFJD6Ai6XZerYEsCYXBI5ve9Jwx2
EXr/GFp445rlPys/YuEWBa9QwVYSdASV+Vkah8w4AlPQCgfOx4OOAzW1lX5nucUPaZCvQlfZN4C3
G9/ybNLHyiV96WNDJJgEUMDwwa4930epWQ5maRmFw7votqv6J/RSnwRPfCtG69vlgS4t35NQH+nk
5GwchtwEy2ISqs7hVA9pch+2uu/opbpWi11KsyZtTgAAzCvaZ+ejkofaVMD3c3hQEOVJ961TtZ+X
R/NRCJhnIAs8hAFkdbL1nX22BGXDcYjkfPJUK9SNWFyPw3sTHeJYsdPqza/1a917GfKj2z8X0nto
5U4R3wr5LhkPRrpXB8CY29zb46/VKSuH5+evirE3TzpKJibq43MZyKrXPDVrYXxLsOfw52oSzxnk
n6H1dHkSFuPgSYkL/CQ6Obdd6a1WaekJoumDJ7tGUyLsaF6hprdqM7AYiSHBJftwAJ7le1/IS7cL
cPqDt46N4RMqPYN73yc/Lg/o88KBKvRR4Z6ABwgAnS8cq8dF03SpM9VdrGMKjYGY67prVPalwbAT
KKZ/iNrO76tVI2hV6fPCaPM+vuZaKtxmpQzHF5yjN3TVSh/k88abqri02CCJTtXV2UqVXPRLRpeS
Q2m43J+avdYYjp6tKUktzR0q2pPupwIvdU5bRjdFieKUx3dvHBL3XY7fLn+bKRmfbziGAbGcscDW
4XZ7/m2wPm0HPYGonGhINNpughCEf42smR2qR7X5dTna8mj+RJv+/yRbSZIbKHFEtKDTtqOIeGts
bC6HmHLrpwEhb2FJqkZfZb5LC0sZvDHjfSQ2yp0Qm1sp+2b1T4b8Ko8N8iUNT8BiTUftctBPGHQl
Ngtdq3kAdsKhana+th+QGeqTfaADRqHsmK+xhBaW32SRy9mGYjT19ukXncyk2fuh1fYKtaeqwG5h
J4ziJlp1nVqIAtgLeoiuTqwFa7bI3b7LBq/h2htryUbPesi8AnWJ0JGH8OsQ6l/a7FUT4k3kPsJw
+YnH/TVkkdJSNgU6XJc/rCR//rJnP2b6/5MhVx1VcXe6g1vWo4BXXF6jeRxsIo5Auza/pk123QLh
sEZhG3e3fT+spLGFyeBBSD2Zww+m4JypI/dIL4dZXyAbaH7h3eYhrN9WTlTFaze4z/dgWaXXSRsX
4WzkuWfTnuVSENCWK51swByvxTXVzkfxoTC8n5re3EdFZKwgCRY2JhBLlAOAONO/mbcCtBpTTbms
SxbweANy7bpOi+3l77cwfegTANaGZ8W+nD9sukALzFCWUTnMvuTDU5zuh3+PK5nkFtkVSBahzDrf
+6NmRoUbaaWDGMGmR8AEgV2kkb1/7y9LHLrgE8YNzcn5bAVN3HpdTJwCNXHUzF3lUARHU9hdnrGF
E216BuocL5OU4LxrUqY8SKE5lo4n3Ojpk1wcRqwS1/geS9+FnY0vosilC8Xc821loaDXF4Zasrcb
CH7moamtXdCp/7rSwZyxlCewHPRQY3bQRJ6a0BFkzpIRe41Hwy1seLwmNbK/mLSTOLMjZkjQ5c58
4riJsvMnFwJDf0EiLLWzYaXusJD1z4Y0zexJQgoiTQnNhlADsgI6VrWdZm2yAsVsqX0t9Z9xicn1
msDRQn36fCKnVXMSVahTZWxLoo6gflDbs+Rfg4RgGYkosw31iGIej+S6lkHSHxEquzy9C4kC4AAm
cIA8p/baLDWVVlWmYeqW9FNCB5wOCOl//wEhYhr0IzlzpE+Gxwl1Db2fGlYpxigDsDjjWxg/B+PK
PWFpIFx54MMoJo/luTZEK0dNnqVB5QRFDRHI6bjGXZ6qhY3Fxe1PhNk7GH+IETFAIuTWUatiW6gA
u/3NKEippKLJ4VScLYZCyZUOpdTKiVvMhmlzSWu2mgtnEfn6T4RZehD6RuyLnAid9RDEWyFFFQ+0
smunykqjaSkSzBcKlMi/g6CbvtjJwlb6nmWNyKYzJNdlTf2JS8R7Fmxq93D5w6wFmn2Yukn8oMwI
ZLHCOgk7TZ6z9JVAKay1PxdINrCsZYMShDqdfdosFg18RIm7osJvr8PI7a3I7nQBtcKf2rBB47nu
fqrqz7G647WuaKUNBLwxV9bh0ko/+Qn6VCo5mdciKRtxGPgJIzjzVn9Us5X6/MI5hWYCvX2dq8OE
hj4PIIhZGmEWXTm1JNsd15bStWWptGHjX/5wCwn3NNC8tW4KQ9VEJiMRByDfqNlfq8HV9DrmZayp
O8VfKUesxZPPB5ZlgtR6OvGa8JDmm1LlCrZLNOf/kfYlzXLyTLO/iAjmYQv0ePrMk+0N4ZFBQggQ
CPj1N/GN73W3DtGE/XjhzYnoQlJJKlVlZRpayMtf3pqzLB0YZ/OoXpG+A7yUIzCPEyQedDSdf0vF
w/UZXDMx//3MF1phtTZk17FUYOMe3krjjq4hL5a9YQZ0I7tl4A12aULWBclZjlHMWIP61KWbzNoN
a2JEi05tow6GRh1AqVQxBVSgPG3qMJCh0IGcLsNgrRC7YAFcYeCwQFQM5IqKXiOkSWhtjnXkIgAP
AdKJQSXerkRF8/ZXXqsoraHZFnw+uPTUN4XtkUkUgV1Dxq6JNXfXkE8oK0xQReTdfbaGEF0aErJK
eFT4qC58wBXV1HanJkMGz6X69OyK+nXMgubvEyNIw/wxopx4aL1gkKRC8lPmTQj1hKNwbVwY7v66
Jy/M3Ay5MOaKzFwqUQ6dukiMgkFmOkKjW7atew9gGygShoxV93UT+E+JXdcvOa2dFcMLhwKSctC/
weMMLzRH2UKiz5LOB+QiyvVD6m+64KFxd0ZxW5MvrQAjyOP1cS5cVhfmlBveTjF8z57b7EZ30+kb
ovFNUTeI9mLohqy444KDQLUDzWgu4K9ILChjS+2Ad2XQI7asD31JIgpUyfXhLJwOFxaU4XiUOlAp
GzAcDgAJI1FbPNnlbdUO8XVDS/N2PpT572cnXSZBgAr5cwSq+mMrq5ClEJivb4wKjMzo5rtubG1U
is9zF0K9lS6bqJu0+r7MyLDptDp95FPwqDNhroxt4RTHBpurSBA8m0/Ay7GNEJvjowNzffDIykOT
/wj6FU9Ymr6ZcM9GuRgkBCqYs6/JUI7m1EQt9G2dUHZ7SYA1eu7/vksDHRpnhpSxJGYCUCeBIb/Y
Qx6m0B+8Pra7eMyesn4lUFly7z+2EDFfzpvf9QWAiLAlhudcHv1/SHGg4AQaKdx6c3efEi+MaTYM
bmfhaEgb1CrfC/TA69pKqmahvIceEyjsYIsiV/OBKk2KrJ4QsmMLpXEyxLQt49QNW/3NFJ8E3fjD
CSisKfh13cWXfO7Mqhp7leAwM9t5bH71g1Pn3WzMjd+yT//NivK8lBUNeCkxNoSRO4IWiZJWR8tf
40NcujzQTjwXmlBmQrX90hGSgIFcyMZgPP1XRfeyfJoqEvZNOElM5LfrY/odiyiXPGCvf6wpZ56Z
2dAqy2EN5WH3i18M5OAGk20g555MwOFbFkjIp+ZBGKkTOaytTh6gmwcAANqNrtE8glx5e8iK0o1l
I/yNIPzH9U9cXFzAJn+nk2clmsv5sHJqCxm4+MLyQZI7inZi/ekfTIDeCPoeDpJMqonep6lPSkyC
M0GYuCfov295WCbJSvjxOy5TZ3umcYP4J+IDZOcux5JXFhtLd8QdRsxNL947vA+6zIyLItjK+rvp
BWHdd9HAAU3R+1thjXYo62nbdp8n/4FmzUEz7COSD/eOnsQ8WFOBXTqEzr/Puvw+mXlmnRTou63I
u7BvyzXg1pJvn//+bP/s4qvswia2jUPOxCFklYdJ9LGXHYviIekBt1vJgS15zrk1ZSdBkEErTOAY
0KL1ZWzm5MCbswYAXbpdz20o+8ft/EnWHDMGlreCvFh46ZHYHFccdAF5Y6IQCnj6TD+JArSyMCmY
9oeSYiiT+SZTD32Zhwbw1so7gHvDbY82cqL12oNsaWznRpXVagOr9hMH3ir7V0peHIrX0u0/9O1h
aAhZZx5phP0qqC33ur4EaT+scLLJ6xJ9bv3bxP5eCPPSjHL/+aWf6KTGQkFKaqriYIQIzDSBZ2sM
oUgZ2tbKfb68ZGfjUpYMXbOt1H97xiigDgmkC9AkeBWcSquI5Sw9QkH7XQEqHdRrfBFLnn8+p8rK
mRmQ7ZaOOU30x7z7TLpdMxyvn5lLQdi5CWVzaaZXTToxEE8M9Kn3zXCEen3rNS8N+iVQGVhJwC2d
TIA+z9U+EHx8wNHVk+bkbQJzLtV+joX8xiBRcn1Ei5Nm4b0Ggg10/6rYBpkmPVRWcL/ntf+eg03P
qNxbP3NWzCwlydG698eO4okGmvjqhsJOVuavbf2ad8HBHSkoFsbIGt+HSduZfffc5nKTylkgMI/8
kb5eH+zSS/H8IxTvtL3SyKU+X3mjdd8lGZSt2k1B7ZPmpkcUSTYO9CwqmL9udm2OFcfsiemA8Rtm
SWOFyPiE3AAMyz1ct7I2OMU3rbwSQHjCSkMjH8MYXi3otFsAkHyl5CZBGfi6vcWD8mxFlUtAr1xS
Z95sz95kSQyIEwve0er1D1bQcgXXnKlmVAlmRjMdmul4NTLrpA87J41ld2sZK1HuYgiP/lLgLFHW
Q9ZUibfy1ENP4jyYvHprbDPMj80vz4098x5EBx6Nh/7ruKYiu3iYnNmc44azuCAVreWNHDah00SK
X4PThXJ8D4o7scpzuBSCQO0ZKGP0HAKLoQwP1N4e0sHYfY5/27DbLrtt7HvB36zpEUjEv1+xc1vK
sDpTm8augi2bZmHmbngS21Dk0uSKv6+Nad4PZ9MHkqW8ciFKFWUd3VSDD5GlH7lrgrZAoM/eihCl
bP7TyFRkKsRSurpJ51nk91X60+tfc/D+BPrKBC75xVz3Bw4MtPq4TC8HBrldXWoe6omOB55PeufK
4wQG1kTcmHx3fURLJ9O5KWWtBpsOVefCFBSikuqr7h2c9Od/M6EsE6uAMsXrGZGOATaY/EHj3+vh
78G8Myjjf1OmvoWD1iZlYsw+l3f2ptDBEGu00AfIUbq8N4JEj64PatH3ADRA5gzNvMhgXC6RK7gP
JNv8PBvMtwm9rtHkDnEjxxudMjRiWO/o8VyxuXTegp0D4SJKcXOG/dJmYGdG2kgUessKPHTziS6g
7RBT+/n62JbtAL5vofYHLJoythTcSzYaJJooYPIAsfYCOp6BlkZ8XHG++YfUdyHAm4iA0agzo8Mu
BwREQ9G2Eyax7r+2HABBCy3Xu4FsQIhksY2xJta7uK/O7CkXVslZKs0B9sxpX8nQMuNUfPaMW8b/
Gm2M6oQBwodZutaD3szlwMxSM6jIizaqDASHGyluE4iCmYe/XSdYAW+AidAQ2WEVk1TaxDHHiUL3
vEAT2gko3GaItbWn3sdJA+4JKf1Z3B5pfVXmw7SDAv33NurZTQw5Ywh/lRysmA98rY/y41F0aUhZ
HemnGRAxFupH1ndQlZd4I7ffrs/YkgnApG1kaJHf/NC3aPiA2mu938KlT63xy+2/V2v8PSsm1O7a
IeiIMCeYMMdD4RwsfQel3eujmKPFy20zL8SMokcyBYjsecXO7j2u1aMuDB+pshwyHQKl+bRaSdks
jeLchHItpFahDxMQ8wCfgTyLp3tQs2zqjv31awojsXQdiSEQYBgfoK4WFaISONEq6XwlWYngGM1C
twALPUkp/C1zzBUP+HjkwKJtAfSMQqKNVrrLubNHcIqDeRIxA4AGNL2bAnfX9+juOmSZFYomLNeq
RR9P0wuLlpLhTmrQiXf9fMOiu72qN0Odf4EC42ly+7UGr4+XEkyBBRB0G0gcIkl/OTiz80mezJcS
yFtuSCqe3BJJPa12XwaZPHV6H1fu+HrdGRea6y+NKq7S6jW4WHXcFl46PfQc9Ayl/90vpijwvoye
B9nKfDs2PgXYS3t0q/YOAio73XvVaRIHdn9kjrflJF15NSw68NlUKOtcA0aUJCW+yhDTNumauwFQ
4CqrV0a/OOM4G5FKtnArqy11tp93nT9gn5TDF1fYoQ0hB+hvgsxjGvatp4XXJ3vpLMYjZU6Po8P9
A+W10EGKWPgYFS0/C4ttfaN+LKdfrLdu0Pm+Em4sju3MmHnpTXXgph6KuMimtBCxYWRP2oMeQDTl
phUHw1/jKllcsTNz1qW5Jm1yp2kwlVOShLKHdo6jR0O+VqtZG5XyFO80V9f6BHtkEEGoWV+zPNb0
r0bx3vs3nvbj+not7v2zMc1jPjupewjUBzmyQ+gbMcMhN+Na/EgHdqDI9/03S8rl2WqsyfU5lHLZ
r4qg1GmGpH1h/t8DYrDbcbIAnIpOGKhyXY4IzZG2VxgBQjbLDpG7vRMDDbOW7K8PZ/GKOzOjrBIa
OxFVcVwMXBA9Tqrc2IPzwNpct7LsC38GoywPy2299TsMxm1PaNzbWt6nXh642LlaVPufrxtb9gUQ
1gM0BMVmXYnenYFNQaLBv8GvHGkdohu3Da3aCzP297TAWCRwV/lzwWWODS8XqXYHw0pczJ6Zg5XW
fbLqd2/QQPL0RJgRGXzF95ZOJbz30dmInhvA6tRptCZU9TJEu6xxQtLcNZDqqPjj2H9q1igalyYR
iGgLLXxoK/qg4s7sbvQLhpC3StGs2TepeW+aRb5j3HkAiZZ4ub5mS244FyRBYgXef+DXLydyhs3Y
pUhnXpZiU5rp3ZgO2+smFiYPeCYMBhBiSG2pa1U5aeNPBSCpgfaY97eFBQ4PHrvIXvj5irsv5Ljm
HnM8GtA7glq1+t5qKtxkFcdCZQX4V6fvAddi6C+GPB+3ObIYngXGYl2OyIFNT8xZA4jh8Yj5UiJX
tF6iPQtdG2ASVoseReWXo0MIoJcmiv1OUWSfvXQkG0NIfYLqHCEvLNHkRrfS6qDlVvldVL4b9eCB
fu65n70kAkFEOqIKS5gmtn6RO3j6+NpJWk1/1wlDosXAqeAR3CL1d7Twt58IHazIaQ3+CZh+P4sG
g2vgvqmGb7qmOU9t7Xt3DQ0SMFKW2R7wwuFn3rmldTckNjiOvTlOo5Pu/nIHUbWxRTPzwKdB28h0
oodJz7wSDJ0EVI82yYqTw5GTClG3cvTQ6YU5xuMwuh5QBzaTIXGrwNyBF91GZ9dU2tmmMDiEXVvd
awGzlZncUOjMbLwk6X/13RC0YeYVWR4FRRdYUQKRlMNoWMNNYWjlqaWlfPHJxN9arX5F//YDTPX7
oWIegNr6NPWh8AJwQ2ZmOWtNmdY27yX90nnCjyaD06cOye592gYG2hhM8EayAel/AAryhm9sl8ge
0F/d3dkOtTZuoRcHgzJzQw28al1ITh6xaTTwCDTtQWv6+uj0vX8YAcPokbcaso3otU58J0lnpEcw
+FHgNEvuQ7rezatNbTeedZTZYKIDAVMeYieA/K5jOhp6aAORElSC+bPd5AWCV4KLGqLqbyVvwKmj
BcF26BNABGrP7ULfbvUvw1iAUaiDEIcb20EKZKBRJMUWPeDo3Kx5nz53Uyv8Z0qHbox6tNe8MynK
PbfBnx25U0m2YGMaf+heCmBNg6b/TamR/hWSQ4EZGyxxq91U27BpNk72DtnE2j/aaR28IPIu9yNo
FMwkLOvEup3AIhaEYBND8wYzOnEaTO6xI0o5tg01H1PfsFrPqrAKUGoMLQaN+LBigYcW1pxzbERZ
9duOMfstL1OSQFKLsaNW6vqeJ6TZD2hVj/xm4jjeKbfxbCKmx0KSJi9ObxlxD16X284SwxalbfPY
ZqzeJ5oITpakuQnbKYGYhy7SvaCyeAId83QAah1p72nIjU2VgNHcHqY0bHjQg4nKcWQac+r1B0jJ
Qx1gyAcjrifL+GXlPbhv2j5HJNWbQxK66ZCcLE2jz7pXyZ/B1OWbMZjI4ygrsQca2/gJzjYuw6Hw
pxvCiiQuU8d6rFtDi/ISrBKhhTFvnbongJFqafMFBNa5GXolTz+bRYF8KM+5Lx8SxsojEKEacqS6
oI+2bINnYdbpQwm8wWc5tqO31YkV7CZpJmw/eVp7ygzq4a538nRTCuI+9pxC+Fr6GjVOQqf8yUE3
x42pucWvykGcGMopQCrZtlu58VPWBaFL/F4+C8loVBS1OLqTN8ZOWRYbgo6hce3MXrjxIAYFBoaZ
MA2iyUrAJQOvdPy2xNmAfRFrE6ithzIavSAGoAPSQcWrU/+0oVkaZjg9u5Acv41pFbPq1tGHb9fv
qoV+P7zSzz5GCctaXedtSubrl6agMHgpWRkX3pdhsOKpS39V9fc6dU5ZgshTgIWqXXvgLt5g5x+g
hBoU4uw+G+aUlyyOBevirmYxa01ATm1IGhl72xYbl2ZxiZIA6HreVyZgvvDVCwzjR7Zi5jAGo+Jl
QKBpdQG0Ci4wt/lGMjvO2mxrsfZLR98riKyETV9thFulMeVZGPBhJR5ZdAYkLTxEv3gCqrk4QM8g
yOUBYg2g8L2TdN+wVY49OzJUPVZGOqclPoz0zNT8KWdPl0qD6oHogBnXeB3nwUYv6k2Fhhxoxo79
m5vvhuzYmSth/0JAjs7Z+SENBh4oPyjTS3RqJ0gJI5LEPehM8g2Ceftp0sETxbyIN+RJW2shXYq/
0N4CghW0coMSTwnxslTTJtrBZN7mkYQsc2pmIOc7JDQSa+oqC+GkAe0oZCANPGAslZ2+Z1lrc2tE
/GV9F6kMvbXeoyX/ODcwz+/ZouEYNOvKh4FO1Dl6FO3yjsnkE4XkPR6GtI6vO8m821QfsdBvBwLJ
31luZbmA7MAVDvBYxPrnRr5lxXvqrmQIF6fsjwm1UyYbtZFrEiYGa4jdoY3bZvefBqHG+CyZbOma
sNA13/x+33mv/1DngKbELNKBmgBKHSr7iwUUx0iIgWdEngHoA0mRqm5DzTA+MZOf+kw8ThlUpmu5
VhVb2k/WzD4GLUF0cKkNvsSi6P/WzTbqWwNEAt/0coOYTcumTUtfBn0FBrvkfeh3CyAbBoIyePil
90HSrmut+aoixktdbej0TfNuhrWTackKRG8MsHNhvyLdcGmly/DW1C2sV8HuWzR6JkNYW7jS/x7d
YAE2/MeOspccHgiZEx2jAQ+0Xnn7dqKnCoEjZfpKuWjJyaEU7yP6mXeSWkwctAaSsBmWCdf/ifrT
CXwr+7/3cjA14t6YX+p4y17O2tjrNq5uVHG0zkvRcsa8uB7yJGImikf/YGp2daSiwbajHuIyaAil
XjAHCW2YD0fGfkK86rqNxRlDw/qsw4cWdmf++9lBNxq0q4NCw3CGB6I7YWKu4NiWjjb3zIAyX2mW
5r0YkzZKUUlGT1Vo1zKkaxIFC0Se2CxoFQXMGP+hfH05DjfP66wi7tzOptf7lhEkbRwxjrGWFdoh
q6Q4FVONhCi3nNKIUt8unqdab18rCSWVpDSGfWVN7JY3YM1fCT2X5vj825QNICa/AcMgXKZhPZCr
w6HS5Pb6Mi6gBefxQ2lpJi9CBV+5QWq9yC3pg/iWTDYeiNazUX+WZrYnkOTjDKWn8ifn+mPvZCuh
7PLg/mdYlTgBHNpv8xETnxTGVnrZlhlrcmPzt6u349nYVKJvMVWZwV0HvYNMfxPc3KdJu5u8LOKe
nYakTkG97D603P58fVKXXPfcrvJioFYDZTUdQyu1h5p+q7Wjx1+vm1g6g4FcndVpIdsKda5Lt4WE
wuB7CZYNTVAeHpnOvQvgiP7pupXFNTqzojhgB8INUo2wIvMfPj90a9iXxd/HrYyjd8ZX/n5snB0i
k8twUlbY4735pskT0Ve8e3EhXLCComqO1iY1V94AwuMNJkrBXQOVO20Ix/qxn/SV7OuyFc8DCS2u
Xbw+LtdCygzng8Qoxvapkpt6fGjIysW+aALpQlwdCPbA3X1pIjV80QuJ07Yef4cvdwDLgwKr/Rev
OjOjrLc/lfhdDyOpi4NjE3Qi7G33TS9XatuLzntmRpmwgOrIZpQpsDPjvuQn4h06DXI+0XXnnT/2
w+7/Y8VWyr4yyNlEU1gxvWgqTnrzBbxKgXHwh42xRpC8OCLA+vAPijaA0lyuDygp3cFqcxEVximf
0LBSkEPR/EBf4goceTEBACW+/7OkjspBosjHoY1RjVHHt7574/B3Y3zP2IGwCmHSQRSPJZSb07Xy
4OJ8nlmeU8tnm7VHqiEVjKCdMwNa4KkUJ6t7G7q7sjgN9d8D8HAtgX5rpv0EAE/duRQNni4DZhKA
1vsGcsn6QyNDDVrca3fs4s6a49iZjwDphPnvZ6NCUFGURYKVy8FU3tpGKINvfXa47oqL59yZkdl9
zowQtxFdUGDRNCcJjeEJOaPrBub9r/r6XG4Ck4w+g+GUNzThfQl+bKzNhLezGLNoSultNQRRytsd
85qVN+GSu5+bU1whFRbAdxzmuiIJqZ1uu+Y33+Aa8nhtWMri6H4joGwJO4H/tcyOaMEaKZKy+67Y
Xp+/JS84H5CyQEEnHSkEDDmoEIMJrcp2plxjFF/gvbBAKjQ3gs95548I57bswAk9H69sk2pQV6E3
KX1v7AM4DbviRs+eNDsES1tunwrzhbAoyVaC6qUJPf8C5YDXE3RaSYEvEOU9HZ+R2QyRY0cyKAyK
/B+uRdQZsLHQkomcixIFeTopJ3/A+ZuP96b2oy631lo6Z2nZzk3M++5sX2lN25vabGKsjEdWQKDX
TbYCVHrXvWMx6XluR/FDAgEc3jHYEcEuoF87bYNGz7T6ZTlolWNxNkZlcD+s6XIvHLhwE8uEuBhI
Nj/IREzQFUVAAKtGU4eG8a3vQDQMKkLjeUhQIexW9sDCpr4wp2zqvsopRU0LOZK0eagZi21RbHsA
QRFBrUzownl4YUpxjQkhmS/dOZzpy00jyDFt3c31NVsbjeIaTa951ihgoi/vJ+N9NJ796Zn9Q1yG
gYDP24eMB5ZKufdraQduNeGaGuQzigNOfmBiZVmWXmjnNlT4mgE9KiY4bqjRpzFQwHGQliEY6j8L
rwrNtN4I8EBB1wd0a+Pj9Ulceh1f2FbulRGiHYEjYVu3PxV8I8mR8n2Vv031ps1eU2cvrOexPkge
2/qj5a6cIAun1YV1xSOJldl2PWB2y9SOMv1HAxVakqVhUulvFV/jaFmzpjplQDNK5hgO7BWG9dPu
IbvN+lAvb1BpXpnX+cuV+xrPbQQxc1ulDejw5cFlFdzs/QQjc8b6zqm1k44UlxTpQ11kSHclnyuG
QrgwniRJ7n07h3TCp+ufsHB0XnyBchNUpa8FBsFoiwEVE9+XBgpvjQEKoXqt8WxxYs8Gq2wSsPuU
nc4w2C53bjIt3XLbOVpBHxKTohftx78MDElx3LAgvlcjRz2dMspA6h059QGMh1OFYuruuonlAf0x
oZwtNId0ujbAhIF69eCFnExIMZxIvyvI23VTi3fADNdAz/bMyK44pY5yeN44MDXSPeQYdesG6nS2
ucnZE3frlf22vN1B/AYozCzzp1KbwglqaeoUxxkkilsgACt3rttPYTH2t9RpQwfoUdNNN26eRtQw
wwpi2p3zHcCalYh5cYrPvkTZ+llmDO3UzxEmYJ0SQjoMDXVoKmpima0csGumlNXUTRkIN8OgNQ+y
hi7gWYLETdOFRf8TjClrc7xQ1jMhJfC/OVZiCV6AmdzhMDdq7wNkSTt0VM80xil4gV4C9wFNC2G+
RsKxeBv6IG2CqjryLCruSJtMt6saGE06Eo7IU/guf0QLgVGtsf4unitnluYvOQvJHKdGj5sNSyny
Xzn6FHot1L2V98eyEfC8QLrbB4pJOVFyvxXE0UsRSYHwxOfbovW3mb4mcLE8a/8zo968pB20iXgw
M6DHXotZ8gCCIRms5HbWrCh3rI/G1GygDDNG9s74SwQPBYvT4O81LhFJztw4/3/OfiPDzhbGB/pl
NNAUE+HqEQe9zb9rPavfGSl+Gr2Vba6fW2uDUs6tkgo/IAmmLiG/3HET5C8gC6Dp9rqVeWt+uEYD
FLzmFn5gApS95HitH2Qj3tU0zayNzd00tsf8n0LJMyvzWM9mLh+CDCAVnEU5JJPwhNuZkLlKoA0H
uNL18Sye9oGNV/xcCUdjyaWlipa5ZcynnutBYshEqQiMrV8FXCO414CT/m/WlBBgsrsMmSZ4xNCI
Gyvp27DmLViVewO4PkuH7qN087AMgmrlDFx0jrNhKtu3IzbQHXO2ohmfeYkWQYB62LSjphVdH+H8
Q6p/gNEI+gy4OdGPocyn7fWdYDm2FvOBixKQrK3ycDS1DUEGUJ/auPSDSFp0f93s0jKChA/d/EBZ
ggxZcf46t1MQFMD5xXAXlFHWPKfGIS2/ZXwMm2JNsXLxgXBuTrnAKnBp9XoPc14GKjTnzmNFWOn7
xHpw5Gueb8suYuQffOfcprLzeg7eS0phMxWQIbYPrKHh4NwhNNC9R38NIbD0ADdnKn5vJh50cYhd
boxhQFu671RIBOWvaEqwxK7VkO9Mw8I6zYTWIDoc/NhL18r3v7VnP3rQH8Pq3pd14mochvuEzSnk
wv9a8dca70oNOoN+jf1haYdRkLBzOVClTVw53a4vrR1UjMMg6LYJL2KdWVtXW2OPngd97dsU7xZ1
mzJLg3dPyI2ayRNzPxXDyg5aCo4AmYCAFOATqPMqNpoG8rHNCBtahtasMWBa2GayR/2adhsA4u4g
QCtX6HOMxf1zZlQ5mPrSm/Qh5QiRvOq1GOTOy7qYA7ub59UWHYpRbwM9XX/men5TOL8sMt3axivV
tdACTxoDi6xtTacmYbvr+3rZDc8+TDm4dDfthh7cdZE1gJZWeze7fd/v6PjddvKQgTaD33qAg3WH
63YXFxo6XjN/KFTYVMAFK/AIBkgZ8zGwveOJvemnKFWvVeOWDxLUE3FmAXbxIWMHpGgJ5B02dd+M
EXTuIvS8bwQ6yBx06oC18sXOqrj3gCSdspWpXbrJ51Lm/5lWzjBbIv8VzGdY5/bHvK4PkP5YceXl
WfxjQjlDmJzZrQkWLwAqFxqVOEJIyJHx/5fF+mNG2TGcAVdGkbGJcjLEbVBsqNtuJOibr5tZvNrO
JkzZIyjSdV47X21+fnCmrV89BTj8yanoIBy579Z6KNcmT/V8AVaTasT6UCNu5a3rntzhx/URrbiA
CjQrikQGfA5QteplsO5Xw7jF3wc1pIMOaoCxVI5SkPwiXJzmIbB70TzXwf769y+eWtC+AUsQ2mNA
RHh5R0EwpvJoi10qdHKSxA0to3h2+Itr833j0pt+WGumnn/xwwVwZlHxgbp09TowYdEdDy5k3oE2
0PZO9QM0FdeHtrj6Z4aU1ZeBngIHAEOZf9+1DtQvAStao+hZHA0QtWgtmmv16lVD5KQVUEXGESBx
wZR0OOgjSKoy/ZMOwmEx6SvrtRSFGj4wP5AjA0ZAbZqyuypJqrKZB7Vv7XffiN0AxYOVs3vRK0Bz
iOATKilA5V16hVYlUEZxMXWpS+NGyLCgNW5PdEake5Y1oVatvCEWp/GPQRVXk4mK56WEwbra+eZd
02xE9VP3X4w1sqM1Q8q7NdV8yJrW88g0yFaIGMRmhHwzjSiYVqpWSzvX8kCdDf2+mTxi/vvZAyxt
aVB7fg+okIkG335jBmv1+yULKNwD8zzzTWP/XlrgIJQMAoZ+FZRAoomjseAfQJOAoOD70eIENVxX
CSTt1rAmI4GFgPRRKoFqizNEsppcuX4WL3HAWsA4D4oQ/0M7WyH6IqklSBwC482jSBz/dL1TT16I
+VY4cUaO/VpKa3Zh5RhyECyAtwmPVlzgiiMkTVtmQw0h+8F9rUBUUt5ze4dHlu9nyG7d+2sHxcJp
hKc+6qegB4f0nJqlNE0wvrkG6J71uux3QwDmYoDWe9xLdK0uvOAXoCmwkOrFywP44XkPnHkezXne
o0UVfZyBvvX5+HWy9RXnXhzNmQnlEGd5j5PPgQmjrUNoCMdC3vdrPC8LZ50PJiMoiOCwQ4uwskRu
3RVWzmFksvA2TNGejOGQLQoN1y+KJe+DIbwUwJONPIZ6yaZGabVoOJupho4DdDFQsentnZWE4BNh
wN7QW549X7e5tEZIOMLd0ZYP0LMyNjBl8IL0HViZ/XLLEn6gXrNypi4F/hjWHxvmpR9MTgbwPoEN
wsE0AO1ZCx3lbG6P2zYintCgNcWZ2Gbp3yc6gSgCg00AVBHuD/VcChjPA1824Oe7S5Kf+fBcrYmQ
L7oGkGWAWmNTfUhW6AP0MUeUeSPBX+rACFPru0cLHLNv15dpyc+hPfc/O8ohnrEcLVoCdioeEQti
6neGWInwl8BRgHCbLvIEQPMClXy5TJqX0wEahPC+snqcioTvE3B+NJMFYQfdTvdQwZt2jc7ZqTKy
AyTZPgcSBIhsSsun66P9nVFXDkV8CohT0UODwo2aAzJsZiUGGUBHToeUhm3gtW+yytIHjw78+2gz
9FwWknsQaXAdEvct8+8ykrmR1aGrEQpdBdvjx6sdIx4a/GtcTqfBb6UHJTk3rcJ8mh7SWXo41/iw
A/FgfeJZKl4dcFg2wElzqYd66uQPbLCdH6AZDt7FaCLxCwHhtzyQBo8zMHU95gkx4MBNOEDLDRyl
ZnFfdfMLIuGjD62KPt9WZKx+yUwb0xCNDvomBTfWg8FqBDK10ZlHEwwc/wAewfSBlGzW4QygtHO5
kmAQqlLdh7eg+n6iRrPTNXZK0vQfDl+U7kHfBJFMfLZyvjtDWrq8mGYCO++eg55lRBU4dKD2eN0d
ls5F6EIhcYU6qA/6G2U8U23I3ivnXRZAsiDoKJJEo1vHtdfXz03ajuGUVmZkUkOGLijENybwJi/X
P2IhYAuQJp/1s3F7opx4OadZMnAKViGwRVaIr63ngpMQ/M+9fB3SceXEXDhVLmwpB6adZL09jrCl
Bceg2TmZuIWyJfW0lfB60Q5SIgh1EF9/UBwteuzBKcW85pnpP44maoSOBmKpwAUFwuQ67PX6HC5c
NqBJQz4Mno6tpIpBsIHk6FLGuAII3UoLMEi59rJfOCgvTMxDPos5egGyvhE0wZGEaloBJezAGGPR
rwnEL5tBUglxFO5ONSRIc9+oxtn17eZbU6KjOHkutJ/XZ2uBcnZmlftjRHGDMs2ctpjdoPZ+JyrQ
IzSQT0w/GMarRXcO2FF4jyreXQdg1ZpvLDy9YBxRKfhSgEJTGwunTKOM/OaudluIwO1lW4JC/464
RzeLW7TaXx/sQhgcgMddR0ckBMYxq5frVvYQ8R2b2eW5PCSFvTOG4QvKADdV2p9sm0X6ZB8cS75d
N/ubskG5aWB3BuYi5Ecfh2JXamLmCYO/MJCm+NUrLiNwcZbbKZj2rW+E1ogW/yL/ljq/9Fo8+6MZ
ZmbxjqM3Lh1QxwB5wpovBOrudiv3HIR51OxXUrpLzoYEPkLPmTAPrYqXc0OB89VrB3NjivxGoqhe
VcNx8N6vT8XSCpxbUXZOPvmsQ881NmfL5Z0NYlKwn/rEakPdzaeDzlryRPRgl3pJGfFBPlw3v3Q2
QCXURt8siEpwyF8OkiephkYi7KhiaHfCrO4s5x8eC+jr+mNCCaJoX5SWO29aR88fe718KjIZzfiv
6yNZWi7sm7mvFLGLozLl2GNLJq9jeJM0ARA009bk0yEoxxUz3v8j7bu24liybb8ox0hvXiPSlAUK
UyBecggQ6b3Pr78z2Pe0qqLqVN7eFwGSetNaYZeLtea8dkMZiTPiOLQtKvyKVYbf17JagCImlKqC
pBauDkAytMEWs6TW3D7UdNfsq/HJ7Mr+rkzTxE6BHocfEjBIEolROxFDDBuZxGMLKB/AFBe2qNXC
ROswTh5AxKvsASHRoBkS0K1lMwSA/RDFcef3xrxRYz8D8LUcB6Sy/Oq19S0gbYVS1pJWb6Pd0NTz
wVKH8rmJrXnT46Hc7ttyNkmU6UD4KMBUFRClLOOYwrVGOS0gcPpPRUuD3inkolgJuWTZwRj6D+Yg
V7DwsjG4oGLNgWCr9p5SjVZM5MaskQ0KH+oegNGiVPlrIffXSSHIa0PQHKmcFTcvjcmdh9LCG7c1
3QNpePZUTVB3WoXIhIRpV4CzL09QiDeidh6AaKqymuZmPk61LmVkMOLyQZmRXCcABml9MgHHx0Ev
Z/88pqPkdVWW/BKCSALQQaTjwVIAtfCCjrzqB5ngoZZgcsB3ywdrsiU0eWogiEJpnLED63R514G/
Y60i/XPEu7gPPI28G+1SGM07yeziHDAV03/PeaPgSfjvKDizlCL/WA4aRjFY825MDKAydd7tK3RN
F5k6gEHRWwjKep6jfIA73ah9Da1sSuCuCxF2lwG0UekKafFRiAX63sx1qS9lNa85eSZwWsH5K6Ny
mH8rsizgRSoNkiO5tJMjWggBakRzZB1XpbiUa7rmfJ3K4lIXWRePmdFjGUujAuxLl2YuwN2e27Sq
HxtL+BfMBti2k7lxli7CPRe6AvLCOR1JlLaomZyEnRlFf5Iw3U9GWNpA8MgdMQdaSmUM9fftTb2m
F/EPADkGdYUa0kLnGr6YACKTthiAVPUIhhSrcPxp+PCFZqkY9ZpmBJ4XsmpIGrNO3nNJ6lgVMRxB
mDLVf83TvqdWhQLcVsFDtwbWCBEl4bUG3JPbE7x2ek7FcjsaF2XhKyy1VtUGy7RGhq0m8BFyJHCW
CKOZreL9llNZ3G7mdd1osYDFBD4fSXNsaLm6PZvr2/WfReTZCtGSKzQx5NDIvNMB6D4M2zr5uC3j
2h04mQUPqGV2ojX7LVYsyL+jWiCIQ1B8Edy3Vb/Q+rUkiVNaQDUAqDZbrxa9f8XUU3V4Ukxnahbc
mIUzwDNsQ+sr05hhRmYdOMbsFlZiz7NdDU+AllqwB0tzYmfkJNbJUVfVtwl2SMwi0lkjCUsgazpV
sxB/X5UD4DNUW6PXVOVDgS6wWkVmWlFpQ7vI7Vrbl6pJDGnhxF2Xgxw4UqwIA/jTUPUTAIlKloBC
IrzvvmtAVamaM/rf/+LUscfy/yuHOwt1gYYUxcC6SXLqWnq1EzX/GKfmBgZtCfJnaU6cWxtk1dSk
BnLHmuV/6Ej+kAClIE2dmmQojMf/v4lxB2JCA1XVDJiYgFOXBaTWE6eUn/1wyXZds8/gC/zPCvKq
XJ6StFMhKBlzYnSjA5xVIlrHWZloEyUPWV0CRL5ayOcuSWVrfXLeEYaEGnrDoV/jzZCKdqnvQA1L
JgnoKhn8SDdsM/f2il69zicT5SyJGA6GCKo0xPm9bCO6I5HUPSV5BS9ZoG2x1HO/dFo4CxJ1dY8G
OIhLtYko/lrvASwGfpklisSrcgDvDk4qVABf0GkMU5FL04SMvG4V29BHjQpaiQRktPR8iQD06gqe
iOKmlOmJ1QNHkL3QwJv7rY8rlHaAdiCntf4vitEtZCLxygnAd8DVcEaxk82hzHIoKk0B5/VU/DbC
dFPJMvC0YB5rdVxQWNdeNk4F8jXOmgG0v16EVUFgvRZLdaNHzbYJxHXevYFU8V7XdCKFOKaZiGuS
rm8fzqsWGmGwBL5fycITx/l9qMa0AKEwdjEVSjuuFCAyfviav+DVXD0rJ1K4DSwyuejaGFJEhjXc
9WsxjN0uQcCpFQsX/GqAg/IP4FkhqEXOidMrJjIPdZBBltA6cp/aiRzB+bZloPfVKjEDewwUov6L
LmYLyXKE0MCtZJns83WUO73K0gHvRNXku6M+lEQC2ZcutAt5nKv6668cnn5lCoXBzwT2iJNYoBF7
R6J6yDvSm17s91SrPzVLdW4fEbY5F27iiUguaz2acq4JCkSm2DArtOH99hltqvdYypHXWdi/JWmc
YZ3NksHeYiFVVlL5FAiPurUP1acQHbvqAgzC0mJyhnXQc13NRcjS+8qZBXvK3XaGa38E2ksFeMdk
sQN5SSJnXZNSYBVlkChNsdtqvR1bgTPMkh3gZvtj9pJG473eLTFpsn/21hZyd0JCO1ZvFhAbgBcr
q1K8PGkLjuS1mlELvh1AAdH+jvcVbjHl3IB2iZAFjYRd2B/r6q1ttkpgS/IqLpBTAI+uO88p8eOD
KYZEB7K5tjW6tVKCMjait8/sVbV2Mhhunesoa/opxYR7/THrJqdMtshRLwi5uqonQrhVTZUh1oYK
M06SjVKPwB35F2B2eLyU0S+kolr/gvvOwFalbY9so4AllPqvRvWJmBOA5izs3tX1OhHEFPiJW5So
CqqkKwhC3RIp0HgZKEdJX9Bdl0JUoHeKSEDLSJaDHeZcSI1+NYBiMUWiDlToI6/oVAQ30n+9Ledi
OA2CN+hASRTsvSnLvZObou9MUZvat0/YpUk7l8IddwEFQECEwWTMWbaz+FinEan8j0F7/zdygL/N
ao/xjsPJMcdSi1Mdvo/agtDdVFe1ZZREGVoPkH1L/NqX6gmTAtYHKkeAzwh+hfMdkhmO8qgif9/h
GITTk4IOXMMOAYoAJGxE8ri1Cwfv8g6dS+Q2KwsVPQlSEfZMn+8Q45DWCg63V/DqsfsB49NBe6NZ
3NnujbEwwISOS6SkH3k+qK9of/E9P7GWAG8u/VRQU6moZ2S123gK4pyptBTmUZpUvD8kxQYQXn2L
MgtkxqtfeNu5PalLMwlRII0yNWBP6bLMKbhZrJquGzVoW2lT16+S/izFa/AkTwq00cICXnGpzoVx
ii4S5aAQZgiTU1tS94oG8IyIiKbb1+iueKp9Z16ij7q6lCfz4zZtGkCKHkU63PC0J0oXkRlo2/A/
en+1CBl6bS0VHd0tFh5CdJ3nK0KZg98XgoFtK8goKGS0kJrvK0C49HZXb7PX21t3xeNndZR/5XFn
Po8MtYwNyMuTl1YlqXiXle+IMKhV7IWJjKNrdrSxFhTWtbuN7C0K9+Cd4qWSO5xjOQphkgJcDx6G
HwNa3gL5jyOFFknKlSy+mOr69jyv3TtAlwEuGRgkqHtjAzqxKWD9mJOpgsAWTdr1u1EcR//rtogr
z9uqeCKDTzBWmlzKbS2wN/T6ac5nu+t+g8X7XWWZi0l6kEp1W2rguzcHr0JvVDK/os5wweBcqXo6
HwWnNuM0CjEMzHQYSlpqH5WfH7KxcCU/pxG48YYA7vJOECKv7jvgi6cLRTTXLsvpKnAHKikkLUNj
EPNjLacqSzKrr7O00+IHY1zITV47RaeiOHNUIGFYGQ2mKiI/XZc1CQxb6b6UxoVDlzQro/83yudU
IqfpCk2JjWaGxGR6jisPyN9BkREBDBFt/9IYgROKtBb/+9z4+ZZyKm+sYfRmJnU0Xgpk3NQlu760
kJyCMzNJaxpG79Lkc0gASwpy0J40ebTrlcJRFP+Yo3pzzrXH21fmmrI7XU5ODQiNX5Yo6YUaUHqi
jU9q0hKjBbJ0+CeO19F/H/mzdUQcbkgoFkaZ0LkSmNsqbtAXhsgj+x7aHgE/yS07k15uz+q6rvkr
hjskeJHuJYPdgHaOV34z7dVWdUS5WvBgrzl9p7PhTgVgIAKxUSBGbB7zgRkl9ipMjVhf3Z7P/6JS
/k6IOx5K5U8xcLlRKoaE/Ji2jha96rMtG54yoCvMZWGiRufQxiPvgmtx1T4BCxytGShRYzwz53tm
jo1UzGoA0MlUG/5kiTp6ejLHa7x/m3hlzPz+USjV5nXu1cru667YqHjNdeo4E9zby3BVseHRGaBd
gMACc+/5SISwTBIzwUgE8Q84o4baLYVtgUSYuORPLUniDhAr0IrDDJJMK6CF4eTlcyG+BVXoFGWy
YC+uXv2TWXGnKEASQO3KELnM1EUfFHrMK3VC8VBJMi1Cy/mrFB1vr+NVDw51h/9ZSO44wToLxqzj
OGmGB0pGoXNEkAXEOvVru+8O1oQYvVs6R2x3zrMOuPsnQjlVY1V+1LUG1lQpDwaqAUVtmzav6Sw5
jRS4ed2iOQFplwPKXGtrkyxVQC5tKdOEJ/6HkupdZNRY5gz0zmH8zEBiEMaoqmNECy+DP+3Pt6bK
+Tr+qPVR0mCqRt3Z0TBDJoTN8UuV6LS2fmUKCDLKYdtqiVfJ+i8D3AgigLX7cdiJ/beAwnnoznUq
flpSSPEG4ymj4MWR/1jV8bZtCppaS9ypP5nQy0EzvEI4Z+D94c5hpUzAr23Bu6RJOxg8OoBFRg1X
c3yHaw5uUxPFzf34CMpifXgerI0uvhrdEhTBVXsEHr//GQR3SKRq7mtsFNDtBR2sMsM7gtMIdDCT
3YkVMFAbe+w0Y+FoXjUXJ0K57YrkLCnSEEKTmigVZo43yXKJJw6w5VcvwH/mxofTHWjuzV6DmGCU
UGRUAwrZ9ZNQAnVXPb6AhVV6lMIhH6gxhO2m6aKwIXEWdX9UKVZVkviT9SGCfHYL7HprL7aZ2ZIg
t9TpMI9++6vok2on9Y2PfjZDax6BKdS5E1jIQlceEssuLARNbTQKHWnL0upICJxckL6YabUJYq1d
oXZE2RZGhaRSJUiHESCqT0XdRcg1gTpr5Yel+Zo1g79J6gC158Xgd/bUlUjYKcN8lxtW6sXCaHlN
3oDKSADh3mB2+S6LG8NGbqy2J3T3vYCMaNj4ugXaKVAzIAFomfk+RXXQPQjSjd+A/TP3WTeXHWkM
U0avftEbuutrar5RwjFxNd8Q7RzlnqAPRAv/UDbKr6hNuoeikaLMttCojme0ObfnNgufhbjXSRpm
5kOb9pNBFLUGap8+z9IKhNVajgLISf8UsYDbsApY+67RiagktkpQL1dWOK5MC69mKFszgHfK2G06
y6qP5txPz6AZqB7McQzvG/Rjbsw+kdYVGnGcdOjF76iS+0NR1OIvUF5Za1Bd4F/0zTpzy8moJjpP
UruukUvfBAnA2gAFGSg2kuvmC8Aj2n1YTXoJ7Esx//LB0+OC6KnzaYDiipVkZmUGm5fW6qaLJ0kn
cthauZuYExpBa9/XgEfnJ91IkM2WJ2LGsvQ4jU1wUH05ZA0fqX/XgHHrATEgOF71yszejTrwG1LE
QRlh4WvBBB63Ya1ENVcfRD9pN+CiFfaW3jLEGtGMHQARTN96o6u0mMEv7902UVeNIgg9VR0o0ejW
4Ez9lOJcA7UDpMFtoZJ2qva6OpuO3w2/s9j8TOpuZ+QYtVZM69uSr/s7FjIpPxVpgLE4NxRRpYBY
aczQeyg1rq80CS1MC1y8lerWSh+gcVSATsZ7OBFT4E0IEoL0osgXgjhmgi+08ckoeBPd1oUpIm9N
kVO+A7qZpwrrOfOqeLBvz/eqVjoRxGncHoC/ApLjwOSuuo7kXdKTMvZ3mij86iKT9PMSOeJV7wNl
2Qor2jJNpBbPF1hIEwsYSzFAT4etIv2g+NTGkwTl1AZwG+1+3MeG89/PkvFJMKI/fPG9Fip6bbp0
gkyx/mBUcIP2qoOb0exetaWX8OvzQ5YDXPEmgIP4ICcIwSOGcgxwEonPwQhsiq2W7qF2bROlW4bq
RqAPkqSFCV6zYYBnRi0yaBOkCwrs3oqCsm9zcEzMOdGAXhu2kVMi9Lm9jlfFoHIW6BIiBPHFSEE3
ZVXvw7Mp5lWdgPtL2Mvt920ZzLnmj752IoNzvhFXKJYiQ0ZglJUr1egBr0DktrBg1y7YqRQ20xN/
0J8mpaskSOmHGoiBFRh2EzrIdj0GCw7+9QOhIODFkxdS93wbXKTnZSwIEKUNtTMPGhmgRM1qplVT
rLWq1UmOHEZYmzbIkJau28+W/F1OvL6ZeCgAYg7Sbmirl0UGgHcyUWDIF2BlzjLqxk/ZviR3dLU9
bO1vy14tFfH8qOW/skxZAvQXhKDiHk4p+LY5T2o0hGKoIpjK0h5o44BJ3B5tgQgEZS5OQUMbDNdU
xxciRdo6Ix1sifokJiIpqWAPxHcMW7O7hR24oNn8GZes4YkHHf/SxUuGkAbiIJjWQCqHjau3exul
37TBuGbyd1wGjSg8TDq5g/3PqBI7p4HtU8M2abmgeS/AjBBPi+iVQkczYJQua2akAYYYmZ+RmNM6
SokU2LVFoKP0p8aV7vyVkG110mGFXkLy9LW0KDJ/A3jxXETUi3FfgOxjJEJIwBkkH0yD5uv3+4LC
r1QAtkqite+Wq8+epiQnODkT+QZgAl16KAE0HHflAcDNirNluC9IuCK6Pj+jVTY3vVLFOrFte2vb
e3u7x59c9um6xF2vCcFve9d18SeyJl5L1p5HHj18+58PBMz5B3kkHv7zGr8/4ufwsw777/hG2SfF
h82+UUpsejjYK3xuV5Bls2/4ovhkP8J+lP3F/toeD8ft17a0S/xtu8Xn15b9XzDO7cKJuAgRGOGt
KKLYCKdBkSWL3xItzMUxzUyikYK8/3M4lfvWNsjkRCTyehc163ZG/wxuRU3F8Z/mTeoN24F05Fja
Ivn+MmngGva0ERbGJl0cF9wcRnECmj8RgHA6pzBTeayzQkhDun3LSEICttSfr9Shh4Xi0AvYU9xR
4CSoOA46urwh6/w0hABs8LUcEYLs1TY23fN2jZ0S7MdtQ/MDw3+mrjhBnKUZFHlMpsgHxC/JflQW
4ExxunVHwd8UTJJ9Zfi1fXuz95azv3fJemQT9x4+VbJTSWVrTulozid5gJtK8HxDXj3nia4OX1/b
JQKuC0PC4nJAjCuoZgLlM5bofGG6EQ3hcoMMVPkZqxQtbIjN+s30NnyMv9IFS3+xCzh+OIsWqjiw
6dgIbr8BPyP1s1CE9M39cNd/Hj6du6dgUTVfFoqwAh6wfOEJClzMxsVzm1AqXThnET1qBHtNyA6r
S6izWjhVPw+7p5vN5gP/CJxfoFlmEL7niyf7clrICG8o1Mvefdv/8+FCq+yhXNjnP4qCKQumMTym
P9b439nXz4fjECcnux2F2jisvg8re3uAcvg6rm6fywvDgKGCDl1nnEWskVbkzGhWtZrqFx3oF2lD
ofSiH41FV0stkj8PYtyaAFoMPaEASUJigrfX4lBkSTZh8Zk2g67FpB2ycMuu7TDw6iRk/8AsBJ+A
izBqxcqyKgL9YkK22+PW3r+73iuuz6uzsMUSixwupnMiiVOfYh5IvhVC0na/x7ZBN/2LjUGzsQTP
HiTJIEI/P0NRYRVxE81MgG2/7d0/xMNxoKsFXXuJVoADcCqHm4jUZ0WYFJCzf3//eH5+DuCmPEPx
MGdlxp/xN4h2dg5dPX2X9On7aSDs1/dEJhKy3xbe3X4KXfmlRW0BCiZMKGSZR3ys0ZsIsk4JJ4Vd
l/U9TDJsJAzlagVDeXuZL/OnP9P/K4yZohOXdTBgBbWKCYP5h+F/hJXHVFfMQN8WdWEC2FUDjrcJ
zPcfY8MFoyLSIlNrgemUeR3M21iza8/uP3MBftyBJZnX1/JEpnw+vcBKxq6pWshEjTnBN+De4fsR
s03ggf7xXr2H3cNu5yxs4mWKl5ssZ1i7qpdDMYFgaMCCuO6z94veLSmVq/f9dEk5RWsEklzWEZue
vTeIBe354OGkviwdk8tXMW46nIXSo7SW0HEKQW+2u/YQ2Sycjot45ud06HDRUaCBIh6+e0+Ji1xI
pn92amuQN1CQO7YL4186nz+qkq7YHVgoer1+/U/Ectc/UfwsmyWIZecjIW8dfTsCtBDmYKKtzeIX
eITuI4GlZF5HC6+DeK9AfP2JqVKCgBK/sP4LhukHrOxCC5wMjDNMJliIZ2A6/HNbcIjs/c83XBx2
eZhFhalkl5V9w3d87PD7z2X6cb6xWrjGC3eY3Zcbo+KroIXKrzrxbFRsZBjQP9abjYKNhQUBzo8l
XRqBwo40PwKADKAEC5AX8GO4dSkKK9XUGv2dTPBPnMJCFRaFvGL2d3TD1KR9cJecmp+81Zlg9JRq
wNmwENuillLhNGUb50IcmgoMUkHuAxKQjGa0J3/wp5mM+B4wb8rBGAiG4u0e6OP60Vs7Dob0/X34
gse1dqF7EORsEQsdjsftYdWR7wCx+Nei/3qRa5ThBwB+ByC0cO9RfnSu+CpB1+JOEBOwiJH5zf9u
iLKaP9KPYF2s48eS1F7yPNnDxxLjxaVBQbeEBYJwlB2gjx4JwHPBQopm+RFdqsx63cOePj8zk4I1
eJoIvKrV0r5cOlbwqeBqQhzASQBNwgn0Q7VFx6gsEN2bP6NVunbn1R/FEzblMaIfoNqgOsEzBgVG
1ZLfzpT42ZFg7hyMNLwtACnCSTmf66CHuqD3BkS/yN5bbyfHdD0MnuQl69xrVtWCTriIC2VOHncE
q1zrRLmEvN6VnqS3/k2mjwn1G1t+2A07eWfYomcsXPn/RSiK49FmwTIoXFKrVjshHgIITVNqBPZ7
dJh3/eqzAYHJd76FBnTxzvJSLTmYfAz8z1z/iuW8hci3ItBAQawl0+nxkH2LFIjTNBK3w6/Xyc7W
L6hmWaylZ9rjYkexqUhcAbAD3cfnO9qJuDMzm+xskWqjfcre5Jn76ru1nx/ilEz3IdYYySMSv4hb
3bmtXS+Czp85n0jnvJXKauZKBeo2mTQyowDiCIMDeCrfETz5dQl3+KfD6HKueB5ArCsjj82d3iKL
UG0CXCIS76rv6ihDnaVbfS1542PxNm4ApUUr0A+SJRVxVTAcW1wcBBDIPnOCm8Tvu1KA4CxzUA/h
oI2m8vKt9piSYTe5pmsdhtXoxc5i9oudVX7Kp5I5rSgYvi/7KttezI3Im9JVH1pCgl0T2DoxyUuz
yr2DstYelvb2p8/2TDRgPkCxrYHTEUknAG6dn6we5ELARc+Q0xmR4AxW1r1C0Dtk+y6wD91omzjt
NjuoNECqFrjmx4fBA6g8tFdOsofmHmdg6zvq3d3s5bRYyySwX9KFmEtm0+fH+HPLEaei7P2ijHpu
mlQpOvAo2vpxJIYDhlJHuXsv4QOh+s9rd9Gmp9k6JPGddkgfrXVmQw14wnPhaOuFy3DhaoBBAIod
Fd2s/B5R4PmCWegfEItSxeO1a8gkaojs+HbpNIE3yUTAGs5fCxIv1DknkTsdgYX6qxSUJLQW3Ogo
oPaQVjTfBrsK10H91P4f8tLMOHErfjZJzptpQU+DWmyI7Da5sC8zCPxj0ZGKb1EGhiwiZTa6o7zb
E72MilQQA8M4WwqWVsOOny+tIuhzn496SHu7uguIQcyNcZ89AoeADm78rdsoOUBmOtnld9+KM5C7
lIrEvMvI74EEH7cHc5mB4QbDGTU80zdaW4CaekI+UGN9bupEgCy5A/HZR+v4LnBQKlrgZUAmekH8
/7qCiJPP7To6BuSqmbEYE3KRGWnuald20megyDy2K2k1ey/AG3BTApYVu70DWNemW+XUWihwvFSK
GIYJyCG8hiPncdFXUAdwOqMWiaj2s9FIjxrxdbQNHHMdfsx34r3mBTQLHcdaS0sXje02dwbPJF+c
BtRPVD0kNw6KRPo39bvz5vuGoFxG2wvv1a6JcMuXFOKl3wZ3TZIARYMkNyht+UMoTr0eC2Aso/FO
seN15gyO5WDrBTjSihd/B8/GvjcpQI7s8bOjXUtuH7wrt+B8ANzBiyw9U3w0GbPQzxVWc0Sknfnd
7t6+THfajHawHbfqt+yoBLVX+TZ5VgG1RMXNXYvnRJ8ArXtpRBfmCUvCnFh08uFeGiI3ojSdy6Tr
4WeFCh0ctMULKVTx8Hsmpt2CLpJMbkyOyTM8kYB+iSBMXRjBhfvDBsCwcgFchyP4Ey2fZINUcxQS
Q8MA+ghXkOkA9T54GMii73Gp984FcTOt1DhNZbBuUu0p3RmgWyBVSspttM7oq/wpu6ZF/AXrdpmS
4SbHGZQkywE2rEMmHiCexY1I1V8d1vOPeR/RGhm97CNfEnltPQFkg9YWeDnMyTpXtEZbCWUvwlXW
38d7NLlUeFaCve9XgWdYeP+cHWewJ5yqzF46TFf0qqRoiE7QFMU2U+dMi6nXoxSZbUqTVdyR8Sl3
LYqCO6cB1CkV8Cxs/Zl1Ou8Dd5xJs11687y63Cfy+bhBjKNSUUfIB5PTwVjrNcypac+08AZnPbPK
P4k+3b7SV5To2Zz52pNo7OMuVFloUhDU1JNkY7yBbfgjodXniMnboTM6/mu5X/IsL/thcGeBWARn
Be1nGtTZ+U63kYyekznAe9FO+ard+S3bqGtlX8OkOahDyUm3uj3XK/rzTCK/vnHb4BKhGo6KE1Xf
i9Vox/fTPnjsVynJ9iOF9qb5QXSjFzA+GZtFypSLDMP5jPm1zmPJFyMd8sO1cG89BYh9q2NsJzvz
eQqceWUkJKfVs3w3Cwta6jIk5UQz7XKipkYpTBJfYVP3+p0YrxCr0ejPZJEOrev3gz1u5C2iCFt5
vr3mP5AQ56YSMLYIDA08n4Pugr/Pqd/pgpzWCVW96FWFbcIcd8VeQai0FRwwx6yt3WirUNoo/7Bn
4j+/AdB4PW6iZ/+t+lIXzsCVO4bxMJhgRjYNn51TacDCmTUtRd2cf1AfJbfYBE5voapCduEvuIld
DoQuRQmXr5WqDK8cj6LIh+GR4icpfbL6NZAJpd7KE6o8ATR78jSUdqi/Cs+6Axp4fGx2gOlbcNIu
E91MpgwQIyQEUMrxc/1OZMZ+aEjNWCVQJr0tvowR6YmKwhaT4IDvzHsRWlTYti5e6JcO22VUANFA
smPUHIzehPMPizxRAUiMNUZuhUSrwJF/+bvOtTy00j+iy/7h9hm7qBXBqz8YvYDcilda7Kopnx9u
RU3HekgE5gtDl7j1W7u+B7+SSXUvftBtg4YIk9/ajU4sr/zOaUmtF1D5oMIoWqp0u0xIYCxou0He
kwH+XmCxNXGjNFL8MxaZoh9UC0i+Qo06mC/uo4/bE798Y+CEcSq0qIFlX2QQFqIMfVV/ZZuEGlT9
FO3YGb0lOOOrRwo+NxxPpD7wwsjdHVWsqsAXoETkQw0PNF1/RDTYoycrQxgkP/huswaUpHkX3C81
11x6BWxV/0rmTpRVz2Hg62FC69QFZv93sBM/62PsGQsxxU9fP6euzgRxK5pbSeTXIQQBdMJ6Ko7u
7CGHBv9aJfpXttceEVvQ+g4gifpd/bJEdX7FGmOeKAVj7Weg3uQRLxtDqGW1xIbui8f23nxQS2Q8
Kqr41KIBjd+Lh2k7rHXk8V4XjhJbwYuJn0jm7pBmhYUVsqPUvpkauRdmInm6rRik+AQzx+TWJLKb
bfQRe31OFwMq9q/fks40yomyigRQ04V4LaDVEQWPwepeAsrfcbDLjeBF7qKjdU1BoZ4A8QJcTCTe
uePUKylwrlroRv2Q/UY8fzevBFT+dS7aGjta/l7C2bxqAE4FcscqSTUzkDMIHKgE+sqHefXQb9E1
8aB4SMqKu0UVfBkXYV4AblcRFeHlReQExmmm6X0Gs+sf4ntU/UMN9RvQjMmO8uU/LpwdFnrwu6cD
mpdVHYDCgNf3k16ooxxD33cUbARhRru73AUcoFPZ+n23Bhnud/TcPZlLJu4yJJJh3v7K5SbZz0Yo
lBHk5ig/u2sf8KIxbmLyJe5k5IAk6PnFR6Jr1+REJN8m4w9+m4QW1jVdzztlq9gVte4sWjrRuvkU
P2Vi7KaVhlv7OC9YuWuey+lseWyIuBnUBnQNCU2O1k49jLbl+vCXh1/t1nfTTf84kSWZbAEvNxYs
BBYrqJJ5hS91ejRqaZfQ+W24q2iySx7mjUKjJeXDDMeFHOYooA6HMXpxsW0fG4kWxpDTILs9PyGV
70ab8jUvnQAtadtpXT3FL2A/gse2vn12uQJkHFeY0J/qLkNBkcUFBFfmW/KctyN8FTp40WNqay7Q
FFb60QU5Ee33+lvkhjhUptvsXibSrOjtAVzzzM8GwM191CKz0AMMYLT3KED+jLb1+k+y09fxnYKk
rZ6TzRIA2KJMTv8pcjS2ejVA/+3DnuCJyrqPXd2LDvmrtkdeUfDQRi45EWo1F2bLXoP4nTYY3jBI
ERjRLndlVT3QGoHNtjJYvtLR7Wwn/NE2w3O3XUyZXLMqSIND8QIvHHE99zSVjAgxp2qGv7KpewpU
blv+qk3aw+MNWiLFdu0uTO+aJjQM8DvBGwV3F+/oD3UpTbKhJPQxtYh2j/z7r4a0+UrcKofMrh35
EcJXS9f0qtuA+naUfgEPBxRU3KrmahLOUcHMy8FyVa94nFcMS3TdOrvJNuAVkx1wctCavOQuXZmv
oaA0j73o6vAJuWxNOfZZIsZaggRRR9Ovchc9TptnAa9i40pza2SnjA3C23uZ5HeBK2wPLOpY8l1+
pJwfKqSK8KAMcj74TOh5w6E78R50ACyIY6+zTAKO8fpdRoLerhz/vfEmB81o5LiXN4qrOdCXM3nN
cAz6TWC3eL4SYgLgtN++E9BwP3lLAJdXwgFAP7PTDq4zHVgmnFsFZhEBiAIC1MuxlJ3gRfkQf022
rO/VAHHgwum7VNcoUDfxUAFCVqQi+cd1IxOm2i90lq5rjt1vALx/KHb4VaAPEdXyNcqiv4BC/9ru
ze0SJ96VhzBQajHkUMAKYhQ6U/Ene4AUqFWhRSqhW2wCcnZ4DvCmTb1ukI+3qPASUeRFd8AWvxPe
a1I4pRfvkCNHI6UTLCiZi4YKzB0FioBVREMFOPT4Sg6pYZkWH2NR7t8jqrw1zhNSW17nPH+y0o7o
8TNrHCTvWc4W4FGqHe1Kkm6Kp8CdHcUxHnLPdBb25vKmnI4JVZrn6yNOUjAMLPczgFGHDA4QdJz2
IxXJw2SXqNSOsBJbYbWkcOVLHwnpTIZ5CvAllBXzlJJjhR63wopSWr8lv1Va5yjH6o9oInWDnXJH
qoGqJPy96bBWzQZ8b9/f4vti/oOpgfMLikEYYBPC8QToJK8mJiBQmWMXp1QCwwgatz1zI/5G+jo5
Fl66zUM6b8bvsXH/D2fXtds40yyfiABzuGUmlS3nG8JhzSTmzKc/NQZ+rDUizPMtFvDNAmpO6unp
rq7i9ZVZvw300Z5Jqsdwyshl05DYJBdiRW1Rui723CZzoKJlsgwgaRJ61tHOMyf6uNIauZBkvDZJ
362c0oFHBCZ5J/fiu/vcQ2s690S6isovrLUT7bkT9yqgo6hG89Hn7yNeNq+RDifCi3ajd1jnaiVe
5gH1gQMbGeEdoYfERO81a97HRuyF95oDMqzBJJndYF94/5BFxwT8+ALKGysMmzFjAkHo0eZs6Rzd
R5DBMEW/cspNlQClYSi+Eb6wz7Wurd/At3c+GB3xqMMtKwBppJBz+MMPxRHoB/ka42fcYFe8MY0+
3om1BZFdU0I/tJ6t5rFvg1dYBJaKhZIPNtp30eyHxYyb5qHhsODsST5xHgIq/tT8yYBRcOVzq5jM
QwC8mwEyWXPVqywdLBwtBM1E0AfQtevRRhmZAVG6IHDOn7HhDlFvgxfEDFsTC22yCYQjjOJ99QG9
OGYNQjx4ZRIWOSrgEMtJmCOBjDnbKHb/DJ03nYVqRaJPx1xvjpIjnzvzDe3da+Hy0vqiM1ImdxzG
S8MpcykO1SJC/QvaTNaoC6EeIF8/O52dfiIzka4u75pBynHLkJYL2RwGk233lXuB32/aUIek+/zF
Qi1DX0t18UsGFXSZIWmOwPUGxi8WWldrFY86Jvi3bOWs6THUV3Q50o9b/elpNnRA6y1Zd9e7MZcu
i5+mqWVNsgEcryNMC4cuM5s7xmD2qHs54Y685SuvNCx9tMLzYOYP4jYEouR377UQyCKM/Dt2WtY7
V0GSPTPcxVBfuXO4Lx45Exd0cv7DvDZH7uRDr1yvd2uF9YXEJrYwETsVgGchxdzrY1SEQxDmAUrH
yKNWaKn6Yg4xStmlnW94PHe3ijXA+mzJ+8hfRe2QH6cvR7AwQ2cPdCF4AlOTzg1Fo1ZNmBnoZuo1
HWPepjsIKKReaiZOF+q/z/HSDYFYFN1GMmjKIXVGRWqZfKl7ZHIhb2bMNjIJRuiHf2o3egpP5Tu2
tnCnljr/ycN3wG8BOpV76dPv37CQy8CTQUQ3JXqdIPNJMygIsQROExXfMPnsH/GlIgVedKsZ6b1k
dBswVVhQpFxrql7aXQgKkV6AxBvpZaReK1HCtDnDAzI02pPFvwWvvDUjIswKO/yT74HKPGjItXrJ
ac2J3GaNRA2lL9xK8NIQlqCWuA7CWahIYRc1CXbSa0WXvXALynZ1ZXEXhiihdi7LCLRQcULS5non
t5ecqy5thYBn0qV7FPtM9jHzg62yAyUmMvW77DM3ss3FXw00b7cxLCPoIIg9vLnpjCMXQJBLrFFI
Tjz+NXhDk+IWOMmzhmJeYBbPPQ6uOwxA/vvZQdxHf1b95u0kQ5QWSSTww2tIMNyk5pgMLzARN3+1
b04sGocfNACUBufzspPMHeR/IlNxnjhXDz0wnqMZskQ1MjdUFPjR376aKby9mhF3KkhyIPRE4Ekz
CJcQZdXEAldz0sECXIlbbMFRW24CN+RRiEKSMHfg5NaO1m3Ii0gfZXWNVDlRFqN2QJyVQMqA7sbg
T90jNrclQMLPZL3ZL2xIebL3jbtymG+DAaKsDYFLANgBgqTh5P0wVJDdCi7G5KCofdF5o7hTNpdD
cAQ06ysP9TTWecBGGHMN8rxwVxLThKsDjQ1ghaIGKwppG6QpHDd3ls6iL1qMlbyLp3dp3yPhbaQe
+sQ7d8p0RL6CAeYwZ1jzp98A52v/ff0NVLybsDF4kzR8g/QhAAMU4LomldaY19nI6t7ltaz3wj6/
GjO5xH/Em1F8ifokwn0Red2uQDeNGWwh7oZgwc917sQ401MHfMyjcN++rKz0bXxwPVTKgTLQx7uI
PIZaP4Niz4tVs39CmzE4mMhCG+1daq9troVjBGA5S6Q7UFJF7f56tC3EtOspxnauQdYQeOX7jI60
SoeggB4eJKPcsXcjgw61lZEunKIrs2QRfkxywggJemBVwJAcxLfuaIe6Xm9Go3uuztVmtex4G/MB
FvB3lLTb5phqnCseQWajhw5wdBgfyjZ7nJtEz5wA9/EzNCHM6O4s+LVxSUxCF5+sXR5LO+vnV5Cv
/DHoYuzKNogw1zPyJnq6gySoEZ016w/vgWwIDTBlpXebzbi2rZYnGxA6mTyiNLocB00BNa0hpoyG
k96U3G6fGcxbhhdboJN06WoItHhkif7v/wxS93GHhlG+4YiPdLiLHTjjfXgCgH82ODS+/AuMDqsL
mhPyWmLRIkHt4Q6ssOEUwEF2xvjRYh0zXbGxiXX+HAPXVZ5GY03DaqHieG2T2sBqDsp3OcRRHW3x
K90MFoBkTrG97CsPUARb8tYuPDJntBv8OUhqTi9SW8tKD4OsE95lD/E29UarNNi730/m4h79O5ff
0e2PPSqVcSQPNcz0tmJ3id7YEobTr2zJNSvUvZLk0cQJFZm9j9kMT8GWL3B9Cd7vY1mZsu/b7cdY
UBIO2ssAK8k2cED08tSYUNGz17zLQhL6ai9818B+2Ok4sQ2TEXbEEwdn1m5qC6zhz0D+nH4f0MKu
+w5wAcZGFh4QSuqCCDitLaNeRcGQwytKLY3sSwNItRFIV47yyuzkc2oW7u9WF6IAWCWEaAgDVCQF
qNUieecorgIUlaz8HqlnI7MTJN+07cVrZODyc1fIHxWnNE6DriE7rW1XH3G3S4meewxZk6A2r6Ad
99p1sg2vQVQnQxCgZ3fpI9froZVwBgIBPfZjJwBDiAAAx663Qjs7g2Dx9ylYeFBd2yff92OJKwjW
NpoApG7nzzZnXmzxhdtPNq9fHtTdp+K8fa4YvPXZVwbpc9ixcw2uOxgMXiVOH0Co/dhvOF2zpF2H
xN8X6iprY7yNM4lsO57KLAoNBB1zPcaEnZhaGrHMtcmck2O178+JYspbcOv0+uxor5yRmlVgCNKq
11lIo4NjBMsLBXSkNpFPv7bdZ1UVhW2HtOK5R+C+fS4MZQZoVAT9wb7fxKBFkpCQqszumL1Hloot
iNyQsDYFt1UEfAZ53oDzGFqfKpXdFIZgLNQWD0ktsKVO53eT8Z4ZeE/yRy03hVPlxVukVb01r7uQ
IUGGEdcXQjANtId0eafXpDoaSiR1O1ToFVc7/0HjzQemoEY4BvCZw7rDRnPL50Ez126Wpc0Nqh0w
LYIsDILgtP9KqkzlGA2TH79p91AgkPV5K5t4aobIzCBK6tFpo9pr6LrbvlySk0FTMHKN5M1Om5W7
MQSvJJKcam9OlriLTN4TzHwz2ReTwLJVMwJwVC9yCDiauWO++YZqrXTbL2DSrz+CivZjpZRqkZ3I
4woPSZysd20TmM0uRleytlP16jP9s+X19FCa6spV+z3A6yv92ja926paBe8rbGPDgR1QfH1FefXl
Q/LVA0JDXT6hu+01OxX37X5+l2MwwxucFbyteJrbR8f1V1CuFYorOVRF8BWAhL1U0Owb9fI9e9j2
j8yX6op3bYqK3e82+QVXg9Zd9MvjuCFO/AZQ/HCnQhxDPXVmkUaBisihgoC304IqTjncJ4r+werR
l3z/VOuMZtQWeC9NFFiBkuuwB+V9t0nW4NsLsERkgrHzgVfjgLxUKPcut5KSRoGY4VE/gNBTH7eq
Z6VO6qDnCKwqaP9ksB8Gfe70B8ZZ7QO5XQKYR4oUBwLKTnA/195PjPtJzjgZR17apIMJBJvd6+Mp
3s2n9qJXjP3Gr7ZuL6B6SfYbpQ0kRRewkHMpFa1USeAM0Bu981HFbRMdykV46HaAZB7AkgcAdekK
IKOrJ5SZMwPoV4iqIx5c7SO/DQivP4a/noF0hsTnpcHHwOsCwZf0eCWE8HTtMbGx/uyzcgcsLGj5
YmO/ctUuhDfXtql7r1PzmEtz2O6f06/JN7nQqnTx2L18qJ+zM+KR1rrDVlb05KQ4BXmMrz6Hb1/h
159AeaEO3UdlTdaisLSz8Nyje0DYSQ6ay43RYnYn/lSuMQXcIhiRwwJiAjptSFMjs3c94x0ARENY
F0jttM5EWg2bHVzvoWms9DiuGVsYH2AaUH7BDsc9T1/vQQD6oLxQIBW4b5zoSQTX45bvdPZ8TJ8j
K0xcxM7N2mW+sKeujFLulWeiLFczGAWRlhO6nK5CJNRtXsonZce7/EECDTcYGLINR1K2v3u4hXsF
9Qb4E5X0O/EAY11Pr6LNYxlkaobGi8Cpdomn+iHkwt/5Y2iMp/wxNiUvfkmf4nPirOWRlnY0Gryg
roZyKQewPPUgHtG1OTRlhYvTyO/BrY1OHIkzuwtSZ02CJlrSw5puQ0cFgd3Fgpt/yp3VWOo2gsWl
jpILsI2AAqOf8noG+ra+5C2Dj6isS2Qlx+xB3bIeD50hn3QqcJCm+YcQ9tomfZehNlEwEmzWW+UM
CkHS4SXdieikz8DqieefoR4UPzfY/540vDZMLTcYwmNtjGqku0+XY2+SCtuLtOGRoVU9xUL7k609
co/9LjAkc2WnLRxkhYUPV5EvA4iUbkRBqzKhIIEAbvDA+uVZJuZ4u1LRATSt7epFW7inQGeLAheQ
9NdrGmf9BHqRCalIaM6hJs28ab0J0BHy/KvjWvAZSLD/tUXtH2ZOExCWwxbQx9k+26mfkU0w5LzN
HwxUG3bsO7sisLfwviZJ/b82qYPDFdXEDxxsFlaE6k6BmzEyCS2XsIv2re6rq9nttVFSO5ZhOdIh
iDKggnv3g31MQ5SRJg9IWFMDwydnXPzOWysmLfQGXo2TFhousl6S2xHjhK5QY6FkBrUKQzznm8Q8
KqcGVI+/b9LbNjUJDCak8wIt/vBJ9PumuYhzwmtxgQhbspn9+2hmb41eo8JdNbozfdRPd+Rs5ptt
egDNx+OZuY/88hVcps7vX3K7xPgSAEjBZgfEFCmoXG/htC+1qqwvQB+7TOuoJxbUxPxLK+myKYLD
pXfSj5UA47aNCCaRNcHoCW8n8JzXJlttSEd1hAj9fIi2o917EJswuNdiK36A/HjNFZFQ6epVQVmj
zg0IZgPsYFhrbcTULmDHDrepN/Me7cwjoruV+bzZwMScJpNIEjRpgAZdD07BA6pjs6owBA4EAS0I
gGb9GwMmQzR32/uz8YaH5VrF9/bBDLNIR+F6w0sdtwu1jIFU80E9Dkg+eclB3d3Ln7yHdj+fRQIM
PXiNaeBMMfHKPr5Fdn+bBSAJ1TjyYhavRzvloRLVZY/dc0AFuDdDwkuh3iOWSR1lV2zrR9mtNpq3
xgRySw1AGab2kFQyQ15mHfaq8zrC8HzItwO2ry2cCz39U24reCoU5VoENolePTG+1QEy/DYBECx5
q/E6uc/oTUa0Gf43D9Qmk6EXFLIyPqdtLMlVzsB6bmRwofDnsjAbe7TQcelW2/iQPhlQFVvZcwvW
QZuNAjxK8OCOFamIPYmUUM6gOm/ID+qrsiUUyY0RHLVYxw2BIpI5+zynMzvVRiPZiu2F/X5lm9oB
VVJPVVfBNhjEv7LHens5Chug0VQMWyuN2RAqvXxgn1bMkp+lJhzcRDIwJdh4yIFSxwziV0j9ljDL
bGSw3nBbZTNvNIv505gTFAV0drNad74dKaA6BFEKQiZADmTqaoq4IR6VvihJFcfu/Hhf7IsHrK2L
tBRC2RTtVZ2r3K8MlLx1rwdKrIJnmmN55IToECOI2gt3gXChUeKlhQLdS75BanuHPjUTSkifv1u7
ffgjAfXTGuVG0nZsQIJUoY4yuZkFQq9Hwnek7Hu/dlNPewDZl9VbLdrkBKe+i81yNbNMTsrNeEk7
A5GKR4sX9faXk6KIxawtkegFFTvJ98hetavdEDhHD2b9ZNS5l8RbXd7bQ4RnCbK8WGBUf6HIjQ/7
kYPpLygy9HBmxnSSwAF/AqdJ4csJ8H6Zlz+hTOrnzmSmXgDo9pr/uAVJEew4wkg0nSLdDKzQtfG8
ZDP2kmbQyzsUMfoKRi91pmP1LNryWdbfyi8kuqzCArrdQV/SWmHouyJITTpKkBg8WCigA0xXRC/s
pclFAVu78wlTwHRCyK6nIrSOgBxhvcCdzNxKHtSn/47Aw8B/WFYp1zWn2hyGxLJ0yPaXQ2sDfmgd
c3ts9RltFeRQNe/9rq50ae1FtrDgeJDyQA+jbR0gFmrBLxnTNzxUnaHlBwFxlMDzN8HqkNxczWcR
Z0RNL8IdFY0rQPuBCYB8yY+tlcayfCkirjTE3eSHd9M+RojHeKGXwVq39ii5dY1QdvhrjQ5mlQJ6
TRHDlsZlG6HrodxGdrzDW9MOndmRnHr1fb0Q0MEimIPR94SSLBrRr8enMrMyQGWSHJ3ZnPYXdCt/
1tZkB0/RK2Ovku+Tn6OnUwWVAgYJsQhgz67NhW1y4YdLV0Itx+LQ+Ik3fPzAHqWAPN635RpHzG1e
WgK+HchBXK4AhfC0PWhXNzkka7BHbcEF7awlGpCT2jAPYH0aXtDXYPD3EEvblU5gpbWevmdf6eoe
WljVnx9xg7Oq5THrZPjFMUTuMbZYgMrcHB1PYNQQeaM6MPcj6ERac+VGWNi7JK6AViarkgQ1ddGi
Bae6pDPsKqi2uUOGNrNX/ogY88jtKzN5Yj3IEZCmFvQrosstr/Rqs4q1W/sIKtqLgiLnkg4r0Nrc
loNQHJDKvDV8ZQYkoGSPIA0CVJnzR9Y+he+N/7gyCeTao3bcz0n4pgL+cYAnQSmhGAf7yRZqPw53
F6OlZjyqqV6jXo/MZI4k6BNvB3fJk/zE6oPL7ztDMx8EJzOz1b2wcAAQ6SFNDbg9QPF0o2Em5002
ZhPK3XfNYwM9EghHbasjg2LwUdw3q4/yhTv5yh7lpHFr5upQwB7jqqfJYnexLxTm5alEaxXnJU7i
p0fJWMPPCgsBF2phEL4ADR4YN2gY6zwlvSR0QJ6B/EsEcwsHvisEWtYHZyJrZnen0BJ8BbQiSPCo
euInHiJ9K3MhpeuNm8nKHUiyWmd+W51zdH79vicWHs74pr9fp1AHo8xmRc4qfJ18qiOL2/CAvPQG
5NgLe7LzfWCx5tfvJpeihCuTxEf82IaiVMhlM8Ckcn6OrdkDn+0rb0SHLWeQFv9AzyJd3Ma2gKr/
76ZXR0udQGnW6qbiYbr7Uu7n5/7wjjDMgTaLf8yc0UjXeM4WHrSYXqiUEWYu9PjdNNVxBHMophhr
aEb3gIgnkX75mqzKOqDv/mkwwzOHPI0HNUHI8Kwk6L87wKkDj/ZJlP1xqaH8TntbRQvCqJY7JOit
CwAkIBOyvnEO254HdFyynweds5VDrGt7Rm+crgfQuDBeIksAR6uqjxvOAsPwXjWHQnfb5wmL0j/O
TqCfSjPYRdaKg7pNrwPsTVRyVI505SK1cr0z0iSMAbnB96aPSCPNZv2O/gk8vv50TgouTi/aSkfA
BKzOlff/PQsK48C4gy6WdIMifrw2LqQJU2cScO7ogXqFoub4PsqmVNu4+nNdOP6+E2+T+bCG7l8Q
fBNaGJTor60pspxHSdijFlTjtCsEnano/ctz4RDeFPmzcBQFPWhgVWK2s+FLn5O71sW/EDnKCqRn
SOQIpB1NjSD2Y86HPeTW6+cM6Y4Ir7LED+4mNAdZK6Mlc0dtRBVoAJAOgtAKHC1U6Bhf0rCL6wCd
C4Zo9OdBBCWvPkGg7THetJ5gZ0go5Xca6O5RGD1qnuZ0OfrcZB1qvg0AQL9/zpIb+Pk5dMOMXARp
XjNaZuRb1ZFRTQmtdBe4yC1EG8GPz6tAkIWw58ogFVqGw1SVRYLxx2D/BV8ces1OravA1PgYgBWj
dD5XhnhTp5EQO/+dcZny6/OQBUKfwuJgtFC01MGU4Cf2EZ26KJTwTmr+bm/JqV/Zoy7XqBsGNatg
rzXbrbCde0PTU9Tc84NosG8F2F+hzmjuscQR0jrYa//g2q8+gDpQeVQXclN8f0Cza3gbe0y2P0L/
CZdqoOgstKjB3PVfR41gUoOzIu4CzyKagiNOOkjZpoioJoMz6yeUTu7ecZLRvI8HUQRvevTRs3Hs
IDa3Vou89SBEBBBnSUFPkAafRfkrTkPX6qC0NTYx/0qYO2Pr4yVBf35sgSvPBm2CnsNTPgxQHjv9
d0UQWAelKlpXkPbHHyrFIqpMJPFDVxsNri+QD+1BzwOzKD2Gu94QHgWcZTTtZvduutrsd/tSQ+0L
eSR0QaERi7TsXDvPcJBHRiia2uB3oC4Dq7DqpcZT8Vx4qb3mu5aNERQJaOjQik0DmkYh6MS4xTwz
yIfOrmaQSCHzZgv1JHfVNd28EcjQflijtnF0UcJZ1jC0ypL90Gf06HAx41iXDy/iJk9Wju0tyJUy
R20idLxUHIeiLt68tVkCoQCFCeWClh9kjIzfD8tteYqyJV+vmswlACp2sDX4nfU+blIHfQHPBDvO
2ONhNRt0c+dQ5qgdyokdOKzI0NrnzprelE0PMifAzkQQe4Tn1qkfTqtn8qaSStmkkqvIPqkDV8Cm
esrcyCS1sMmIthDMETLQFbSg6BwdxFesnTtrwdONxye2RVAck/oXxDgoDzygk6yZatjmPrTP9M0O
djyKjp09In3tF97qct68Jil71E6V4o5NS7Kc4o4BsGhAqEJ40CrwtyPnRegxW+OyU43c+X0f3YQt
lF1qy7bDpGVMBbvgHLPVRH+/kxz2/9F/sDw+EryjSwoKDdT+uUDyKOK0Hh7O553uT7YDKwjQbBkI
jmqrf4u9t8jvNuiS+n14t8HJ9/j+2qX2kJYLQiImaFUh3BMyUWUMtvV7bXEADeUX/eG01pcuLPoc
1AI4GZRV2D7USvYzMKx5DF9OojNt21gHzpuMw91zANUA0lej7HlvFz/8kfXpBQwIemg70SYG+6Z2
/7CaSyVu4CpWxPghtUzwREAWSbQoJVMkXJHmYg0acjS6xu6MuFTUpRNauYsBJcBqy4KoZj527JqD
Wjq96G5BnxiYAZAIpHZWJKIE1ExsjXJ2r7rlEVGhYckHFCnYlWhlcYw/LJH///EEjlloYmQjLFVW
D7V1vLVybWU0txEZmUeERADWE8K3b6TgDxupmolNoMjwfx8jNDDxxHAUgDtkT92C2XNG+SPS94Ne
gPFB8fiVEHvZOgIECT4J3dl0+hZaV1nVjVjFyeczsxeMEg84g3Owg+8GB7wakh4xFsxbEWE719Ba
bK72Zt0WgsgcAHoNACaPRjGa46jL44hLCzTxyrvmTb0LMwDfY2Q4pg/FRvP2mzDrwmtthfcssGrl
R2xr/coyLN16UMCENjrZVETn83qpSz5EXrKLGyNDft4uD2jstaUd+9miAlWCPonX/uFOv7JIbS6F
nzqtyWHx+9UPitHhqAEL2oKGrV6rPtw2hRGF3x/Do152WTnKIF6IoMLuyKfI7KzEZC4gGz9PjvK5
4hkXzifYsjhgeZHJxoxSN9ycNRe2hlojbjiMB+IqmY69PKLFTt7NLyvGFpwinqqAD8MUyng0vGOM
5aoMwXmMx5J2YK0ZdIFgLIQgz1uiJw6O7oo94tYpt3dlj7pu0kDMZ4HPANkBMPokOoRZ3EaPAtJT
ZqfprSWcyMVT6sU2/pLuV6wTF/+bderSGcOhkucc1jujIA+I/Xtvsyi+qyZ7Lj5rI/qzYnDhFkdG
FIw34JsC4IBWZeAZvpoZvoAy9g7A78GXHck6HA+oB5QuRM6ci+6jFbhDKuIfGhmJDPEP29QBmeta
4VsNtotTr6MeYASH1Omtr07R10qiS6v60xS1qhC55y9DVDZgTs+30aF1mR1zWiv6Lrk5DAjCsiwy
jGj5pay0SssD7FwRKzOYbFrQyqCWD6YXr3ZfIrt41nb8fXQ3bRIEM+l7Oq1s3lses+8Z/fsBlBeo
s7kbNZZ8ADCx00kGNkl1Rog8sZ8AX+m1FdmAvgOfyvmgxLUVaAtFznjQ9EcQ9lsrW4uMlt7LSDAr
KCmARABptmuPm9ZxNcdsDfAKghf4XWTUun0ExxsSLgPRjc0OZIKss7bWSy9F0Aj+NUwdopyB+FUz
wjC6X2aPxeXOAjZFOKxwgOPyH9QtyLT/NUgzsPRhk0DwHQZfQ7+p9D+5zmPdZ+AoJ5NFvgPMTStz
u+SCf1okfuRHUCGNVdZJHCwmW9bo/gT3lw3zCpqdvbBWr7wFZVGDo07pRUb/pdSS2bQjD6hfPzcz
RwMWCoNL0VoNKQ2XfxLvfh/h93P+dvegYwp8eKiV0qV8CXXCVlawlbWz7Csb4QlsEGgwP6IHEXPL
2qXxhK1sXBCPsy5rci9rZcLFiAFbF+kN5EuB0qGuuUgbL2ynYuCygySAkXxGwFXv4yNjXix0n3pr
MM7FO/ynQWpRu0QF7z0qI6QNE2nZQX964fXmPLkFyN7/ZXp/DI4Kh5oKIWsdwFZhsYEloy8u1VkU
okG7+UT4mkjx5xgcP8q70GrxUk9Rl2b/eykQgFVEhQBcQUQDWEPqpI5BxEEDZ0Z06gRO9jXb7eZ9
RnyqWMCVn8Nj6Yghworfx37bkQerkkSWFMyfQFDQaatcmQMuFWogRgtQ2ljZbnBGbGhJzyHAhs59
FjlvnNk1wo9bYAwxDFYVFIHA13uD+RKqdGz6HE8BhTfGTeVzd4wRW7IHEs/51Hm9n0HQYHzhPtdE
r5YOMVCkqgZeTZZFCYxEWT/8xVgXhP5kIgH4aCfQmgvdC46x2BqBK54BSfIjEeFUt/qKJvuIOsYA
Q2vgVwGgFPNN7TMR76t4mjm8ok0F9JXmoXFixdJ5wSp3gaXCLRNi5NVweCGOAhIaGVHQ2CI3ST+6
VHls1eACs8IZ5H0XW3kWNDM4N/ZsTB4iN7uZzJVdtXDdQcEBrIUQBiWa75SfLGaOTTUGASnrNHeE
lwcdxbh5c110gy1KuSZrshu88FYc5eJuRsQKPBlY5QA/orzGNKOqn7Ujyf/Mz8C5C+8JMnn72G+f
ZK89lXdyqHN/VmEzC4Ej2puAmVR4iXSiULc7FHkHZSoVZBF32n4Aq/5T6pZuvKv9ywNnNFD18sJj
YAV/tM5N31ed8w1oAUfpp3nKcwhN1LAaMd/bxR69N+BmzN9xCQLI2LhRsRZYEV9/vY0F6IEgrMML
mrCPUYHVNHDzmPVCg2c0g7icx98GwZWw533NRpxXOI2ASykBTthXPKRkGgOJmTUH8l14vfkMwJQ0
wFRZ5MCpSZd7Vm2ZFD/Oonu1MpBDsAWnx6eAq8jtAMmKQOaeOjkcNgMVDcljwQUr7v5hzwFnD5ws
oSPDt9Di3eI0BwM7qo0RPtYfssWhu+IgOyi7/FGs3E3Aw8350wpd88J9fG2UWvJY0kCJTYy2HxOa
BBV9duttjBurscHKu5/clQN967qu7NFkjV3JE6FA2HssPRVy69mJ0TkkOLdPGgqG7Y7bnX63eHuk
rg1STnrKCuiVXmBQOQtPLVomQHx8n6/LhNwGj9d2qMBmZOc26SbYSbwaMOBtj34JG6QL99hFVuFN
NqpVqpV/v/6C2F7LLC68Uq7tUx4rlMNAbMhCDlaArLy4b+3kJbPgsTYj5KxIuKFgF7Ne7O2/xiN/
4CGcFr8HWOK1nOtCfuz6W6j7qWDzRAhafEv42FnILIODGx1R0E4D6Wry3jyXj4yT7M/RbjASZ437
YyEguLZO3RmaNElSSlZi8mUrcNSLrgFpxKGbkrTFqx/pC3NS3dXMFNlIlBtBuyiCAbz7kZDUKG/G
ZOPE8C3ciPyamy1oNg71E7cvrcwrPivE9Wvl2VtnDTZbxFkc7ikUKekwb9L4ipEyjQSb47MCHaXM
2rQIqkVjBk0loZ8IbHAhPMCd6lOh136+kgZdmugfX4Aa4nX8ow2VMKYzvoBxATKvrF1mte/oanAu
oFwvPoL75jg81a+rjTQL9wbsoigtAJmMJCzlsCVF7OqcwQKjNvsKjTRoDb1CZzP0zhX4V90sNVZv
xts4hEz2X5OUmxTCeR7SAENljd7j3LAz5WPfAmnPGcyLDMqBxOf3zJF1V/l8yW6ltxWobPCPtKSi
Q/d6knmpnCKhDZB9cMYt/wAcYWKCPcbFdeQguQwignPtDJvH/+w1Md6/VqkTPKv9OCUh06ArNY/0
fpN8of8XzSI69/m7oYW8ApnZv5ao05rncpPGIsaXAZa7b59z5LAZq0DTHURiW2eVZ5T4wd/mk1rJ
Wg1KhethD/JyewnPs8p67qEI4AVn1n5r3FUlk4WL4WqAlF8Q5THuewUGhQ8wBWS7mTX4Qe+em/tw
XhXXW6h5g/cQzy/0KSCMvCnoA3+ISnSFhZsuZvvcOPwLwoedepCAslpZuaWdqaBHEoEqwSrQtSzo
mlXanIUtWAfDO+HcmwCVt9vkGWq7d6JodVAPbN9ArbQWQqzZpXZMnMtCGqawy32kVvSYmzE0l3mQ
eiuAtBn8XnxF0pV1SJv8v4wYaHYwgBBWOo1640Yy36nTRcEd65db7rOBNCZcEPsAeFn4Z8vs5rcL
GKCFNa6PpSANOEcsK7oHUWehUbZ5Ug0sSK6xhQ6jHRkV4HR79ggppY/K1rzOXZWwXajTYhsBP4cG
behbg7z12uswF6kXhwoap92b2llVb40+eDMF5+LHoCxHLQsEOODWFl5WZnjJtf+0S60tl9cJJ9fE
rj84yoG5w/W2Kzqj3bVWa7QvawKgC294DJTwiQCqDVwmjdMWam5Q2C5uDe1jEnXtKTpzd9kuJRJ9
ozGAL5RBGYvdFCar6CtjXQiFCRs/mjHAKYNuVGqO2SRqhrqC6UYBew/rBzlgbLM1HcFL5qrny04o
9eyw+sxYihtASgZQOtLqaJug/JFQ5FUqzZjiFlSdyCPrwTn0XqKdti5CQ3wp7Wt/mBKpACEZVC0M
ZoywBEoFCb+99J7+KXbTAVzpky3a0jG12dfwJVpHUS1upL+jvFnXaRCKjoyStEkhywlRCWWfuy8P
gVFs1tdy0Sf9MEe9Mrh+bi9QJMSkojuKg5SbEe8go2QId0RlWtledtk/UO4T/XlkcVECR7sjshTX
h5SvR2CK+aRFSR8U1RBGdiV9NMfNwIGYFK946bWDfggIlk/jcWXvLsVDP01Tr41y1C45RC1aRCXS
B2/lBbJQKZEeP6A7TztB6t0JgSILrHzVGS5c4PC+RMIDyS8kEKhjw/HRwI8cTE8+QoZgx9kNiBZw
0x1Rfpd80b2cEuf34X4DlqmNDJvonIJcLXAbNCZP48aU62PYbO9JEbhAz3KJyC+EyCXiT4u0kIxW
ZqMK4st7/Mc20oeNcFxv8yCH87cPofZZlQKCNVzwIdLhYjymm0ukZ7LBt6YKvRogNd036NVWOnOf
PwhetMY8tuCxrqaBWvVirFNtKMg02BDmBdHBczMavZuY2h1311qRriDlbPw+97e4eRXwRIALgHYA
UTrovK93eayWKSS0Lthqfr7d4b7tj8kRQhr32OOg/tLBxm93n4x5SvDc+wfbHM4YRIxATK9K1HU0
yDnLJ1PWGlUNKffURRvBVwxhyGxbu7mbq8aRP6sk2woWPHe6+936d8mfXmxSJfkO5NBnS3nqTJnC
cIpavK9yPTJYX/ZlHHV5goAuIZROPWk32PvEfzlCJQ48xGcIkJuXjeRUdg6uRTCLr5IELQBzgU/4
+020Sy/Zoa4FuUHh6vDMWKEvgDu0OF2e0FoHvobkCey11illdelYbUITcHt0vP0+LUuxyTffIpFv
QyM9fRjTusyFTIN2GTigRF8AOXJE2NZ65FnAFHQUdB6x3+82lzIaVzapczddgr6WVdh8D0EJvB2f
2ON0ZJ8r8wU0KIBBwuOakS9uMOvuKpPowuVyZZw6AYMmJJqW9yShQfpcCiuYjNRhINg0QFaF02Nw
+KqrGaXFg0d4Lf83z9RpD8FiEZQpzDLuDO00SS/8NEXFt/nYVvfiAUppprxTkIHnV6vNiw73p23K
ybcTIt5JwHwLB86eUUlH4Pt+JwPxKZuczx7Zg2YIjgimiPTpDJFW/R/oOuB3fn4Cdfb7/yPtupbj
1qHkF7GKBAPIV6aZ0ShHyy8sS7IZwJzJr9+mdu81B+IOqnTLD3JJD00ABwfACd15Ww9GgE8gV6oC
E2u9+9kefcn53Hq5n/0od/RCBW3EeVvbnneIU0H40oBMN//iH3ttasIe8w76NphWA7/a2f0PFdwo
FHGd8phApAAvfxCKBs73jhgIYyEFAeilYvDU3yp5OiSxPH5GVxS32k9wfW+Y9eN7/lzav5GBeJxs
EM076bMpzF1unW/QBEPTAQSbLBQonYIbfV2zaga4unALWTbStjfZL+gFOPodTvcavEa9U7zWUO9e
RNMPgqnfOuDW8JzJD1UcZ8a4jB0UJO/jD3aVoGu4dEKoJEC4iP1aROqzm4/zsJtOlUIQYuEFWYoZ
uZgEjdUBBP5IhNTgWL/rEamkNzloRcsD2w+g+VGRItcZPBy6qNFUk3jgCImeNCFJyVdHA2YDMMlC
NUEFgSafw+2agqCyEqlUAo/2w5cfRghXFbA4w7UYSryHH6HTvYEG7fz4Pw+y04PuFJfzrkoTM3My
sLrUfjQv0sv5tvHmm96/A5cUftdBFqPDrylI8O1H3cOd46XZSSh11L3aa/fJs+Kg0h5nYHFZYJ8O
L0LSjeULzn0hZ5dmUdRdqS5feBPtokfw8UGuzwTfFb7gWKIkEFwIF6ZN7iFmEoGYrhedep9ZKP4L
ENLBRR9CJgtJ3+nO0NjUlQNB4SO9uTFeUXi/q11QbNg1qqGc9ljqNlLsh8J5xyXU/gMdOdlnruSn
8E+i8sENe9WQuPv7LZy9pmGIokgF34L8M8L6KOH4/dOCNEHwATcJ34TbL34adr0Qb+oHSRyg2Cjr
PvkEvt27MPoqSXV8AhLDGTqBCETZjcNb7WZvuq1+TKBEKV8CaekcQh4efCgoaxle1ft39GH7xSF1
Bpe5oobjzw1yZpEszpC1GRuLyfgqchXfo7P5J8jJ2EXgvud2vCM3BZKYLwPy1ZOPJ69oG21cUk7n
hDPSLGoKq1+Wxdy9dbDBffSAHPJ8h8qp1xmdpckdQjb0kt4E13RZJBEr81fnjcoAFUR7yNdThDY4
E50Vi3XVEIEqTLrU2slVJ/YD/UBPiZT+VAJMfIr2lFaYDvgaYAUsXmYLpcbiurhrss46uSoNVM6W
9T5QbabsekjegtSLOMaMghN4U1T+nHdZXw8KYC4pehnJWrhKLgWhdZOUk6Uy2FLvdeLW2QQvLTiN
NjEW9gyEcfFP5pZzzKrZKkqMKzXCY0V2pC/3Zfn7/EA26qMwkhUKd+QlrVmn7QCUeCFWndCHULD7
KhhvGs10lKDuEZivXW2Rh6z1R/TliYoevoYSTj9gmYZVFU1QIsRcZLDalk0/DDT0jHP8LqnlXu4q
u24LwcptnXHr8XJGqmdKP/QBxptHu7Z/jseXNn7uhXHFr6GvZVSL9JSF/kXkBblRZVGmFB3DO6lj
H7NsfmRk8kDZbKtNeNlr7z1elHGHGqVOjS80gmLvDKTpedVAj8CIEvDefZSmchWjO05rc4EiqeDj
TC4ul1OjjcMAUz7MdhUfZ3MHWjRLR+5ahgK2qNhx245RrQqPQCE+ydkxsdomCJepyM3JLnP0kkrF
QctzQSnDpvfBrfUfGM6QR00ZUCoFmKR/acubbsblWfPN1HQmtDLODk0a7/zeEQ2Ms9ypVYIq6oEo
Z7PTmtC5MifFKdqxEtisCIiz2TAySk1plhmkT0y/RkG7XSai8q7N+UPWCM86ZYkmcharUVbGSoMq
+QCM2g17GZLrcErcJvg1xzsdGezGEJFIb+5FdPGYkC0ArxVPSpSWXWcES518rPtmZe6GBirzV1On
+N9YKBNpG7SBgdeYcgvF2onMBQOO3kzOrB2iWfE6iXnnUTYd2QqFW6XM1GqaoI8DlOjlZd5MqR+2
0ittUY9HSHdXhIkoPiVC5E6hQg1IP5Y5Sg66wC+610pHDbyMC08XXpCEHc6Pb9NrrMbH3frQM50Y
XQW0vjpIylNSX+hDdDfXg1tA5VU14915PNHoOIPMs7lP4hp4aTP6GVVvS6OxNTP14ja5HguSCnbZ
tjX+ayW8VzRbklIaw0p6BRWc42Pd/Knoxyjdnx/W9on7dx554hLUUMZJmQOntcjPhoE0pU5y6Qg1
8EuSZWjaGEfDy8G+6shlhpIK0v+R2lJEaiAaLTk9oJoYvkpZRltLPjHdEtWzXQoZASqKZ2wuI5rl
sO9QGQyOplMgixgZsSYsY1ReZZU/sjulRNy2fomC/fmZ3TTQFRJ3AgwStfJ5BJJFnlsZ8+jniCLk
td0x0wZNxXfsZekpXThO0M7JeRVNGtI27pd1rIAUK24GYcN2JldGOggyz5uLtYLiXEtSs1IuQQrg
oHbhwSTDa6JPTj4Yh1q3BKPaPGtWUJxPaRIph1AYJlELkcexDDTNd2+aKVQj+5qGxAVphcN5k0SD
vO5n81AOiqjZzfFSIVHp5rCNKn1sIZfT3s6mo7fueSMRTSXnVRiNxq6oMZWVqtktsQo7rUGFC72W
IddFLmWjjngZJZqPlzbr5b+nxl9lRQlhTqDpyfg7Rc5IJuGNOYaHNot/BHmGXvKm+5NAL4lZ6KEy
oSOSNG5SBS5EeV80hGLOj37B4x+oq+/hyWF6iebl0KFlK0cISUFdtamBiisyPL3wJcNNLQ/sVd+Y
cRAO6qADRJmvpnIWJRWpro55DUwZPc4Qzva0YnLnElTaRBME6jfqXzR5DcaZVdpLBWqX0OGSVUe1
P8qGo8WXQ+YW9An0NCkS/LHoFrMRsD3F5BYZ77QWEvdLg5hykcc3WYuJLN02eWCqbXSuVlyF8p4l
HnJXQXs1mXtluIjaexp7tXGMQ1EcYGsHr6aAT9FI0qRGaorPafTw58CaD4OwXTkGgmzg4k15U0II
CHwe0GgEQwvn/pQyLNS4AExCu91o5K+KOd+dt9ato2MNwbk9K1QRgEe9sKMljd1oxwaH/yzdKuw5
kH/9NyjOSA2rNWmrYGPUjWJH2V0jVX5Jj7qUO00hmLntBfo7c5yNtk0UZCkEvh04IkcGB4GECk1N
8BzaBlkkeiC+jJYCbkBstMy4kbDrWINuySRysjA4lmouWKKtM9cARdA/MNxY6jgtgmpe8oH51Vg/
GlLzo8mvi7T1DQguRyD3EZxPm9enNSK322ZVy+WkBWKXj05U7K3fGJx6PZX2RSw58+R0fe5/wzjQ
kYEKzP9tzj714i3uoW239D7KIQrc0LMr0cFL22tLeWxVERn+5r5agS1/X8VDyjTMQwQ28SgqVW8c
Ylij5ID/3wlKvw8VW+k9TXkurLuqRojkuQOHvei9tD3Hq2/g9naYz+lo1RiwYdhW8HPU7iOGA9nT
JJxgpRcMtW1qNw19PT/PQlxuw5eURnRogFvPzIaSoNzfFaCQI34JlS8pzezSQKJXcxXcDM5Db26X
1Yi57ZJnvZTkE5DLzktlaAAY464XvWi2l3bRTcLFCbrky51otbTSMMuFFC4pxVl2mxZqPmrb/Tg/
kI1iQZxGkIv4B4S72A9W3VJrRNWAYt1AJrglL5a1q6XLTLvuY0jbvFhk17TXZvHeimg5Np3BCpq7
6ksV06Qe4R5HRblGp8v2HD9KEcrYatkxIAUoUV3gDbbuMwgdoA4c5ZH0S4mEXuaJHM5LiUT5OPVX
rWXT2A9KFGSoECZu92bhCaZ3K9q8QuRP194kaTPlQOzpriWeUdxObLaDHnp/UWureG00pS2nojrw
TfsEwy+K25fWXf6xoSoW8vE6YC35OY9rL5ZR+RL2e8HoNi10BcNtwLG12GAUyD2b0nvb2RW9hAu3
zaByJPBvg9+7pg+gupMTj0Q/w2q09YIKTscF4su9YvUJ3E4c1ShNk2hJf1eZK0e6z7T7SRtv605w
dG1PqQWNVg3E7l8CXkltQkJtRE6vkC6b8Y4FV3l4OD+f29P5LwRPSx12eVV0HSCqHDlzWrpD+p3Y
INRM/hkF3yafKQHkgpdR6OhQrFnhhtMxEjJabFo9FA7AMgNydFPjdrYcKmksmUBJWfSK/++U2tzX
tPSSYL7KdXU3GHc5RHTwligEB+KmU1lBc+chRGWzOe7xEkqV53KMbCvt7SHuDl3wqg4/m2oW7IFN
l7LCW8xm5aSrSNGToV8m1Jp36jzuyCB7ZUHszOpvwsrYLXmJOFXc86YiGia387KxH1V5gSWW9CwF
b31aRXarTn6h/lT6zBtIKQgqbD5OIYcCWlrkmJBV5ha1i7TMamfMbEygC0zGJ2Uur2Kl3JkmSrmU
p1iZ9mOIz6ATCB4CaCrblvSChlzbbKBObQz++SnY3C1QWJBRfQCFHL6DShvjqUt0Ey3k1bhLSXc/
RqKc2uI8vjiXfyHAUHu6uH2JN/4cAQL1JYN+jfdgwnam5qvjd7zYCog/6judZtaIItzACJw4gIpR
G9klm/d5JIo7b/qxFRR34BMzLWJ5Wca+3ffGnTm8tIronN1+V69AOFvJjXaWpxbjoVmIAKlqD6g8
YmgHCFonyb2WemSJKDSidJ0QmNv+eQBW/0hZepJlaAAGoT2jy13b96h/qkd7MvZqdV3R7xwNq9Fy
PsDsC2YmEkBz4lJJs4NwR5tecHfZXLdPuUcERVEmz4GoeZqN5rJuOTP3YwxahsnwqKI653fVpsmv
YDjHUhFjMhMDMJCGsLvyrS5Au7dQNCR+EIwCsM3DewXGHd4Qe6dFPQGsmnJ7Sq9LMMBN4a+mmAXu
UgS0uNOVlzZCpcazE0BxfpsMO7Dq2RSZvliQKRWt0XJYrGD0EgcAS2AIMrp+sjB7iOTJz6rm4fwa
bcOAshP04EiQ8iWt4E+OMnRFg95ShWyBOiE18DAS5VsG9xeFcxQ5K+sQeQlQALb6XrGix6mKd0lu
CSIPmycZqA3/GQznKrqYpmFnWvCxCKXM0U4Lck+P9y1e6FXozqKAgGjuOAdh1sGgdQXgwuI6IqDi
6yG5KyptEY2J26uIf0WWMWLqMgR73RqlHyjFm7NfcWqCbFBmiE9V2aB6ajp3j+dtY/tRjKMKXX0Q
JASlyKkNap0UtcMQgO2j9XSo4nVeG6HGqbguiwurdSE/3aGYIBxFY14m7stZ+Rf3s9xoZft5OFdT
zzDmWUE3M0oVglF0A9m8Vq4guFNy6qU2TRVAQNDYlTCKku4NOFqSOGxkzoRyX0irhyIFK9HIuI1A
c4g5pT1MRpfoYSy757lOd+dXbdMqVyPjNoFuxF0jN1g0q7iqsxzVNY8U1nkeZPOqugLhTB90FqY0
TRgHovq2Jh0aeMGaqHaDBTNGyKBfzNL+PKRo6riNkA5ylncEkHkQIKieXkD35ed5iE3XvhoVd2AZ
aoA0rAmfW6HMN6+v8qDYdcZVDN2O7wCpoBknqq6iu/J0YyVGNASaKoHkhQ63SpaEDsnR3DhCJ8LU
Xs5jbZ7C4JH5B4tbqrpq0tawYA+ZfkTYYFRqV21dFW0d4NM5D7VtFX+huCVqUpTB5CWgFLW7VMPJ
SbT7MQMBg9yFb32dHtDN7g1lQATTuW3yf3G5ddNkBl1Yhukk8PEdCPqM8CkcB0GGZ9MTryaSu2Go
6EAK1GV0pua26X2pxahag6ij7pe15YWRf34yt43x76CWz1k5wbnrO0vJMKg09HpkyPpypzY/NUNU
OirC4Zy8kg69WckYFkGlzbi8/aoYWTn20BWJyOsuXvWrY/9nTGAAPR1TbkpZEJvAsqKneDiAjFNl
4CzsnHmAch57mK0/o/xYaK3Ad2wQRiA0+e/aod32FHiUjNSYMwDHDbg3kz9NYIW+Ocp2iwtJxaRd
Vj70/WRbPVRZ8OQs+8AnPRQVVWgq9PR+1KrbKZNFKe/zJgU23dPPyluqNX2KNW6Tp7Y/6uZdW0QX
SfpsGD9ZbQi2yfb2BG+YAqE5qM9yXkdVphJivjjz6lQGcaLTF2hfVxsoRB3G/NeE4isrEniETeOi
6GCjCiI4eGqcDnBkASFxDaeNyKVNI69pXxv1d2UI3rzboecVzvIdq80idVOSNAGGRqtDmR+yGJRV
72m9z/q7SdkpBGftR909VendpAXu+Y26uYgrbM4vaGZFWmM509VqnxqoRYfMDpL6nel3oSt3w3+c
Us4vQORJSZQWcGH2u4qvtdKpoAWtCwa1edquBsV5hcZKjLRUgdKz+aDr3YfSEcFt/bxtIJN7umap
nFhlHgMirtDCBr8mIcgr3aaVf359Nk8HcBeAs1qGpgfhbNC0etImWYjcx1hcSZp6ZWTys1HT+/Mw
27flFQ5ng21Usi5Q4WPU4QXZQUX1EqhtKSAiDD25diXIKwV21MmCXb1t+ytczv7IJDVNNwO3RpVa
3VcXwazaeDy6QQ4lQgaWWOtXk0fvZQIqpgptE11zSSnqrc+Pf3M5V5/B2aUazLk6tIsvS7uLUiuP
DerkshGNPNIsgNq80qygOOPMLL0c8PqCVkH2ocNw6gSPu9JvhhfQNe7/07B4xnXWsCBXlzdlWPth
FDvAsiZH1gRXz00nAo0sA5LFaP8zuUXUtNFI6AAjraad1vxG8VNZZG4su3r7VMuNYHdvngQrNG6t
rI6ylo5YK3n4Seonoz8S63kIIpT5HvPSn9pOsAdFgNyKsSaQtKJYhpcndghtKOlKqYldF9eZ6umG
p4rCQZv+6+8I+S4dPYpQbEzQJoGUgj0h0jAn7eN5y9iuvllhcJeKoEEFVT5iUHIq31nxgKbBtOjt
IiOgfkjH62pIbuS2ea/VAUXg2vzUBPNBWlJadXwT10rk1HWaeEWqBk7eI9sFle7MTqxAEhwZ2x7w
X+Pim4MCMLbqUYUPTeT5QkIWIy2167CCpNL5GRHhcBcMsLokZUJhVogp7tWg8Cra2BCEEMBs7xW6
REmRfgV9IndwGFqBujUMhxpPvTHbTeZ2LTgvQLU23smGUMV889YKBgBwPoAJAJyRp3jhQMeAabCl
lDkpneyiu8yQ5B2jxxFEcvneQhGyhHaRXNR6t2nEK+Dl76tbTRhbUlosrWYTrXbSOOwGUQvMptNe
IXBnYxplOg52TOUIsrp89ksjcBndF5qIc2bTZX82mWICTTx6T4dCk8QaiwGmkUf3euXFqKiQcUfS
vLgXHUSbVriC4mYtGEkv5/kCVd2hNcM2GtnOwkTg0UQo3MxlYQSOgOXNKcWXFjL/Mco5c1Gz16bb
RPUymErBAv+l0DcaUAyGth1UVCgInceXU+IUoG1Wmxsr9RIGnlRVcA5t0BJpoCJFP9sicQK2XW5z
lWnPMkYB2eY2u9Lvp1vjsbkmt4EPwtsfYM/BFeMQ/sEV47zv2NrUK1z+nCU1yxPlMyQyH0wQRqMy
Nrkl4bFT3Cm5O4+12S25BuM8N4i8WI9r2dLDadmQsA8hBwT2Qtu4zS6yXXm0ZhtCvelT5Ycug35x
AGKV85+wtR/WX0BO9wNSmmpsaDCfefS75DhNiJE8mrVrKL/OA22msdZI3M4DUWNOhhBIJDnCJXdT
56ryUddROqLua8OvQONSiYIXXxVacS6uUblNaJp9SHoJM9zYxdWMS+eDnNhjaCMUH720T8H9sV06
2mP3V+CFolyrKjImbnOSmcVyD5YrqCVGfvBo3CYvjUu9GBSV0y7Egt4lrulqTn3Q7ytX+omW4cMO
7KCw7tJp9jjEwRgOPtW9+lr78p10jEW39i3XTtHBCWofqKNrPOVuakwzSzI0A9LxOohHZxIeW1sO
ikJla+l/0BUoL51aWJ1nbSpPODzywNYnFLFlu0DYibD5+FijcOtcoxMavcdAQaOrDJJ1ml5B61WL
PtQOmf1U8i3Fq+SnWd4Nlq9Psiew7mWf8BGlNT630mkgtXJGgZ+qqAFtwp2MAjA9Lco9SWSUYrOL
qG93WsmcEq9MKRkOqDT6Tnpr/RHLKbs6pzVkOlEfiY9QirtBApEzqhSzXJR43HxgrmH4N0KbSWrG
YNV4ktem3zSX8/BsSAbam380yZNc7PXqUM3356d464qwRuXeClI5oqx86ZLVKumCzfQ4pH8kJX1p
JunjPJLIYrmjp+7lIs9NjI9Ot7ryNPUPbfDnP0Hwz4KkS7uchhgMYbNDYuIE6uzPae6ehxEtFc/X
OJtWpHfDMmmaL+FFjutOZx5qctPr3qB8JMqxUFzZyA7ncQUzyF/0w2jsFTkCbKj/qJE365U7nbyc
x9j2rf/6Ff42rJtJU2YlVikeULPaVwh3SD9MczjWOnlLzIfGjPfnEbd95V9EzsdMFqtTLQBiXV0F
Mi7aIAoR3bQ2MVDcCD5GUKB/qUjKG7NBF+9iGF10XVgDwiOWVnTv50eyOXfKp5oQ6rx0fu5kVAAN
6UKlQSrDnSR7kq+CdHKJpLqVcRMiW/ff8LiZy8J5YsnSYs+q+1q7CZjPpsvEfM2Cu9GoBTe4TeNb
DY5zxVSOEyYvbAhTP6P+/lCzxo6YoCZv0xutQDhXy8J+QMobIMFQeej6duTYwvvbvEGhh8DsRIvF
uVsjzBPCZEAVqPK3ULLitfPbND6o5Ci1gtzS5tyRheeNgmLlS2iets1UpgGuSxC016fhQgF7SCXi
J9++9q5QOHPINVJKKKNEje1VdFPv5z2yV4fsqgRNR2IjcQuNMlc95I50lflyZkNm1COC9dsQAsLF
cPUNnJW0nSZpNcMW6N9vVNy7n1HT9/Hjkeggtanc3tF3FNL00wvk6B31YtbB+KcJvmGz/HD9DZwR
ITY6Zk2IeejAZ+Vmg6Pfj8dmBz7Bt+o9ulM9VoL6qlK887tx+1K8GjtnUWlOJqOpgAvKTFOCjPd4
bPfkI/gAZwpyS7JP7OoNWdIbkJqr1PsGi/Dp3C8Wv7qnBJrGmBUDX3+4sjJcxIPLAfXUCZAn27zv
jsE9uQ5mO3w7P/DNTbsaN3ewJ0ZT6sYinZiALg1RGkibSF4jSgIJUD4fQqvRUYa2B9Rw42Cq35Lg
qKcOS3p7rgQv5OVjv9w4/w7m8+hfwRC9CcCKt0ximDlpRH+reMlYSmTL6p85kvG4khG3FZXMbjqj
FepyD16hQsWwjvoJqF35IQWam7J9AL3RyXw0EDeMG//8im0SLa22yOe9f4UXlpkldUv8dHIqh1K8
jukP/ECfLL3WG+gmvspvrSPfS5f5rn3SEie9ky6n3fmvEHjFTz7G1Ue0oMmDx4LdVAr2yqD4heZA
iuk759ZqajmPVID4uo8Wu6nq3A6MytEh18FEV0LRAnI+J63zpUwBKHLy3ihe07lV9K4zb2KVnQgF
yLdCluvl4zyNLo11RhcvK/WNPVE0M9/K1I37zu0aN0LgTS992j6jBVTg40RLxrkY0lUytCEwzLbb
IeAwpr9RSi1YMNFUcu4EpekFZHCBYRF7mH8M2SGbdyZq/SBA6c+GIFIj2O98MZo+1XHXLwuXmZ7U
eTGUn3JsweQwk96ZrOMoCaxedEx//n1l9qUJm49rLF56QPk2uYDEbXnZHi0vteOrxk/sRnXuJ/8p
3fUXg61Dtvn8ttu8C//dEJ++YYWP7oMAuUyMWGKtF1KKUKDAvSzm99WH6sQCeT+IB3linr6TdFUj
uFqZxXMXHah1bKvnKPWoKhiKCIi78eijVBXZwrlUTn4VgQ7pAq2b6eB23yqjASHDv0PivIjRD1k0
olvYkYt3NJvjZpoi11qIOni318akyBCClxiNZ6fnwJSospIaC9cQSlwzk6EY6XB+9bd3118EbgdP
ckRm04D1zUpiT3GF06VwAqpd9oVkp6HuNgMVHKmf0f+v9vAXk9vR5pKuqxb2ujivXhiheOKlOXQ+
rTTb06bUcMCGGdHBtcqm17jTMvQWo83eSKkEkvFYUt9INzfv3YiGqlozx0t5GMufWhul9+iu1EBm
BfohG5UA8T6bG1Sulmglq7rW/IOywuC5m+TpDdqVkNuqRlC7MlWynKlFPQIzwnAftjTws1ZXcWsr
LXZF+7C/otMUHtALB1LMtr1q2lhfxG600a0sNX7vzQkqU8zS9zNttN+RXCXQ3mAZYkOS7iXq+CCX
NNuxSn9QR8naawUBn6MU3xZWLAkWdDsYAYP5P5vh6WWmYKYoDcDsgvBCQrH/ONtZ0uGY+1FBGlG6
nIsn5M6sXkSgvX0W/MXlouz5FCkERWRLBHIGJ4pkB6nhsO8d339RuJuRRNMcFEvYERVozvTOCXo/
Cn6f3xPbU6iCvU2GXMLCoHO67cLK0lg+AaRLHsJ5Jw9Ps75juPShPyOLfal5q5eKtu8cdCtU7s6g
LUrO9QjUoPkVV8+xkoAO7yj1B5U9MF0UAtlcrhUa51pSGuvgvAaaJL3G6ruGbquZev9xInnvMhZJ
GFgAScq7oLsh1vUoF3ZXXEyR2yAynxfOgJxLKUqBbx4EqrVwGoIOBDRjpwtYRlaazi0osmgd7OZx
dLI4uu6G8Lqm0y/aZN854FZw3MqBopHWHQGXTai8apU9SbFNVVtjl6NwRrcq2dF+/O/IuGUz6sEy
JQkjsxJyMKTEjsx9ab1KuJMr9Mgi9ARrHjbe+YXcuhUhgLUIoIIuWv4UhVvdESoQCEr5wnk3jZld
N6k/5cwZig68QPkuCpP9lDVoNJdfzsNuLaO5aHKjoBCkTnwJYw49I0jdQT4+aHDA0rteTxiccoMH
n3UlI0l6Hm5rS6zhuOtDEFFdkkfAMfluSBuvMZ+SVuQmtw7cNQhnmrQ2rbnoARIWvyFnETO3T0Gx
AHaF4kgCQ3AjUhZ/yJ+1aPVBctdQFmUBDi5O56EcLfCNGCyy0+DXYNqoX3bVAFREjx3OvAbqYmga
tqbWDpS3b0woyLUXdPAE8AHQVNLKxCzQTE7JB/ysE88vreiBvjmfKwxu0apMV2u2cGawiKBVZjeE
aKVLcGt/Jd2HJqKT2jQRE/SSqGnQDJS4njoWU2VFqA/Y6bmKIE4EiqG3US8Eb5CtWx8C0/+A8Cc4
G0C/Ky00glXRPEe57ueoOP/OyvyF4A5ro5ylvJMwjqaMvQjRqWpqHaP/OI+yuX8tmShQlAMpIm98
ltpacZxgbXrluWUOMRKYAHKxIJGmfSow9U1DWIFxThhxmZkUDGBW/xAYt4qJLnj9DU2rrk4PUfuN
hj14YQtV5pAMgUDOqSEEXV7SQFmEA0i5C2ltJ6Pu5UywgZZv5nfvGmXZ3Su/C5pUvdAbbKDCug5Q
mmDQHSO3SSqA2XLvaxguedwN4zxpC7tFOOf7tNV2TY8yS9X0S0bsDhzO+XgjKyKGtK29tEbldq7F
gtAaugWVvFrdH9JeEOvxvAGK5o/3flB5aYgCiK4dET6zkOcpTfI65uB4Uu7PY20OZ2mv1cyFv0Dm
Tuacplnba+CTGGAJsmJeDJr+WoNX9zzM5pCQ6vh0P+A55GDKtkgmpQOMjqcbCrms267U/qhhsUP1
7e481sb+BY8pWWwcd0HoRJ+aX53EWoWSYvSvmfsbAsWlob9WYxF53bLOnJGfoHAbN5+0AlwIDVpf
6n05t3YtOiI2zBsAkD+TQRhOoLBzOozJmOKJBQDQWeNm6GOcFQ00po9zDV3GQHqPmsxuzECQ5Nnw
R+C4JRYKw0DoJPPEWFYQGWpYt2gvo/DgcmCPhnZHy8hO8sv2stRFZU4bhnGCt3zPyldMIcpCUB+B
ErXeB+tA0hT7NDvMDROM6zMO+2W9VgPjzsA8Moy0iQCkoPtCO+jEaY0dazxmPdPBJ1WO3p79mOz0
ubPbzsSFVFQRvrHV1kPl6U5wSdOHkuALpukqRTEVMfcs35+3/a1KqhMQzsNnS2/xvKwfkyYvGFHm
klh2PDaXjYWABE1QWxXZkTI8FLh+CTb5/wOOHl9QqhEdxe+ni4nCi3kaSIfuAjymdbRbSqafxi+5
9tBIhR3QA7SkbMhPnh/z5kZBweY/qJxvkcqUDDLt0VfT+Uro5sTBRdWXq11Y2GWGdLKIU397If8C
cjaLDrs8k2YMs26u0NdijU41Ci5Tm1OJmisQYxrQtf1SezVpNCjDcoC5ynF7PVrR6MrVBHF7RYWa
moWOVvDud2iGQmZM12YDvF+FiBtha5zKIkGvgxTTwHXodDkzo50kNsxoK8BVOwgJWhevo+LX+dXb
8tZrEM5mpBTlYXM/LZWwoTOyHynZyRDsos5QC86FrQY7ZQ3FGUorg7QtSDEeY/RQ3z+Wd7H+EpUP
Y7uz0B8+lF7KrqL0TZV3c7cfUgcFpHHsEhGR25bPW38HZz9tbMom9BDh88AWUqrPuTy5iDmgqn4U
bI3NFYSqxqIFjXpZ/inDkDZCUT3BiFUdRO/+RCSnLPzzK7hVjouqlL8o3JUossoo1VKgJHrmKo07
Tm+mfNHLx6jaBfqxp5BiIpcxu1KoM3avOvsTzG+NqJxzmTXewa+/grPWqZTloe3QL6zGHkUt4VA4
XaXbbURBp4y4ZSuILmzOLfR9wToAtRe015zuDsOkQSpR4M2zVbppoyO/Q8kvvdVF0UN1664BrVl9
0ZpdVG45qDSpIlZGmGAdQpKVN7q6jYyZwyAJzWwkeaAuPkDLvkvs9E+9n/z4Mnn5DW31G3Idu8oO
h9lLCtV7eS8id92eg38/jC+IRlyn6sYBH1aZDyyIbHU+MFXwZtlyEOgFhYKyTJfXGLeuszpMaZqr
6A2vnysZPiIBWcaFPnsKEfWGbM3zGorzRfEEKctZxXDaxpORt2BgCzi/V0QInAvKqjYd2AyEApoo
jVLZTJRN2jw51oPgvEsyjlms9YCIkwMIMSLNG7JfkbxPIDotXQTNpSJic9qyAugTfIo+GyaiNqc7
AXLz2ZQoixVovmx6FZoNRBCfGUx+dxMQESwCBbgS8w2SgRbh5ZDACiDketH4zc6y3OY93r1MbudD
CdgNnAAUHHZGbdRGe6JS+C2XvYbnLEMqMj2dliHGoBqV4adxM6baRTwLzv1NHNz1IfugmCrs/XQq
TWNAMVeMYU7jTWy4WvJmFDc6eThvhZsLtkLhHLZMpGHhcoXDBiueIe2NEBXlona6rbJrXMlAHUGh
PqRDNO90LANJO9oXiBlaZnYtybsafZbmcxA+d7Ot6sWRWbcZ8DXTR6OIJdppW/AE0jIm4nh4QoGZ
9hQ+nYwwUooJdYyLWs/gjvSORi/6+E7yR6myo9lFdY+JTaHeEBEv18Y2X8JHJqraEctXdG5HNBTv
T6hzohpUlj7Msvof0q5rR25d2X6RAIlK1KtSd890T45+EeyxTeWcv/4sGffuUXN0mtg+8JsH6FKR
xWKxwloua3QRQNaWjAU0Hcx4eOviwXauX5f0TTtZBvJtZV/ayqT7INC5v2woG3cqIUtGD6EDMqEW
p4c8KEZS9yBu1kMKuFJvBnZFTX93kdeApDqi/mVxG9Z/Jo5zXUYI+IJo4YmWBsBvSfSkSiNGeRDT
6+P+sqg/VxPnUEBgieDSUMGVjNTH+fKFgHavAwuN+MNVgQGMwQFgi62D9svtropdH2PSpvB+oN/P
1h96Byh/oBdk7kfmJkfVkW0TQxeXv2hrrVcfxN+lkpVqw6zhg+YOXd+/JjN04bJDoLz07FTW0188
iLEAGtoBMF4KXjDuePZMxwRdDnnKQgEO1l7NhdYfzVu4txL7fcjswrSTybms5R+Oyq/r/imW8z2k
7pGeBNyL85J5wLZgAKLdgV7JDg7aXXSc95bfX6f2aFue9Q2ly8z+bh2+N3tA26k285sfNwBLa/3J
CbzLH7YVxWI9TEBP4Omqgjf83CBYGwE4O8CHBc+SXx6Z234AypK6wZF5CrCXlqkyJzv8BdrSmVhy
LjZgqaTMCyIwa0BkqfY2fb2s2FY365kEbqNVedD7yoSE8aN31T3GGW+Km/iteY6c4FFHDthmj9pb
iXAS7QjuVegl9u//8RO4Tc/KRGcpA1M0CFttIHT9UI6aWzzfZaeP9/Kk74bXwMFOSy61dXe6FsFX
b3UrnS0BF0NahDHUebAE0v403ma/qYM5FGNPDx9vxQ5DX0FuS9+0R/po7cz7yf55Wf2th+eZ+MXv
rZJcY40+Ii2C+vrtLXWMXf9DcUe01rJ7EC6WYGZWHaA1ioBsNm550H1htgpdIbiNeA9ngbGqzOYE
WNOB15S+TiJkx1NnNFwUaeT2JLErtFTIsUPRJPktCr1RVAjYvINVU0MdjYB3AoXYc8Wn0iwNE0Qw
ztzica22diJrNpwy5nR2qnoorFva2Awg7Vl+M9ObUvT+3bpQ0FGrQX9dxSgbd6alEcxWWgf5g35N
Y5fFh9xiyAe/XN5gkRjuDA8GhrIbGfsbYNB2roojJsI/pDp8UFoRr8QW0ylRqUYNIOSY6MLnVAqB
o63oiy0Bv9xp3XAX3FMvPYxP9EnZqfv+enyQTvnvR/0nog4fV4nfgAd6dJpX0ana9pirT+HUruMG
aBASVjcBH7Db4w2Mp2nsZ06FMUpnxDSn3e9kf74yD5fXe+uNs8Q8ChrJABKE5MW5XY0TJogULcYi
tKAsM8edRCynBaHqMGaY64imWyRYv2N+1SONCNtmK+5CalyDXeEl/qWUASQktaomHCvCMOnzqw8e
Liu3dWwNkCMCecqQ8ZjiY65Jt4CxgVUl4TSNNisLk/mjwlKwl2Ws8i5LW36Nv47X0riQK2ZVM1Uj
pKVte8gxats2qjfR3kkiYFKE75elba4dVENXoAwEEb7a1Jig8eqGooXLidDC1hxHORW8oLYS/eCI
BmQsOqD+ZFDPbYPFxQS20LJ1imKywUBlz6A9tWrqJUFx3ef5VTCAokKL9mat2XPTOYUCvttadYiu
X11Wl2w5BvRAAnofLgiAg9zVS/qMqX1Xt8ASoV45to5mBdfZlO7GYNwrKfHzPPXN4VEpDCeT1V3a
TQcAhdsVBSuAHh9B2eeE4IPsgNDUBd/i/HuCopbelUDFTU9TRAeAOqQosJqCMG3zhAG9AvGxqmu4
QbgTlmgklJiML1eqN3M4KpZN2vcSVJjhnV7aY35tyEKC7cVf8La4lrms5uqaNAK9luUGMlmT2BGq
07kqOWzwMlXy5eJ2tE5KmtpWh44av/uL9CFZC+eOXZgGZIwnCO8G6blt4iuDPjVK68UYixyDytam
H5eNYzMqWEvkj15O9WZsF3XB6kWRCwrz9wSJS0NzDWbYQ+Wq4DABvKcK/KymtVN5BwqXPP01TNem
9UvwNYspXlp87j2E+knK5BFfAyZQ1xqPfzpLdZeM3hwknhncVfmbLGUAa3qt0l8SfRTI32gRIyaS
fAYcuoaiLXdU9ESpq5B0WH/yVCMa0sIXvNIJOehgyjZ9K0F/jKiGu/XkWsvkwlItUpRy1PrWadLH
sPdpdDVJoHRRffBG2gUTeKYNV2tRE09pFOgUVNe4I6WbcpibMtrRsia1W8l6rGoKbk/wokbf+lJU
8Fz2i9vPM2ncYaoDpTZYtLTc5QxGc8oAth6YbmE8JENjJ81JUwW38rZE5LhBZLZ0oXL6oVVLy5MG
saUZpWDzQkpOe40xct9l6uPQ/cboIIDaRP0LW+7ewpMNz3j0taDNj7ObWIv71tDREwRayka/IQBe
JyS3tdqThwNJPWlOHU1C3+Z3vStAAXGo1P1l09241M6+gLOicBpUiVlYadUs3vKmLA9WS2rBVbJp
PCs1ucXVokFixdLCFfXswFjkGPp9bUQOKkl+q/1FUy9UQtkPY8a4uDTeGcStmY0zttKKZM8ks0Oj
VyWKntqC+lMMq1VKgfEs3//FXD8l6hzQHsI2Je67pXsMvYUlSfdBw5xEyAeyvVfo38F8M55Gf3zy
6oqRDI0ORYzGQglPMruU5m+yiCttw6lg7T5FcG49IGo5kKUPTo7zPRKjwBr2l7aDnLkjsNmI9HbZ
/DYtwyJg+LEAMwXXeX5rqmOEBrKFaU7K7V5S/Sa4raMdTR01n9zLorYP20oWZ+p9boEEaoAscy7k
u6ktT1Zk3HeztSt7dGqqRHokWgQ8LWSU7bFJpztQpKtepYdXXZrFty3NsmfBNy36fbGc1TdxJ8Pq
y6G3InxTkMUvYAH9lsnlTZomH8HwkqEAmACKeZCCnZ7E9qwB2i1gH8QAHfXl79gI9Sy6+gzO3xaF
3sV0aVkFwVtv6VcKiOWC8cUUcadvy9HRmgNmHpPyY0lzkxeoU0FOxBwq70yWHArMXQm7w7fCEyj0
KYjba03vx0jtsK49/ZDDbmdMLVKigfnMwnyvpu+GBapGoKmoU+tmzWtD+rtOt17BOWUreXITTxgx
tUTgEZuHa/VR3GYXKOCPcoiPknWbmEcNcWJDd5mJuQNMqoyTYFM3vdJKHLepkiR1Uk2w2N2E3Hfr
jr1boJ/mbywHu7lwg4EClIs8Bxn0n2OMdr+qdMCC5AMz3NbRfJUogjtke/E+BXGeqYiNoJ9icOcl
+U9Nn+/M6B4AsHrudtOHGgwCj75tqJ/SuDukHsImQqspDoSq4uVqy1azk5T6xpIFXmn5oa8O4B9B
/NVRZIDg0zO00IbRe4OseSq7WZsB8/q1Cl2TJtcApbu8Y1vD+bgaEa9ShB4gHOO2LAnQufinEXnO
xv0Ioi8F7Qw5MJlTrbhJABQpGaVP9Z9d91vPfxGMz+IlCHJXyzW6TPAxWza6/hZuV2edVEme4b5p
hji3a/QPuEOlhq4Whcn+st5bW7oWxW1pqRcpjTWISgZ2SHsFcG/dAaTuAAgTgfcLtOInWqeuHMmI
0SJHV6RTUSHjr5K9YQrqW5sX2kojfowVVpMWZgAxgZTuukh7lQp0fOutJzFAf7XESRR0sg3GbiEr
mvrYMyPUDTXNjgYRh93W6YRXB1cfEDaQKuUSe1QeOqnSYcYNG5wUxI5GazqNpR+H9kekjI8DaCcF
nmcxU/7kAFgRnRUUmbQvxCoDopQ6XKhW1Ul9tmpQCDRFnEJoXrmVSiaXMRGR1/a+fook59FKUAaY
rVrod01amQ6TZurV0QAu1F4XFbiWBfuinWKgvmXioMr8TZkpgxSZKhYU2FCniP20gPlL5G4ng2Mq
Tn6beowoEJSIpDsUci/wfsvt+EU40r6GgabnJfl8ridVYlUdKggvp9iPYv0h6WdBgn9zKVciuINP
4jGWixkOtjMSH239ezlN3SIUTctvpYKAJ/qpCnfq1Ry7lC6OPE6Pavg8hCGagu8b4ibVlRECVUF+
kzAV9xeuRkXOnoCDbXmGnK9fXlmZ1TS4FI0Ob50s8PO425ngmZNoKGgw2vRqK1GcSXa6gTFZDaJC
angjYoh4GlB1tm5B2X13WavNM46ajIp7Hi3q/IhmAt5Y1F2xlFLqIFrFzHoO7APEVHX2Q6fsr9bw
UxoXvdQsabR0CSwC5WRQlDDjgxVGdiJKc266kZVWnK2DElE20wlaTSzbjSHwU8rfltxcjeFrD0rc
y0u4vVufSnFWX4RFRdJlOktqgdBqnRLzRxsMt43I7LeiCmulFGf1JI/ahICmxumnyHIrFiQoRrf3
rTm8MTLcdNMQOQzzJ9epEWuindsUjt4OlM4sbZkGPbf+Hq1IspJBuA4oB6l0x/FDag5WFtlF85iW
v4VIsZur+imQZ74vmYqBuwoCC2U3VN+71rWS10wWzSpuwVFb1koOd6xRha0CuQEoW+viCDAv2gdu
h1ZcW7P13XfpNLnN7exlLnuUjoZ32XI2/eVKNnfOe6uPJ7NYZIPxXU9j3yTWIVNFl+p2cLiSwz3I
Zx2ElHkHOcl3zTOuiKdRT38ovcnPHypAi+Ky2wHcVBAFb1XjzpaWe6+xAY85Wi5iXwovDV1pH3ja
aXjRfmW7fD+l4Ity6t+g4tIFTm1zXf8wZWpoA/7SaIVhs6gIAgim5GQpGMis3MmsReotu/PlQl1J
4XZPIm2kKovlxPVOb251MPdkaBKfGxe8BSUrPDbtKrzNcCFZ/dNly9k8HSvZ3I7mmdlHpQTZrNWu
pxRC5OoIAJRdHRn7y6I2felKFLeLgJQAPjmDqFwadhIwY8gUgzwNDQtGio5D/fmyONHeLX9f5cPG
Mii7NIc4xXovlfti6ZsWOTPR6i1/X8nQUySNkCTF6tURrob7rN0z84r+xXgNGtRQ+JNV9HOh5HUu
pmnVNqSJjFsov04lty4/QiEo20aRAoMmOuphaGjEP05G1fZlRgmiOr19VWh3NQxl7Q7z+yw1Jwyi
e/1cvuXKU5IXj5f3aTNwWAnmbr2oyfGbS+AQIcFnVU4xw5G0gT2gL8qIQTRs6H9RrViryl1BmU6j
yaBLqCJj8HUkpg9MxjHo75Vq6RWTBXh3i11/Od6fCvIXUJjLYdgvsUrcYkShY9/7CYNYlxdRJIO7
fHIwGViAMwbgKXYNL4PAlidZlDLatPaVIpyfmtJW17oGQrquBJiVrDsBod5sKgi/ClEwtNVgA4Nc
pq7RxYdmV+78Vk2lTGTCslXxvph3UXEXB+/o8dbYU6siATm9Ev3QxXdleGhExfwtwJEz4dzBHoa2
yKNlFFZLvUS/1siJGa86YBVGO0VBrToquk17wW2zGRoBj1rRiEwQWXIaz1VpNkUEobmUvY4hphvi
yB0I8Upds5vGAEli7MiZ5F+2nW1lV3I5ZccmpKOxxJ0zWnymCGVag9kBnbyxeAE2h6NMLzlIwgr6
oieiDJdQOOd3uiZVTWACIXRJevQunIr8xtQ/wCflRuZVZ+6qwGX1PhClRzZteaUz53UkNjML0NTw
AcRrYnpfdYatB5WvmC+XV3fzGloJ4pyNrMtD3YYQFJrhYcJjkkq5v4C7XBYj0OfPS3d1E8WtHo+l
vogZrcCuhvE1VGdbQnVf6TrBO0W0Z3/+vhIWJhrq+hWExeS3Unqj6gTsEKCcXy3ATYMvd/7YAP1Y
xDyyHQhiolvH3LABoFbOzRVZBjAohli+rQebATEpGRkmCaQdVTNbrYs9SSf8f33Q5NjTsNDSbD6m
GIBLrZdJ/VVm3eHysv+Xpfj8Is4nljXGJaca0999eQ/0iaG/7VPM+4VXOqD2TXUnoVZitJ7FBMHU
VpM3qDw+BXOBWwMOGT2nWIq5eq+ZumsNYo+jcWtMGiZwTK+UmK3E9202XfV0RMVOPuhhdlDlRzUN
ryw9eKqMHwN9zxviyB2BmYRXvYlC0kDCXVsov5q09hhL7KpQZLtvUPtYEEOGSkTctRkWrhThwkJi
WIk+6VAk7e/69sDijwptQprssnES7Na2g/1cM87B1kHZW8Hy9qwIuDgfm2DcyeW90t5qeFNIJsou
T5fNY/vwfwrkPCur5dTQBlhHqQWAH7L2jaxgRHP0LosRWiHvRHNMyPb9ci6yW7B3VBRgNpnNZDR/
HZLEybrOBSj0oAirBYuVncc2OviJdYByYYwNuV1uRUsL3XxERgBcRscmiHaBdmXA4vF86eIfCdJa
Y+z0+XHM3LrrbZQtBYp/XWDIV5ZRRbRLyiZfYJKMXm1QlEYAXgE2p0F+y0/kay0iblBRN9Mnxyzu
ahmUi7kzNw86kL7T8Fae/j2i4vl3cNcJwZh/F1b4jrCdSx/JlQH4I0Cj1fL6NijiyAYi1eRfVn5T
d5BtI1cn6wgaOA8wzCRhia4iHLNuUm3PqqdEBFm9fPaX7UUbLNU1vLBlnhatnxuUQScM4gRGiRoB
6B10UJhQDUM5IXGt4NhgrkVwk22phfZTdWERR/qe7yWSiAmD0qDWON0YgITNJp+Nvy4v3ddwGTfI
SgZ3LkfDYuib1/CgCh0qwWyE/VciLbgTGU1VGozL5mSh0yNHP91U6dtlJZaP5DdnrQRncx0yA5Yk
QYSZ30pmBzApz2DHtvnXOeTzteICmAH7oSzHzBmrkzr+LDDQkN1TVVDS2N4RNBkgywJoAIOTkk3G
wKYUO9KRwW6Zn7SCLd9erX8E8BAVQTTRSU4goJwe63qpq4fBI+kDgfV+vWKwWqBrB0AaBboX37PF
TNAKWctqBT0DYCXa3eF45zLQfxpxl78yXUp+giyxfZqDGGTuTZoEglfEpqJ/pp8UWcXUFbeSeawN
cqFBUcJCjIkfMtluzMTOREClmxauQwDIsZAyMLlYbDSrbGoAr4kBum+0x3BPAEAf4/6yjX8NDrCc
KyFceGWEplS1ixAt3dHobh4e0/4Fl47ddY1g5zYtcCWKc6cFC5R01iCKBkcDY5t5lzmXldm0jZWE
5QtWYTO6cI1S6iFh0N6yaD+ChXC6Ucrnxthr8VsxCIpoW85bwUQx/DdO1BeEhHZsahD1WQisiqdc
BWIJRr7r8GdYfmjmtyg/XFZuc/lW0njlMHA4IPxHVWvaV+kPqRQkbTYXD9N8C4oqxPD5qURN2MB6
CebWv7bsqMo3SYnQ2no3tbcYKOnDx2V9Ns17oWlGxg1wefxjPO/lKaMza52410CkqNhNGaNdWxQ4
iMRwN1FtZlY2lBCT6gfNwiSgCqcgulLJ5uaslOFuozk2CJ0WZWq/uAFyxYF905nd6Bj689IX3ckd
4+Z6/qk+mu7wRjEOGDv1EYixl5d0oyUBp9nS6IICipCRn0NUK3VG91yEWYHUJVejG30z3jHivg/s
7JiAwNGznqRSIHRb9U+ZnAehUq+FlYXBW0SoRv9E/n03x7lOnNuoWylW4gC/H6rHutwb1rMlgpPf
tpFPFbijlUXWIGkUIgx6I+kHRhNbiKO4eWtYFJe5oS45YO7W6Gk0gzwGMrJqAcX5jozTgtvS/Ps5
aB0Dc3BLgP8ylnvy3AfKSTfi4lsm93oDLn1O+sc0oCFmQGhHfoxJWPz7gfVziZwBzJXKJJZhoCof
XvvySraeL1v11sqtNeIMYE6UMusJfl9p9mX/e1DB4z7t+kyU4t26CgmeOZAFXJYv3ZGTosSYqoID
lEdXGUJbJ/tePtChQeC3v6zSlsGtRXEGJ4U5CJ8quItSRRpnTlw1fK1o5P5vUpavWF2HUm+0LG4h
BYg6mdI7KMsawNL6GyHAVjEWEB/0y5wLmTtiGa21qAKiF1BpaABHC0WDzpsmgFG9/xfCReI1QzMO
CyEkwsTSrEaugYHUJFFAN/50WZ1NSSbGrTDnJRvAOz1Xh5TI6sUKjo+pLbyYt/G4D2SvFxFXbTTG
IHRF/LoA/YL49E9yfrU3YzJFJEJe1ulNzal08yUGJa2mzrWNCXcbjG3OlGG2OWC+0Yi6vhfr4t81
a9mc9dGpVYsBpXSH5LPT6fXdbCmC18ZWMAHkB4orEblEkwc4YuEc5rCXpa2D4b7t8t7VGuDUxp2F
zqkC+KRtHSQuoTUQ3oZOUBDaOl64AmEwAH3R4HDPN7E3SWDOEUIlEwQ5lAFyu6THgLZ/8RBQ8ZJa
5vOAgcBD43apZGkIORGRBR7BdBnrC7cFKpdV+ZeNclOfT0E8PG41FUNYGhCkyg0If5U6aB/zrBxk
PObAgik40du2uRLHXSFIRRZTViCMNqLRBtOoncbyno6IcFMTZC5R7rQWumPH266cRY+ErZgaCReM
jyDhAvBtbuvUXAmUMaJ43iHfpFkPZRkC27E6hglxNeVnC5iey2u75fXRe4AJIBnPOZmfHTOtbtTa
fPH6+lDbchsykAtG+Z5UgJ3tUSWq3v43gfzpo0aitjUEWmmBpPBvZsh2XCBINHtb18bXy9K2zjom
MMHECt41wMlwYQea86pB7fBY1UbgpVIDdQMRf/jmCgIHBD1pJmJP/qybsxyr2WKdChnd3PAmPbFr
jOUDYr99vKzNnyiJd12YAUbpDnE6cAU505TxRkjTpkUweLD27Rs5qUC/s8e34SZxgCFGPuhh8Ocb
w37OT8btdDfdvqP3dm/tTUCAYKzXu/w9W6u7/hwu9KmGWZ7DEp+zbOIYFCgKv1yWsAE/oaP99FNj
7kBERaYSsCm3jurrN8EJkBN3rWvuzZvsqnuX3P6qPBk2mHKgZXbMvVYUqmxdiGv5nLm2pKnQUAb5
GjA50/RIo5ugkNwCpYrLmm4Aty+aUnC+oBy97O+5145TtHI2AyYqcUzfJNyAyZS7xgikLCPYpRne
8F0LGj9MlWGIFD0hrlx0otbRTd9noikfqLlA5kPB5fwj0kCZK63BCypOuqtAjw6ZQe247vyOAAkh
ZXY/3cUhoArDn5fV3/Lxa8FciINifIX3HASPLLe7aJ9jgrUdD5eFbG2mCeeqGEj/oqzALbFcWnVi
GAilJXM3B0Av2VHjhz4LPNxGZ8Fy5wNqAhk6UEDz0B1JN2haB0QcR2F3BohoMVXvREm675Xm0Cft
PtKnR6N8x9iuM7McY+LKFclDwcTKpq4WolJ0ywLDi094ShIhEpqPgd/Rpg66c+OC2VntgXrw8ppu
3Vjmpxw+7znmckPRYQOLyeMHNYq9Sim/zYHs9oTZZfVzikTtelvBFcUhkDWMkaDBmfPp2pxhfmIE
SkEQqWBMUedsXxdIDsZjcKeqxWkc+tAhhRQ4RCEigqYtb4+G+IUUY0kc8hc06DCauJ4Aw6DqP+Lh
rs9+zYMzNv747+dIl9ECFRRaJrqAVT7NirEFiSUEjsegr2VziOP3JvpIyvdO/hDBZmyU9yBLA9aN
juZgPFE4JxsPeTfh+seKIqXc9f6EmtbgK+GtovtU8SkBcxJ5JaJ85Wa+Zi2Xc65jAiYmGVhsjqz5
P0fnXto3tU+/PUgvtPaixqtfBF5mc/d04Fss8574x7k3Y05RjVkm5WmKwVz9qMm2qnyX4+dQhLq4
dfzoShLnz1J9KGi0SML7xwaRXSl/HxJHE2GOb/qatRzuMLDRVEe6yMlbdMoq+95O7fxKvW+RfnOr
uypw9KfLB16g2Z8rZPV0C4b4/9YwWmbxMTFbvBYJiKayh8tyNqYoYZVIRYDNBxhzhM/mzY1ZAJl5
xNW7Mxxlrzz5hQOqMHqrfGOPsxPvqjuAeQz2/H5Z8NZVtJbLRTXtQjpf0AFW2fxg/QEQcszyL4sg
y2/wgdxaBnfiejlVi0SCjN5PiU1ewCHujgd6aNzgsXhSBjd3VEDl6S77njrXmD9w/ibds/4C7uyl
sSmpUorVnQm5S2bZB+CVY6ChY6Z3fVUfBAqLFpW7eifdbCdjhMLmo7ErPOVDAl01aEfZDcYqpsFV
3NSNdsg3dfY82dob281XGJ79CF+oL0oM/ZfVXwJ2QGxiUp9b/TYymTGHcOLyTveLXbA7ZI6h2Kav
3FROA1A3T3Obo/pLOWDWOd/FO+PZ+Is3OoCo/vkEbvnHOQDxpI5rs4uv0P1KjAMVgXZvHlTwKMGt
yxpoGDlnlzWaUsnFomX5s6t/W1oPupxHo/99eWs3fepKDOfpkrEq0dMNMWjubvofgI4IilNBRrCf
C8PTbVlABbUwvw1UIM6KkjkZ5zCALAa6gbRDpdNAo833lumOMaBpwBgcJCrwrkx+tUbkmlN/svTG
nWvtJMXUl9K7kSUCf7gZM8OS/vmoZR9WDlFrsiDo5QqXCkidO/AiSJljTYcJZNvG21ztqXyjivJ0
i3l88R+AglLRy4nF4JtX5dqaCpXg5syofJ9kxiPO818EdhjR/UcEp5YaJtI4VQgKSK56dewMyk5O
MFHDDpN0FeYif7TpIFbiOGttOquVwgXBSEXGZegxz50iEQhytb+w1pUYzloHo1TGLsDCGYmyZ41f
xLKL7IgjjW4pGmTcVAlJHHgZRJrWHzzPlWEwxKFxX8IwlAZQqJVha633NwRxYDlAZh6gYBpBXMwt
nJHXaYuoFLU35Xeoug0ycarmR4EjATc3i53QAKrL/vIqbpmfpSzlHMzjKV/6JM15NCqqY7PKDBiM
tXqTDrXAQW55r7UI7haWKoDrVhHUkiKkTMPbNLZzQDup5fNlVbZcyloOdxdEFfC6wDCHAApNDLS5
zRtvHnM7LLxWxNQpEsX5/IoUStJoEJWQ3AUqcFkTjPE6dXtMo4/LWm1WZNdqcZ6yzhMDiMB4Pkj7
brJbYtNTe9A8yyG35TXoEd3UThzFm3dX9DZ8eI6dZ+aKHmrLWeKd1PobOA+S1d3Qye1imV3uZbk3
zIU/dJatK9cSQ0Pkz8s6bx23tTjuIFQA3ZgKCnFAW3+SFuQdIIcCGWIQuapN0wQwKPJCCg4BnyRR
hmpWpQ4xt1b5s3ostRNl32eRtWyu3koK56ksK0oz0iEfFGW7gfZ7SQJBbnA9NplX0jsmxBxfXgpf
dmslj3tJ5BXGA4IeWgH7j/42kS14U135Xn0FEynr7ZI50svkyntyU/mtH5zY419sH9Je5tJWBIwh
zmJ7Fazm4QR9JVQtEsA0RZpjiOj8Nh3XSghnkmwyQunPogZF5MrkNQJO8WU1NvN4ILgxTEyfLq1r
nEOZE/CTjMHyIpNuq+IuZ2ifRp/qR6T9rPtbA+h45YlJu0R+uix40/xXcjnvEhBlTsLlxDczA5UI
CrgmIiLRq2zTSlZSuF2S6j7rZyRknSq/0Ypf2nQkXWaDD4mVOaDRUq8wvl3Wa/O0rSRyWzYWZWXl
5WIXzZUVv0f9iTXvuuiu3pAC1FD0JaDVFYj3fB2kl0t5bgmklIHkxKbqp0NhJ/S2VyLBU2hjyBUi
VqK4jWIJSJfMHE+hEejhj0pvz/voNO+kk3ZX13Z2YM50bb0rgmrdhjtZCFcw54fa/oJNdh6llo3U
qWxAUhLIUxRlJDBkz11oa8rCyOuBoffyrm1Y45k4TslWHVJzSCCuJMdMelDivSI9XBahiFTibBHd
bgOtljxrrT8MmLSp3aw/dakLpFLkBj2l/91qfk2vZXpf99d6ftdEtw1zOzi2ULC6W09K6ItxMpRD
MdzIp5aVRtaleUDhvHTZjXoLeqnH4rvmPETH/tjuw4fOz0CQvU+OOaozV+FzI2LW2gguzj6AOyZ5
ADIvPcEHjIEfjH4ZuqH13ls3ZSiqVAh15S7aupKjNNIhSmUuhueAJ8Vs7Wfo/0qOH7EfvxaKGx3Y
Hajbj50dPZW776LkqEhZ7m6ktEB7qIWd7zJ30FyNNXadeRH7psYvl41MJIm7FVOzmNrcgK7a5PTB
dZVeTelDMz0GkejiWE4Ed/+uN5Af40QjgarFNSTVBCT339pEEFBvZXkVsDlreCroFLE7p0qjlSTQ
FpYEEKTowS2mGcbUr1R/zq+n0YVy6DFxZk0XXIjaxjEFhjoOBZB8FbTzckXLkDVNmaLKDMRp1a3h
30DPjdJL3AIYd/BSGthx4jDL2GflNetPUngNVKhJvzbUm0F/M4b7KI9sMgGhmu2SwI2L3kPdfZCv
k9kfCtec8fJR7Uk7xDS47gIgF9PR69F8iLq204wvPXBd2vY76ZYqmmOCPahMrqf61mxlfwxRh0br
ApiERR5ww3IIsNMVINshFCD8jYKETFFIs444AB6QgX0HgBuJY6F8p4sm/LdWeC2Kc7bFAC7XlCyi
oiOob5rQUYfYjsAJwFyjFHj2TWGYHjUUzJASjIidXyRsHoBHqEJY2ls2wCd9GcCvrfImDceiu4nL
1r98Ajdu5kXQP/I4x9Y1Ux7hDYpXk/Qim0D2JU+sMfy58y7LEenFeTVwaaplYyx66egXBSggJR+F
vlPncFea9ECFEFIbAlUFY/eAWMKz5Qv6pERCGgCOu3MUAK6y8hDN3yZQC+TVbaR4IhbyjVVEdxql
KFrpQOrkr/8sN6vZYhZA7fXAmcrnKZiRGfCHXGAdG/f+mRzOFEtFDbVGNjsnt27H5JQqT5GIMmDD
UZ6J4AxQnVUrUiusWxtoDlEHx/iL0QMVMSDgp5A5RbGYMwUyqwbLQyyWFnavbT67fRk+5LEgZtjU
YyVlsY9VeqhXqGREMqQk8G9qC9IY0XjV5masJHAeP5ZCi5QzJFTZr7LyVOBKKkiTXj43AiE8+Y6m
FyrDAemcEY0vrX4YqAbPK+jOF6wVz0hFs6o3tQKayJ1+G/bEBQeAe1mPrXrTetdVcr4fdY2RY1T0
OqBgzKfIOOpT4gwAlGwn1S2j/Li0muXhgMe4bGNmBIXu3MEUvRv2AJ0c5F0wPLaJqE6wbBEXFZx9
FBe2532ct5aE1c26Z1o8VtMNY9dpc42qlJJ4fXd/eRE23cSnxfyhU1zZZBzIfR6TxSajYddHIDeK
XkErGiSCoS/RfnJnuOst2pTWcoaT+K6rq+ssf7qsiUgCd20UFbPoKEMChmGCfEdaRWD3W3n/s63h
vIQRpTO4yrBWqS4/0TiObToP1O6s6W7sJc9KqD9Ghd02DxbGnC9rJxTOOY+QzYpOhwAHQn7Kghqd
wE7V3WbzHZjZxthyBuk6l4hA6qYxIuuFqx81hy9Vh6amBtOksHcyeKwg9yIN49xoeh4xHPjdeJD/
YqZOBW8ngN/RYEq+sCPSUWtK8Pf2mEDtf2d18TQiF9YpuSujGVOwoGTjoK1lcQs6tP8h7cuW48ax
bX+lo97ZhyQIDidOnQcyR42WZMm2XhiSLROcMBAkQfLr74Lkvi2lFMrbceuhMpyZShDAxsYe14r9
VtXlmHlnGt3ERVqfyYfoPL+59a+7n+JI79QHSAMo8Xo1tQPVHOeAl/M4hht/uhflXXRTX8xPKknl
aTRnZL2i+zt6VRxTce7nk6T281fHW0Z+A34UjArvdG1+j21Kz4M9a1IGiJUjg32kSl7N8B0opyeF
yyeMhUTnilcqW1DSVl3Hwfbznfvo/nk9jt3YV3NitGrqvsI4LUn2YROcMsDLmflYgOjYMAeKePBY
R9reDkPdLDYnFaJrx6L2H1VzvJYKapXaq7mghTSaBzuIs0MyYtt9r77yM2/FT8X34KYK0/KIGv7w
znu9eAd6GJ1U7ljbTdL8rngA3e99v9Kpsy5RUdnT1HmSp/7XEVX5V83d/9+2Hehn6M2mKzuMTMhP
E9/5RKfKvf18jKPTO1DR41x7jmtlIzwnqG6699L+tDyxsM0GUxLfl5PpS70CK4u/jY+520cUCj1Q
KLi1QzYpjI28uGpT7zJAIj4NLTvG+oeLsoLoiI30QTmVrUsDBR8aCkGAetjZns/o5JK9h2JnWcK3
v2ybk7oCd9jKb/WqrG5mdc7z3TBs1bxy1EVVHzmJH0QY7AMAdhFdB0hMH9ZVLBNAbxqOausEteT1
2KxaCe5s1FiBcjkHY+p+ZiE4UdbtMcRJL7Kr+dZOejv0wckRcYFyqwh90XV4WkTISbaAyd3VZg/u
bCe5bMVZp74Lsu2iu4SmI/pnHLEm7pPnPYTwUWjqTvUVykPTpHDXBPiY5jxW+W4Z6yySXxElAflA
K7pVggJKLce07+6Bv5D1/WWxgDJD7ojPkKDcj4HegIJl1md6qZGouY8XZ+30AdAGNp6/q5a1bPdU
nQiHr5XZc2ebV/uQL2nf7pcYSPHbbrypp/OcAKePp0VVrFr+qyhPCyBYhrAqWrFKli9Ndcl9tAFt
wP4u5W7ilxX4FeeN28Ne5XcAvXPzXRXt4uROyCvAu4HS4LSZrwBfE3n1Ku52kbqJ+01bk1SOZzQ8
qYqrUJw54y2LviVI+C9ndXcqQHqn6n0krtt6y/VDbr4ib8KTm2jciTCN5i04qznOjzsCTK38qQMA
VFyaZYMelHUJSJL2u6t/iKgEzHUOioV1HZ4zUNh5t7y6ccQDmUGYkwPLAhRkYYHlmpFTC060s0rK
n76gWVD8cOcL0B84sswGJFL8sdq18Qbil1XiNlc74Nsu/e9eZVVy5uaXCGON+jauHw0QfICjNSq7
IKfgvObJlNXjpgjW2tV7B00VPXAPqX/ZEJO6It7G9XdUC23acg383GP3/XvTybakWmqXwEVa6LDd
t6VF3lE22GKczNtH+27Tr4Z1mTZnOu3d1P1CzgFlu4aE3bgFGmSPKMIPhg8RiwqSxAOtLpjQ314s
qqFi6GyZYHWG1tjMZHXGLzs3zdNvNyEIO/nJTySOvum1OjLxDyg0kXV4NfLBwQzFHEYdLrXn8iA0
Cp2odPkG6tIWpmt2Ha2jc7nWZ/OO7aOVXFVb0NYCmmd17Cb4QD+8eYyDi46NWvSFwWP4GZDGMHS+
CrdQxmYjvt8C+z1NVtFZnX5Pfn2+8u+toLfTP7jmQE4EWIgI+TIASbH2XgINTMp0IMfmZ5//QP+9
md/BTefWLZCTKPJXbdpeBBk5ZZsa81Srcduv81O9G7JjIaUPEllv53Zww7WM+EkfY03bOzBw7flG
geJ4jfjj6qE/v2i2NDsGOXBslgdWc0OAs/NcvxslJ4Ru8+mCOLvPN+yjW/TVSibugY3MZokWpc4e
lbB4dOlucfleAvtVmwdknFZJMz30xk+jmgHWOEZ7DVrSTDle2X7Mzx/lAw681wv8Dsk7SRpfJjYl
D2PwKgFJzIbvq1V9ka8e6+20Wq5xq6VIs6R6E6djZjao9l+d0Cq9+fxB3glxQlAdjmJcgm4CFL8f
HB7jsLlx/Rxm1Nxt/FhlCspVR+f+fP35QO/2FwOhMRSlFSEg7dAA91ZNJc3SyBCETQi8Aa485KAZ
WhN/8/kg73f4YJSDM+mPZGkmjVEAqgps7wX2WSoqIP2i9nZPMg5+WSSv2iOa8NjcDk4ol6aNClUZ
9H9e9dVXSTfmGKal/Yk3SuBgYgcHEhFLR7sDJuZUrrtvatV+8x0SVgBanMV5NFTNb2eopiNxzI+k
A61LEdrtAbcdHzp6dYUymXFpDNKBW1ejCcy/M92pT74f2bZj41iD+5VztAQ+oIRnLGACu27lTZtw
W5z4PwAJWJzFN/xantLzek8zfawS8r1bZtfVB0casjjUQp68HbmIlsQkZQ1uiT1O3T5y029dOq7J
Fn0Za9uvlB2Zqr2O323kqwEPNnIo1FB2AwYMz/uzEpHhbZLRq+jebKYtO4kvjoYj3gUGDmZ4oFgd
OnMTMQyo6GZaiWxMfQ909Vmw4SDVOKLX3ifu3472HNx6tZMDb8QIsCQ0zqy8y3g7/hRNque1n1n/
bNmGlxqGEcv6B0jTvDt2b314EOELAPIVhZPvusBmTwjuL61BYRVKWsedsVEsGh6b5IfiSsACGtjW
0OAwiRD2cSQTLCuMreE3qDOycO2cqRP5mH+J1h3CIRftl2LTH+PY/VhYwYiE1IU19Q7pH4Z4GYow
xrhILP0MrlBYv8lXzaP/dclopi6HxyOyao/dO1l9NZ79/NVmUsdvesaEySIflSw9yDZTkpVb9Ceu
jJsO8P6OrOz7+gMrPq9GPDBmoyFvwtbBDOP7Yk4V4tQbIHGOabUJV96c6st5FW2dPRpEdr+nLLqX
J85ZdaTD35qt72YNrGwPgDNY6cMawK6ROhbEKqPmLPB+x8PT58v68SRfDXCgAlBZZgBGCl3eTyGq
vEWqgiqr3PiaDyhPHWSCehek8jv0vc0BQtAMlGlIchu2K2SVAXwg9cM8TRZ1aaTZ1zFJPdPdxHRE
qM8pjzkY7818uyevHvdAgYx1XCvXt7dbuA/vzQP4zsINu5G7a5nqXfyz3SxmVZ2QkynzwtWUzaub
/7gC5u0jJAeGG3GCqWsoVqxd9sq9d4aruMyS+BtHh83nm/Ph5iPAAlJJnOt3XMzVSFVZaeivBbku
vsiLaXK3nw/xPkBsZwPkCMC8oRGXxgdCPvEI7qnVyMDypmgnvxguNvQUMLTzjz4tvtKTHhD6Wbnp
Np8P/KHaejXugb9W5V1NwN8BwS79fSCXM2SpgfY5rxn7+flIH6/iv2d4YOyBUoIufYGR4uRbWd4F
5frz37cn5PCIosoFJS8oHoDRelB3EmnJAOmlIJIF3WoEPfIvyXRt+NbjzUV7rNzjo9m8Hu1ADbah
XJhuMNqcfBuKjeiP1TwdG+BAIMKopJNnBwjjGwsFMe4+X66PjEeLnIXsDkWhziGch+fPQPsbOwNI
lkdNV6Lf6nKDbpakyD4f6EP7+9VI8cFBFRPaaqMaI5XEHTPOGCLOdXXeFr9AFbMpfILi0qZf8TH5
ZkqOPjje37kjuhloLC7yRh+R+PcVuzhqADkNwC6MOtN3eClgMFJk5Hie+reXesmqR1GRTsXZBYqU
EBDp3SOewEdHLIlRAARmqAQVNAfmZFASoG0pbbIiH8D3cSZJi+6atdCr54X+r5/TfxdP4suLrOv/
/R/8+6eQSKMUwPl++8//vZRP/B9fmoefT/p/7B/+3y8efG/7JC4e2vdfevM3+PE/g8ODf3jzjzXv
y36+Gp66+fpJD03//Pt4TPvN/9cP//H0/CtfZ/n0918/xcB7+2tFKfhffz7a//r7Lz/A0fiv17//
50M7gb//ugW90NOvf9z0D/2Tfvd3Tw+6//svJwz/mUSQZ2hYYmmzXeyRebIfoV/unxT5TRdBMkoD
lHT+9Q8uAKH+91+R908wukfYNzSjWihiDYQFvO/F/0yID3CRxLOJSrA4//Wvp3uzSf/etH8A3PGL
KHmv//7ruS3o33rLjgi4i+eOenS3E9iObw2qxqs67pmaPsVe3g/J2peBBOOPK8dyuaNgsAc5jtNR
veFq1nOw6v2JMvAmitx9LHgXoOoN7Xd1dJIwOg+rOkFJ0c4kbaPPG9pKZ05FPVH5iArOahIrrFVT
kazAAfGeIniKw3XDpqh5AGqvzH+SlqjwoghLJUnaeqXGowSSdu0l89ze8FXR0K5GVsPQtj3zolnh
kYu29eZTH3CG1W9HjwJ/82pL/yza60V6q6wsmguQVhNUMiWIFGC5rLJ8ZXRGXlsOLGTxU44KjUrt
+jYARHETjLqLdot+NpyWUjbl78bNSz//z1QGxgdGFgCEAxIT7BQe5u34S0ViDQC68hfAskhdZr1A
STlLk8R3VIUEgCm6ftWxvggYSAecRfIvwByeNVycYAkNOelDxnWNkh9FOu8C4MgKn32+Rm/VDEiN
kUq0td4EPdQoMIsOnhGMySgx64jzK0TVvuuviiUqIrVp4qAnyD91fRje19TN+/3n4x7sjR03QH8m
eF6g3tDzeDCuHGYRCYfEv4oZMhemqK1v9HcW5D4vUlOVQ3nJAWgITwFug+8fc7yspfnq+GB4VLgD
wA4lCugbB0LE260p6Fg67sTILycCXhPJUJoT0gccJKffi6WMmovS8YR3Tmo1Dze1doFhk2pWNliU
zxfi/ZPEYBkOEPiHn4nowcE9B0KGvAGXb/crCA2O3Gb2wsWrN7Qzgw7WJWoAwvtuwBKoVIOUJ7wX
7jx2yXoshQub/fOHsdbUm2WhKKAASzgwr0NszWF1E9ph3Wquef4zTxZOu61Qss3ntZO3GnCCc9xN
EJHPhzxwRSGBoEAGOpg9qATq9PCiL5IF+LCydx5ZCSBSZzcBXgoHop0E0yIbTBUsAbxwPfugvE7Q
m4Q2yRKEyTetDIG5ysF5y2+SlrUdXykqOv+6HUuuHz9/zLd2IoCF0d+JtCUMRDTx4rQc6JLBIIrr
qmV6nDq0MiIXM4AKKVi7kyHUSaeOjM6NBBGtPTS9EfallMVRpgdysEEw81EnDNQ9axrAlzp4jFih
nXfWoXjkDXWgwytor8UAcMftUQxNcgq9r4uhqx/ainJo1E62nUd3sVM5I2gUGLSt1fwzw1/xcmnG
02CqpTiK2nEo1uh5QzO5b4lzsMMIMbw9YBMxXCZ8IY8a5atOu6561HcPX9TSl5KDwGFWeDgnakd8
JmbVinkV18vs3Bgp871OuqYq4KMt7nzaMsVBxcTR35qjmJ+6TnMdtkkBXlxExyaoRN+pZo+fuEvS
4FfrMjfqWOH9QdoamipEkXYISBB4xYhg0gONAcnkauSjvI+ooBXNJAroIYp5PiQJ2OcXICXAu55f
tGczBPhseFYn0stjfARYAxKqzWDI8TMUHGpxmKO2KQl4cAAUwtk9EIt6qtFfzoS8lx1OEYo4dR0H
577HyHxK9DBjOZJ8bJa7lk3zHKUD64wCJrzrm/C6UEvu7Lo2qJa7zhl0eBEDPxxiMgVj2yTbeqB2
e4QmCURoHpFBupZdVS93SxPWpk7Bi2ovrRKrjw0SPGF4k8AUXe7idpqwd4RWM1704hZ9vJJUE70J
o8HuHchTShgY6nn4JC4ckIOic6PCTwgYD3jy0uHWNuglbeuHSYdcyU0ydt54ExCx9GeoyURtW9O0
HcBnnCIHZXQR4HL9wWOeB3ejO3oQsiguYGcg0ytgonyuGw61JlYf4V5grYMwPgRa5YFokHzmhZfI
5n7xWo2isAnBAInmAwHIuj2A+QwUxecjHmojNAughsPDve3BzHg3ou5czUxLzA+yDFYYzRBY9ecD
Yx2XdzgqGt7nFVkghAYJXV2cW4RNyOnnj/HMrPH6vgCyIwqfLeUGyKIsNvDbU76QcQDcdtjetQFv
e6DHiYE6T0IxBW3Eas29dZdHovwy6hg9AalkFIUtRYwmOpGi5t00KJLwC3UK+N3wZkLmLkZozgDq
/7qPHReNuXSZxCmEyGVp5QY5KMCDHJB3OOzMhRyKkcG62OdV3duTPyIkeIk+gUjOKak7Mo3bz2d8
QLCJKeKCgrmBWWO2BD7B2xnXYc64UTq6HQfuwoilXefDiB0XK7dgMg+CHfPMBLGdauAKqrTony1b
EJZbkSZDZfz8JgfVFZ7XV+XSdrtS+sSqSLWAmWWjmlHqcrugshinLjettam9OW5xOiNP4Rh9PqUD
9DyUaKIWCNcmtBqm58G9fTslRXi7iIr7t3HPCM5WLwv7AL1DBnt0n88xMn4zni1nkz3i0JVWpXRS
4aJxmAcz3puofUuoWtcPTVJFwa40jV0HNRsRXuRqwrdKRuwUwWMb6k3tRB3ZyLgbUZEz477AdI9M
7cDKxNQSDzFgD0fFEjU9dx298gD6qfaiZhDzLSlGq6n6TkG0lmYpxc/ejdFin869UMtd5HN7P7aO
8LAhU9g2xbxe2tADC0SCPm5zCyu1w3KYCJksYCeNC7QJL50EIhaYRlrtNkBt7kofTDDA94VFggHL
HhiyfgYfy8NStEWApej7iDl9RpuhwpFA9X2Ff72sj1WF9cPni3CgnQAuh1Qp7i8aw+20YGhvt9cz
wD+ZQ+V8HdtIQDu8mLfoK5lQtgTPkgFd7vMRD1LSkKgQXVwW8BrXEjLBh46XWwlYrXKKvurBg4T0
c99DoHD3Y32CSgaCrnPjCNBzhQ2ZseDNmHOYLFB6WCXTTU3/JQp1nFebvA9iKAMcyPG6awS+NbXA
rLjuJ46L6s+2IX7HsZRTE3OcFZwiux1FPdmNcKrSw0syV8l47YpW4EnQAom7qQ5766d+PveXjpxX
OhGTt5cAlATAWWEFHXo2MAe1U7jT/JWxOWzytB9qIrPcuHl1EfpL0M1rxbpQxkD88pOKpV2nSnXi
NgOZaCph7TinXdGChS5vWYQwlxFT8RPdlO4OpdxBuKojLppfQdUs3XUrwrZ7MIvXmMtg9NxpWcUV
T6jMFOxHPWyMofF40SmWAwM0bN3WA2tBh/gV513iZdXUD+BpFFOsliplfOyCCbg59YjDMC6dmZt0
cmgVVBuk4ofgJmz6OSiA/u0BtmErE8O8HPZbXvT7nkWwzLIISd5lgVsLUZR7YDjnQ6oASRpuxiQq
yIq2zrR8NaHwy7shaIp8RYLe91AhESQAFQiLXico7PIBhFbQptgBuahfKeGa5TRPuOtuPQPan03h
6Ji5a1mLNrid6VjUzm0i3Gn6OvUTQYeURmPfNW6MaPhFuzDsbpdoLLhIpRAe01fJtDT1Ni8R3dgs
IohbkSY10HJYFnWLVvGj11Yx/8V8KcZpBVGZ1VMy9AZ4wnVjNFqV+5wrGq/gB9Am3Oatg7aOxIuc
ut6OofR1w55YzEmPVZ4AkAJ0oYWIESK9eB2izleoqu1Dd815IGW0H5K8ZM0Zp1OtinU1Fr0ZzwzN
i7Lc5EFrBnqdc5+oPdiwWRFvICsh6tvluLi41hsdlyZJCycIVb9iebdU894U2mHl1pQtbpusTkwA
BTvKcqDfhTOEVO8hHAYIiIbAbPEuBgmrK7GdLGBivGyAOYiX/uVNpywbfObaICkAKYUO1OMyqMQf
T6qwk4W/AxShE0XZXNEahIkTr7y2AVbvaO9FtD2XmE6BhkCHPEz5DOC9rKIsocXljMyTjECr6VSm
2UQA+/Plvh7mJLY4CISivUQliY1JRF1PWX0XFXnuLKdoUtVYKWcGNVx7Dq2tGD11SN5FzZlXqtJr
vlQVYOjytamgCIq1KD2CZ4fKso80jw6qVdBSx+ZSrVxZV1284r3rUP7dL3x0wm1ai7Z6OxSxUlkH
1xsr68dDiRsE2SlmfwTPD5MlVSqxNn3ANGafSeZxEm4qZuyKkQZpkgS04qx3gEcdWZUfjH0RR6h/
7QUEYOGwN7Z90rX4nnyZKuspACxTVaEtEHWqic4xWsM8OJncQ+dqeOlJVL/Qb14z2XXmQVIhluQM
ToetcHgds+BJKTg0atOVJSytzMTeHKmsjBkdHOxgMKjhrq/4gKYlr3TYIrZsWAJvOo+ryD5yiZ2W
gAKDZGEEgo/UY+4A06dfhZ1jd57ODt4D56tdmnH08FVcsbEyeIaRawwLnO/nres6QtQjAm4M79FJ
ivCmpkGekCwwCQJAIBVl6Ape/5GefAEHLxB8K8dOLu/n58UYIDVd9sfGTehC7b+IpvU5ccvOAaXg
81I7L1//1yK/fA+RAr8+j3zQC0eZx9Ge8liXoSy7LXIHMyat/GXCWMgrFKV7AwccvFYpSuXsRoll
7CFq8LxRXLrnXjLnFOhhbJzDy6QdBFZp9NsGX0ElloenQpgjR99r7c7W6C1a6uPNJipc9Zi8rKCQ
OEHQay9zYuBqm1UmBQ+Nt5uH2Hrn7svWvohHmNcN1gdlT/iLNY0aO/kpnBnktPA6OwwLWIg3Z6Hc
iN0uThkM/QlmSuzyvgjSMswDnhKTtL/ilZ3G3wFshUC6dM/so78sKFAKFvxDAIAwiNaOS3ld7Ref
RpPcFi6CSO7alIPAmU4q8OHcSG2wv+UY+erRQ1skxEdTWKyYfDfC2L3UiGXbH/RH+xKMRYwXy8WN
r7QLtc/Ph7Bg5nZoiqZArr6I8btMEa8gu1rPkdefkhdZQVY16aPtnyVPqrHD40wlqfEjuAEEBq9k
WeOeHz21hO4tLLcqHldSOT0vM1cXOQanFRNwmfpGIrYJ1iAbucE2sQGFzIU9zgPuV7xXz0MIVDik
rv1pPiGgfZrErg+E27aoVg2aFoyCukDY0Eu8Ad9nvdJ4gdFIkUBUA/4/twZxO+oaD6EihVh+cwGE
3xxBAdNVGN1jhRjvQp5P8ALyebGyb1BAjyDxRJQPDRN3rBniddPiim3Xk8PzRO9pgqtq+uGGUwV9
UzRC1PXuTzi56hvWVZuBNfB3f86BDgjZyYphObbk+cwoAXhTbHtu6ny5IywWpr9VxDAT7vqXqU9J
obFERE6Lxe4E95Gm63BxPWi5vgvs8gFi10oN4lVWxF/ipzGS3lgBb0A3upP2ZenjpYOA4/uqRPTR
SdEVh7gySqlqnoAOCkzY7TmRXodvhLNnfdiRDhpy9RJkQRtb0+Wbgasu9/dFrhb8xvISesvhliNq
qCiYLedt7tVwfdsWvhMQ+BsEJuhpW4f2PPWBKRGEL+q4h6okIbAVvQs9Q9NUG/h6dvGGkthQgT/E
NWLxVcML/Hk3N5jlDwPzLHdOTK67rrxISGWDlGLAdXce1TkJ+6sAYaw5X4NaxpnZBlCDtNErhC48
AN9ECAKF90EBEHOFdkmTYPMXJ1gwq5C39tpoaW7FrfM7D8L3spJVLxCJBtZdScYTs9AWDMT1Mhjn
poMxjajCIlUS3kPfQr4cgy7eeVsFrp1DLrkD5Q/30kapmhL2KixrNAYYeR8mM1PeYzA1YXMRhkrO
+Sbwhe6d36b0qilf40YjjSWGQ/zbAQ6uF3V3iEgCuuSri/LEoshyOhOGRHkE20b9SsZyVP4PnccI
TWy7ehhblJ74i67vlmDwAwAG43aY4Ox7noBNCTS8ZPAGSHlbJX424k0nGtPIIDM1rf7M5GUvlawQ
IM4AfDHbaT2rm6YZrf5L5sJqE1j/9vCWurXf4M/R+7zy7XvA2HHwjRmQTnjJCaITLfphuc1tlE0u
cZQLWIv5xdLP4BCucFDtqUxa+8kfkYVNCU1kEfzw0UsI3qpTp8i6ae5IlHp+58ZfBhYVQAMyLkfA
PpiXPPH3RnF7ygsHZYkI3yNPhBfgkEBbqMWFfAcu8g8XiFvaJ69LZBrv/wxEuwRXmoKoODcvHhsv
qyWq04rLIbiqXxRW/RJoVLFng9FOo2wQUndhFwSrtmiVyNHeEA7OzVBSiTn3Blm88aT0C2vGMdTC
OOjSaOxjDc8HzhE17pE0p4M95NK3acYVN5OVySgH2WeZUqZ5265Z1eA0bl4WBHFgq/RqFAfjdwPt
OdUp80kTxUcCXwcOPWI50A+QYOBZAgj+XViZ9cghIF7t34CiKcRTR0Ux4TQYATWrnMCeoGZE4IWl
Y6nssx/x7uArv/Lt7PAoEgEhKKiCUQJxGGfthkk4RkcIVb2oxgoxYDwF/ACcpM+HOgig4zS5QJ/H
WLaKDSFd69a/Cl0YlErFOUzJf8mIW08CpfoS6CyXwK620p2EzG7qUFbYYRF0Abbsj3L8/FnehhBA
Kgv5AXoGJo90OOTcf/ss+Uh8hG+r4uYZN+q+pJ61x7UGS956ETCdj63z+wFR8YDAAZpQfAQXk4OY
Rc0612taN79WE8dFUdS48ffRXEPN/TnZn0/woFPazhCxWxewcj7KtZCOOhhwaqqg4H0TXv/RGIYt
Nmg/h2SmKHYNdDxuKpkv3dVgyFyt2oFbfU46qAZHAw/nKE3dW0nHE8GVsmVPoMyhAUJ0B4HGOXEd
E81EXTcvh8rArsMZn4Y6h14v47HEFrBgmHEyE4LLAaaFw+yDVJKoYclGBc9+Q1siKHg3oFrmDKpe
4es4H7l3Uc4E/mRmXvJZ8kXNfr6sh9uIjQuAwY96aIRkvfgw9IR7V/X+5IwXTNdWM6GeFjsoNeXD
1Qy8guBIc+NH41EXG2n/A7fRwZpFE6wRoJ8OF3+uvalgqkpdAc0q0k6XxX8UWqPuM70qIotQ3Diq
79QBMTki0WNZXbxcSzCS7W5EdYNzwbWyF8bnC2rzOP/WP4jPWky2ACcQ9SgBIpoHoVozL1PZLbTe
RdzpappFbRuR+7DDgTl2BN8Pha2LkfayVcnIK9vPX+mfNvfbGTXCxe7FFBkpoiOQI1+1ePl8Vn9K
MV5NDLFCDAWMbSAJIzEPzOu3o7ku8jJRyfS2W3yX6bVPJ1uNMKCHdBC/9cKRQ8+ELhBbTdI2X+At
Akak6L32FLc1SnCKTNQSkZ8zP0Dswf3S5rQoxG6GbUBRDzaVtTfNGdhPNcwUpVq4QV3lB1yt22ZY
fLTcCTdET3/cUYTazsjkCRJ+SV7yeXUIZ4Rc5rz11HReF2xMUDID8sDSQ0ykQqnGDo5GVAIw1akk
tuKPgRI5+DOWou3KigIs9BiXRfisxl5cjdq4UN2GtT5UN1xDawaY0Xdg0Arg9DQX3B/wBZhY4RBd
EN1YY855sW0kkqM47a6MvQVEb7pvvSXluks4qN9k1FRD+q+Qh8K1ydC8+mzIPFtQyKwZrO+iYnuJ
R2pEZAm+RR366K8UGLKt4VWMJy6yFWWRNcAOhj+FeH5TNbcEZm9CLsK5TwK5r0LXscEAPXaIs84v
flhiZk3UitVDi7ArIjARsgwpqB1jAczhQRTGbVMFchTqf0lUIiOzLhTKM9VXOifjIr4i32AzWrAB
QVtyIXqNJMLXUiLaXKxQhIRygg3rFOgIs9aD0fl7huup4xMK+Hj/3qPT3McXCJvl8oonSVX764pr
x4UnDMUBPHuUciGXvgaJF/Z2ZSZ/6ebUdRCZGDOYZoDNyOZgzs1ZneheLynS0aaEN53EHfKiJXP1
NnCb3jyGblvPbJUHMLhBEx7xtvsOlNTYGVILVwlr6I8uUsiHF+FZ3EJvVxvOmtBHt92LnYXAt7UT
Z97bS+dFNACeB2uQR00Nl61LUBEj07FzwxYtF7oQER7Dr2s/NbUzJl+hxEV8I3niNOhNpeCTY0Vh
biiIVarVXJp8WwYj2ZUuWfZtN407RDLEddSFfjYllF1EIA10ETMeu685hHoXFFToFKePPVadbL4X
bilWU+KBQSVuSL+Fs4uQks/paSzde1HjOHIjw7PQlHIVBYxhd12n21TRFIBVphwul6rp3TWs8n6N
ZkcCZGEdtj+ZHG5QPy1Pu8ApTttRg6BCIwSN2pdiN4ohAUChia8iyRTy+rL8VWqFRgUm0f4acL6i
eaJO4sVvN3POkQXmkgb46XjmWVDxaGPwk/sY/thjN4lhi7qH/JdK6mZbo0x2SeekohtWueJGAp1t
SRuEaFBnSkRxa6YlfmgcTuHKD+1XE/vl2vV79wS97WAjECA9PwsQptt0veZPuoryKwQPS9Qr9ST5
5SHVA3/Gk941aDlZuZEzd9aebvtrPQYIOEAVrPQ8DSdEd3Od0tbEWR4lOYu/l6MPZHhUIAw/tR9U
qPkcZA83p2zZnAIBN36KAUHUrpzc6U7aBOUIq8Drq6tpJDX8pFacUt17KgOjqQBtiZZnUxS4pzr0
rITm1OZQi9GcTDBnz92oHveIfjsnZU2Yv4qh/X55xhCeLkvsMbjN0vlhpDJPynGmzC+95UHrSvio
KJAoH1wWDclljWxSVEx1w0oC4XI6CdGeVKSuJ8uL2YugiOFSZaMhDTkJYreRJ92k0CYoB/+UNv+H
ujNbklPZ0vQTUcY83AIxZEROykFK6QaTUtrM4Dju4PD0/UXt6q5zTpudsr5ss323M5UxgLPWP/Ym
Ben9Gqzbp62L4tF3uH2WWascaNGu09L0S5QHpNkf/EgNxFX68vsmDDOZDb1NsKNu0UDgwq/LQKSE
mPo/YaZpPne74TQCFKSu3asvxhnaL3O1qTZrlSrfp2qbPqQRvZtORpuscCTO/YbXB+Mag7lx45lq
z3wTr8+JO1cdQv6l+dn0Yk8hefqvw0jEoxCL8yWBRLgTLnYoLe3i4teD/3OOQ3PfgPeTjAzgyh8t
VFpoa2Ij1eV9GFsjHianTX5Ki6Emj5nPmjRo5uk5XMP2yEEfhmjs9+isnLF6RqeDtmOt5Ls7DuK0
aOOcGrGEP6VXvK/sye/71BMQMAmf9uSpL/9sfCCnSkVaHxgDt1clE4LrpD/B2LalSu1qWe7CpBWn
iTnUSctopjuYNKlfnhHeWyOL8deyL/sfzQWeL9HoPvgIC042T4p8MpN6Zb60SLYalntLzu2P3R6H
k9c5Bcos4OTHarN9nmWGE4mMjRg8KGjDcwQxk4l5aE5toOU72i6P17+4F8cevGMTevN3cLnpORkq
eXa2Lnnte7lfy7mZCMfnyGUN7uvHwbfVRWp/fR7mQr5JMi8+vXbhcHCnbXn0t56bB0zryfGUvhoZ
kfSwGuqLRh0PpyLs/Zz1GIUlsEdyt1uyuC+KSn7Z3bh6j4FOvk97rN544JdnbrboYXcshYYprI9d
UgT3MNyOl6k+6fJ43waP610Ox720xucWCP65vOUSZyhD7KNcm+m7UNovWa73/V4mvr4iVGpBB/rx
rfT2pOfM7s0B1Xt8duD8skXs/lO8lB7IvLR+WwVVoPb9Fvj0dlJ9aph180gDacf3beAtkTrYo2w7
zFWJKO5XWhieQVm6R8vfhq+dkj/5HRp/VO18nXsmmEZHzaNJGuSXgXDqSzIK94e2Co2HsVrtB6Q+
+r12l2U6VW7n+VlSOdHVL0YZHxO7H5JLX8Uih8f193SB787jZO+jtNlVQquAVwyPowXff92sKeKz
Du1VyfspWSB6HCMdki38qX/yjG99iYakFlloJJn6VSLkS1PWS3+A8t2qa1+3JEpYcggQIRaFY52i
ZZ73ly0epK5Ot9HDzpPJjN3Y8qmNa9leWnZy2WVOxOSSBb0ulgfQkoZ+UO2Ub2u0j1s22l14j1yv
cPKVRs32qljE1degZvuTnCNSqCBkcCoHZEXnRYXRJXCNPTRvu7cV7pJuZiKb7+Jy2NFK48MInKZu
GyRxb3OgXxPaubANumWXyFRaRdm1meUn5rX2UM2kbuV3X8bNsfbTyqLZkEk/ufb9mjRmyFwJjv8Q
dRynOQK5PR9Bti6Nq+qMar72oqzNzM1Tt1lhsnt8/INtqNyz3b69qbSEG/RPSvlNrPItbELsTYOe
R+6HGHoz087m9gff0V1131aws2k/APNmuzJkYXj9BvGDFbg9DzXZfYcSovChrYFJ88bU5uyVvhPn
+AqrCEiskc5dW0oBHamDaCOwFfY7VK6iKDwxUdY3hT+nkd96QHFgdl8dYcnfS8Jo4kmxuadxLBzv
UC6Vq92MEa6yxgxuHinamkZV+LJZ/hgxmOl4q7uMk1TxA6Nt1ab+5BCaaK6rRCfSoJwckxzaniaa
6iBcMwbBg0PHs36HzO0JO5li/2e5LD/2vSrfy0r8KBOBFZ41oX9d0XYciriQJ5uHh80hEUror2gn
E8XtHqVX6+NSySQTk9hFGiHTFGnfB/2rHLowlzLcUh3XPufrovpPVRb7MRoJjp1KUzzAMMZ25ph5
nfKdh43/nMyV9xohIJJ5vYD1cD1wwaTo4dbfzijaL2Ia5vgwR1F5P4/D+KqnWZHCbcqlIA2mL6PU
6k1y14/NlLvD1B3bqQheh9Z2DomqxmtbBNaD2xr/6gpIy7GcIa8T1qLcxaf/c9CRPu3GdbvUjngI
53ayTPNBOOH4iH5wVXdCrrgD59U2BLyUTeaH8yLSxOmJPx8RROq7OeTNHTZA7te9kPXvAt57OpEp
ueSSm5Lera2VjzzlefjXYUt9U8N8wUsoXnjq1EdNCVumB1F9berS+QHyZo6IdpLTaCf9MRJR84xN
XWZLH1Yf9tC/U7PLJsXidozcovk+rq4a08Abx++eXciLdj1iywtpmjirAUcvhXB506UNwl2bJWPZ
9Z6ofteXZXWoyqu86EdblM5H63jr/QJzmwdiwuAPZPwV8N3FEZbsRqReY08PYVF4t/x6muK5CP1P
v70tw9vQ357axp1/jUts1YcurCFCAZPH8G4IhnrMZlkbBde0j4CF0do4mddxjpDVUzfBAzZR91dV
VapNXVoLh7TpIgJwWv7dDPiLa4K8iYCWTe1GuaoQckpmrba89GJU3wRbW5W1wvPsHzx4CVUiCnKl
CkK1Ya5EY53rKXDfb7qBo0NUEWnbmyWegsA0v/QSCx4PbJ7HUReoocYi8O6h7uRVbIhKUlky0tyb
WYtf9AyaOpuBGamIWjrzqdTGvcJNyZ6mBSjm7wXWaklh5JbD0CzeBZC6RDJVE/l0vslG//hISItj
H1Xq6m/sb6nFOKLyrpis4GBNPZpfe1+Cr4qCmu+RWAjjmb0572xrsh/1GjmvsGtxgiqIGS4N1Vp1
p5Wh6sLpN6wHM1XUqk8mYfRExWGNj161Olami5sSj6qTQBykWHAYoEjhIiJBoq8a/xb4s4RQKX1L
pSlDmjzc1tglK7apdpmpvaHYPwYautsn6lloVWWrKFqOtCQcd5FJR5fddrKwtg7+U6i9Ik5bZ6q9
nx2yUWvIFis2TXGEMGuN/dBWYzgmGdu28Ul52at+1lnEAzfY8gr+Ku5SjZrb3zC3bUVPDDURwJ6d
zZoFTDx3C+iQlxpk3ok+Si2m+qMsW38s85VbBRoFN443kD1gpjFUx5JZbbjTlbb6v+ZpNktwqNA/
UbUSTHBtr4Xtwr2cBEIpNeRy8wlDe260aPkefAu5lG5QMsMBLMjceft/eiuJbD7HuRk2oq4qE3wE
sEzV699grSVuhIPqkhs06jqFEVfqOW/UPXqBGw/CfbhHv0u/sE14Qle9c79NzpzU37VYK4uErBig
y2KzLZo15BHBcay+6gpAIb5XDJTm0W4SG0OzLmc9tacddotvi0deMza/vJgm9T4POqW34epp3t5O
cDcqC8q6g9nri1dPBaIODyFC1dq72FrTHo4OqVbMOOwO5XQUIqZGF5nemLeokB5cxFyM7iLhxNyS
miGKiMJakRO+CVDYBSS1zpBU6W71CXswft0dxIriJgE7GMb4fmf0iw+F1YUFLNhSJEKnjj8l/iHa
ds8/wfv1X0Wsu3cLdY1K3RHzWepr7p0DapP+tz20TFmo3yvZ0p8x0y6+SHQqJt3dCfJxD/X2nyr7
S1KXy3OAOvYMDlzfj3bhUSYU6ofG2TZ6YbwesdaSQAQLq3ttErNGdxMjHPXPg9j81AxrO5ykslEx
mlisA+acpf0tdpsyvkL6fZFS7OTrXHn79jLX1moYEKzuwATKhlg0IghOMvRVnxd9bH5Ze2E2WkbK
dXJe4rZugxzH5vApbQjsdG4WVoNhtxa2Edk41YFxQhJFVAXt8ru0zA1xYaJ2h4zqkvKIT2sprGOv
nRhxjkvtR1bY/jge/M2ez848Rt+7pfMJuIsKl1p7AMUa3zuZifMj3d62zl070OoD6QOyiVQKVHYZ
mo5pYUByXHRFgFuPJZt3n/oTc/iDgXAz6eq15FC1YXexShInZoTXmCvQ1oke6Ya76TmPhyCBkrJU
dcK3wBcTmdJKqd6czpPopibTAGa/dgQLXBtF8kVb9sj73MUxdIR53viycz8p4uTQoK34QxkdQ0Hb
iPLe4hief7BcrtWXqOnlbery3PrMBBNepB8F9S+OSG87eYvfvIyrVzwgk8QqKx0++XjdDXK1QoOM
7Dt99aK21/fYBPp5lV3FW8DGBjsc9SOnadRjVmiD5MUBPozypBnXOwfQos5XtDHfVs/HRxi0s38e
/KZBniiD16kox6NyB/sjlDOFJRE6xEp2Owr9+dbUGAfbI55Kt85dPS+3+IcBgXxSL8lyV4YSddo8
7MhBy2I1vNyku0kj2IYzMUSbe4QhgmelhK6e83LxFo5eC79DnSraiHTqlfPEUDBs84Onhb4vXWeJ
czsoRXRECCHeVhMpVMdq4F2iBoh++LKK6S5iAH+arNvEOxNkSwactW0E6LVFghylneoq54HeoLwC
LnneexCAdA+FCA/tgsAu92xi4PbJ8DtlgJwO2Ugv8sUTf61zNRzcYjYUKwfb94jTYrkaNUiRd9MS
v8zUomn+XBBMLAQ1KFDvjg9eV7jXuOraCJkQQY2pdIrkalmV+2vr6vZiLDE/o9UjuaGO3Z+4YqjM
GuYo2bI6oHE4i1a/3nK9bs2cdjJWxUFXddxx/kqvuzaOuwVHFa7BV6uohHkEuSLZDyEHbQed6J3v
dYLiIe0RYjyOKEzsQ7QGG0tB4uJqmAo76A+901RvbWAwQvPcZKpjPs8rT07x7XMLn1ZvBYb23LF4
jGkA+JhQWVAIrrvv3tyPH1KNY1rVA9gjikqEUuXCJd/J76W1EmnXzsbKLCaPB6mx98zgLj+GUlt3
suGmzmXdRk9Kq/Giggmvh4zae3CB6GwVdvwVxLiOuAzK8Jcgnf1gfHt+WeTm3rXkurlZs8RkjWyD
TbZiMgDxRPMcn2evGsJ8TywGJ6IxzWkI3KV7wS1b5xJwK5dc6n42eYE+ML4412EbK7SBq/NRFZv5
SApCo8WsyaODmDn0cVf8hazYzv3AV+8x4/7J8Qvn14gC/cPmVwhMNXxwSP4/8NzEDwaS/0R1EXdd
rH8iUFbPQttbkcZqtB3ug/05Ka2Wicbx+xPPA0myRzx7OZHIV1A0636dXPmtAezIY8OiMuEp3lNC
x8evVtwRCVt5fk81PR+jEIMDFYbSsvW8z02D/stDK8CD5C8eUG2/5HDguJg+2GjHXrxIfx794Ek1
1cQpP8fxTZskJ/zPtyiRreknuAYIx/HJ35DSbKfVxatB8vpoG1Xd2brqm/0OIfem3ovarMFnMPhj
e27GuFd+VvjSVjRQLIG/Sg6vFjULnBb6iCZx6pB+cDU5O2NjbG91JttQ2uZO06+NAC90TXD0/WGN
f4TDoDhUJtF2puMcCyo7yJnz0Cnk1haWJYIWH40VcmTGeFRVG15obhpk7DSZbHR/jH/sydqiOYfQ
RKhH/t66tRWMZV22qIVEWdxE5FyDEzQIeZu7PX1ZvFixwtSeCaX8ShlwsTQ5RGzM3odlqDbNY9OM
sx7zeb2Fohxs4el5+qXbfSGBhn9F1Bvh8T4jWbqLipPhXGCTJOcSxPr2TvywtJPuVJVmiaZv2ip3
91bvFrf8P7TwUWiulppZmK/NNpN3kxk7iaPl+D/Qc7cMjP8m5yD/MFAT5c2MCSsdInz4Z3JusNk5
GiOST7vBRfJfrLcbtgH0k/T6ErUn3XNDn9m9L90ojWSHESnt4FHmTHmDid6b/yS6/v3r+me2l5cV
wdNjV03gX1GB3zz4/8hQ1sGGNamso9/tKG5ES/+38KNvk44L0Rqhy/4HovKfOfnbX8TGzadx8w5D
+d4iBv7xLwIaxsrGL/Gn//svLn+rarxgkFDzc1T5GhHcYhsLy0fdQFb+/VX8P4U1vI09//3bnIaH
+lOO8/iX+rc/9f9VmgNfxb9Jc9h//Wmp+fz5LxEQ/NLfUQ6R9x+wSBHe2SCENic94X8nOQTBfyTE
0aEacMgUTOwQbct/JTn4wX9gTYajQ5oW2Q7zyf8Jc/Ci/yByhxy7EHMNtwVJw/8PYQ7/fFlh5eVC
ZgHCLRPAfjPL/PNlpeYqjCuvq4iphU3ADTSdjDWtpxLFC893131bS08//8Mn9Pz37fuP4Qj/rC+6
/VHAFB8gDG2Jg8boX7QSHhtA1PhRfQ51H+75tCQOwJQKGddGpy18QGSne2g9lz5Vq6tuFv0KRXL+
71/F7R7976Pl71fheoTJYKXDpBT966tYzTqNnd2ccSbf1aOXFi6gGucckVZh/6N39zfiEj7//R91
UJ/+X3+XEwNxQ2Tfym6cf03areVmbVYwjycrUGiOA8Jl483bXngQTTvfg2e+hIoIsWsRyuB3fZNr
5yyJYxY5ersN5Wb7lMqs/o9FCvdbSdD7ekag54Xvphqa4EBuiBY5oU2DPJM+73av8B7avXfM0p3U
tN9ktf3wuCRSw6t7STlCW4XPkRc8TkxlsASObdx8dINxvRY1jV/Wpr1vMB4iC8RG1JcDqExNHSrh
u6FHromXZ43XVJe7L5CdAmughlalk4H9tu9hUg1/WtFCdaE7zShHutvDOLgb9Fr+wfXMTtd73dki
UiRn40hO7t4+s+4+Y/H51m7Kz6NOWV824xVAn4V6lcZMd5vjiid7Z4oMw8H+q7N6QryX4TWWa/ha
+p11Bn/DL2ij9VwK/kgTNe5xpxLjFE1bd5zN/hRO+xrklaW/O0whU1F8WJ0XHNY+dE8J+rbcikqZ
uqgmshiFaocIFZ1+bM3spS5sw0yO3SXwuvCX2uILCdhJPlW8xXB3hj/EtAaf8SJE7isUJS9L6X/D
hCEPieVdTSB0c1wB0MNDPeHXxBEf1mfdoVV4APJgqCGME6YFAsRhPPizT0LhmkH1ZNJKL2Rkb4ko
u2dtrLnN7Fa5T41egr9GkpSB6bupba788MpUrAInK27MYzpuof9hqi320iqGVrskkV6jpyrogZYV
PKaGLBws/7s0ToufotD99OLi8pev6K1sc+7apfyFtXxeHqYpmrc0GBL3ErY+I5KfDIs6KG60ODMD
fA+Z2qvQ52BwowfLjABsQa2NvgIeqbciGfVL1TZ9mUJCBLQjFrq6Q/kCzFy5QDbofWCdeZ2NSxR9
VY8Y1KYhenHbKvTO0aiS4c4sTWkdW8QYn4D9+p3Ck80+YmBLRBZDFTmZWBfqEByWAEokAaud4aGY
nPDJX+Ot8VPPrxOVxn21Q2T77bb84jpeaU7A1+C06WAv87FwWyWZW4O1O2wY3V9aeOkgd8Nm+BFx
tDaZIQrBAmARjXPy62p70aQFWBDtgyPeFmVv3VWYDRi871r2Z0J7qCeZltKNcXzFXpAtswWk1MRV
OByNavApOzqcx4vLm31bycfBGoW/xs36nkMl7xjOyD7DXYjrwEva6bVmotuOnsDUOjbhNJJy3vks
j30X64sqy96+s5XX87660nrCZbD4vIAZA8Hee/iUYsYrdVhcpsqMEhV/+94QXzPfr8uYvJuw9bpX
sxP3C4buxm9Ii9evGIg8pMm2IaifyL8OWTtA/WGs6sDNEVPX7XduaEX+aOsG5TdUPos8Av+Cks6s
wMmZaPfhoRm6GNdf46LMpo18Dl+1sKbws3Ux/R7sfjPRhaejJw9+R5HrlTyP+W5xkXbAFw9rn+tt
d7ucTAZneSuku33WKw63q5Q+hsB+6lhHIrRfBV5gRSiwUyX7senWlWyCoXoJTL8GRysEasp9C236
MUBD9Yk/zwECBb1CqawIhEmV3PQ7WnkZH/rG1a8zPieVBgX86h2S7nbv+SSb4cpN68F/1rJoD0Fj
9hffIHzOrCkAcleDScZH14DapDw31svkVHuT++4m/0BqUrs3ycp5KqYgWE6W3wU76Vul/LQXX+Ps
wzT0tknf6X8DN4aPYFQTuhnIVRLaQ28FIvKj5adrsJNdJLVMSxrGJah/CVl0baO+2cil7WkLc0je
ZWDfov4z8jp6JhzW0RSLE+iKGKCfqjAyP7sODpKigK46WG2tJqA4EjSjKLbeAmd3ny1YPxZqBDfX
Nu5Bsoib3EnTDLYIpqGm5w/1w3zmFkrgqkpEt5dlbkl2kWVj9JdOciY8OKJd9wdZQOymviir+jxP
tVixedOFGuHM7k4QuKPMhs2q2wzoqYFhVI3vP7ZSaL4CkOBncFLxBGDaT+kohNfdoeNOeDDYZESk
ruHCyat15qMGy/PGk671ajIVmGk98OQtnpDhyHu5jLJ8Vltd7IfR92viC8X6g3OzfHK7DrWEVXfd
JejtihRxNX/4IzGOpjckSZY8v1KWteFDsCBBBiZquoaYg8KMtJ/xrSk9UgFgK224DlSAQ5RMPyfd
2R3EjDNRcx7NuzyVAIsvSgsCbQ1HO4E/91h95WNvwxx8Sxr3P7lZYVVHtGz6vR1K61kYWwOklCp8
JiimJR+uqmL7tPp9heUlnG3/ZAHKuDnWw63LvE3DCrK/6Eeep7fBZyFv4Np6dlQcpwmU/LCW9pCc
/NbIOV/QHd+iRbrfWMbXCHHh3g+ngBPGygY/Lus7aTu2pMF2mKuLEZDksNgkfWNZylu7s+LHydnM
S3LLC77GMWrR47ooTx391u/2y+ir8TRuPoEgTYcH5wEafacvc5BUZRJn1s13s3EL5gLfH39rYy/3
MRYXg4ZsTZZ8dyYoLC9Yk8M06+inaFUl8m2Gf+Eid3b7cVF18UfHi91fdY3VOJ8nh2SyUGp7OrZN
UsLyJs76p9mWkuoBGwPYeYFJA6rVDLCoi5yg5sGDgDL1ZVdS37H+GRb6UtAILZ8qou1NONYVVYc8
uB59GgnLurs535TvHZLAUhdbADXXLr2/RMuoYxuKLosdhZ2nr86Ows+Li7Ol8DiCl8tmL+SRaCP+
WnBdiuZ+x2D7M9YzZBZqsL8gaotLu1ZkvrO+n5d4x2kH1ZaP04pswFLOoze06k8Y9TLflql4t5Ku
/V6Sa1Giy3G8q5gKN8oie2nv/aojqLHqpwsp3OYikoknde2VR8zh9Y9IBPZ7E4gX8FBWa2SZYN8F
M8LqLC97Mj8ykJKpL7r7wvN+YAKgy6W/3XGWkHe4zOZc64RKkQ0ovPFnKrlrVZ46d7tM82KfdVlG
6ANsxv1F0a9gq/oKVtocLEJ7siixGiKorO6xi/snxqAxV+CMR9+OX6RqmQDI6jiF1LATtPUwAfvm
gBOXwBlOQPXiuG1TkMfdcNZ9dF784Opr0+bodT6Q4xePY72qdBgLkfmK490H2Tx4RiYP/brpo7PQ
H8Lx8JdOxvYURPLHXBK7WDbF2Y6Sr/bUJ2hpiS13lvGpLWi8d0x14WeKyzZL8Vm67ceILiMDDnNP
iDSvceDij5uPc9J/YUAeyY6yvxRyYWqygnPZz0jNQp/HVOU0F2genaL3c7NS3FwvMCeo7jAdkfJw
KSjKIJOqeRYIDVD8jdYD32CRTaHTvFS71w7p5IIgptZaPFj2XpwHbyUlqAMRtsgIOQ7SOdZEHT0z
uJsGQmjtM8dVmtnPIofMqdarOw3hm+eu4c9mHyocg9OPYF+CZ6/q1L2O7eIgIKgvBMc94+c0+RwU
bxjuOCmWEPIviTIbHC+q7Acp4/7MFqR+Cscf7oI+PFU9HPKIdPDiWVGV12u8/1ra/TRVyBWS6rur
QzQxDf0X0j1ZyjqMuKU+ALC5i5IoedAoIE6CFNjMddXDbhpMjKb+NizVS2x5TboIc1e0tjjhF28f
Evs38sl0pnaEiI3qLBz9JmTIg45/6zJXFso9v8eKttgg8c43JpfNSruVq2/AvP6hKORp1tg5mA5P
lyjEKRyQHejBvz2GAPIhX/SGQXSECb9JlbBd996L36OFJHX7y7ZHL14V6FO/IyYO1yH+FawuE1K4
Rcc4nq5co/oNGf09wXH3YiiGe3LxyCRpHgawU1r6hMxau/cIlQi2uxlm/S7Am3rwlvKls5ajVssG
WrwebcQRPI/baRmzrlwv2KxOtC2/WC4tOPUynGdfl1fbm6JPuLjqA6K+RPwlQ+bGpPvYhsh9rCLT
icO6RajnKl1ktZC0SJBF8qWzopYwNuPcGO09Q0uB19iZh5O1b97vwiMgt6+Zpeyyju9hQYvcSuz2
WOzr127paRVKhLgEe3cZ7YYr1Cv0FyF1dMHt8majGjjb4xR9x9GHMkECAQgCQw7DEqlj0W8Xf0Ju
XHQWOujWxU2KhOYQ2TOCnLUoS/aaqv+5C5sGqdV/0x6PuzUGPCg4/fOmCt9IrylflgZJSd+S+7O7
UZcXtjLZ4CEu3tria+PKK3rP+rj1TRSk47DC3IU+sMC2qfB7SVj1A9ZwefXinuVLDPjS66R+6LWs
j6g+TytfTWYTmEF2lAd9Eep8JKombytL8lAe7Xz3BueJqAmO+lFB8Y4W0uikRc6p/XpGAerBy277
cHG2wiNRmViYn1FSqi+gtd5TeCPDeV5SWuShV/a3Zjoq01xZOGv0qcZ6K/ZmuMX8DMGvKDJfklol
P/2Az4rlkiiB5nGtBN0YNYPvkmPBv8P2fiGRwjCQd+rOkEWf2XIKvkV8zQ9LZDXZiOT1obKE7jNs
EBRye2V/dDaLii5KSIhIKtXb0HT364AY0bTdgCCh9fN9YRrY96J9kTocLmEf5hDe8TcpgC1gZPrw
yfOW8NzbG2rCgJWgt4rhWlX1NzUZ9desGR/cVtuHai9wGFRqvfdIyEghxuaHvg4/dchZuYz2XaQg
A23vtAuw9Y6lMBW3iEJCBMUF64176QYu15nY0D23h6k3gAnUTaXrAlj7WgWLmcn2E7Fnnn3C8j2a
l9BhNqyftjeHL7VayqQ+oE+r/O3EfiZphHJKSdOVjeeg7NPZjTCqpghdZmi1IgmmMlt7XMVNuhc1
4/Nh7dzKgVrcxPQrTgq8G+lmdQFuAgNRER6I3ySS5WhjZUJTOszjWiFEVaU9bp8kjpTJsz9P70SZ
zsuhhlE2NTJHfip+WG1bu/EBvl3qL4lwmEW7Dm3Xxp5Uj0v0UZrGJaSl1Q1ioLMR0Ryqu6TTMmZA
quVQ90cRBr5nTvseOEtBfIjXx0E6aW9boBKmuay7C2b/2Wt03u+LjfqMLdF41rHCyh4/NO46hcfR
6cYf5SyKtJh89+hVtiZkCx6QgJPGyae1oPYC92kmkO0kvfvJQ5e+9a6R2ImbBU174jkHv7a2Y0R+
GmGLPdWPyfjXKBZxvOUb0JoxvTuDOOwxLBIZLk9SW5cGpf+hseiKppaLBXZv/DwZx50DpuHA4Dv8
bmLqqyfDpTnVKBHtYNJnKMkOS4izOFR3euttG7M/+mDuL9yK8lhWbfSlxtr9sO4zO6PumvNISmfW
l2GcQo1BF66BNeWJCq9y92t13ieb+4mwiMx0PElUqL7UevZ4O7MR3+K9GfesULL00tn4IRZpFKOp
wav6lAxb+92xioa6aHTX8FvjdJCTFUIYm7qmS9R1uF7LGdcrrXgj1gGQJBCJbarYf/cgopEKwJFZ
giA4jL9VgiwVmy2pA1vkfatqp2jyMmiri8tXm8NKl7DiZJv8L+bOazlyJG2yL7QYgxa3AFInRSZZ
VDcwSmit8fT/QfXYLpmsZW711VqP6LaZ7kgEAiG+cD/uG33yS8wjww6DatgDfNbdZBov0dTGG9g8
72WqA+9Hu6JV3VJN1cYVE3PB9VW5UbK6X3C3FjjelE9IQHpvnQOgg5xaNb8EkueEKmGvkUzBJfq2
kc1Fn39IwujHdt3L9b5qOmkvCMIxDBVlJRBi4NZMQ8s+CS56MxWWlaS4+NGzbRIkyQpFj9DYeZUY
LhAZSllC3htHUesRcOA8dnyxHm9KrsOeBcFHbwXcaVN3uN/V3pdWmS602zqU7wvFKjZSi/SZMuwv
PZ0uRq3W0bZMMtLLqDwofc0y307KHjHYR5O1WPkbP980hlou4tqsN6o6rqNMGg5IfRH68alfBYBZ
NmFsyatCL8ZmIWAQHtaGoggXbd3C0O4pZFx7vUHMHUpY5Z4SjbcgIbpcCyl3VwF+XFeIDNPBgOfd
slckcg+gse/IyLnLTj5yNdgtUOunh9ySDTY83rBNPEESlkoeaq6mc/kv+HrKjSCWKQP+g21iemE8
C51PsJcQGBc4doldTLrJ28qFaq4SFafUgvs3YwXcKdzjdBUWqR9pN4WcTKSf1RHP1wFGYKPcg/ap
ukdsrMXdhIxhxVVh7uMyoXS30Pr4IhcM7Tpt2Q9XSDlvVNAMdj+SfWOFQbykrCHBSaQi56ZiEa3U
QOM00kvSMpXLRTGjYqymecFzN9o9xdo1KhQOB0I6udrg9Y7EEfEt4oixi1ofyZ+oBatG5AiiSiIu
5MZLloI1MfmDzLjnxK7Fph2kvqZHzkhZN3Dxn9TimggsvXoIge/yxXjFwjOK+nLkiL23+P231DaG
BS4W8anRKUo6mj/cgR+xEAe0DWekMvGX/jCwFgZBuUBrM4AeKjfIOautp2WD51i6L9yNSIroXSNf
1Al+C2Oa1FWNVHgreSniYlQ+vxAZTlu4zNIb7q8Pv2aTTLU4g2rvpd1N4WvHUfS5z5vi0QWa2V54
+aRs+kZg6tfZSmS9R1lvRJKkKskiitQHLhxyJDalbiOjU9G4iy37OFZgM/SMVZl38j6tm2ntDaaJ
YreB8zBl+aZKUL2mhtZeDb6i2wq8hRWFOutuhP50aVTaezt42bUSqsmKG0q2Iey1X5EMdMtEEapL
xJiDG4n1tDAQcdtaI/prmVuYQ+81D1SiVnIiuK3Frk4z/a0awFgU2653vayi9FBlR61OUAi2miAt
JI0NjA34q1py7PE4+BR83tx7lkfEXfApSiMDtlIG6zpOGx62eUzlathYqRnsqZGablIEymbU4uIa
L0/sTCWoHigERrwU0tbGUQnZSwvYBfaxgWTcbCvlBQ+4sAJU64PUyJUcU4SV12+UoqbXGKDH1rQo
qpgpywK69cKpg7pdeChjr6Jc6DZCIsSXIuWrlAW+CW4pA2RLmZsGZwrQzVZVu0+lNN1RZyRpO4XR
12TmZRj0F5UucdlOHIoBz2mDtnQARBUG6wyi2b3JfiNa4KsjZaiYJPI8B103DqNX4vQYE6bTfOzC
1VDWm5R5tBzkWUKOHC2qoEaVxjLI6B0EEZdjK7bruC1XVZZxB6Fqh0HsGdGBNpWKQwmqvoCjVryU
chZMdqxLgeYomVzHQFKtaMnfLj5RQai7pxHjQkLIZlesqfGj2xPxpTgCwApnZLcu7UQqwlsdnKO/
0Qxfkh/gfrkTzFrKn4X/xsZifG41izVLnG+ZLA0bgNfoi6Qd7rsImUgz7CmC1A7XjrpvZ1Gxh1qe
LEwNCX9aa2yERyWnJDkkiXgV5GyDlwZaxFKD6r6K5VJyagGXIDbeF9kPs6VnNcb7iGqJtTgfXIqa
2WUp+vIt4Fx1S0wPp6dICeeMcEE7eLU5IXwOJdhX8mAPXZezhWMv4ADaqUio4cPUCoQZihKNN1kh
FwybSTrk2tBwAS+wAIe5p6zSDhoUFsEmOqpICBMXUT2n1iZq1mi3eiRqPVdag0SVNEE9eD0ISX4P
XkuwZarJg52WhC9Bj1cWad35i0bCvUWJGenTILTLhD0c4emKtwtHjmB1GuT3Hl6ICy6UrO2YyPIR
mZF2nCtGB+o72laO6nI7aok+S9/0dm2EirVKTEs9dKxqtznPDfIaqO6a7Sr5gQXXHwm22SPZEE8g
b+NH3ZRx0PV1ZyZ40+ZuSatReppAjlIrDjOWFX4RhxUEZ09NV033EjgOW+oKCb3yVKWvox5y99aZ
JuOD46k5tVzbRLWy5oxtUqHOQ3XbKr6wlxArbiNJ7fbEtnn33pC0Ducm0cUjjd5Uj+LutmkN8sYi
tGgeJcw1Y5GEtbQPmKaFGJ3oaEwIghYpvhb/WQvzizw3HUEYq2GRhYg2ocPq1JhQtuOp5atX1KKh
3pm30yoUCDW7FxtxwNxLNdBzKo7KHy1gvzgBThhRezNFs9kNIrK6ZaoUMQFPkyxIO4wJJDxh3tiN
VoUXdr5P07MdAxG5MyzK4gad5rROrNajEqSpS79SDBKhZszOCK3lSSlkndtFCm4x56xSvipj8YWr
N6PD7ZIrSwsJNNTJlu2/OGsmmdYq5bEsk+CuFyouBrh7ke1aiKQK1brRbX32NI2XC+KiKYbm3QSO
LB5jKo4u9cvptorlGXc/19Zl3XJ7VVxZeXnTiRhJZ+BXPQaXUTefp6xj0XJt6UVYYqfsFlb6k1U9
T5ZSXDR9uTYDr9XwFjaR22D4YG50qGxjEwo8rAmIo9FXHud73pVJPZTKXrTtDU/HlO7tx4jbZ93X
OPO2Ox7Y1hJZQwkVHCq5HPFYjvlSn3rY23ntmHMOsZGryPyza03IuMPwUNU1waVf5Mt2mJgm20FZ
d618HAbuv8oKC5UAkCIATGPrdfSYWlYGUpGlItQUW5u4faRWsUY3RSZEsBO6Am6llfC/82+roMzN
VfJGrhRbFaRVGFicPYSSwzn+uYUSB8aNwSlwEQXDlQiWBwFt5kDW6NwuRl3YF5chSIjOMyYWm/rD
yrLriZMEJLkgOgjcFFddu0E7fgFVyMQsDRPDDCCtDNC0iGW99ntzJyVt53py8SiJCQpz8wrxERVK
uLYJEjjTNz4wiCDmh416RFvvH9JRvCjS4TXxUUoWzKQUSXQboe0qLdppUZqW5ZphFmwTlqbFRJXM
9jJOvI2kh7tQUyWHk7vP3j0wXK6EgwvfCsqBIxVXGDitXcXD75NS9vOndk+1es4A85XXSaP0HgsX
cRYdUoXqC3BReoT7aDtkQ+/4vgg1Pcfclqb1Pf2zRv22kyrlXrGCInBUtTR2FVPIih2fx5rC7VM0
DOGF2Vf9PR+Chf0nC0ni6xihE6wFF7gAol0LAJeD5nDgU0xMn095VK44v0oVZeeRWx/KtJZsF0Tu
YeCPJfFSZWNDzReCQoGDCTVFhi9Dar1nAT/uYq5P2FxxP7Vqq3zM85fT4vskmIAi0TYuBIvz1MQ+
7DqIgqq58LgYGygs9nq/qdSegx2qSF29MpIR6iUM4+BGjUULjLnX6qRkG1AB6m2Nf9ffc0cUptBG
O/GjZT61/1eTikNotm24Dgo2Uo+ynHVLTyub4uFnJcoJKRf9C+o1aooalU/u3sTTlJ8oLq0qR1K2
hhMaHBI1aY69VHJ4EjlODO5gZqJhS1JHj4dtSw26RAFAlm5jeY9Zm8+51JkqOPgKEqCbqqb1x4yb
8dpBgCE2dgPMMFkQTjBEiw4KhcR5PgvhDhA6v1cgzj1mo0pdqSXa6D0mfVpaFLz9/0ah/ZVs7f9N
kzYnEWFCfn9vLp6LU/Xa/5cxQ+iq/u/CtLv37H1q3xO4Mv+kFv0TTcTf89+IIc36jwmpRtFNCVAO
gx9J4T8RQwKaNU6aKgVyyyCRQ7P4n/6rTJO0/+io5REiQoERUakiq4JxMscMif9BEUniDY6aOcZD
niMl/0KaNisa/48+S9Pm7CNZZ5Mha9BudG3Wb32iwIgp+B7OP56b53eS+FIFh0/d8QcV2lf917d/
/illpulVH1hDT6FaX5f6fSjCeroOA67p8cfk4t3PrZ3Q2/9pTgcVY+BGk2bc2tfH0WIRvGTMtcZU
lBdhv6cOQFA8+RnqR2mAXlEwsA/PoQC+pzuq3b2KCaRTt8L0PMa/+uHWbynWh2dIX6fwqd+djNZK
A9IN4Od7TlCAel7vAs+txdkff2/goY2l3TDeoI/nmttzM1ag5urnzvgqn6UvSC0wRUJ/YA4yksxZ
IPjp1Y4CrmUC7jEWl37tGlI4VRyxet8dm246o7g7bYtDO0sW9DCGpjwH73xtq+owfhOtbrJ1MbqL
uh+V507t5WMVhekZXeMfm5o3vdhvZU2xTh4rp/iCjzVi81A20w2bi4byg4BkTOfa/NfPXXj6dcyP
pYlouQ0mcgDr82/51IUG4WSUKg0DcVmuXVncwC2IbDhHgvtTKxwsNR1VPd+zeCIPpfhDrQRdsmtR
E1tRwTJWmTFZ7s/P8m0Uzg8D7IlkCV3k0kE5eZhCw/KI2cZw5XoglRNg6H0/JT5R15rhbcO0ksnv
8thfljEVTBl02ysFbSGyf/4df3xaC7uNOavOGaQnfdoGJceA0XAjKvLQXzoQN/XUOH/ZiimS+4Tw
15LnUOrTdbfWgsrIvFZxW6y5qxiCDBu0Ilj9bSsqGhcZQJupKYopnUw3fh91/SzjccEEiA5kJpk0
K8s/8+a+jXhTVSWKyyh6JWRUv4OUP41CvWZPrXX6QEFKsraQPS2MZgrlNj88xx87CZzVWA2+tnXy
daE+s+At0dZYRbYSxMeZp4wtfd223iYy6gUS0PscVVbZGY4/FWvGGcZenVpYu5b0fo2+YqEN07Oi
oygV5SWQqYHDvPRriP52Iph/qiLqc1aPhlT75KeKkkfyrsxPJV8Oc5qpPChmwB3ReVrhtyE7t8Qt
rgioccb2zfruTy8gbswUULKC+EFJ9YsY3dNeQOl9ZsjOLovPS/Hc9QxWFmKexbK0+Vd8aiX34hC3
D3hU2H/GQo/Cfpn0nQyGiyNXAdZ78/PgPW0PODg7CxF5O0u/Jqsn80GHawjPcDm6AF9ts8nWla/i
xOu33BH/Y2v4EkH5WYt+2oEIBvEss+WWLFLQJPHkVQkct8Wmbshr71KB6sbEjZSPmfDnB/ptz/jc
gzSjaiLDU+EdMced9CAXuJ5UUJeA1J5ucBf2aHOkBzxTJB9Q3UOT4QjxNih+KVK/GhrVbq1fBh78
oPBkWzA59po7HJ4P3PO3CJKkYJdU/TpVqa/AWch1RxI5YlpYPqNnC1bTWL80/aMkPQ5aineYq6kR
Y+ib3MMkFO5R/VHqa/DY4XIP3/KmAMybLMlJ/LskYsa+qOoSZDTyasDsmadGGaTgVjJ5PG6aT9bL
EPvqU54mizO9ezI8aYTdhKpos65+NhV8HZ6RpLeNLI9IOPHZL7uqOxhJPmz/TSOsVOiD2IzOZo3P
3wB3oFUtqHXvak02QqTGs5k0ZvQvHoX+IqoT3CLb89kP9elL0y1yFww56t04qZW9Zqijo+KVO/N9
fXV9/H4rJnFufFw4qxRMEF9bUbjLlIKSMjzgKi6teyBHUKUb/IBTu8r9ENP2OMhnEslP99vzW5IM
gnD4svkGjJOP2vPTHD0yQ6EjmXxrVBUuUlkJnSkRBLQ3oNFsaQpiiAyt9JcL+z9Ns9/Eq8tu8PfS
8qlXNa5yszTO6FVNid0GHI479rq8/vsRwlzClRMPOe+mT3oVQow4VULnxvBRlpGWtFuJ9eZMOO9v
y9vJVMJ0zPmLLbs2W9C+NkO1uMOBlZJWDlDEzpJCc8pR9q+7Hg9C7I3cfMVDuqRyK/N/4Vq97vP6
0RqStQoEjeHUg0lK0tsCxXCoSmc4qL83Fqc/D/4pO1P2prJknIwtnwJl3LJOuJJS+/J86Z29aINU
XFVI+JmLYvArOmqkiUMSRX7Jrw/1gPbZEWeziCNMcvb683uZO+TkF4GAx3HEFtPiV51M8bCJkVdI
besafauu0xE/N0tksETReu7z/VNTCgdWpghOx0Svf303xBj0rd80rYthsp49CPlwoAal5MibPOQb
Pz/Y/MO/Phjz0AyCtRgP7FhPJgutMH1UdR3+ltCUbNnj1qIJx3jd6eQcAoUM95MiroNBPhYiHJ2f
G//2qNysYvMFmMp/zZ/V10dtKq8yW67MXQtJOXfOasIqRLE6kVegUajm/Nzc6ZaApVki6E0RyaaR
aPRkAYXJrCvJKFJijMqrRGgeCoXSn2eMT2SxnKPCfpuqcNxJ5MpZOPOYILWTXZXArfxQmUbsetFM
NhuF7gKiXLvRm7o71kbYsZz1yQr0rnlmO/JtZv7d8rz/oXuZME9aTgSr7arail3kgShthGIPZcV3
sOg+VVaxzvLsXNr5tw0QLbJVNaQ5iX422359j6GCIAWGP9NiWYlOMfqJ3Ux54v7V69Pnk6rOFoBP
UOGP30Fwn2bgFNho0hgTxDbg7so+NcOkPqILG5CN+eygV3kAW/3MinMyRGmUSGhGzNymaVLd+Ppo
mVb43B5XqWsURf0aktGySlnhSATQAoW62f8url3/89X9sI+c29JIhOAgzsqGuuGkrY7tt6fEUuo2
MO4OgEi823DiavTvW8FMSmYtumiVo//XJ/KmsdEIPEkh0yjAZ6Qgeq4UJfjbfmM8YApld2FoEnPm
yacdDqUPXIh+404xNbnlqrN7/DhFsmyrsj5TgjrJAETTpoicglk2GWVc1ZknAxD/Tov9PErdkNxD
c2MUKjWAzFcspN2VlqgH/PdENtikiU/6VdFX2eNUmFy2lVqLBjuRshybX2gYwVNaJdUL4Lss4rZL
mN0EJCYuAgLZ+8BWQ4im7kAYRr3rJrk2XT+KrTNFxZOv6ffDmFQreUfULgns/fqCyt4KCdPmYZQJ
Lz32UrCnRNKd2WmcTIZzKxZLGd8lECdJ/rZLHEHGjAisXMvipsFGmcVlSM8BxnQa5FBPEquP9nf7
X9qUcB2jBrJEUBPfnqwRzK6ZtCx1KUaViz6yMP8RGXhmgEsKHfRpTfvdDDoS9mg8H2fbk+8olnqu
5S0/dUsguIg/Av+yNyOUtV05baXeLG7KZEIYH4T+sm6HYNGY9cA1RTlg66z9NXkW0v1ffnQ8OSLI
+V8yU7J5sq9LzUZFbx+krgUYAaet1i8joVLOPPn3kUMrM2Sdcwzrmzx3zKcZcgDlkqZYkd2o0sIb
MwiC6z4SzmUJ/6mV2fLNMV4VZbYNX1shuU7IlEpN3CKUp13YouQFq5v9i7HCjgBzEvtAVO4nnzSU
MU1IEJWzy+5IuBl62UWmOP7drv73UGG+AAuh0ZD2u6r4qcfANsGmlJSEb1pKPnJF7Be1X6JX//n1
nyzJv5sx6SveDJUPjpdfu4x1k9CUuZmkzoWDEMXFnF5duqgymxUVqXhjhPG5s8S3pYsxx7JFuWA2
+0unMZYTThnI1RJwVxP9oAS7ba3GAuFpUZXe/vx834cEEwh7SPY7PCWj/OvzgdKoNRnWsEsdkYOR
lJUZ4OAkLtyf2/n+SIwFnU/6N2mAheVrO309AsXJKUFmfqw/FD2HAIJpUGXq+KQaWXn/ubnvrw2L
Pbs3TrdgDViTvzaHm0yvWa5pDiH0tmKW0JZjP84CcaKZMeX08RoFobD622bn2YL0TW4BKPOKJ8ef
aMwiBYKK4OiozfuFLtVCudJKIQceVAHgkZizuD5O0+pMzXH+cr9OnPOQYTQq+PsBC5wcPYZK6ppB
DARmyt7bBbmRbmLDj6BsjqMDoKpcCUksYMdTIheAbn/mub8vSVR4RFJeLUokEC1OmucakehUQrgx
loVhZ8sWbMFlCrIJUm2KucwtZLM7h3CQT8bUtzvCk94Ws6QlN5c7wruryU7tt6fQvg7tK9++DOzL
6/fVr+3Hw9v25udX/Dto+VNXf2t1HnqfJ57U87SUXnafSvvukNu3EKrsB/7i5X2PdXP+6/fV4vH+
+XJ3d7l//vVx82v3dujtM7/DOunzb7/jZDKXB7WRtfl35PbD3SG1c/vp7uFu9/KOnt5+4F9PuJLt
25er4+bq6Xbj25ujfb05Hjf7y+Nx71wu9qvjZnU8buc/W2y3i93TzeXe2d5sncebS+fmZnd1cLYf
u5vL7cHd7T7O7JV+D8kf+lE/WVg5WZIlgGvVvXi6eDhs1xdPV0+7h4fV6nZ38eDbi/1xv1ht94vj
8ep4tbyaf+L2cHPY3Swut2d2VL/35z/9lpOzdB6S4VGTqkJfvsyvlb58ebl9v/btW5jddOPx/Tak
L0M75E+RtNjH1fvtO917O8yj7Z7/531hXz8G9sfz4+XH2+PzIbC3zwfe/uP1B2//cPNx9/GW2z5/
3B0+7uDB2Q+H/f7x+W33cRPYh7cz/aucTIGn4+O0ZKkChWDt5Jnc5YW7vnDn/17a9mKzXK4c27EX
Dn9hr931mZlemTvrp8482csUfj4koTd4Lk/IMDy8fexerlKe9+X47tvHS/oqs/eP27vn6+fLM2/y
j3PC5yvtkzcZA4EQjZ4rbT7Ml5wv8xjaLy/Xz/vr58fry7cb0b57OzeUv11Ond5YnDxx2Agil93V
6Er76lq7au+yi+rBelMvUes198jW78br6TJ4nj7Ca2vrLSq3P/fcp51++hNOFryegBQh6fkJ+Z1y
Ix6NK/Uy/9BX/lY5UPXvr83WFn6J1xEqqU29RiF1q545ys0tfHrt7JRYA2RIIBwUKExKJ/MiLmsS
kQEVky1iCguklIAdo2g4M7pO5vx/WuE/ZQn+kcwK/3X2taImqrk48ZyhQk67r0JURzYWWAFeKuiD
2vl5tv/WHIdgWTRmbcS8zTzFBPngsrXWnARH7Sdx1abRHb58dQ34NDyz0fzWfSzbCjtM7oe42ZfE
kyVUqNu2qgLPdICeBUtz4mKYDJr+TPedTAowqGiF63b2CVQSOGt87T7415j3LcV0OkSnR5lU4aeS
s92jFKqk7/nWiAGTbeLtX/YirXLg+F0pZINy2otIIyylwqvmxN6QbTM9MZHxSfGhryp/+XNT8wN8
GYV0Hvsuxh9FNJKd5m7+tDqjNLbUCWg7blyjujMseegOeot3lFwKOAf+BQVGQ12hx/axcSvdlA1/
Wz+hBjQX57nn459kyCfrWgKomkvzBCF9z8lHKMDQ2fA9mjs8kOrzz0/7h0FDYqVMBuVcWIP78fVp
sWJGKUBDzQmitti2sZBfyBCAzwyabx8BT8T3zDWbxLmOc8LXVqAjZKTCi6qT5mKM9QVWSrqAiQCw
oCSQ79x9zffmKGqANiNrkUsw+vFrc4NaIZ7hsOJErd7tiFDCHZsN0hVJDuni5/77Y1Nz7RwZErcp
xsls4gOhCRIYU04K55uMcq1UH0fsAMWybGXhzBz9/WXxXJ8aOxmaUlhANyPF3vH7rl8WckY0LJ7U
1d8/EvegHB9RCPHZzY/86QNgEh7lUe7gSaeGAZurqYyjHxjmXqlMrfkX/Wcw7RPRAgeRAvLXxqYQ
2DY5OKoTKB5MTKKcFmKoCnt51Kczz3Wy3WXmopjL2UrX5pte5AgnTXljHckRTUlGWx9AHZjuZMbi
tg0THPA54Kyf+/EPb4viscg1AHg4LktP+rG1ugp3eK1CcWiM2y7F2mTBKT7zaf2xFV1F/wTSj8/r
pANrTJt5H8WqE4ZqdIWZWt6kbRQd/sWzcPk6c2+Uudr6te+GoIHqbSQMcwOHOsjjYCX103hmMPzh
DcFDpejO5KtI7AO+tsI/eqpV3NiO0PjGG2+wWJCsjaIQd1Noy3iHznTe/Aq+zvUMb+6hRMrhVIK0
kwYLz68IrMsQiglZnQHwrw0VzVYpvnPLyYbn5078vnRKKootETumxFxxesFL8oCBu5vWtEGxHJ1I
ucjOOsw9fg+ApdKtq64X/TObKqqs81N8eUpTM6jzsqYQW41ybP5dnz7oposmkHgyERJ52dwWklf2
6wZk/B5dIREFcqGRN4VnS3hUsjy5EPW05+J1LGBVCVNkLGMrAzsGMi08+pEyWnatSgMC1EidnLbS
zB4Rtp/exMQeAU2KCNWBgIhHeknFoClI81SDGwgPENi0psmJXRMSMsFMgtnsQtfR97fCIP+SccA/
pk00hY7kk0vlAEuWl74xeUj6cD2+qvzNF3GhTqYbY33J7cSc7VsqkBPkKK2BpzDw8vE27TppAyKM
okGu+flWjETj3RIsCdig4jUrokaivRZiJV7x15aPu0OLrtDUpdkcyJysK1CCGKdKUX/JVe4W7Lbl
5s4GOZ3v66IijwHHrmAsx8qQgV5Gkf8IYbpoXY2YElghYqTsANOMCYye1uRioiOrwinGKL+Pg87z
6SOvvaX2GD+2Hd5TO2V5nNOUJOnY5gV47nhkubfZ5IUPmmwS4seFTj4uJUDjb74k4KDS+jq+tQi0
GzcQhEEjCFN2QFoJOjENBfW2w9h7P9QJUJy20A0IOjBpKpuA93yd+BPAQFkq0smRPeCCJDGWwrUG
4erBl9jBOUSwmC2C/drkZjbCoIaGSJqISUuFHoyFnpYrg5CYAmUq+a12P/hwZtQJkKQgFxUc9EBV
iEXUg/BxJALgUREwpNsVLCZtI8Qm33GL7OudWIp2zz6fToN7k1+IWjlUtidOPtj4vkkXCqbm50iE
3WbH4H5Sp6HUqThJHQLpbbAcvACvBLRBypJ632Fieia8EaQTtsCnElmTscu7IoAsCYT4OpbbXrZT
S+8kGw9WffQ9occjrXrw7eV6LIbFpBueBAOsxPVhjF1qLrq6UDZaOAWC23A6QEglKhVZxTGNOUps
YhMnxoqEkSGBN9kBmQoS657I+wh+IfdtO7+o0iepUOt7ZBTCr7CU1Fc/Qwlr43w3I0dnH10uDKMT
N0GoshHTw07FVw0hBq2V0ipARoJOvGqsqdedGhrprdmMYJfzzGqu8bIUwJgYJPoS4j9gySLQk53C
APoIhAi5OBx/LOl67+W8LXyTNx0z/G03WuODYIotPsq6xQ+ajMAW7UQ1m94JDPIlZWh16ZJCpR8t
c6QxOIS6YHpIuPnrl2Rc1CtLHoVZfx5jHFV6gv6cXlWnuzTpyp1P4TJcCEqhvo0Gjj/go4MRr3W8
3Xg6Bg1jHHs3IHwWIHIMXJV1FEDrtVuRm4t7Li4mbZl1GOABFpAPn0VDs0G4lu1EjyhFl3BjAAmk
jKrL2mv8DcblKHLRgZgNAAWxxbCLqLHb9DI7iuVUT8lFbXTae6Kbw1Evs0nH395Vsl3RBTVWnoYU
LlmekluhNIM7oSOpWu5rmY8ShKaPhjBtdKdJQvNpwrJ9CcMPu/SYgKVbIFjJtSUO4HTbKQOZUQU0
RmsRKjITlWIMBowk3ZvpQ3mXRXBVuwzVNfsQ+k7rNDLq/L6yg2ga7liEsMa39di1M9whG5aSIGNB
luV0gOxoxtG1PIJnc/tW025bqasnt1DGALBKU7WX9ZQSR9ipwAWdQjZ81Ylj6J62ykcvOX0xIZjp
01Ka0/qaamdg3nkLG81MbSMJmse2ruvrSSn8Q55lwpNMzfdj0qOSWQMbJZc9Upq4DJw4XohJXQEh
V73sPQxLFYBcPiXBFeZYAT0Y9smbKE0RAwIW81+LPkw/CobW6MJXVztS8YIMq12gWzx3093JTVtv
fU0gzSmqh+hWLWv9mQ18GS7Jr+wvkX5JH96QZldCZGnDwhzH/Lkv+agJT6yVFwumNUg3TtSFHfdx
8gSPvBdRNlrGyh8oKbihAhJ+24Rh+6p4KgjAYhKGFyoeg7i06O8L4lcsgDBwvMKFjsNiScCeJC68
AYifLfm4U21TsPp4JadhdwgiTzggkhGeR3HqL+fz9lOfex1rRKpId1lnpi26lrDlYlmfoLEQPMZV
XKANXEqrU4n0IyGsfgustX1lM9Xc9kPLYAMH292IYaS+BoHCijD0BH3YFoi/Z1/vRqbGyGMl0SRc
ZmxbEiBdJnENTie2MFo5H3t3JMBambibspB1eNU0IB8UsfHSRQ6DJXML+EyRA7guvq7UunnryAfa
gJGpX8lm8RLyrHhxjDcGr11UcnPLwqa/WAFIYKZvabgjwyJ6LBK9qJYKK1HmGL6WfghDpT/BiUuI
IwI4RY5PqxYY8BWhe5LiEILOIIj6gu8K0CXys2QfGxHgpcDoJbzOeV/RO0Zfk0CZxvGvmPhOwrrA
FURIdEiYtcWSmc8h9KK9S4LBwJeI5RDEC05DmJtABHil1eSX8KDGEqbHgGnUHdnMYhvW/TywyUIj
32mKJVolvEMOlqpepL3D/K7deeakjWsgH+2NLKBhXvgCwCUil1Vlwt4Dis3GUgh8RYE896SYJU9R
EVGar8oxxU+tdoA5mXRV876uPThHjR/MhOM5YNtWEesT00YkYOOo7EdElAhW+2uIJ+OtRqZTQd4w
JWLw0O0MjgUs7DXpM/m+LAcSC7sxeuISpLoSan96Hfq8eBUCAEIONZcuh3lKpuCKdT+6KDMQuA6J
BjFo+zEILj01ZAsky204Lr24C62lHIKQxEBUxLcxghkyCiqh0NgJ9GT9EVQnvLRNIr8UjZS3bh1X
ZHGI5WAy6STqPYEIbIXqJvHGlR53PeOwJvRkmSTxQNqAx77SdKE9FxFP2wNOfJWtWDVsayhj3Npd
TtCZxfmLNETWl9yFD6Ld4KL1LXvSfBhOYyBpsaOE9P2qyTr/vTfFCpn9ZArTUmjT9IFtJ3c1HBCS
aQUuiy9GmlBR7A0vD7012UxAs6xyng/bvA3GxYA1G1s82ZOvUaeJ7RLJRzI5LEvkyRDvMFKHD1Mh
2nZc9uGp71FAsztjGjUoTBBZveXOquahiW6Ldi0wI+yXWdVHQetg9S6so1nkkrBQ+yYzHgZSS28N
uJc9rm+00L6bQ4rzN1ynC9OdKVSlftUg75g2QFIhmRnQbTo7Bg87BU5omXKyI2MpFxZtm5PDM3Ti
GB8CJcCJDbOyceGwCuK2Y68tgxHV4uZNDdhkdrZUCbjLU6qCyaLN03bOL20iAi2I9EP+jR7D8haC
GIqQXLqiC7cqEZ/joz9NhTesudMvC3J1yc6wtmgvU+A60sjGj+lEbW8S9jftbuiCUT0oDeukaIco
LasF/2wFwAN52NavKU1QGvdaB5e3Z4pQj//D3ZksR45k7fVV2rRHGSbHsJDMBMQcnKckuYExk6Rj
dsAx4+l1orp+qf6UqWW9lDa1aOsqkhGAD/d+9xyHI08ST8RB8kfVSF09B5NdIIq0fLOQP/whgMjR
+1lgvuY1NkiT92QoMzZPwZWB/6cIjp3bjm1UV2kPglkSF42KpoJlxMQnGjrPLpjC5ZBWmVwQYVfv
Mp/tcq8r1uknq+WLuxrWKvVOftbpcZ+rPjE3aNH88dmysAnduSkVwOYoS/hdNUO3RZBdJCx+On4F
SVIPUZ6hkNq1jlFdkCl9arz4dpeVty0zFdXW13IAses1IjFPXIadcDcOssve+4Y4UsWZiGuLRbKR
6cdYLBLRBljVZSsHsmBPgXSMIS7rxDH2Kf5F4xqlUOMCbZKY12E0KfXaDXAhOSWgVts5yao56Xni
ciHrepY0p5klP5ivLzs2zQCcEXsRdGrkXHnf3TRmPbK4MmlWtrtRVeN6Bi8WeN8hs8Tl1kGSbn+g
HwHCpbyqHx+aoBTOvtdZeTk1du34wlCXf9n+p6pcfixWP9Z95MO90LcVHHSftqXx5/x/mWqufGGm
+k+zCAqOaj3JKyoS6LmBVZYQbxRUXTVm43q0c0NgxBoxSiONM9q63GUpJO8rwGPQ2bop98c7CzYw
E+WeO7z5IzNVt46mKRA5WpvDJxNlot4GYhx/wCdjiQ78yW03bqBhuMtyDUFP4EveOkvmgbJemAbZ
tmY+1fuhTS2oBW7vc6MIXaHN3Trr2e8jK5uDi78raRuOdO06+t+J8q0EmpXB8W7EdPaczCOz6gj1
lmU34E+RDxUUd2fT2+tsnCm4M+sFaRE9fGi4OVg80GT2U8+XWO8mDpLWJkny2vxphRC4D34rJ6dn
RrIHR7HC8yrvFwiSgLlE11fXODeT7HptE8Kcy0USt+2NaW0e6VPM7dtgOKI4i7HJ++fJVTUW1CLl
/gbztdXWPiQznB3lULDOZc4Eba2fdPOdiLl7tQAKqQj2yuAfvUWAoANpIvLDKCf5EIZpV0XSJScS
t6YzlWdptIUC5CiZbB2oeePsAoAXh7CaeNJ8Hru7riYjEFmAqXumebKZJQfAkLcZPE5H/C/8icey
V7ytJVggdvow9zhkgKmCQKJmqOnzUtThHaCvLvmZAb9PT2hfneDcjUtQ/JgLihrnDJgDcEuns8XN
yC++Yn+0p+m6Up3g9omJCaUUZ1q3jMFDOdWhMWee/25qXO8urQTo/GjOZ8fnbLfK6kUMgAnf17yd
vy52H/h2dcLPeQjMnpWryqiKo4yqzJMf6JWFizNQsDzDVVHt9yJNp5DAeMLOuvPMsnoBfgdwch7M
5M5tau7q2VDjsGpyBsj4wPJvySuFHU3lgQNdZ240elgodhv+9OCMRgIoSKhNru8YFXB/znkeRsUs
ICQILXgVujqot61I4QyRCrS/+8kiZUuBgZ2hK5r2lxhlwEWs8wEB+QSbeXvKBcA7bitBxU7JdMd/
j9CzbUjxyhVXrfsV8Pqz5djpuq2WANVS0LaQgl3Ru3+iNZwtuBW723eXwUskT2iI953By0M+0bfT
rR4L/3vV+X5cbNXsB68Zr9RgwXlpwnR4Z2+u8KhaU9JtFyopBna2vDj7daazzQC7cgJI2LRbqx3N
n04H7Pag8st7rs1Wc2bL/RCgZmksG3AZ/hPfCFUEjg3JQ5+W1OtSMdlAGhBm//Imy/ucfVkDSx/h
pjd9BRuS37q99gGl8MAiIPrR6xz3nS/IYrdzZa1xDxDxo00o0+7abJyDPXfKurnRhnkBX2TmbKKz
KLPl0/c7hh04nSQwwQxPFB9ircSVHSbTGofzEJpbYebjIxUSeNwuEJXHMnBWd4MHJAN+YzXDy2rg
kI8gg5Yg3cgzv+kg9GXsTaiH4iUrujaynMb8Rka5uNvZomcByNWEupXjp5+ROufNF19cCVd6MdQY
M/Mq3wNRGhQGXD2NoCHc/NXKKkBTvt2zeeIIrt9VZxXOrhkNzFy2NxpvU73mBuJVVVjWoReDbcEx
l5xCci6JQ9x1tWVF44zPNU6h+VHBrlXz03dyhRcRAds2HObqq7Mz6IajGl6tKR18WG8ODsXFMTiY
AxF0nhkohpQXwM51N13t8uSGs5c9mdDt06jvUevF9jJ+pzUFHngdBVzeMJfup3ZkncYlz84tSlwC
5R4nY6qX2AWKiGLkcF5cYX0aIh+QG+KgeLImcr4z3A7OFy3lvkM5mCEAtgEh3MkuwV1vwkmqz7ov
fMVlVWevdU8NifsOh37YeeZac4p3Fwze8OfeQEFb2AiikPOGmzF0EiA8GEpI56ujHYCficwx5zko
USIWlp4LcBWqt9m2EAK6mBxonmSl5H7m9GiHi+riqdGTwWJrzZxqI97jwGadncC2UEoCsMwkZubF
2bokn/PQsp6PCLUqVvXc4CokAueOwxCn2TJIwHRyOOy+Wsy8gGVUJas4C9i3yShrAnJ9b8niWLiT
EUQAQ3IP42mSfcMws0Usgly8IgzBR5hUQ8vLXgwTjDVlUSBuYbfBax6xtmwTlrTpGgcfuOUeN9wU
F7qxOXcVTXPFWRHmelqNODIu+LYfrtPSifUXPYCxYtHjktnDiN1IZlmDS3XJ/5JDMqUoKLi9HkJB
L/Xsas2MbSZV97GsHdp4H+RTBuKuT6EK9U4HpY3mGvw+c8LwnVJpoSIj3PKxMculusEvGBRbkObZ
Ow9jucQBW6618bgU7R3g58NxbD0I0AGFfkSJ7O6CcQFL2htfNZXcT2jj121yEWfvhg6IbkRTEYqe
7Gccj7nT1ilbnD+yFNXYSaJh1irlBKusm1BXtokeu9duRE6mnDcDrbR6axg66zc+ZE8nUoWbagR/
tRseB2XAwst6g5t7SqEKWZ2UD1Nvz4+wSk+Uodpmw3+eiHmbJR3z6qEuLSyq0Ho25mhViDftEFSz
PSidbOzWBZEcFCugpVEs2TeE8yCL53l10mPJXLH04IZV4/yISQJH70jqmrJR5/g3Ceb5KSaBbn4F
VQIOtOG4eG7gxnR7Z8XZEgHtJWrXO/b4ACvLeb5orPsYEre4KrSyBLTdcrhhvp46hoGznQYXkCgl
kO9srCnj9aHq9ZzbyrZ5FgLzLWFYNduGaqEklGJgAIMX5lA5M2vm357z2qcnsuZUwi3liznSaWai
1isTSrtUS4xHnVfZhdiszF9WkgFRhSSt0+M69eW8z+h+BJE91s3tXFMFuKbpaw7cGIaFrJQ9hud8
BRZxriYO5DGXX7M+NL2oZLyAUue0E3TBc9CEUOMDzlPZZiUc3ssHGhtpdae5bdxkPqf/je8aVIqS
Rf1qDN+VoGza8jts2/VJ0KWCAlp3DiJDOLFXWTHipLJm94LfEOkrFT0IC8Wg64OfBCJjQ+NDpqa0
dLfzAC8Ude3CAcmc0+Ks+7IN0TF6HHsFAhNWzvW1FQwyw5NrYDZwxpvGPSVV4wBKd4BBNoeawhUi
yPSfUex/i3/zL8k2TEr/Ug0UIpn2/+12/NLkUL/+AQKn+8duqD8/evzE/w/QcC7p7/85r7P56D/+
ot7cfFRf//W//PfqS2e/Pup/PH5U6uPvRJzLv/cXEIf4/R+k720ae1Bnwr+Z2gzGwf4wadBepjp8
SASXeOtfQByaOn8wz8rwOImF4J9Ctv8g4nBl+4NG4SWATGTGvYxP/DtEnN/aqz6IHgcGB8AmljGC
zb/1AXXP2IcrRv/RXi17I+nM0EaCNwt32zwm3BmPf/uM7v7ZYfz7TJNzCT/8rfEIrYa5JkZNmYHz
LrNhv4UjbMMJIcWp8QnPq5PQB6OCHmkrDU7oH4ZNMLn2lWCf3ZnUkA8qdOW+Y1iu3lg88qc8GXuA
bJkA18D+e3QyZ/mqm+ENDLHEu0GG+kG7S/lOebbYo7k0qA/7o7FF15odl3zMP2a3kNQOFADA1GMf
EUg3TwIJqpW8XEoQmHmh720bSjdv//pv/62z/OefTmdZuNwiBWCA3zrLlp1UaHDH/qlgyIzd2U43
w+K8rtoS/5ce9m9d5QsS6BLIojkPjusy1fWfu7thb5bawTj3VPtZf8Opwzr6XHM3id/TeqA7qs6I
0uzdv/77Ls/5b9/tpYlNOInkECNy/m/hYSdN1Vync/WkW8eisjhgd+kperr0IyIh7GJDZaiIvT69
wvQNwbGbn/71r/B7aPLPv9wjM2gymes5vHP/+S8How210K6qJzZq+0a24FDmoA8jLaob5fMnS4cb
RmMEcpea670JevUYIpjemAU9jIKxhW1fGNPeK3XxhoWeqzdWwWNO+PzkhW+Ulu1dl07rVamXf3NA
g9gYARtSjqZD3IGRqN+eD7kODuqkzHjMzR+eLWNlnGz8df/6E/r9hb/8EPhs/ADBD/vfXviRIo6B
BdZ4xMK+97Kvvmr2rAL7OX/58wf9W7vE/6eUtEua4v+8MbzwodUf1d93BPqW/7ElgAP5g7eStd3F
QcvUKi/JPxFppDMvewUQn8uTy37A+vHXhmADTyMxBE+Egi0YE58X+i9CWvCHYLArIP/o+DxBrKj/
znbAeMXlKftfCzQvEBlvQdiGoZrLtNXvQy7+wFk0yYPm0JSpnBsuT4W9PqvGyZtrai9iuh1mNJAv
U9PNzk3VLnXpRnZfpCaMffwZ2oo8ojrW5bSdhmc8JfqzCWjy3I+gGNJTopt+effp2Ro3YTC1HF0S
nYs6Cm3Z11fwBFg5oyUp1U/aXiGRgyWjLbG0cKA3tTAbzIPkCaqtma+JPAVB3dwFyVjdhn7Hi5uB
QOKgitzzZ5v7xaPwFgp0azYa0/eQsQlu/ZCpxi3iMVnd9j0LdSSlRz/JGfhTXy1cuONzA3Yr2wfI
DLqOvdAeghN+jxCsPWQJMq22tVTdEwd01Rx16HpgqglAvLRu44mDcrLVA0M7Js2V1/ldcUxTT1X7
HnzSI0lZ2msjAZRs7092gMEkoLZIi7rHT8X+hsQKUiSgxn2STt38cyAMSRqDKePlkM3olOKVDE24
dUXhGrtZUdtxR3sKIN+zJZLB0KbammnuCc6ys1nGiSwU4m3aku7DaHsN9IZ08n+4NSWesytUPqBV
YM/cJJZpLLFQzthsqlSnlPvTvsVBkLs6xbkYhHQ6kk5Ruk2mkA95bAQMTA6Y6VWfVz4kekMOrFtm
skI4VovBEH+uR0OdKq8ccFgqfxq2itIslEzU3zMtMMZeYsyaFhe1KlzdKADkfAFm96r/Yai1+TIF
uo7jnHcTCf/BbmS0Nr0y9qSOLHgICaHuT6oZZr6jgh9yDfKRvJME5tq0g64+zceV/08Cpilbqhgy
MSq4sZaujRKWaA89kjz9kOO4XCjK9voxpxV9i7XhiP6i6PXip1vn9CVbWm4UOulLvTO9ZK3OKQ2d
K05PhXjr8mn5aUGxLI5gSjsXXwvTne8uxQmeVgb+q5vB6igPBGsyqJ2ePfWYdulQXvdhM9efrSut
7iuvVaWO4KDlSpMfbdmpviAoTkFrmIRxCYo9EreQfWRr18z3NNmNfssSH/wS5argArcEKgSszDEv
bgwKh9OLO7kJlJ+qw3pmhuH6kRBOnomJchrYAxxOnDNJ4h772zKi9ctKN7OuVtIHy+1IXR3ojwYd
fVc59BvMHXhFzmIb/HOjuh/L3i6eU1ra9cbO3K7b5IVprQfHLuDiUy/U/orWHLlbGERsvbmLSUiR
RLlRK8qTKwdnA+x5b7zYWMqRqj9lobJSTyj6FKivjl8JL3gW9FYV9YU7V6daD+GpaFUXPCW0TUG2
gvljJSioow5Y3Qjbb5zSSJuYwW5kFRdnIj1YNwsei3wYKKgVLc28am0U8kfG2+zHwVncj3otEdP1
3Qq+xulpnD+2TW/WL0vqOde2n4n1WK1GMx3HDAbYpaECZ3tFw7AfTNpz2zKR88T9FWaGw/D4IPRn
JuacItW8mPSJvYlDEFIYrpeuHnprsxZ9lVzNupIrvBSvqE5QZqm+seS2LkUGUfkx1XGh+XMcae4S
ZVPaI0WT53vuFQt2P5ohaSw554X7fFWG9zS04ISidRj7CtPLzHBpUJnO0zrSyUZKyhjFyXaqctrI
oFm8nTAnqlhjm+v0VQe0wPgmbLM8UMJFaO9kofPVIlEAfb2q/pyYJnWmvFpNrqncU7t9SOy92fnV
hKLLMyoIyqt7GYmvLJQAu7FcwvTslUQ6Kc4Mldoa1up8pF7LV+TqS7OpNnC5xsoOm3dn6VK6UvVa
f4S6Xvyo9eWc3zOKW49bGoRTF1mt3z+XeObIK7jLk+Un1yJcKOV7tplG5gSyLcjdLKYt8FyR90Br
RA6HNjdluC67KellDemlrzfJU4HzyZtatCt67XAsqm0Af32n23q7Zi1g0MG4CozkSBRj4cn0Pi20
CLe2qOnBpWVyHSAhfKUTX1AkzOj0CmxJaVE0BwYWNWjR7CU3qnCTr7Clt0ld53xCuAO+8zaXGyjG
70u9vjpBf+BaiNInwyT7mCOEoQ4yLSd67uUWqUTkC+8+q+s3VDWIM/Py2hDrWGyE4XwWuet9S9O/
XlLzQZbecEVDMbwipT3HPJwjZeHqOpn5go05ey3aELMUZf3YwJEBbVE8+u3EJHzm793R2c9FkFBD
7X603ngj/WELR9Tb+I0fGYJmMAIke5sqwDsDo69s5MUpN9N9x+HgsMoM/1XtmBFdv5i+IZMecroD
nVBSNxuuHJsK9Lz29fdAvTiuXb23ct+Dn2Cb70oZ2VfVEnoyeCzitU6ibLF/yck6j7m278ah7axN
Z9Ca0hXGBLrRR6MinLCaYrv287q1BplQNeswB0DKiNq0i0tRnQm9XZhaPaUegMLxABf5uIZWdZaB
aTSIIuYGBQ/MC2rN7rkzFeYtl4hvNLeiRVXAl23aFMhad6NtecKx0B6Ft477MqlOqCE3mrPPhgVq
79AKvJ79lVbZUmw6ojPEAO2zAihG5NpYH9qcuMeokw7fiNrO+dDtBqQqUde558Uh39VUBuZKB9Sa
WFibapn0xyABlpxz4iLxNZJ1JjhAn45qTsCCj9x9enMnX13JZBTPSdglx8ZCwDYWHhh3kndf3lg5
WCnGuXnFEVx/evUsckQiwbiFhfQYWmu/H01Q4S4Otx98wNnPrllhc6zlzsTU8CAmnGdlNXFU8PWZ
9gWDdpPBhmzYfGYDsp4Zo8Ys++JUy/68tKWI5EiB2WzSYTPjj/hIJrX6/A4Ff2xL2/AL6YmITWVB
rxja8rxeGhxC6fyMiGXrKYasMhGkO8UkWIzFL9tpwrBRvXZfqOq8iMCTt2MZCiM0dx2S3wSL44D2
DQnWjkmCmVhedm2Cr+faKeOGWBkod8s/ui0rGvBde77nVkrgZ6ZEHmGmOC5o/TBFrpRocyKYfCcw
wrtk/ehhGL+XQB/IMLXRGthsRP7coFDAlIcj5uVSelAy/2ly0N+YiQ82XM+3XWqq06DDI9F4i8Kw
ozZT4d7R8b5llKCBPKhVCEA+fDZ5LQlFmN12pqt1iUqHbH7e91h60gdE2d7PkpSILtvbEHnZNiBx
sXXc5YpXeYsZeCsD/VYDoIpMrrtM0CCxEpwN6B7MM7mq+bsJxIm18MTuTEs+u2R3XMyxvjitLXnP
1UkOUllrlKh8nyT6JN3xRmSefp9Ww/1EY/Axmcu6J5x2TaD4EHrZugGJtlXDIt6bjpF3BrLi1vOW
D3KuLlXpElu04dNXtClz8gsWNqyVfMt6kRzXZdC7npAvzTLyLVlRMNJhh1zLHee6LhLgcMEQ4pJA
tVWZH31rPBlKGkdnaD+GSgavtluOZzdf7woKG1dCivtu8TiIcTr1w9o7TD6LrA2xc8+Qn4ibMFy2
JMaD7tqtVnE1DP7tnHRZVNg0RiLTG8Q9SWDOn2NGJ8tuIAb7bcUrnUVkptQTkSynjWuzkxtqdLfN
Osu9B7D9wC5wwRolB6tpdiDGRdxjK/xROZjTGsIblL71E5Vi59NMaOkVZM7OcOioWgX8mW9JL+gQ
d29T2Z1pCzZ89tl8Mt3EoeUwEjYupflV2WNQxCFWmYOBKgdmjWvLH12RPLOfPmTUt8hTliQWOU3N
HPHaJUYXXbNaFxrBQFeq2BFKbNgkj1DdXlmfgtPSVNS/1/lbCfNgDQh+k9brHhcKZU9YoKyjRymO
AyrshHU3mMEmn7v2WbUtZDcvD26dfA6vAycNPzLmc24lHrF7w/WMjrQCCJLtOBrG3eyaxs2IMAWK
jHmHy5GuFoiGe3Str25eBRF/2tbDcbmzA857jBckhyUh+aF1cOaI95OqziXKbVBbYazgbpjW29ZI
norQfaH38SizMPmB0mKa9uGk518sX5iMDaKZebqcF2KcOiZ26l9ziilpiGV7NRvWC7EMzjccnZ8Y
eE2+WQum22kqmehoxkcaW7tpsdFPyY7+ejAgnd+NaCNoG32SNz54Tv/uk+l4o3BTxIU7+OQUhvGq
SU2eqDpt29vKpRWuSLNui2zGD9E2w3u7IuXFARXSBQrSo5wD+atfDDPGLi0Pwzr9SqRbndvkwu93
ODO+D1gQN6bbP5JM0Js6DQbcMfXD4jX3tGYP3KQuYEX8EqJD3IS6gdTgdNP63VPd9leOHG8ZH2Gu
3G2654ypj9vC8g1Kbs5jpZmnG7oxtlu2af44c0+374lpG04djRUgRDPzbZfXWROrwve8faHXbE+k
d5cPGC5WuoZWZrd7r6XFJNvLqz73P8m7POEANrZjjyzG5jwc+ET49eghQ+vqMF4vooLFA4wR+Qxv
/5oX4W/TYrG53yfkmuwpK38WndW8FnPHrawyLZqB00855OKcw8TDwtaa5X5MEE6V3sLuk4ySzwuZ
yu3Q0/zgkj0RPmMKhIQG+f+uf5s5Cu0z33md1prIhTeCBPdpdNVWul06b1fa1ntYwSJpAywDLV44
rvYRZ983Al78+IA2a35fZP5dVpPNRdHwKsrxmjnPmEQILJ3qyevn4YxVKqTLwuXWr/EtY3A+LbRZ
aWwW9Z6Zxvl06WWh39Xp49SOBGSkGWjcIbKROy+USpzVxH2tmFoSMeF6NvFpo5GaL5Cn+lYK81h6
1pGolug35OGOi40iLPGCn2PdVY9oZ/i1C7e6Z0E5W4bGi1T8wLmzbcP0JbXN7477LW3p+sgxyTx5
xHpYnmh6VjlN/LnDEudbFP5cfrN8wtaz9cnBJZHifXYjblnLNYKc42w6zOB0TN4biDpE0t+ZirU9
c4uDixv1wegEbiK1cuZG2J3t6b/SxGprQMp9un4nTmft+PpOoc69uGjLBXH14sWtw/iWh9TlqhMT
Mc6q31f9xJJqO7eLZxzojjN70JGu5kPcwVhh2OByE2ytMU0ZiDDn60XP6U2rKTWI2jpIXcfKHd+6
bNUnh3Qm0aJmPLWZVpsm9Bqf1puXIDTLq18EdU5Dmv6ipXg9k5HpYp/eYRV5XuCfSa0S72Y/ITuY
xKulOEjMLaJCn8HpolvEbdG3za/QKNA69tn0oYyqO9OywbzMd51EvkT6FVNeq3Y1IHy0d54YztXC
TsxOf0MWldkqNyDXGemw2FPeyo/V3E3H2k07JGhKbt1lwczacO3HyFicmRtVv2xXXeXewtVeOOYG
2NKZuHS/AW3K8IHk1pTRoWZ1cZafDFCU1LwG7zXjqEoP3Z9OM7MGV621XOtcl+8eyw66x/pGYpjc
TaFh/hp4bg+sQS+jLLsv210IiFY0TUMDYrLuvPmVyaK9Kmf/SLelexFeyzWfMEqUa1yzfWjw8aTm
vgWpuPdS07+3GW+LPMRJG5BG1RW1wwovEf8obdyZpg9wzenFOy/6a9nI7yZXbwlbX8Y5vJqfal2w
TJnurghAD2TNcuJqy4oof/o4qe7m2iq2vVkdU+Z+yFZu2U2yuNLJd1YhTbH6hswryb/bqVLqSo++
vMJtuxA1K+RKegHnr8o994lKXgg/Nrlyczfd4ToaYkNg1mtdjfrUa551INWe2Fy4sZxEPmq9mtxQ
nUvCeXBtEY12YmycyfC4wqaq8zc1zi4jqoQtzzTz17hslPrh6NG+U1Q5tugSrywKRFdBunYngV5q
i6FXb8uwVLt8TvTNDLvoZnF1ggEvTOlA0NoiCvQ668U/Sd//Gswy35EOYCcaC8RbPk9istyXweQ9
JiGZ60nj3dTTtV57yVece3aU9yGRGlrvHLsWhml4vBeO4B1p9yZqpHSPc1/rhzSYygc79ROXPptD
+7lYGmeHGC3fNUvTj7B1vbk/IAmb+fKzg0t7nO6/TfWRvdNWxzrIuuu5SOsulloZOxdPAsPdS77L
ZRK8F4lqD9IXnMNxgxNIK8zYD/Ifizf96lfDfKrdqegi6jrh51CFlth6VZHfCHt9TwvjoS4W97Ui
qY4RUz57dmtsmevO7mSfcFuyg33iDQATV0aVi+a9l7phHNHrIrvw2gj+3370h6MLIoAwDtogoxfT
1ubwmaAXR/oZydWLwqH9Jv9W3hqgjG8407p3Rp3qp6CpvjLUrJTG/FlEmunAY5vV642aLFHHRuly
o1m9Y9DZw4PqScNP0gso+YQLJ1Lx3avykHfAxOq5/umN7kOo8vKGeYwbpdP5yCVNboNCsMgxPfRF
EGg9dLIsiDOZZyQetNA8Z1euSKO4pB0Dvs0WducWWEX+NPh5raN6MVJ3M/r+qa8LEcRrOGd3voeM
iDEF0zg43VIzcdm6w6fvdYkdc/nx6khRNvBsHsmjP+TF/UgO+4uaYY50K7MYQFC5kZPZW1R1ZySu
2aCSI22YLYPzxmZROhuX7Ek8B9V4FHUnEPKMWHp9dQmlWdl7xRjnVjj9HJH+IOQnjCLdkCb3eK2c
UqoDARKWkjbhXSCVyFUktgVXCKdJy03d5NYcA/tsSHgMU3PPJL86pzUV1EL1lMRNl2pvXzbGVs9A
0/jaK06mSU4DDXG0TRZKjzdjj94zKvylEiQLB++pImjqxKm3tGqjsmwktFYILMGSGYIZjG8u78a+
eyH/3J4zx/gVVLNAzw4wLWZAgkeaE5Vx54wzSbi0mZ1HWUnzpXWy4cu2rAutKukYenTTkTA+aVT9
ahO+RllZEjZMXGZvOb1bPKUsejmTF8I7F1wgOH7QlYStlq04qFKOSLLlYfITO3n1zOXGYHgtwu/U
7PrAGDb0VdiTVJgHaLpCkkkBa+y2puKmCLl25bjp7NQ8tkpxlDT97qZGlVgzl/o62qClUYAx3kzV
F7zlhto9BI1lzh+KZKCWNbbjrk7zs2vr+Z3rRnhQrVndiCS9Cdg9tuHY2GeteBLNwnyq2uCaTv7Z
wM/JkwiU2WgfXJ+QJ294cqhr131el3rhH1V/MPz5DFETZ4IgZdlQTZbeYHzmpvqRCyKxiNheFs7P
vy5HJRxsdBYa88wgKAlZ0vaUZgppRcXYbwnIXdCNy0yeO+XqcygcD0ZMbTYHe8YaZ1OlifxGBVet
gwK3cGzpMnTl8SmF4dGYDM4VgQzCH1kYvulZnlqGeQ8ktYhDcdHYpKXdb/RARXAIFqTCQ00FwuOa
jQoUkdWuwl24863iZq26bV5kJ7t2xg08mzTu+n4kVs75Mw+Xay+h/5E0jwzkIWz27HrnBY0+gB5+
TGfz1e2okY4Wh/uKXhZvlJvdIyB8avNCP7iWnb2lfkYZw1vLLcsfIzRwH/iU60TeGWYZWpE51Pop
6VcfseUaVijf8oB8dpOvxoM7iulqIvN4dPTU37u6mLkPlN7I89UsBhte4e2gVpz8aoU96LGzaoFw
K5s62N8+sfBDGzRdsl+skmoyw1nTZ2EyyktfammWCIEtyW8XGyoEe6u+DOE0o+NvWX8YlVlAPr/b
S9L9MPK+u3Sdl+DaHftLI0l63RXgS0ZfJ1NkDEu0/BBfhzs6XbkZA2UyC+7rbAN+Q8RYpOvEld6u
z4nLnASXc5u/QVDiJQg9sywTLqjluGMShprmmtX7JvB7CHWB9T5MNQn/mfbYSwos9LUh7nltj2yl
G5Py66HrB8oafW3lWwAK2XMn0YvGTB+aH6Kbfg2MzqJQ0GxwlNWIl8RVV/U/8Yay83iT4657tj6G
TR0OdbdBHvh48exs3S7k32ObhZ9Dt5MzezlO2roriy5Jj3a/5nGX/RnWVEc+ue5em9P8I4fPLTnX
dtlHbzUMPOmGM2OrrOXs2SGFUscQ9U9GMIc7fstsohDLUv8/2Duz5bqNbE2/SkfdQ4FMzBF9+gIb
e+Y8UzcIUSIxzzPeqJ+jX6w/UHYVSflQ7b522FFRtkxibyCRuda//sHNLYwSZpkkNylDwxzVx6yt
gAG9TprDcWoAOcnhDHFsrxyHeLkYCkoYzUQ3aHU870x+VwKjf47WYxU+0ccdOjOJdl3akLia0Cl0
UNBUwD68cOTBpDv1FKkWrmhDuSOLvTgfDD3eixQkCZrwMKtuP/XKgy/85JQgJuNljC3r1EnGakNJ
KJ87juMjy2OVaKE4Ke3OxsRHic+QrpIcqw7djYVHjGsLu3QDFC8Fa4fU81FvbgGUs5RzVapHNuDV
vKjjDVS191DnGGnOrdVeK0rl/wjUhIjvtsbKitd5qAvIjCq/r5udSTkqnVCSFXWk/aQSXesfMJ2G
wbiOKXbKNYLKvllh15TMh34c+ot6bBhXOTU1pxoT/hIlQ3Gpg2Y8hUm9D+yMuwz2BZm3NxCT58Zp
aEZ7UUbWZWM5wyodyK5zGBVhrt7A9+YIN/gsSCF1D1HJOlRMZ4VUbPqRO2IyNi1pyCcx0/dti24J
HXYembcp1gBPSN1rB2pN0SLKN25ToCLuU3GtIgY+dC3RSvDTiUotOQtQIisMr3qtubKNnLeWgfQZ
iHnsNrL5VirxPSYF6mbSe4Qqalmnp+jgcDmemH7iT+KsLIqDNQ30Q16Ozlloaf0+CQfGHmoWrUWa
yRNe+MUMoKrTBhm6fZuUw1WST5Lc6zo6S3L1JEZnaMSztsZEc28LOAD9eJEoDeqPObAv/LG5t61Y
PU2YS6/ghv9QGdG5WTNZz0MhH+0xbzmQ6m/ONNxkavUgEOiuw46xgkDJsCqVTBC/jT8tB1qlb/0R
WVqJ4sIlQKtcp7S/6zI1ENsiJQcMMQxXQduxGtn5r3EjUtZzlaCWqZM2OWEU/ih0eqqxje+KDNh/
bmd5Bu8z9PCr1mto6/juUN60VQJFmRQ26iNdKdc1Cv5xq+BGDtCHr3zv1I9xkxt7CB49YcBG6YMB
l52lksrLGbQC+wX9K0YBUNjGakNRYsKvnfNjoTXHIpjVM2VSEIGA9zZXNIaMPYe80267mqgVIKiX
nENUOyXtFLBaUREEupkWx1+LSjK/7RHyxwjLvHrWKbdj3zcPbTUx/+cV2+HqnKPXJUiGSE+s0Wht
DWKVBzFbbl0XybiyaFI4dXnbqC6pMOp6uI6FajP2aqEMhKF/LeuMDjHsWGh+DirF9LK9E7YSz27f
5BrfoSz2itKRLpqkp3KoOw4WShsOE+2h1R2a2QnQAz7bRGmkPNRCOHdhoLB3qWBeJlxiRFxarAyr
aQLArE1jnSzqULaygClSQ6jNXAS8p9Rac1/GF4AeCfWSXAeN4vXs8TirLGLAWccBv+PsZUh/bkSl
7+HSU0O87aWHBUG3sqLoK5L6cUOanLHxMXuIid5lTzJ0/55TxjjPsrla6aYfPGqjrB80E+zcQoJi
kP+5oq1ST6VM5NWAEdhpwOAePNLKrxpptBvug9jPteE/dKM6HopeWMwM/OvMly9ytC59Rd91Vg+o
5MvshWFeY7tD1wwnkVMElyb9LsMpvWC9p/MZFIwTKPwwKHH82BOj7bIKgqtWTdB6LgfDZm7N+Xy0
+zjyqj5Bs5epfnGrL/kog5KY532HcFrqybVaTuBSxdhn/AkN5USsl+7rl1VX1if+2NGr2YNgqpgT
TqBtDKPtLa9BIFjsI1Gl1nqiuUoZGFbduALWCOkrkhrWTR3M7XUHeCLcqBqTM0NFu4bYJYaE3RRF
z3itbzgA0Hca1QVm8IE8gRnf6je0emUAIDVa5Heg6cDtTLOILkCKqWUI0CcBOSVtWzZAExH8diQ5
flu0phUhfLdtEp6GcsAJCxEeCF4sentV8YY9aUZLhKs5q8yrcxjgBchBMxgroYgkRc2rzT6s69Y8
lpEgPnxOJZG8+mxURCXz+q2j2sTwaB4t5ayEhJR6OpHQ6oo3NUhWVZBkt9NYYpWmFbZ21huB9l2Z
VMBEVMTtxtfC+i62cwBiRJ8JHtMdUq4AYRNpbZP2WGIfkJ04ga/uUWz5uocmBbjOgVdxz1i/0bcY
N0/PAeK98wrpebpKsojaotS7ubroSf7el7MhiCee1LRcxxhblCeqQL2502IHiYrSKdVTDgFtXIej
zssMSR9uEVIIrYf8khIEnxR5U6xrVXDA1RTzTxEeOoObtRlsHS1Ty30J+IClT9D1MA8YhEHWYRSG
MI0rY77cj7Ck7NJyUAAZDYDDwOybAJ4M6WqddCetneAOo4bZDFeAA8LfKLLoBkyPrOoxqSTv2pQM
P/gUFfgke8wySXPyaoUzi1A2NtEV8MzaAnGn0H2KbhwyMWhordDB0sSmh1wwUfFDQNioDrizFD0f
kEftlgRH5xsZDGa2RWA3BkdWNc02MQx0W6Go7LMyC6t4VwtLspHYtmIeIJQO47rKBJVSEJNyvy5z
ORmXcVpTXBvABC+z4ixRmprzgBBoIJu6GKrqFPGbTHdlNURX0DpzezfbakM3Wst6chn8tt/Z4dqT
QMZwASzVRwUDa65kPI4Aw9UFY163xxrqpcJOTP+mOkUTsRmP5rCpEFVXq1QWVbmHA+cMXtqFtkCU
VuDWEKOnQn1GAzvSmz+gJpMoJvpsMN3BIoDcRSExoj/SO61CCtQYzapUayw8LdEZztkA0e4ETl3h
7Lj3kIfmKoqaLfMV0rJlgCKMGWAn029gXWHCFDQX7dU06C1CRjH2DFCLLMTbSYxRvpn7OjO+50j+
y6tmiEBEYfKEJTFNjowkAKSPw8tq1vEpSpueHVqGVOqbVuTdtDbqbqrx/RyYuBmKHlEoy1aNfpMb
+p4qbXEbNRNZKVm1kPNVoX8wVtRDPSPKs5j2xjE6sPn7P/m2/9Bg/6Xhkvnfs2DdDm3tj+gtC3b5
gZ+6CE39AvmYv189UBcRwp8kWOl8IaQGFaAF8RLluvlGFSG/aPw7/hhHWNxTcQj8NwtW0b/oaAkg
yEpV5y/j7+UEE8D2jgWLc56FRZ+gcOd/YcF+jHiN6w79klbeTQbjywb8KgPedmEOqYexsXch7hcH
5AOY4Ar6suFRs7eso5Umxw0y8LVpXPfa9Ui8eWwzL55SZyUjWIUOP9AzGFeu2vmaqmej1tmhYArY
+ohkme+ZaNHuNQx25ZVQvqWtuZOtv9Zqs/W6rlfuCvGjXIRY87GSu1eNVPNE0X3E1SDZ5+iwPUvU
FYid2m7qBNGlIJIPSynf9D3egGe/po4TA1At2wlWVUXsdT5AXw3OXAXnMUrjtQ6ZLsVpylmcp+Kz
0a6vjPmKJFoFb7bgOuRMCvrhUPXKQbc5bRQHnkclXZEUwN5t61UcpC5cQN2tYxVjtH7rA6oobbet
Jck5TboNDeAcWmG//9pbfe0FhKKuFEdBkhH8KDLbA9M8HXQGUBJW0V5DHFoH6kLZTEku0roDsHW0
arp1HHJ455hYcNqXMQatirIZIpsg1HSlymk9tC9KEUKFe0GlDRmh2Bb1re38CDXTnRd624A1QK+L
s3aBIBtsGba4R63ipCP50rydR9PcaQKWFmTJYINE0XUWBBVmFRqr5xCxqy5MLzOwa8K+5i4eKkTD
jQvpa2dPNHYCDSt9hlWd4mFfEtcZHJTshA0d3fWDaYJ0O1J5nLOn2Bk9xTpFfrjvh0RbayVMUwT0
T34359tUjbojxPDmrIMNpeXGHU5PEAsNWD08ZMTgFTzaMDDUm2qAuxX4dyJPPRGhZwiNe9gbWzhR
Zwj0kTDrVnNAK3/htHO4jexjXiCwVJx9GsDtTAPjOOqjgAiRaqdar68nfEXhkXqjoGyYq2MB7SSI
u+fKR105F/VhNPO1ChFaY5FWYf0ioCY4drZFq7ryu2gjqgJXP53CSzFGeDpzB5XLPjXT+DBQbFaU
4ZYP7RkxqbJVLEgUugVdSQ22op9WylR5Leen1alrnjI1dknHSc4g8CqJnt5gx/ApLzsHklBIgsw4
o9mzp62CVyG2tee+RR2ZgNT14lJiFKfa13o0uGqNoSEeY57SnNq6tlcHWAi2sZMB5E5LOeC4too1
D4/fTd58b4qbhsm1eucz9pD6uIefvi5037kQTpPvcRkFwZhpT5RjyUncEdSTd18pBV0zv+yMci+R
GYpcXU+DWZ5rGQBpHk67UR2uYNNvxVyc6xDbDWTAGoJdV8k7Hyr01VDc+5FyoMElX8/wgJM9h2Zo
o45neLDyX3ToatRjE48Eb74oM5HjD3JgBo3v4uVAjVkWC7OyGzZSOcnHfWtcAbAvilu927TdpQAp
UdVsI9vDqA/XXRXv5+YS6jSsxLr1zJjcjjHbRcR/+ta57Jk2mD4uMMGqmgX2PMAQFhPugdknqmxX
RjTAIa97bO417AzwHbookkc6ghc/iFYpzPmuv4HS8uDTfcGGzllVTzneTdbAEoEwVTMlmMantlxI
5sk6C3nTDEH1joGPL6F2ksXLa17Ct2D4vBrnZ195yRNcj/BGLo2r3pTYMF/icscWQQUeOcdZEw8G
NbnBzLEXwZOYErztmtsCm0kPZgBoc3KSGa07x4cwY9hLYo6LW9LB1oeLmvGyz3JhNl24SpjjeRlC
9tP1DUYKvYd4b8Rhkg2QxoGUQrftuTXJZTvfO/Y3B+ezYeAOh/mmwDqMdeesA7XfVlXh8+F1oa+w
0iDgIutfrHo+YGt0Mo9AOHtyYNROty91rbyBleSFQf1Y6taWonGXCJ+ZQpab+7So2OODwJlPbFHr
ntTDM6J+2rPWmBl0ojp9Ihv6AsO4HB+A6gIo5yvU3BUjo0tqocDVTPWx4ayp82T8Wg/UWAq400mQ
NOuqDyD5FngfMd1xMZeh9TUuZW26uWHoEBWG6Ajb4Kz2s+mrA1arVmJPQX46EHRdGrW5KduoPyuK
Ejci7Giho2G2NLfqDqscVABRnoD7NFdVForVVLfcO9VK99WANxGoa2+cMP8Z70GPmm2Ak8etli9e
CxyyKqyj535w5L1Qm2RXj8z3esyaoBPK5AECcY57X3nwDXX0AkBi7DR1TBuBr6F8EvrliI1e9Du9
sr/jBRAclaYO9qbNXIsCHz4rVPFDCjB5i+1E6+H0EeFYwE5UREbvRW3Lgu/t+1DL3QghBVqF6I5h
CxZsHP6ONVwaqcMbGZ7Scd5ijUAUjRowzQ8Ax21x5+CLMtT6VROZwUKzuehne9gTQOVhanmfh6oP
qVGO5WZsj0FQvujqCARfqPmTYOB7CBq8MF3b7ARURSeeVywsoNICNjYWm+JWGv4h6Rc7hHA3OvN9
CyXZn6FKQb9j0mUQeoz3xGSYe8ciw7e1I3wYeMDofrwqj9Y6hxL0MaUFSU+jTQCfs63Ce9xbHgpD
3pf472J0SRpI3u/DDGkArm9K0dzX1oBnUR16phxrDyt6exPk1a4Izsc2QwaISYg1L8eLW+Ll6ZpG
hfBfVyB64FEQxkwoo0hpdzPmGv3cHdvRtF8y26mPaZk3nlq0+V3pK/ZmmvzRq2BAQf7F3n7lpM7E
udpGWrvVzaa9bLHy8kgx1s9Ty/LnTRKFaKvxu+sYLTM31uMo+GrqVQj+l9e1WJUhHg+MZBArFFQN
paSzdsuJTRvUFh5xOVkrsyvlBRk/ixVn3JzmQ2Jtax37K7tOoswtx7C780tTD/dmq5eXvqEVk9sg
mYI/32vRLmmiFqJPvk0AGWtXAs8zvZ1tWGp5hAEQ47LCOVhKSUVpdQN87a5BFZBUvEduFirWkbe6
OU+QEz/qE9Q5h9nDCX3u2LGFNcbXnHYMtaUNlddx7HpjVkr3ULAY1j08KaSulS+CTeeUvQqZWrcO
NsJbWOO6Ra2IOxN7orHWIRtvEswJadOkxSmaTNtMSTCJ0oLgUg4cHK2Y8lOlBQNP9O+1c5NYw9Gg
vLjrmMzvW30oNxOGegs1UTvRRn+4VppwfNT59GcoDhNviH3Nc2LHWttNY14WM7MgpxmLSz6Kv4/i
8cpKfcIwY4NdKq7vkkk4+9hhNGlknY6NHnyV75i2RtsUcm/pG3ANM9u/4DBWUWbiXYyfj089qB6T
UlPQ3RT5Ux6h5ggteCDG0Jq8erF0u8nmevk84cnWlB3eXCFQTxzeEsYJ5FZWW0eUXupo60RJkVRo
FknY5NQdGOPiz2ckt0Fa44Cl+FvHD0xeSWVRO60xDhZfrXIuDkEqo3WdG9ONMifFt4xA2TuEMv66
KJJh16hUyqkI8dzoQEHkZJu3C91jo4B2Q7j1xaqqAOp4XNRWE/KQjZMEl06M2cIMYeFUr6sOjLiP
r/TU/A7n5FDn7f3QR5vIvpyr5jEMbqpiHtYqorJT2u79EEcg5rOwdnTVez/ww3PsvxK86vqbyMaE
uKqRYLN9hSf6qN8oLfLoWa1OFX+gAfKBmoQBftdH0XMFiL7Ko0l1tcQ6kRWmEsW4Qtv6WhvuLCQF
sNLr5iQKKNjT6HsQYXpSxuaD6Ky7uIfZVI/tpo+NC5+p1AE6xEmcvKQ8S29Koys/biCakZCHvyUC
ozpSknUczPc4gt7nBsCbiIP42IbgQhLaatA7Vyn+dGyDx8mZmUJqw6VpqPd53160WtMc2gY7mrBK
GSPlcutUze3U64/F0rdImpTASg5CApJGjENNc0hOe3OkDcHmGgQOVrUXWiwU0zmgNkiv2Uwpimsx
byB/TW4GSLqpFXkXRGN9mkW63LctllYXltOU3sy6fY6NsPI0XEj2taJY60Eo9unoT3m0UYyi2nPI
ksFeA+ZseOmbU1yVurMkiuJt15P2yKygSHgzoCoRpZl7QW11jYeLmuWmFdQD1wx7rFoYK62zNprp
o2xmMtOMXTb3pKl/9MMIfA4TCQ9U1jcEoSJ8atqKu62FB2bATXPCrClyZ0x5OvDIelcqtd9tsMYw
oiNKbbycd4ZWzg+KOsMxVPqtOYnnGK5X3SHiJKAPpy9hPtIUYxw5j9+CIu1BmgNn/4oj/IOo/Mv4
1HBihfqPFO63iMryAz8RFR1XCCTAKlgKoTI/3SR+yop17YuESk+uJ5Nh25Y2gt83PhOaaQqTP16U
hNoSy/qHrlgR8otOTgGpjo4qcYmwjL8jLNbfR6hgVsrc1CBuwdIlnw9H6PfCfIZmUkU+oUE1g5Dl
qgruqq2w56tujtQrrV3GLQOWtWudScN3NWfs70PluZYQilpM+NR5jwXxY5rmY4aDQb04R+ld6PVq
HmLoN5vMg4grLS7g3UB+gD1vnebC94vVbEPXhTMddDdYuvl3KX40OChqbfq1rAHci7xGHpHrCvh4
Vs9eYOnjqYOLw4wGxy9P00SdH6bQ0q+7FCQTilDhRVl4WwXQVZRBK8gZT0vMcCmAzS1sAEyLisFe
s0X495FR5N9xYoGK8gZN+wsjjdfEl//otJcbCrqs2Tw/WyymtR88HhBeCsymJ8ONjFTczEVXH/AN
SWPaj8G+xNpX/GiTIcW6WJ+b1dAOS7CK31RXCKGS+ylxhhd8dObd7LelgHWSQQTT5+gaiGaEU5Tr
/SEOcX/cgdf/LiD6vQnB62cnnYLUDYkjh8PW9n4xpAiDU4TjBkjGWK4Hx/C3oOojbjWRvUYypf7G
9EC8R3l/veDygd7EHWg+E29rgLiQLUZBsUov46MAA0rp9EtYXZvaMvA7He2D2mkb+ryTdE7P0lQe
an+6l36/bux6NXJsf/4UwTnfiO1/fi5TNWwQBofc0Ve3lDefS9bNOLDgDRfeJ3wVpiQHJRn9v5U6
8sdVyFOBH8htx/ro/bcvlaZqLAvhXKQY7Qk1b72uNEy5Pv8ur14xH1akSZgVMiDTAoLVPrziGsIk
8kYclIuxrWR4m+sQfLEADo4yHfy7sMNoE/J3Nd2rZq3e1Yap4B9pqkvg9Fy9hCi9gRdMjJ+0gFBP
GKtzSHGXJc9CpiCK+uwjfO0QWKzxaaw8VQ9p41QnXQ++dto5QXchtDGL13EalNc9boAPFdb3YF0Z
XqQGiE0QSRw9qryDB0NcMxTVXKQw3HtsxkU8zkg+NaZz/5xX7bT/8V//MlhI//0EYPWtfP4fd8/1
j+d3RxY/8/PIUqT8shDqrcW7YskpXlKFfp5ZABJfgB7wQmEAYC5o/7/PLGF9IQVGxeoCDxMDLIDj
7I8jS+hfkODgqLEEB3HeYbrxv/4nXlTBc/HHhtp8+Oe3TkX6eyMMjHMM2+LE5ANYTCM4t96/NUFm
SthMTQD0qxhY52X8X79xzEejLPRDn8za13KakMUiScMvKKxaHJsTTSNo3M6+FQI0ye9Mkq2UwvRQ
gzP9Y/yWnptlq3/T7UIeO1vN6NqjAcKQP+MCQZ7NZD/4DrZFcZfAr0ng3N7jJ0kkBgIM/GBhnvek
2DGjdJR75tc2KR7FtA073XgCP1C+4Sas+bx1w1pXE+wOTXzE0rSf9pZqw883ZXT75qH+1UG03If/
vPbcJ5vty6ZEcAgXFkSGvb9PxRSnVZJrL4gL5a2mEjTQpNU4bDH+8Fd6kGbwkkUW7gIjX1RYZvfd
mBxnIFjCYnaiBMF4jam7QEbA2PVORQ0/uXU/YuKphMStF2W6jhWVvhUoI2DX7rpozUhxPvn/+B7s
wbpBveNgvfXxjOgbaOlD8cKeEV6Rx/ocavS/eOODFpoKSDtmkTWK0ZVFkvw26EPzyslGtHdTo8Bx
xEOf2Anx5NO+gj21OC9n6kkfD3JvB2EN37XXL+BYxvtAFNFv0rHfH6ivzwDHFoZV1AMqRpdL9fXm
HKk1ZvLIfV5yzvGTXLX1E6wE2xWUO5hZCbjq5/fqF6cnjMsEpEuHZ8pTRSb0/nrzgP8pJecz/O0H
JTFuw3QWawMpwK5FTH30h0HFbz3KV0NZsPbHbPP5B9B+eTn5ABYMHtOGocOY7sPDyqBlAhUX8PFT
oGCFXBISXZq4+lH4UNPn1K/w6m/6vQnDPwLLVKenTJc4Q8yRMX2DzRL2a1B4+yQd5bkBbxJK2JxW
X3u/T9dzMlmECKltKd05U6Jjb0tmHIWwGMCh+O9NNTFwkiKt2w1q7Wp2YDftsrQO7vM8D64U3w7g
UaZ2efz8a8v3VTTP2VmKBcMwlnQ5kP0PX1vXBjx7w/a71tfwXgtpTodJsYaHegROc3FnKJBqROS8
qCMUBh2i5LIX+A1a6dS8Dk0i4JF1NNwyeIvTWdfmMaYmU9ndm4ranoWmPs+b0bAvTbsx7kYonGf8
K7iciy8F2xDyjjKsT4VRRDejbV9aZBX+bO/e7cNv991flrIjJCvY4iWUwoTa/H5p8XIUQV8bT2Vl
6S6H9rwmYxrPTfp28AM4d5/fUu2vrsclBRuYWJbzstLevDqLNazUpoqYA2d8MPzAgM4UJV6etlm8
R4Eiv2mJY+16ZT6GrY+oKPGbq8VZskZ8w35EqAoGxyWhYd6rFLkROTb/ta4rW9p1a6+odqVhEGq3
3apDdbmaJ9kQVFP1N5J0LsWt2mC4EZB0W8tsj8JXrSMhxlrtYq0uV7Wi9ZprOPXBQVzwwtsvzg2z
Jw8trim1Pr8Zvy4veCW4Cqp0hKpJdOH7e5HpEUhHNn8fHCC4BGaSB3cbEiQmIcfSBdHkdPnNJZdS
/93p4XBJU+Uot208CD9WwGEUWa1Rjt9xMrH3TtLOnkxBWpCCOL/btH7ZM3hn2CR5zEu7S/zk+2/H
UZ0pVNzfJ6d/MOuiAopum/RR5P4qnp0CY7oAyU1CBjtyK9tKv0bMN04n3Rx+lzcr39f9y3v8uuDg
Kah8INv88FESJ0MoK52nQh/Vx2Sa4S53jl5fyLgmwHHsSzxQw3HCMdVnHkIOR6A8oKgaHmQMPJ+n
Q3WOySdm30LtZlbpmD8bcJ9w1TWQcbvIOLsd1sB1A3m/xhnIj6B/pVqIBZGEAcolM6v+zZN8DYF8
/yihZPDWghjQzbB2399fNZptjFnNb2kil7FROpo/gJ7mVc2rft5PRLXBYSXmguPUFuuSt+d5xO7a
xUVbt5lZS3pXJDuLN1QynM0FxgciChnmI+/Mvw1RML1MZs+uIIGXFj23vNabtDlLAjRh86j1d4zV
5Dl7cY/cTewSv4ouEyTRimtNdr90JDY3QF3cyYDainwnp256RDok9XWpKNcp+SsHHDKMo14W3YlI
rQxz5h7lu8vkH7lmQIzCpTC1tqEv6Rmqff76yV9XqCbQOizmhQTpsjbe30ENkt/QBPJbjWrnUQcn
yVciXEj7C18OziR+sMhYnTE7moU57qGDKSs4y+khzuog9nASg0s4pP4qzdJ73L6NK+SvzVWTkEaE
y63WYJ4ZmN3RGfHpcpW2KS5fv8E/2Ny/hPkpOHf6rasZMnXv4LnXn/nZ7JjaF6w/aXY0WhQLwIZH
+7PXMcwvhk2/wtbHoc7Wy2vzb3xO/aKxHizeqKVPkg77xJ/4nFS/GBKLPjqUJbCScuDvdDvi/dKz
eW9B5xbcUJdciC3y/dIj8yDNkwQBDSEe4qBU1nhrLuZQXo6v+2puh27TNJXpxVXbMh4q5vjboA7W
S1WF028qgPen0OtHEQblJVUAHrG/oEO5Q0FtW9Cl2EaanYEhhWcpUbdDAYSzS6aH7WViB/73Civl
37yB74sB/BiBKeEEyuVBWFQf2vu7YFaBMkACLjxHCe/sdjFIycfneLQ3dVBpv7nY+0Pg9WJU0Dw4
fDhpmz5a4WKgbEI9sBkyKfrkTWH3TSuVZPv5nvLXFwH3pdNmjb0S3d6UN2Gf10Fq4HpESpnYExPZ
4xOgadefX2VZHf/Z+vkq1lKJk9O+fBVQ5g+rp2xQc+Wiaz0ynS4NDIXYZ6obx5qfAzE/4uK/Z/+9
QLCy/vy6r034hwujWMYu08Fiw3Q+njkMZFBjtmQ8pQZWG6sOPS4jzMGu7vHr1+FcyxncMyrUb4Tl
zKcjY9YbyO2JRh9d+JnXxVns+QZMCVfDE+sWBo+jrcrMGe8jrS9nV5cKBmNoS1BMZ5WEs+6YZLrY
mF/etI3Nb8OZHJp+PxerOkHruK/yaT6bRsOSe0lPIQmbaiTSPeZDlksakO3snQZzPFerdcSgGOgp
d3ms3aE+rIKdViO5ckXbWTRUMdpmMn2w0nAn0wDF/s3d++Wp4ZQrqfUENa4hXveEN2ujAMhQkj7o
vCxvklNF9bt1HUHf/vwqv7xTlsYyByDQeJ8dQIL371QbjU0mWtF6xFZUntPWNFWqz7CQwIJNP+P+
8vn1ltrp/ZIAhnAMPK2BJihPP9RWmNEBxoewl6i5eXIdrPbBxMorKJnzEVyDMc6E+dvnF/2LLwm4
qrF7E7sANvUB+yQjh07I9LH5T7qLpi6TXRty2g6ac5FPUfqbr/jLS70cIxSwlLLs2PJjGzizOPpa
2J0HGQm6XD0Ir3MQS33+ncTyZN7dSYA2h2fHHsz8h7rmw5MTpYwQNjreYCT5V+p3aXioH6nQYPTZ
N3ZfktRam4E3BzLJVjhk4ngR6eh76GysG3PqjfOo0Wz759f/p8r4FwTmN8/oF8/5q//zvzvcI/K3
gOrrj/wsMgzjy+s+b2EOz4smFkjzjyLD+CIFT5C526t/8AJu/VlkUEjYFu8CVTujORjWb4sM8QVv
YQZ3GiU4fQrt2QcI9TNI9eOEQPKRaFB5O/EHh3H/2ha92XCkjSYpbnzMjawkVM6sARRihbBvUWmN
qmlttEmBPKJnWQx02Du0Mv6SKHuE3AZbbczNuVqTzxzPW6UvxhLUNHeavRglw+2+aqmELYFRJ1qP
UMVLthrgsVJbof9seHdLlMIhPJ7aUnKvC53F9o/gUdwl6YZ+BMwutFVWddpVm8QltuV1SWJZkzoN
aaEIsVC4Dhrac618aDqz+B4okfWkMz388fpM/9by/jRfYflN/w5Y4AH88ZuX5fLuH9YomNvpsnuu
p6vnBj3Un89u+S//X//wj9CDm6kk9OB70eXt8tuCD6tQqp8u3Ovn6Xv4nKbPzdul+/pDfyxd84t0
2AlYHZLBIIvtz6Wr8yeg+niIvdL7GR//Z+lqXyillzVNwfoKf7Ks/6yPhcrPASGzfTH1svjpv7N0
38MUthQIzQXaE5O+9rU0fL8V5ogrpe9ISJ4prstTgWCOoEty3hbl4ptX+uLn/voWAPu4ub9eCukD
ZTh/UwZ/uJQ+wM6VyNdtfyJgRHHgzVgA/3/3KgtbQHNAciVZKK8I75tXsSpIyIpo1xEoaJln1o2O
I2tg/83qE2wHvJJ2B7wFVO9jIgDOZz5M6ToAJB/nXeZrsBbbJtp8/l1e4e23BxWXsRgMciY6ukWV
8eH0ZbMxhjklIMq2ph9Vd1LhhTLmxDNxOsaSSGn6+hKWTDGlJwZytI7wRmJXvUKtmdqj9SouZKme
WnN4/fkn+1iLCOrSBXQClQOjtpbe7i24SA1gIJiHLh1neElVbXZdBEbrOnY4eKykycOUMPrNk31d
IO/vBiN1hmBss2DkzMneX7QPyaUkFThYOaC7+7FQCkwrZbMicKnZEu1cetRDA1Yz8bBnj0WiKsyz
PDTHrcl8Yh+S74xpb2D/plZ/nep/+FyGBY8ES2oQbG7K+88F4X5y2iaHB54r04RtybRQqKTiWXFX
mC6KBkjgAe7GV3M6XpsjRfOM9PXeJup0BXtlOLFjv97OVsggzraCZ4IMAkiPGmNdtyuL4Gs3G4Qu
4q5yheh3xJzAh3QWK5G+9pvFurTWFtXZ54/419eVKYhFg8VDlppQP3yrwbRabNrVcDVZ87jStCjd
Vnj3eJ9f5WN9yUKiO5cSiJQ6jKbx/b2bE40GINJCJBQqiDjoD0VXBtG6wKdSJlDiP7/er/sdJbsq
l9eXv37pq7AfgWw8GrxRYWqtsK9TXKw+TG+aiIT//FJ/dQPhyS8EIZ1R4msV+mYnqvHLU8tKhCvL
hLhHm0eoVizz362+jy0qd9DUmeSaTIZ5VPqHOyi6sg1jlTs4Y/B4Fg3qeA4mX+PYaOvbtrTUjSoi
bdN1RMClWGqdIxtekqKZqwynvb8Oe2vYl8n1/2XvTJLjxrI2u5VcQCEMfTOpgTu8o9OdYCOS4gRG
UhL6vsd2/lENahW5sTpQKEMkJNJLHNVvVmZpFmkhBQAH3rvvvXvvdz58yPKFP9QJBpKwkYJK0LaF
HD5wLAiALQrNWpXccSWbcrXXAPCv4hB1besVWNjGJnQoy41PxL95wmT6afq0LFH8Y4Coswkv4oba
N35Pd24MliQw4NkBGEIKZsVAmxVTB8CFnokm5BOj5Defji0lN2eDyG7ue23lxaeTS0WvvALwv08X
4dYqUPYKTXiq2vibIMqyS7ILuyNdIiH2eux3vRGXqYxCljKcwno19BuyvZg+t5a+BP/r0zmmFycm
3O/eKXtikZIEJ2P0zq9vmmu12LI8IpVBIYriO4zOBcuMruNWLrZlIAV3jTLEaxPjyt0fzwfWZTbr
hiExHbTpyV681Ig5MnZDECxJTsOiS4V+URlFc2I+/GaCU+fm+DgtEmyiZiuTCT6EvgyRYMw5E2y6
3OM+Kw52HgreieEpzYMX+zeJIWKh82SMUO55/YtkmudMqc5xxSulh0kej2ufrQtCuOlKGWJ4Vl17
Rl2tBTMPnKFMb3w49QtDN+VNitngJqdbadfLiCgzMw3/8HX//XA472j0kqAFnn1oCw6pOTlTg87X
/MtuHCGnV4N4YqbMKj5E7u/v4OdtZl81oxOGvBGHkhSR2gpYh7T021xbQg8enyL037tKc6tzMWuH
G2wr0OY3WmIHjd9cBmBT7bp0n3uOcMgkUKuVltSshSH5zI1NBJ6dd9laMNpkI0xWShcF62RCIkqN
9fX9wSn/+i1V9sHyFKuZ+uh0X39LAvMQlwXSzto0VziCFF96PbaAQUp07QVG81S7acB+R47gAmUG
bfxdJdEmDjScZrDKjz/nteBJ0+lOxxtAMrxVFCVY0xaZIl3HHAVF+FKaVCwbq1b7ZRSgoFrC7Q6g
ubdBPImcsKPVGnjjKCjgrrz/A39JenBooIZF/wcrBTGbttdX06+gCa8zKvoqi4Z2tSzIus/8rHjV
Bz7N37A9bc4x7ZICarnigNNdBTRuA1/TV24Cvw1SyIlI9Js3TnaOGhnSG3r45mniSi48K1Jh0bhm
1t/SkflNKDQ6TorRW+lqPJy43a+VAE5NKr9cpSJLd+k8qCd1pFZQziBywZfB8PU80nVK1z3ou4YG
2Q0qXzZmlaujlyyiVRYlKmTF/sS0nPe3Tlkt6F5I81FYT90As4GGyXM5nSgw+JYTekRxiL+pGx0V
JUP/vPHTEengqB3oDMz2wljHy84CpV4nmbnKyTgCNgulx1xOCB85lgVBWdQLEu3WTRu1KEo19Sv2
YSd6iOZBlWMoyWiyZZKE74QyJXNehm7aImiQd2thoZdYbFip8Iz1GrLxNItOfKXf3ol+Xg62JAJx
AXx9p7qguNsiD0F9nX5LkqTY5FraLS0fk8z3J8T0nl/u2vlNtFySIGa5YGDMe3UH7DYkDQvZZVBI
2vZh15MuWmcYZ9p9QEvG+zf7ZaxjnWpRSaATlp00ycfXP0sa/aawOpxNMGORN8hd6eSO1U2Wg8BH
5vH+zX79ZaQsDRyuONdTbpKV1zez8gL3asrKiOOxCELihyuMlLnFQoy1khJTPO4lPwpPrASz3ikC
MhGGKcZ5mLZH9r2zQULRCuWPQJsceS8bwcxNm/QHYDhgdLElDbqzyFDhbXTn7OtOTKpfRs1EuqDO
SDqDLANtF69/cTxozWB1mDorfovE3M3pfKhgzRt6d+pL/vJyuZXOxlBTp9rmL7WF0M3rwpDZxcRe
KtstTLyF3+fGKs1J9kUhfg1dXtTr97/o9+agV4MV50SmIC9YZnOjWtP4erF3akFRaS4AhmXAoWxT
YKpiA7uG6th13mbCVpMvXBqhkl/kXq2eF/g5XWAKa+1KL/p04ll+qahOz/K9e5VSIsnO2Vg2g7ag
9tTynetesGWj6hH7Fw2UmgY0bOwCe8ndFnMBfZ2kbDRFIEe12Jzo/f51PTMpvxCOVDoLGOb67DHE
TlVFfJXypcDu2iGU5AddzjGh4rhlK5b3JdJKF+km3aZy2EsXQCqrTd1JA+2mgvbcJ8rm+4v5o/Tm
IXhGypJ9q+c2sC8zm//zv10SdOpeersh+vrf/5X96yZL/v2//vWYfvmXU/77f6fPQf71VUp0usTf
KVEDpAlJe05XdDtPOol/svk6f8JWla4A4gf1VpHN+49svvSXToVN4kxG0pPuoumP/pMRFf9iHjIY
pm4CNuEMTlp4/pMS/pGYfC+d/z3p8HO2sSiwSUDEMWmKSH+wQLyebfCO+yEtUIthomF1db7DwqnC
2B7jVjEOykPk4vCF9CQE5W7EjbszAIezWUBheobhVxvbSWQkn0QKn47mGuwKazyTH9gpCrZnmdmN
qnu1fCLqz/q6eeppAzudePjnRA6dxQhMPdnBGp9bLYcO7LaS5ODtPITLOqrCS+xBQdmZbYry3iUn
AU/cu+DYXnwjsMPDiBX1TKnk/laAmXRBi5MB1r8wpT3aEKreIM27z22SpzeEYexSoPkOQMoD/Zz8
oCTQ6x0Lz1iOd19F9JBXXdr3a61R2qeQDe5B8Fxj1fqtqoPZS8PzIZPXcdsARBfHUoDTN0YV2m9v
rL7RH2cu8yBDJR/Tm9wQVbMTC9UsgrPifz+GEsB1ckHsxV5/3ZrOExTUvCejtgHzHFmaQcaUmbqS
DaC6kkQh9/9Hhh9KiWkX/XZkWATlv27oYItfhgJt+m/+DgWK+hcxgP7IqYlDmxJy/6mOKMpfxHRy
3xw6ZFIwL6ojyCvYQtEYRF5oKt1NzcQ/QoEs/TUdKcht0GfGGY7N9Z/EgdcrHe2xUxP4lN0nV8IV
5xV3dqkRpb0BoYHVVnTA83cmgU1kld/cHDejahH6IFO9JWSYWsqXGvxkDx/HNuSIuawEaM5rOtg0
7erPx9N/tzVkym69M1CAan0NXo6S6e//PUgkCdEMBRCSgKSsEM4wYf+u/oKvYvxoJh+arBL7a0bC
j/VCw2icAxanXQoVMr2xPwcJ/43IvGaR4RioYUf+Z4sF69iLcwTVCJaLafNJvwDnanOepBxz+mhU
qUt2IxY5C8X7JJTRsAKR2y90a7jtVDMBdXgetbsco6Wd0bTBdhzz42CFDy9e2W8KbFOAf7Fs/f0k
CFtlEumU2L4vEC82iQ0IfuQdQUI2FxU8zFHcX9TgMzsj6cRaM9t8/f2jeYf0lrMZJODPYmhRhQqt
m01CAca98zEak3v5vHd1hT4fX1rD7+wXkdfFR8reJdqEbFjpJd4OI6B8XJpAob//0/8+rs1+PEGC
th82pMzZed4vkJDTBpolbDHZwiBzKK5Cd4vYIr1u8a5aRXjCRk0d2iAgrWiJzIp8Roa9/d7Su2Ij
qQGEY8QG2QLO8ZXla49eNVA03yG3W0tVta6CdkWB/nGoZQkXRt2vvrhjoeoguOB95cO5Wm/Ijdfb
pqCaOuhQRwT9DnyZvqIL2taa5AwoJRnCTw1NUpMbVw83Fl3uMpMPsKVhNgffJLkzHDoWmieZ/GEt
hsfGFcq1SpHHbrzxXOzFz0Xhfs6S8Kbp97519EQFpnOY7wQzvB7TCLcwLzBBJuLe0DY7lnH3KQOi
OsDrv5Yk2CtqJhQOnrRcf5B0xy/K8DDofrQUW9Oj+ThHgOiXw5M/jvFdFhgrDXybqQ3IMNhhnOOZ
dyj08ZB6Bq5acJuGIbnvNJezEMSqhah0ZHX1g+5bm2y0VjHkoSMlxJUUxo3D2eBTp/jqShvKAYam
IcK9GoKI/Yg8GcxUSJDTpCqWZeeXK83vTXBTlrs3yhQaumnhq5pbqL+SrCBDDhkUQ87xgZKgBikH
D81t17FpELoOvLNcnaWNOFxmtXSHzSh7iVI8K9VcOAjl+CXjxx4NN89Wnm99MUrcCAUNHFpaoHfq
ZWZyOEj9JqFrBUuuwTzTYxwoCpqrcX8TPDvxInPpB4m+zK1C3gF93SaZUl7gTYABU5ptoK0+h1Z+
VOAV9KP2aRilsxSSqSIH+KIkyQNJ6tvSr+89IVeX1Qg9xxx03Gz1LsBjucMhSiwaO4PjvR8RuuH/
wHf1yWBtBypWCw09A3icQGTrYhYH4M4pULLqxvML2Ama4J/TIhheZYonfwJ4aT3BFBYcVKesYEY9
onkQOvPMwAH5GcOM6iLsG+Mg5ppX4hYkKg8V7NO9V9B5wv/RQZW7BiVUgWEPeN+7kwrVvVJSWO/L
LtOGp3So5KOCf+YF+UPNdjnFXgUx5vMokwVemoFp37XV+j3uRXUDba6RpEOaK9qTlQx+SmpLTndx
mreOMgr9ztL7dFNrcX5WS5W5qw382Dp6WK9qFaMBm9p0sR2rIHpMw2H8VmBYt+3y1M4GJX2WG0m/
o5pUPmpNnDqt5XW7ZkTV1vVed0gqdTwEYhk7SSS0B1z4aEXshDzbU9u1zqvcyDbwJbBry0vZ1I4m
CKdtPojDp7wIFKdu/PaghYN4TXh7jiq9SEhOJ93XmF203qT+9ZhLQrEsjFSxR2krtRVMWqjaJTp8
Rcvr50ITvzR1kz+mYv2o9fkFQppgb+YU4kCuhIUACSxpweqojbrTqgeYPBM3XFnllg/+PelvSUy6
CCWb/s7opbO6lQ1nTO/06e/nAFHJZnqYtuzzOIR6j2eaInXjWTOY2x6weyKoB0nQ7lFesP8eAmQw
lQoUV267wjbVh8EYxE2tFl94JWDi4JUKrtesYrVeQp7bDp08Ua7REUV1uZZhFsT1WVv0azKTY1pf
uC1OyVJot5CtliJjMhuRgAg3eHPs5WSjAYok0qKPbNWn2EU6VEtUP6oAE6u1hPYAkqBMNhoueSTd
5YodQKNKAu/OIJHgdu2uAU6G89sel+11rqn7zjfsMVt3+V3R7rFkgoowLHWMGnxkAraM2ZnWgNWB
b9ZG9WbEgLEglEjSupO30dSrisdX0za4ISNNDc9kJQKHa9ilXy4L7dE3RaiwSDyBMWxlPde3VSFh
x6osQ+hPSzVN5Z2PYSw1FggsRb71lGY7Ktc0Gy3LVIAa/E1A5LUa9JzTVL0QiLCt2ODX2nCaxMI8
cJ0G71gNA82N75drH31eOwrLQieSI9SaTJf0pZdiTdP6qxDwYGxgS6Dki0IwlkKpLgLx0vO7haXg
f44pdW2P4yYebgwCWhNehLm6j0XmXHsT+8GTYn7V8VSGraKSPm4DPGP98Fj2kHCGa6EvjJVuCfGS
XjPHlyt7zEdgLqhAezQs0LuTr1VSpcuc3e1C65RjmUp7AsiJ8xmNnq82MmyiaNrX6RtHbj+lB/RZ
Epj8JfCZVPZ2ec2eye6Mor8iOMNhCSWTf9kAQZsCxGimwy4vxdaB6AutMMAYY5VNQQXzMOmQTIHG
/R5z8GSwrtPvkSj8HpWEKUC5U6hSp6AFVkI+4k400Pc2xbS8iIQrwaj8O4mk+xcTQ2Tkrb0BUMcs
47OqrKx9kITqAz6yPmxDVC8HU/Lri1TV/eeI3oMzRQBTrwUa8TYrS8HRwsh9Ahwuf2pqIbzKkzw4
Fygy0x/S3FBUSieHn/Jg6glU9ym44/wwLEZfrWj21ugetHqJRbbPIYnVwyhcxlbXPNdR1l6ninWn
YlW1yFRAnrl67yG5AO3nORxLznsNrjV+D4+jHmJmUuXhvscAHrq/e4Hr+lKFLDCM2DDJkbYRG8A+
fsl6E+AVt6ix5rOFOrXryrjr49IWW6W9R/KLdg9EsoXolz7re3/Alx7wEcz0sZ8EaAkcjrOKNQ+u
oAJ6HYdfAPqtKoM29WUNKN5gFVZ1ib9of11NMTWboms2xVnsu+pt9j344rBMIC6nmExWyDrv/DHb
199DNuLJ9uBPcTyeIno7xXa4CvoVvIRup06Rf5zWAGlaDdJpXWhZIPJppUimNQO4dvRIwqnYvr8T
BS/zavR+3xvTV0cbPOdDmlLnvWFUpf1W07JoF/TNos0CNv7eEb/6GH4sX6fUbtPULYH6CRDnzqC0
yataNe9lzMI3Sb/hvLOuWt1aWVLm7epuQ4FgWCVJGh39rKdxn7Rz7kEJdwd8eEUhu8ISU3KalONo
JahPWuhfFFgLLbJQQnIv0ssnIluTpa3vt5+iUS3WlV59CgWwV23bsCL4ZWtTrieIBO5nujDaS70D
u28ZuMRIY2H3snl0w0FedYqb3ZaA4AJiZvpZroTjQFvEGU0SNyKdhGstbO8EAKNiABYxCGBhyfK1
NDIRLLTih6y3DlavbqoEXKELezPxNAyrexBVDQh0qTO3IQEB7Bz7KjTxw7Jiv8zOy0WYk3QrDCuk
ayLdXvXS6KKLtFWp1KDzpp9uAIZUy75l75OuO7BZHbReXBV7KrCAeWsMkjmajMtG8D/XsXAeqBJY
1RLELTvtfrCO+CSszCD/JOLa6DdQxWWFdjERvuwzwARhMQqBi1dplO2aLMf0WKzybV9Z2wqqGces
e4SAF/h0fY3CAYcADRMwGjpo6MoG2oxUKDok7hZq02xzav+LsFM+EVA2pQjn2PVZKkCagf5/MLPM
XJB5W3R1sRmr0bKTBtB54nGaoyU9oc/Pu4f6J25a3LcW8CUnE0PsTmk9vS7LWgK8VxzxaomhqGr4
10a1txIr15G1scToi7+Q6bf02cMZGppkJQaJeUsBslrJQ/ggAyaGmUNHMQj7jWHlHNlGpbZ58xPx
D2NOK5Plsx6+xbLo0nstbx/zylA/ZWXy1ItSscaJLLZDBQJJ21BHx6yHfivWRGUV5JC7RHmDNxVr
pdiv0mIXGsWzKlQIiHH5gyQq+BxBaP5fIOxTbMGvoQrjiMXWa+9T71gYrmiDlbxyBfmyEpt6EWbC
WZRkR9GtMe+pGQMxXrNtLdvggDBTD67GEAxnDxpM7OMtjUO38hhc9Yp+4HC7FFq2W314Z6blvpKu
sSDC0PaL58vnsdwv8z7exO0qbzSkTKzH6ROmbLbWljiZlyAchlWOPUIg12DK/J2RXXuchLOOjlMd
23NcAE2UGb1xrzSp3VU4ORbuWdKIy6qpljqAJgywe0QjyJfi/jIqrFtTJOPJPPQyPFrXgEEJe1+N
UlsrvS0LB5PorjcbRY2OxLfzPDJXun+0GqiK5QacMYfvcSWOtliz9+ofvGrT1OwUcCdoiosob9cZ
bOGxeNDM4VH1H/PmizDw7jsQ1eAZwy+1QFeX5HjSpxJFiwDuWKSrXKzsHiMiS8i3um933hd80Jal
/63HS8UL1nn9JUBIDE8TpMC+ltu1mZ/1yVUKshDix6qjSWzCRQaDrer1kZLuukI005fQ1ChcTbse
ujJWgsWse4h721A4g8vlWe1WNm8XhuIVng6TdSb7zmOegRQBe5rW6Psz2TYt/wgyJ5NFDN0mtJZL
LUo9C0QAyJweQo6jkceobZM1qtBlwDEr0S+V4llLcLBSWH2rDcpY2/TUtZn4oIBbrEbN1TDZZ+vL
umxWWo3PQxfbcBmWcs1UTJDbqMpCpnEekY9VpHivrjnnXWkAj0rvmuVq1Zqmref5phNlu1f8dYHr
XD60dN17i9S9T6Rx1Yz4iIUr/OcxfKF3t++2g0XPfiDbUcm5Uh7wxHpsvXIdQihvLKAbo3nmAfop
N4VY3upuvDRT9SCH0QXNhase5x9NPB9oZRCGcj+MEdMqs6tS2GIbuRrDlabqV2pmLVStPM8C/aw1
B1vX9zrIUKLHIaXhQ1cvQvkBpz9QypKtD+ml0hC0y8cO514k3KP3rGUmSrQD8ifcey1bEwOO/rB+
3WMdNxs5YbtZjSXyHV7esmxk8IugFzdkAGE+UjnmYJUfozKnP0YRN0kUXKaleenX0Q3EUNT4mlKt
vYZTsOh5OleR8JXwEb+17aFLYDYAPLfHgS18n2S36IO/FUl9gOE5ngVxd92rnrV3pZr9SQxpNG+N
tdHeDK6J9WXrlJJNcXWD7ty0A6HcZ/AxsJPYUOBhZLPTbYX4K+ILIE08ZA3UCVK8qd5KVRGvXC3Z
/I+KdlUMiY1oV7hleRxzMzvEcmHdF5CjN14YTpmEREh2gRrH3Lrw1pALrV0VR4rDbid4AHOMKXih
hRspBozw/vaDtOY8B0hCnVVdhHYwYUT48xc5QMMSssESxXjnZhOTWbPuOxMrqzJX6X/uDDvJ8Kis
Rf3T+7ed8n2z7Nur28527IIeKYjPhnjXFWDjACmDeI8q8BCwNN6/02+SnC/vZMxqcw26Fkx4oFv5
fvckeAFM7pbG2tH4gjnbiV8lvd7KTQcRmeZ7yhO8S9Kc4uxn/fzW2Kc0ewyrQ+isfD11+o719EVR
qli7Vu9I9E/fewyVZAf1h0EweJW0iaaRIXZy+kPQ+0fFZkqu/O/dSvP/XT168zU7PnJ4m19qepr/
x/Q40kTMebuOcMzK2v/XPiu/Pr4sJnz/r35UE/DooL9vUqBwxEMnwgD7UU2Q1b8kQ0bkC8ZiEv7y
Jz+qCbAm+fiIEy1Znk6kU2r9R8lJMf6io45OZbLPFLSnQtUflJxeDzgBZ46pRU37zsd5MW070LN5
5/Vkno0k3BaeJ218E4e0F+/iNwWCt64+VURfXB39psgOsBAu01D7nNQV1svxuP7Ytaf5+uLalQTs
S1YS78pNwwsryU27oqr2wYtPYefFxZWaZptEbt3LNA4fcoBqu9TL2tXHnnx6Wy8v3lZARVyevOpM
eYFIYS8gUThRKXkdGH9+0Klq9OLiljaq9IPG3pUqSO6q6YTsMab50PbaRN597PmnLMqLW3TcQSBH
713RdNvvsy5aG/g8nmizeWvIMOBfXtwkzd57oeleYovt2bgP3va1yJz7Z2r+Zji+9W5mIbxy23Ck
D9y6NNpMpHcap2wNIAqSDPHEuHm9Gv7z9ueqkjrr+zGl0/fSA1h9iLs835ZaJS17aOMX3w0OEfU/
CTjfb97/SW+8rjmnLKbvr6/jxLyEsX8EAmotYhcvgY9dfDZ96ZyFvkUz46Xo6Q9C3MbLrNTu3r/2
rOfl56uazd/ILPPGqJoWMyCJA0qw6jBiAXIt17fmyLFuJK2JbcxFVIS4hk4Fzm3cPIN7NoAQuLvM
enZF98QPnTVj/3yY2XzHB5Zcjl61lw3dil3erUdcDJKrLjzoHmZZyhONjXiK4r8o71rzHp3tImXK
xtjau+J5YkUUHr7/o2gn//pdgpcH+pZ1IpDGzr6hsD3xpDMJwM8nnQUP0cQeoodNfakImA8rT4PJ
TnGywuv3ZbqWOo4ZJN+F0rTHYi00aGQwuDZijC1T6yzC8PD9zzdLmf58jlmcgSseCqU8JJdTsrDu
rEXHmzOTeiPpvKFxyUvoIC+C7vfWUtYveD8kJDj+s8HFhAyMWl/XW/5yFJFmVBa08b3/ZN/7yn9u
DX8+mfw6giSDEQWNkAeXVDPChVwaO0i99yaG6hH+AYs6FpfAuuWFn+fXkhADI6zoTnK18LY1y/NK
LL4FuQWvPrkHEHaFWhoSanDfVxTYK5TB2DpQoDvrKlBi/rCnCelgNCVaar/a1a7ySe/Kpwg5ZOdi
WZ1K/UPRJis/BtTg+/sG4V3gUkQxgVmO4xGQ8jX7Alzx3A1CqT1pCByXxLPpjQWSC8NkOFZtsxlV
6TIUqocgLSheSUDiEc1Ybbnxg/gy0K2GtLy51uIA1nt82wndOu4ny+mQxl8clOS4P8Mf5syQs03V
Fnszbo+KlF7Fcb72WoolQ+M6Q6F/MArOYjg9CV5BqrVwZARGdKniUaQPjb9pYjk5iDjRXvijgv0M
Wcn3v/lbUXAe2KlzGtoQ8hvKHDsODq5F8rHFer4TDzFGUK1Ezh1UxPcWcvuFnOefP/TYk+L75Vqn
Zklk6rlSOEUhI4HT3aNpBlfvX/uNtU6cxe5WqJIwN7TCwTikqrAAQouDxyKVmUK3/kyy+c9Um7a0
L3+AkiqDoXpD5Qydhd8E2Cwxct5//jc+qTiLyEZZYQRVGIUjYLyxGOPsCg+oU0qQt17OLIjimkVh
BctaarRmhwI0EhZSFYmbCFnvB8fNLD6CfKQdXpdKpxYGZxTQnEG8PAUUeevlzEJcg2Igbb2xdDqD
9caidr7tysj/2J5CnE3f3uzDylTjyon7+LNBE6aue18/9lVnEzWxcMAW/aZ0JAvvZncYHVVU8hNr
0u/fijqXcBimENdYvRVO7OIDBSspWKaJ8aG5CpLp9VAPFSHNVKsunKi3nvHfwFQ4EE/shd568Nlc
jeVyCNUsqJ2kMjdp2eV2JRWnCK9vXfyXOTpURWRycdly13klj8sOOZ79ke+pzuUlrtaXTaSYRJmi
9Lct/WE2ivJTdJ4p2/HrSg4O+fU7T2ig0rqgqh2roY6hUW5v4+i6iMI9hs3fOjU4S+u4pcCZeidM
TN96WbNZW+n6MIrR9LLy6BvjaamkbvWhRYqmvde/xsoML+rUGiZlmRPtwcZQNlW373+IN/Zj6tTb
/jIU13JgekEu5E5bG+ljmmiYIBpjRQHeNVdj0YvriGEGKaCQj6Zhle6iGPBywGT4ii1DcZG2mrse
jaH51I+6coxFXPfSPDJsgY5vIB0D7thD8yXSK3Wht1g0vv/cb73wWUCoUSr2PaRcJzfNrx6FHAp8
9Ylr//4wBsz59Stxm8QtrTrhYxoRtlga3W+NYtyKaruizlieN4lPf0kuVrsP/ZapKfTlJwDpR3Ob
UNROjymwVGK4IVFN+tjomZNkKfq6aYlBlzMMGAYKpVEvKsypTlz99wsizc2vH11ShGKk5aZ2NNMP
bG/Ukr3aYTNW0c7woQWdEvXrWzShVnHfqHR8MsUL7MjUlaGn48di/0S7efnu3ULBHK83K4dOehnY
RvVFH7xTh52ZkvM/+xwSZa+vbvYogwMEjw6IEHUn1pm0r7vgeZL4LZQiH1dh3wo70/Sh21YyHdih
UtCBaPwZyebn/WehI0PrESl6WTpjUl2BRt43qfXtY4N2FjcyIVTLEo9ZJzPU51xUv4hV++X9S39v
gf1N/DZnk7tzQepiclU6ITiFnVQMNDcq6MX0WpABk5Reizq+V1GvGXcUMlW7K6RiERGsznBEa5a6
H6cba8S20uis5tpA1YUXlOmuOyvBU13DWUpw3WSZJzXLsRuBMpH1GEWcaG1iX7spWoCE0kh/mZCY
8griNB6OJkUnorq3bKU6wZK7Aj3bd8oaJcm4VMWiuDQnqzo/HuIFHMTgKFhUARWdqmAij+Z9RKWD
k5/rw9aK5Ots6Ot7N+qGM1xHAMEk3bAaTPG5GapwKXZGaA9RleMRLiWLidu86XTr3kChuOpkE4vM
EqBK0LdPfTA17yVY3b7/8t8IrMZsQlSdEA8DLTFOnfQRvbIRJIk6ORHp3liYjdl80P3cVFH95k7v
BWDqJsQhhnBfDd0g52CmlBox+gExHnLyGDPfO7ExfSNKzRtc2pKeJE/Uc4dQjrzfTXE7sGiV7uX2
xB3eemuzEC43cRxNxpWOW7rnMCpNkPDlqSb2KZj+ZjrMVR2R3GXIE9XcIRXfLOkBAbFmYYLX+8Kw
kwbhlDj1rR8xC+b9GCU5CsrKqfLiAs+IBzHNbt4fVW99gVkQ74MoMbGJLZzOT5TPZqlQbhfHbFXp
kWi/f4u3nn4W6wb8HFNYtbkj+uJ5lw9fwsg8sc9+6+lnsa7MBzmkmTd3yjiQ93TzyYuh0cWDxuH4
xLR76xazkNcocmSIQ607Mp0A54jI2q1ilPkyH8z+Qxly1EavF6NGaGhUG2Td0XGHW/Tq8Cm0uhO6
+zde/ryKOxp6gYyOawtx2SyasDzk1ccy+1gavX7uaOgaT6f65YQxbUoIZE+88reeeTbccUYUBk2N
dCdu611idY8ejNAPjcW51Ffue70oK1F3jMASaDTAhCLsUF187OrTD3pRRyktYXQHMFVO4UuibWU4
oQySf8LI5K23MgvRSte3dD8kuqOBKLbLuD66A5iJ9598+mS/iWRzzQvmGLVMv6buFGKbHzuXQopn
lcG2sfAkR+PaLQqjO8VNeGNK6bNZi+SuNKpW0RyzL+gGCvE+N5FCHHWAZOv3f89bL2s2awXLimSo
BprT5chr9eJWkE9xXt649CQ0fPmRvaAb5Lwc+MgF1qM079E+AozF/tCDz9FGGPHBU2gbHnzAwloy
ER350olF/q0nn89X3xILJdBLJ8UuU5IMn4y5ev/+c8+gJP/saOeaYWCNph8iknX68DytjY0INCHu
13J64/quXeWHPtBsUdr0yVdZeYqVOxrg9oq+M6oQ24U7sTgLxmg9uifi3gx8+PN5Zgub6vfZEIWJ
4Zhut9D7HogqXhDF1C4s70T3nEKF2lwY2LlH7RG/2mXmEh8LddMXJJunIkaB3d/7L+etFz/9+xdx
oQvDbNT1OHPYHKwz+DSLoQybD158FhdStQ5yjpLYOprawciKs04WTkXiN8po6OFfP7nvRnonBmbi
mE3dPWuwlHdJ7j2SnKddb1TIgRbasOuD/Ml32xtVym9zvJWuerrA8Zpvpm5TrMejyAuwBKJulbVS
YCu53F20mKtfZhV/r6pNY4sJ+uegEluMYuUHig0HpUAH8bHXP4s3PcV/kJZl6qCv/CbTh04Pcftn
XPyf42wWacYk0wugAolT9PEhG+jqGzjY0RGbPMq0j3/oF8zJfB0VpKDtutgxvP4RUc6T3t1+7Mqz
/fFoVOARBcjzbm+tEvx4wZKceu/fOR6/WVXUWcAJan8s/LGPnYaa5c7vR+k6V7LwgDsJCow48HZW
UuX50jKL0q49dIwpnqNXY6OUy6rL43UX1YFtdqH+5AdZe24qqbj2AlKHNSdBeiGkGw256NqtO3xS
FDpNu6zTacTm1JIEH6vIg3N4PQe8GF5Rk7a8fDqe8R3ZcKL4WLSfi1+DcUwV2K+Rwyza6EZ6q9Xx
iYD8RsyZi4nRKnNyjevIicz0q5Vb95J+IrS+deVZwBG7XjLEJgsdr9S8lVrp5coXqs3HxuMs4GhG
iZ3Z2AVO0nTQ2bxCsocGQ5wTV5+m/O9G5CwUKKmg5aPUc3lj3dJEy66G5Nhlir61XicaPSRhuxKz
R2Va2oOvQEc2iWpxst9NZZNIGm0MX+3a78gf3Jqqv9aSfuFZPs5f/jKTrpmny9G/iVxyA/kdjQ3s
kReRIl+7bbFCgrDiTrV5D7BtodXrv28reafQpG99mVksQsIhhxLNg04/ik9RRmgVhVOT+Y1rK7Nt
D9VoKVSiLHLKNqNW3q+zQP7YN5/jnrCE9HQhSiPHLbzzDAVp3nwsbiqzAKR4XehHYzLFTVI+pqCv
vD7+dGIs/X4o/R/Ozqw3UiT9+p8ICSIggNsEcred3u26QXaViwggAoiF7dP/T/YrvWpZ3dNSXc2o
piYrE2J5tvM73yFwLQ4YvkRMXiJ2KMMLIC9/9rnfApdOtiqY2Nxc6NhCe4CxskPvdPxngfF3K8qm
bJREwolP74abqnRvqMu9/tkX/3YuqG6QjdShvMD9PMoq1/Q7r21U/mef/u1g4JgVZ/NImsuaaoyi
d81tWJL0Dz/827HQY0DfY9BUXZYWgmQo8jMzuz/MCr+jt8t1Sui0zuqy9KrZQhWd0Lj7s9dJvu3K
JgQ9RyCqvQR1agro5hFxpSXZ/9Ez/z5LuqLqVIFaKS/hEL7KWn2qHqn+//5s2Nj+8wb6ji8sq75p
HFPi4hNvh4P4jG0fsRectdGQHOB2B33vwcyH6xkN+V7B7StDLZYsJFuqNV9CpNjSu6/GtaCO7jSc
yCbzizZP+IQWhWHaRmeCT2EWgi3m9qj9buDOd6DBWVQybygWaffaIftkONtpA/tUC0XEesEB3qto
37kD7FeuR7WJ4Zfg1zv8yYpl4U3+AffHQPlBsR9z18WZtjf4H0kTIkCgAH8un0n5y0+egxI6yfAO
ye4ZlwFdk18apmQQv+D09/Cykg7qp5pfr4XOQU3Mwx3+9SG2j1E1bGb8ENE/1PLQ4Pd4/Ktcerzf
n8ZBHYJ/Bx8JyRsY3hhRq2/w12AeAJXxIQpmTG6hhCv/32M07cbXFMo1xC/zoTcmk+Mtfltdfrmx
3+KB4DYbfWhhAQ91oJTKuNwoPRytv01LIAri7fWOW2AKJ8f2rgvcCRWD1zLFpGX/SmD9O1Vnh7Qm
gECgIuwV36FCfQXOtnsSvGlDNkxF7yKUp1LZQg4qYz4vVuixjL0h7ByjgcTBu2GooDrTAlgQFPNK
MPXm9tdHGMChCEmZ87dOsxzf3Nr3Gubo/rScrqqilmN8sM+b/nD9jcS9JQ27QREAVCgfDIU/3Gzf
AkE+od0LGmp9MXUlNkEZQRfF/mM7XG+kfwhMvqPwKm5G6fdII2I7PcWWTOhAOVvQDq9SAO4AvdEY
/ce/9S9X+V8g3r+lo0mnmR4xE3JpeHUeo+45rNh/iEf+7aO/3QFDM/SNcqa5MMfDQ9KV8Sac4+kP
v/i3O6B3IGsCh4M82uve5DSDVSH/owb7jUfz//M48u0KGNC0jqBEFxeFtX8lhQd6OmKDcRcVWP/X
iMc09xOW3sj3fA1uA/vyv0/Cf3v136K2draqneuyviS0/Y2el3cpU9M/SZY0vylANLeJW/5rvuvf
fub3eWa9lCHrVyYuSZgOpymNonvI1KHqLgXKH86bbxQcILOqHlwWli5dsSeD9ABjRABUsPEPAhC6
/7he/uWHfx91jhltW91KdfHrrr+BHqK9hV9Y+yb8EMqycKkKB0/wP1s732nlSeOFbF1qdYnm6WNo
kze5VB//+wX+y0X212Tv3/ZTa+kqNYZYLkHVRDifYyjsmzHNakvFwW90uvdSQIhJQLo/S8GCbzEi
YB2Qoc1NeyGqHjMMuKDb2P5ho/EvKdPffg4MDwiUt0t7gfXQu1L9h/TJf/Cl/uV4+GtV/u2jKdfw
LYSi/jI0y0vAxh+od/7HYvq3j/52NizOa2wdkvpiQcMpTf06aEjH/vcL/rfP/nY2dLXRUL4H7QVW
IK9lk27b/+Sy/oXS/YeD/y8W7t8eCTRgnWvTUFx0TORxXvx+40cyfDLLEhe8JoB6eypBdxmwJVK0
03IPGzWwT1JgLCCVFcGu6zjZtDXclT1wIYtp7kQhqnTIUVQI9lpWEIuPFds2+BH5RGC+nPNyKP/r
Urw+hH/4Ad/nabWBXDgAUebiZshXowb+Zm5To1eumgQWM/eIZxYMVOA/fJBdmhH9BIRaE3uFE0pR
R5drRLVCSIRb3awX0jz18ljPHn5Rs8OfIam2TBagYBaI1rgOi2voMCYlPD3ALKE/ZPPgzJjTED15
E+7t+Mt3b+Cw/NGr/z7Ry2QMklGNX4fAVyy74L82GVSA1xj9nx7c9Vj825vXaacnVEdrIEd6/riI
3m1RPF2f4aac7MFxZxC9p3DfCKRfBFNb7ZRHPEyTpwndBQl4Vxi3Lq/cSyiHoSwmGcYs5EtDOOoV
noEZmDIB+Phm0reTFih6g7C/GeN63FHHYdWYTuMVVNKcKWCg0GZEdq9G0slNz2ywtf3UnCarDPAJ
khx93SMSMbUatxwzh3hDofecdOmD38IoCFBcbjWCaAiUgU3AQAa4UKC/tL3exLxf66xUoM0oBaSV
EoKePZ5SRPJLt/WdpM/hFK7bhaimAKtT/PbcVH8k6cS+xm7sv3hfm7uVQq8tmrQp0hVfAiPcf/Hn
3WupRVVgh4CENscKxeWEZKKe/XOJIf4tg/L+QIGoyDtK7+El8VlzuhRl4HlZxFq9ry2fj5izi4dM
kfoMMVG1a4bhQyQaNP5pDG+SUH6FlFQvfOXvade3r4MMYYBMTLkDOthsI7+XmS9rDH4oOo13ym/t
brKz2y/MsbzFgEq2BiI+hsaAQ5TGiFQnoHlkJ14Age1va6+vITIvhxfkRLFCebpnH+EQQEFt9T2u
68x6PNwvQwgAQ2vVJvAtZMyLC/AX0JWeOgP6GQTtBXCk1V0JG5M70cMBvQIgZuNE/WOaewnXdhwj
i0zX/SgXkmsvAAvMN+bRq2Ps0z78jcGhcJeQSt3hYzHpob1n12KguqlmTAmCz4JHNYrlsKyihGFB
zbzP2qYkp8qBY2GEBbFp8GAmRd1WyJjkpuLjvmpUcKjDAG9n1leAiF0qgHDbGG5Kcn73p4jmkNqn
hxpmMDsL34BNu1B5JZ6kha9ZdPESpz65qq7mWBgI2naurwHuqcGv8QmisnhZnlrVrnzjexz1fZou
4XA10TYbjbMV42M9y2BfjwkkY5G1uCB2DLZ3dGqzqK3Xc4o79B48kurLshKa+7Kln2EVaom8sOw+
m9HV29SLQD93PkAeJUnyJfWG2y6ZaYYkg77KyMBZxnil/ahbGh/U1FeFWdolq7kPOTxxo/kN/CFW
aOc3xwR6uw+hYZMA34IJM5LNgl4xvG3dsJDtyKo6E9RrC1RwGZh5fQrmjZvtfm1Nf9Cqcx9lpKNj
P8VQmHdtP2NH2PA4xd1h1JAxw/ocYncgpix5iwaapYQfNFh4uZzZtB9EvEIqk6b3S8vVUaUrfTe+
oDfB6gCZDJZUHB02JkLPtjos3mLvuemhAsdtsvOnxAxFbWP5EoyKniMP3CnAaUJ0zFqYMKRxS7+i
JgF5BWxHt8WAiTlph3INCqciuOU8bcr9GCi2IKuem9NKo9VDlbQODokj6i4Z/CYtYEGB2dEoki+T
glpaQlHzbM0YGqi3BqAHUp7MINtI4K1A/Al8zCVBQLVyUAs3g5br45Ji4wDEuP4y0QrFStL2sGey
0ewv2w60D7AIExlg+DXxcP2QsDP3lPXVFdY8g7jnxeX1gyL34tIGRa1GT7977eHwqF0wY9qMUHef
rIYVIyFAQLRpa3IXXh0H7ABH1bmUdQbMEKSDpetvByLH3Wo7WkS9g7oqjI28uoKqYy3Iip4Ffo3i
AEJqQ/sNADZQ+yycnuVq7GkwgVfITqOICdKkLcBP9HIWz1WRqsnd+ygQ5nPN/MJcWRfNOKWZUBSg
lerKlGri7qu2dv0wmI3bRMtabuQk4AQ8ZGVHBWhr534iXbeZVgyVKSx4oOcbL97XxhHY61VTvrC0
A2MsmkJgsBhRYIj4/DMZByiZJj+60CoAqARHRQgMBIYqVG/JlkYG4PxqhDMIobpwkQsLD1BWkEGA
zwnGCvGrmUjWcwvEjEg5DCVrY9ltABJOFuG//rCTda+TW6dzhVHc/RC7uS8sjIsfxyEtgXoAQv46
metvor5NckdSAHBkCVUW6Eb+vAHqC8wXuIFgrgx8tkCw4IMukf1cJDyZEhUMtzYZwPi3lTyG86wO
lM+oIAQqzoYO+8hEQ79JDWV3bBEGKFLWIbxZ0JdXJamOAB4pSPMBxfBTqZ69Qas9DyNx2y+B/F1z
BpnePN8lpkTcAqPXO/wqmnE5T19luSz3I4acM9un4ycQYMl2XUbvFWAd7zC5nr47GbRYXa4C+EPg
bIN116aq/R+BqH/6Mr7jtQxhTxDQ+7aD0Xe4jAP0r27airZ8nAguABm24yYxYFKMaVTn4N72WHmz
y52LPtZwCTdE4gslZG63rUIPI+HemkPAKW8wJmfvzBXyaFaEleB0xdijsLURAXxzWgpIGIV0YtNz
fqUnIbYD6QzInxYjmtyWoGTG4Mohat0sEn9e0Y9e1ZnnJPxJYplNuDLuEc/89BWYkHUEeztcTd4N
lPP6IDEdm7c9+FWNnjHrQrbp0B4WrsVOgigGwLettsDDBrukGvt32MqrXRLa+FbDz26bNr3/MLE2
KNC4a4omLCmmev2G7sTkFP59DZikUn7/pPqU0m1nghZxlvPEHuZ8hOeDG/1DufoKg5yLhuEZmzIC
duV2ocm7Ht3PznnVbllICZ+5BtcYYveCwqU6b2nisPhneWxAFEbyHM9lAecou4XrMWxUyy60RQeX
8O2oqq8x7ZcM9NM23KRajSIT0msllJNCP7EFtucWmUDOg7TM/J41O5N2yw6HEWp4ofF3Whm8/qs2
U8B7+0iDEZytfoJqtNcVWBLtQM+YXXsIRZtsQhEN4K56JeBVYJxi839dI9tbCHUdYEhk8oFLshVI
QyEyiY5UNjf8StbxG5eJqI92Hi2BhVR8yuIOe1q6GkBF3CRHCSgqXOCZd2qv7J21Zgd4HHtn2U/P
lT+SzMe072EcAvrO0rrK67D5rYGA2je2e4l7CjtbFziUThvMh2gYFD6HXu19oAIK40WYtmwVwrlX
uYh6C5uVvAbChUeJezf4gpkJA3jVeVGwT7qhfIZzhD6vuD7zq74zVcsjDpMpt948Pg+rz38momkO
SzSvB7gGDVua4NTGju1AV0pglxuaVOxoa1L4ahmZQWQPXJM3U3JW09htBwU3ppmCWdem2mYpDJnW
1SFQTKGNBb6KnTsZV6e+ZnALTxU91ohNwMfVKgEVVs9fqWwJ3ALNwq+PDNCAjRfOJcRqZbjpw3aK
EdGkyKE8wCfdFLW3gyHmzIYZ0W8VjO6yJnPyBAygc5uKCPqTEz/YslFXp3Ht7xAzkidgTF5GA3/g
CWP/+bJWfr7A2/GhbjpEGpgXKcAMS+90qd2XHzbTsUrFb5b2fkF7QZ5XgB3HTVOG3X6qrrA3tvaY
7K/jm7aD6dRQ+qi8g2W5nMsBKUWmWj5c7+wBhlwjaLCYrMaDgX+wPw2+V+AoVe+NsuuYsaZpcj8E
tpaJq4lAnSZbJ8ztMlTxaV068SNkXb2DyJkBTyphzyf4sp8T+Rs1fOQ34FKfGpy7JweFyXa2zM/L
Un214O9nGMOYczwwfrtQgp0fIOLryagxdRosWw2feKAwaQoBRKM3YcDaPXz0cCyGPETXdrqSr9z6
k5fA58JDrZ4zUJRTUTSRxTHKU6K3qfaBLuXhLFY0vO1G8v5N+mVyrlWA6BBBDKS5zc9uGAEUXbqh
IE3VYUX5Kya5xnCFslz5iC50SgAbrSR8+mDbVF21vV28zIUnmq/Qn8CUonopHAq021nFA6iixpNP
aR9KSCAkKuv43r9cL8eDKCu405I63s66ZzuQIuRhaOMU8a5T29QHmZnaqX8fWEfhKhclGY1XP8P1
CfuEUsx7aOtMDkMGt5M9rNUmkBr39biqGzcH3V5bWLMADggiMmbis5q59NaNNHzWne3PkdWAUGEU
YJNaLKkKggpQnHG8wcO+RTLAeQEA3dVcdNE4pbrqtnH0es/DlgFdh/jAaK9ekqm/xg3MP/v4CkVr
ACldBCJitgAHOqtW3wa8sshg0TsbQmOLcO54rnTIMZLomsd6wTdA5Tw+QELDBd6dl74a6yGPnUEW
lMaGtEi6KnkZbGxrAPoCaLwj397oclrvWgQfWdvH4e8VdYV1Q7gGbp3OpXkagZjLEn9mv6qyCfYd
iXXWMD/EJFnMMZrA562I2FvnpiQbffAnwtT7fWX/bAGEoSDaliHO1DR2+QDV9FNa4dbjbSVPVejY
aen8AN6kaX2aWqr2+HnrdqrktUlk2dFXcNYse0U+OzDltILkSyNjQHpTB3fTalJvE4XK7iNhfmPE
4CNqohGws6nlxbCmv6aSi0IGvN+0JHB7A0xiYfseD8oZ/xaZ8IoxeEgqGz1E26XBCZU4s9yNDqfb
0s9dNoE79IBUKn1YrgYlvOZz4TwY4Cg4dWRQPbBctXZFF2olW13GUGCEwFepa04SEZcWelb+ATxi
VlBP6GOXgJCbBkv02CZI6XEKIclbvBEMbKy+h950vCghcMDEzxhjJzD6qOgwApLq0PqhuoNijcA8
LsFQ3taC5r8dSywrGGYPL/U8Y24DB/lm5OJ3VS02Gy04cXxKghwqpRY4YKJ2tXLjrhsZOHI1lMGK
zDXs8ub+FpZIwuBI7n/zrhRvbSOqEy7K+LkbbHPwInJN14dwEwArsFurEr7rnkb2uLruwEmy3HZp
W2a0XcMdTaPltsSn7mBrtO4RG4CumWAMslztkvVu6YCfDKZ79Gjx8Dvu7c1I1l/LQGFA6qPFJvt0
vYgF7Z9RyZ+yFd49a0ev6HXHnpNVlvse4fdpQPV3k6xIJmZZAvc9r4g6aCK2YQ2NFMSy0ZPs2+pm
bcPyftRK5yMsjM4S4QmifPB7b1wX0IeA2HIbYr7pUA2rhhwwGp+haUZWgUzjMIajLmCD/DaFDLI6
o1Bs0nGCRmVs9hYXFKh7wp1gX42YcInjWzahw+oGldwY36mznYHktHAucAgyq3G/BBg5UDI0WBdK
7QKNkhWrRvFGJB6TiqP4gupHCLaB+1GKENq+nsn3nkVmq7R80GMIpt6S7mZwu/LEivoW9D++ibuJ
XBgfLl0ifQZY4hwe/Y47kw+VH6OJCuDz1g7JC+viIFtj8Za4LiN+bUE3XL+Qgb0BC/rewAHqdyIr
AdBcDJvG2QdHz4E3ygaYrbVs/uGXXXRIIAMvmmERGUz3kszinntCN7rKLQo5QPv3sPvj8whR0CjO
S+RBhuRhK1fMDgU2+8dC+JWFiAEJ3H5fZRwTlMraqQgs8lhHjTii0HXfYAoPtZJVFaKJNfaqZfMG
tup14ThQFq1roydNNDl2CqdVqMD7mwf3EKyzt23FJ1DHK868rt/BFfGC9CjeI/Ees/iKJ3Jt91rz
6i6UI1ayNhOyMza/WuPHvxqDGhj2XJ88NOg8n0jtkQcewrCAUSdftK7CS2m1DxTvMG/GXtcFrzSm
3JuAHVE4CW5FhAS58+MSs0fpm3HrLeXhqQzRx0/KtsubmVTbpmPLqeSNyCdgWp4lyg03PkLTX7Wr
UUfyAK4a7ZIC3Wlumq5+xjMTeRv2v1obDCgnpa6YJENDurMvi00eEZBdwBJA2hyQD5G2T1bCBBXD
vHEmvUmNmzJKkOaWuGrmCVWIhd4iVwHysxpuJM6XcqpVscIf/aAN9ucm9uP6xgnPwNBWT6g3qPli
22T5Ec/AZ06Rhg1TLWCLMet86KKtMOk5dTXcW5UXH+uxdPj/REAuO3gcInzyYQ0gUOxOHX8JUp77
dXK2wLwX1rI3GMQ9h2E0v1As170IOn1mkrMnlPrF1lPc7hjogRstywSvE0B850CSTeQvV7lAbHQ8
dViGfnfkrGXbSVl/H3aUZUgGQJ1dGMixk8L4yQY+60029fTeo7CqVjAnpUqA8AhAytGjBsQB5PPg
s4pqiwJWD++GNNxL3YNLAs+4bZiAHR4Pkhct4qCrOS2Q4jZcsmCY5evAU3Z0BP1ex6McdeL6diVm
2cRxjaTBr45+b/JOG457NJi2Cmq8s6sb734lQ/1Mazx1vOn0lBA1FPA1RRTgEdhPB8gUowjbK5Hg
gSlkkIgGfka2Q2W7Cw0M3Jc7nFssH3B53sB19eTK7hwHIjgDbYzhCjWCVRtI766ky8e4XA0iegQp
UeyPWTfD+9ILmxERwPqTXatQmPZ7jLVLs97WIE4nmuboKwFvP+ufgR7ePH4dS/TF7Thj1A/tDtC1
dXA/t/JEaAk+QUVfVhkD29Knm4HE52GCWAiw6rPWus40lsnGGHI2XVhvGpgBFc0Y/KS42oa5z5Dv
Ab/rw0q8VO7HiGoKRQwazOV9GKVI2le57H2pxSuLUb+uB8XveiQUhwk+WCdA5aLMxgnL4IsGJVrP
j/FKjsygp0uC3UCjXYCqZxwMz3wgySVRBv6zMGg9DqkF558gz5uBb0WXYcS1nPj51dZ067P0IMCL
LjgHPThusJp9oMjvMWBa/wwAzg17/xkrAlegBzPDMrLxJiD+frKgZIFZg1hvz8b2vPrVh6HlcWi7
20GyeiO9+STWe7OyPPbnneBiQHtiwrRHBFsMcIFhVxISOIevMou9FLhZdY373jAe/EiFSvNxwUm/
yIdxLY9J4jX7mKd/QWpRD2nWYqDpyeKCs1ewM2aDK7WOxYo1v+FSg2dPz9pT5BhL94zm6QVsnVNQ
zvfG4O2rK2Q7aKIwk+067cdxulQYhQIJW7h8iYS6NE0Ks4B5HR+TiqEiLtY32Dj2W+F96L7+WCnq
+iFoBxmL0BgZmgm60SUWsMPW7BPI2GO3jCNA2iVsDGosFY4wbeg2adu/OFc/teh5aRs/t6HKBzho
gFWl3uNm+KoMgJUzLotStcFVlXkWuOi9WAQ3nqoe0GLJVrneE+3LAyFa5pagmbYOS4WRIP4ye+53
PcJch2H6tU9nJED6AeWCZlezKcmTVfFNNY9n5HTndvJtrmA9MWMONmsa0OxjkzY3fPa925jj68MO
ogD1/jRgkhlHj2yyCObNj6v1OeaI8MwC9B/mEtyOFW7a2TBEsAVwj/DYVJkTQJeXqcxTjUrSxPu9
aCpMxxLJUIME2Fm1zr4OiVmKkJegGxh+bgZ/H/vrG1RVfjHB46ZAjOf2c2XSbGxLVJ+W+abvMbwb
zJ86tHsEkh7wurAnb+ufTKfjcbXgC7NE7xNg/1Uv3utBnJGfn6IFd39pef9UBvQ0xL9gHvja+fpI
/SrX8x1Cg7wRKIawtBGnuraYCkZpHnnN5IN7zJQRr4qpn2bCcZEGzVZT8TaVNj6FczIeE4uaH6kG
eiNJ94BabrTByPpTgwr7RsNVw1htMaEKGbQXTF5GYpgqE5wuA7U3TY92aGQv4dIdTVe9o/bZwVD5
I4U7TFL1GcfY/LDRgTz7A1JqLYLgwDWx2UThMKirfBQQt4yO3BEP4/aVDvT1bKoPg4NWI11fZeqb
TTj18CsJbhW4VjAzjmG1EvYD1hkJj+tabavqEVCTExwdggl57Zz8wHF/U9KvybT9BmPViPbcam9g
Ro/qazt/VWHqdrzDEbGE3u+GevuAsAF06+GAlEcdMOlVo9Xi2s+p7FrvOAZLEu0gj6lRyF6rWOeY
CwM1e2qjBoE8dRuk6c+9lwK9HCcU5tZzPKeYZYv1D0OmX8ZDawpdTnrPyfhcXrcqS9sOTYQY6VvQ
hwhWPPjloluNAu1Yiq8GAnZvcLeLRoouB0QQSPebJ9T3v7wWlGoPqtKBcZK3TX/vz0h/SdRuGgGZ
JofrcEFH9o7SOMtJH/w2bfrAMD4YKMDhKt5agPnZAA/ZTu6G8lOMMzIe1+XerA3Kj83rEogkC1t5
o9Iz5sd9+CbBXspgz3qjAaF8iR48tLjGtv9yiP98AsZZXAYDIlmFGbkF9g2dH249jKx7Nu43Y8RO
LaDgXYXkap14C4mOPI14ROPiMjjZw7fKP8UT/irUveMe/hWP1+uMDPPJ+VrdzWx+gFSm4NTu4tC9
xqmINyq26S+QPnc+w4VXIhFCT/xnJYM4n6blq27MxpcRCtJJ12TaQLC2AIXmtZdEVw/+gJS7pypG
U3I+1azcjkkHk4iy3sveK4HzUfwmEqTepcS+TEbH2cLUDXqcLY4htEnoCLBJiYAa1ZnPrsUwnMPd
uqJr4SqdoBZdv6PUhdrY1XeKoPKOMs6QG49uWDeqgjEOIxcrYUnSPPkRxfMxtzTCgETZ/7BYn5kZ
7FNi6qjgyq1Qm64/hiD9bEXzg6TmEz3GtfAS0meBmlWOC4aBcN49upWca/9XEOoYZdKo3oeYqj67
qWnBtbYwjlJp+DwjWC+o4ccAdLxcJWhq1B4dHpYhivLednspLFInLka0nlEXL2u0jbxgaH+JWUdZ
3/qvPajywKej6DDA6SmLVgynDeBoZzFR/YPjSJwqW8bIJRf9iizwoQRFatf0oOaDw9LgVFrCfQLn
r0zEY5/B+LPZMze+wDLCgHQvymJNAoyiRspuxdzMj204NC98rFEYDrl5TGKU4jivpht0/oBWnxP2
GLsxvu879z7wcEH8kQQAHvBuvcydLW+Q2oSP0hP+E24C+gA3eARp8XxfolkA4o9OtoQ4hCiMx2/+
Og67GEYweNY4y0t/og9Dr6bir1A1hRkTLCeG0Z17XIHnQMB7JzRL90QXWGxGETypEgd0CoC0G2Ql
Ci5JLr2f2JqcyKBwkoBEtRGh+ICUVe0kguSMrRNQBgHaWJhAIDt0Fha0nqNqvw7yaRmExclNx/tW
RwOiQ2DGUwdeH+9Q/Ab73bOeuRkRGpxYH4vMg25h33llkzeBK6FC6mFPMHXbNcDqXXjtwamOVm84
sSv0Y82PaQV7c9PBdxnyMK/LYe1BCp9VwyloQNX2ZkIK4eSSAcRwaiWB80FN0tsWHiyoBJYOohNI
5554EKozgfcA+CSgUsbNck9cjCmAxofgDpZJoDRGNS7KEsy8tqZ3GEyY7/ngXadv/N/U4n01KqJP
IVVtHnkWjUftYBYvvddhRm9gsq1GNoEm/ZSWjzELUbYbcXD2GbYHrCyEq5cc9QXvGdQMFJZmaJyx
gGpEhyZq9464YR+MqBmgusiiXCTJepo5HuK4RPpQlRNWMsZkKpKHuOJzY0LxpBqzHLvI6/N2iqbL
FF9LDuEUZ6ZsFQIpT7xMDmTMdTHpPZmmJ1QX/I1GGz3EeV7CK2kU6e28JtWZWCu35dxinmCa9G4U
w3qfkIkMCNzAyeqpKG9mO9cHNgv6MQgYMaxlSs7wi8Jwvg3RyerD66UQcb6zAqlIgx7bDl1finfW
y/AkwhImPrRMNsPE5K/ShEADjTJAgIg5EpgHeKtffk5D2RxgHEsOdjDrYSIuPAMnvUYAA9by54Rt
dYe/3IcZH/z1hY0W9KbWdvDQM/5D3Nn2R9gQepwnheyUl/1rmEz0E00yhhmYUoITHs8ZxrtwV6Bi
GuZiXfgNKp9VBu9QcqsSDXMl6ktUkBmKqQIK2DOBn+4OXTBe9CKGfK4x5qBdi3LeMiY7dKHpq5Z+
cBnxUg7EKnvSiG6eGkTyD+lQ61/VSJYYynlBc1/69tpswzx+gBEXYTE6E0wwTVw9xy+w+x1+hx6X
u2BFuTWbwZEf/4+68+ptI03U9F85ONdbg8oBOGeBrUAWg0iRyropKFbOuX79PnQ3Ztpqw9pZ7M0C
RsNuWyqR/OIbnSFIAb6zwKJiLUkz4mJqASS/6wPucywzyKuTVdIjS7ClvjS2y5AmB1rRl3eFUjDm
SEOa51D1L41Yc78oC8tPZ5GVMaVeLwwD9YNR3++HUM2pFijN8zJ0rWMqDHhYppymmASd71MoR9FV
05gFZQALV3ypJG7XhqFVsWmV3RStZyPiZxgjvXUp+Gn2ozJF110RSnujDQU3j6lmSNRulYgJlB1g
qLmueZ1ocxQD/Vs9mS+9que+1AJcx31/iRvIF0kAoJblZ12fKo57RTl/BBnaUNhCyNKwCF8GwRg3
oqgYt0adJS0RM+roynI7wdew8EJIg/GBBujiwACwgAFLs/5MGLlSUrSHxODDRBanmi8aXOsJUrR4
kWN9/CytgbKYJABgo43uumsMFvp6Cj8nXU3PcZcbrtEr0H5BMG6tiKmXNSVMjqQkq1zlmBuy3e8z
tcWBM4+7TFeaTaarSCemVK8flpLNx8peo9AI2wtyk/mCXI/OWDfEs1r0zNF04I2o3L1gmktQJQHf
QDmaON1Nqkfy7D6t2DmtVGWUiMFNZiXV3dLMITYNUI3Sy9tcf1NDCiJage8ejlO2tWTWYSpzaf6Q
UmlfaJ3o0HzZIT1DxkOLofgiClZ4qIwBmimNaRQQK+PYKyoRJ3XzJHRN3dgJNxTWxGjRPtQ8G7C3
gbMkyaXYxoyN0yhxRgvHkK6pCtbkukSWt+pbObpp2wqJQEyBWk0jIQhdwVJ/EW6vWnq3VsrAjyP0
Ybmp8Ku6kanJnpDWXNWNUtkVZhC9JCkkpBhlD2FJy1vBSiBQLNRqsVtLRf1shHr5MPKeeIY2sTvg
LyZYDQnQPCCrsWOhSNd11L6MaRNChTbPsWlMa7zT7XVaj63DEZxOIZIrD5mqK/dG2rW+Gs85LJwC
NDVVnPRbbeZ+00grsQw6zxgylB5aNjr5cmnNCyP4cInDbF3Oz7I26+tZHIMVLI7J1dk0PCOZFbdI
pBQ1PnzxYo3TyjIF+OLR6q7aJaVfc4IbCgMimKVRoZQQ4ua9CtDXjVltOT3CHzvO8LQslhmtlWAC
6BLD9Co0tCG3O0UJ17KiMijjQnP11rrXYpOZwP6cPUVK0xzLyXzTO7HZy2PIotAWIjuLnN2x5g9e
pIN5drciIVA36lwBFTSlsgl6GojUyEh3MxjZvpBhzbtiECj4aT7zXM8Joury/TgmNcfbhEzOcexu
RvSZ8OraeK9NQQLBKcJvEBGOITkFqFGKsr1a5HSmUkvmJhgw9fWMGD6ZZKqjpjYUn4vGZqnmyeXG
lvtT3opPqRkM2zkaoZMNtEttF4p3SSOg5EyrM8exyqEqMef9i4TjqLX09xim4aJQk7j4ZSk0I2LY
OOhim0BL7tVhy8tPkHQ26vLch+OCIEhXmBZN4RlRWXqd2XBfqyrrgOg/WXUGp2kBdtsJ9Ow9Mitz
PViAVlEk5r4iUjLMZtzudLahEqZtlHdDOSb7alLlcyzP6mYqp2CtCMFjEHTyeopSYT9FvfwS1A1/
rLt5nxqDtomwaa9VMY42VKQ366ocwnM6gQvYw6gJh7geRkcdlOGNtsK55LWpN9Yk1+QNDwv6miiu
1kawQOM3w5up9IiIue1fh1kyVzDLprTXQiNxZg1GqqZGb6si9qncvO2bl7QMJj7CnntEZllvaS8V
O8re9GtyOhHmp8JjH87ZvquhJWVVzr06AHASjKHbipj31qB+82FJhN4N86JwuqVbHpWQwsgoNxRH
Uef2Jm+s5rYe82Y1Noq6IZJTplMtyZ7isViheLOHpqRmDmOJGqOyEMT+DJAODN4qKrWWTX0MJin1
Ylmn5gZCm+9dUoDS5RHLoSQfIYDeQ/g6Tx1iCoCiGiVwvoEId0dzjmx1aYtttRCAFI3icDtkc+0J
wxzfxguiMSOU+zcTjArQbWm29VxpnjEH/DGMYSA4Q5S2Nqn3fGm71dhzfZKd3yJUlLyf3bDWgzh7
WcjFuxvVtFuxMAT7ph+iXYH8k8AJxaIxEtvDLKXdi4Su4llQW1Nn5rSBmw/ifc+rWvPuqueA2qEb
CrjryK6aPvYoK6vdgAagcBJqby7yYCcNRI3JnTzfYJScyZBTFdeYs+LUSBVSKOpr0ZDWZnIMLVPz
iUPj7E2J6RbhwnRetLp0k2nu3IHGlKsWUuqBqzI3zEhV8jdhirDcBRX3oIrKMN/q5W6fSMN85AZ9
Zyj5vCZMVSM+OOzrfSiNd9XCvVaul9oZFPNliDV515CHjQoGYBniMYWKRBWJ2/BMhs6zlpRvZhAm
QAEx+CphDcAWejV+ivIC9ZPm/cyiWnQud9WCBf9SZZR34qtsBMo6L7Vko1ZWhbUNyjCggjlUaidu
5akhBp7/nWWl4M9amPompZcHISqehXFGA7qQUefrVlzu83hGF2XidDSqNoFZrgr4V+2kpHp8LQUl
DJcRN6e5Xabb2CCkroKtw3IHYx7l6bhOE4H2LDNxUGJpvlZBnaSX7Mg1qYnhLjO1yIUUVVwlZHEg
dHSoD+iX72ZBK9eNWmWbgtxMZygWjNyL9qQhXaHhclAeNRM5ShIN0cqagns9m15jwvvcNM9VD0EE
ZsCSIdUESnAuU9MXtcO4ILjQ4+pZ0PP4UJtNcdYanY3SbFzEK9JCnVVEXxMZ9ajeQ7gLW8+E45LR
K5irymvFguywu38mpr7qtHVYn0Sl7Q5yV7YHHXfi0uuhFxioE2kVtK7EbH5tJalwpWoA7G0Tk72r
L9htwe2y3OCKU1A0+WbVJLHZnYGaKlpUnfovsV1NcU0uHziF12mIQFsLNR5Oq8ehLTOH0z+hO2Jg
CC6iX/1GZwk8ym0aXdcoIJ6SuFw+5bksbmURIYbR9dIZYUfKQtQX4O2CYQvhkDxoQovtE93fwvFY
mF1E96g0BdkPeqHaChY3QK/Q5OzUZRNaIjDbGtovMOpXS8Yfi1yn8ipEWL4EBYtOOyYsu1RD5MGZ
5KCDZfsYS3U9402F4hKq6whobjNZcuzPZcBwjqR2Ty44R0oKCYJ2zHdZNsqX2toA2j0Mx5se4d0a
sRc71pgFnoUq8bYWS6r8+nn2qyAJHQmsfR/FYuggmwDxGbjg6PAp9o+Q2oB6RC+0UguIVnk1KShk
sZIEYMR0EazjOHEQH6mSXluI7d5rOFau41Q5z5d20HaIi/taV3+0dIOFOL1oJa6m1/IaF4Fo7iKT
zicn425xlc4tBRAYLmPUNrp2immz5iq/ILtL488WGP/Qq0mcuKE+mJ9GYSJR69HtBDCi6yBf9IOI
E4fzVFzcjLksk39vgUp2yfxqoUzdlgJ2wioFPhw07DjUSyV3A8IpAKlh3HVNhRAisEp9JTcEbEmU
A/FCUAALs9VctShXgeIT5AZhZpwNMUdSIgyynUyo+TipiOtKrh8BH6M16CnfNERCvkTDO5ki+asl
Tt2BO3hwl4Nrra16Kbflkk7sZzGXkooB2sT67HMjkh1JyZut1Rcx1fBydL/EC/UN7dCxD0mEaUZ6
uNXLtN0OzYgZwEjQckyyNqzNNA8PRVBYL8MAqtfobeAZ+dT4UcppphzKifIKGI7tMg6yj2Vj4PBK
gfFscUWLZjSUUxouCfCwWT81mrp4E2uhrSfxtDdijIqciPTI1zg+UJgAu6lIMUqjSOs+OlmYYkdt
y/IRuDo/Ty2yjzIWgl1N/JFnKHC9ixTGN13Rj/upR0xJqCiemZw7idINFhxYpp9pWL2JxDqgti2B
j8ulJ4Q0feKkbIam0gQ+itlyXYyBtOkqAwWXGir0F4e6eqOEZr2fUcwx9pvUqZlHYDuaxVSH0YoC
HSRfoP19JEL4gUmeHAIV8SmX5Py+s0gcsOVRn8FvzDbyrF4Zj5Q6hs8hf+8k5sCtOGHzLKuAGI85
7rdSbiZeS0SwV1lh5ZI9GTqZBqoRksxGohVrLnj9jYa0nZ5VijLUMK5fWyozuA8kox8i3HYkYe53
g7TgXqd6e1NYZruKF2v6NLSAuWCxg67ZfiqnZCuHXB1p0xDaAU9Kmyyhhx2HdbmNM6CacH5oTazv
4MNvi9j33qCgrBSVcI7oDO8EX9Xr50imeZ5KzsJDuEMlAqIUuiWB6XjXQiweRj29j9pS2WEK/dkb
Q+QmYxyta2bgQUwW3Ea92D1CGWdemeIIXbisbsTZ1LdZZSYoCYLiOU2zp0ESAToj1hDVwNRBV+qT
IJQL1hiVLkNiG50KPe85xcGAhT5jKs+aoaWoRyir0cOe6aDW5h9e0//X1Wr/P5Wmadj+/tnM5L50
L//xUYCBzZfWt//+z6uXt5fyP27+1/mnyrTL1/xZmSYp/9BFRUH7rEiKauhY6P+sTONvNEUxdMMQ
RcnSFL7mz8o0Wf4HWjQRRFCkRdnk/P3PyjT+ShJ1UxXRauo6tPa/VZn2w3761YlnaJQd/uzEY+yZ
VW1R+24g5A+sA9E5d5NCEyR48HgdaJ48Bg/9sGLRLvappTz95T26/uMB/1H0+XUZF1373/+pXL7/
r557sVT+xQEokn7byRx6dsO8WvptJt2IY3kowjspYprVsnNEZPkSZJWrh7rb0n5rlFuaVXv1XHd+
xj8QMxNM+0MUE3Q9hWdxFSr14wgfN6qmb1jwg+lTnzppEe56LALz9Pr7n13+kfn8qx/+i23dsPoh
T7B37dJ4M4kfiQZp8iwpnorxLyk49q3q6q2QPo3pMLxJuh+F7jJi9abBeTpY8/VoURyeHYSn+JU/
0dJul4sPrSLJe0DMbZ3fGOkdCgmOx9S6bofAHkOnaJFfb8vn+hNlkwvRSvCD3/rFVfEMEMWatyLv
YUWFrR94cCxu6/Xe5C4ucsn9YgNCeKFHX6eDeMJNveIo2K+Gnduth1cm2id7eXY6IjSCB81S4VjQ
ot3K42GK/KTeBNKTDo6S3RXTFhTLUO5SgqlGiOjswZo4JLc4ii7IPx2/8ErDUaxWZrgaFCp8ts8t
yP82relxP1ZIV8+CApnuY4HqLprAldaKlGAdUD0hkULICMtzSucjSlowOEP3s+aWB9KB3FE8KrVo
m4NV0mzVej/mB7W7r4ttOvuKxtbus2VKqj8N13V/NENirNfisFGGd53LFK6NfvDzkpUTAyF853zm
iGdbiYPAPPfJDyHKz+3vWmWtpedoudKuMrQ/nKYxOLnaGaNhWNqVdxGr3Avqld4Odkcfb3MEE+OX
tEWdK9UoHiaIgqcRy6k82sOL+kaCNsko2ILZTHTki23CJUt3+W4MGOk8GQ7wgV1RfvVWBkfzVY2y
p2Ld8sa2OrivP97Ej5PcrWpLehj10BbDAwbMub1tc87ZEt5jYsEDNXJSPnbhCvJXKnd5GiAnfgEC
kkKngVt2eZ8ib6IFQbMTOsi4Zme+YuwKfHn3C//BeAbeCVWwief7fr4Ewxx0fdtZ9+2wonhpNXjt
RvGybXZn+fJWW1krbSV6lovqXVTX6WsRf9O1+CM/4G8zjPaTL+E+ky7lUWda/U64ya4RzmzR4h+V
A9mI2+JAVt62uJKu82+SO34ZmGnwtEu6wV8WowQ1AjQGTyv2/X19aK6nm/I5ugnXmpccmkP+NN8U
XnNlHsr/2yd+MUDDI6Cticx+Jx3FbbDV75dNvY6O6ZW+N4/aNjuIe92XH8yDcvv7RYtGpF+Zri+v
8kuGy5CNkPuS1u+UY107YGZgX5jipAfrEG+nDceK26kEcbLzewLgN7Wve8sq9ZkCWzDfLf9v1bjK
pt0We+tNWQ17+oCOqH52xTXiJ7TGWetHwVVn2djIhNi9HG3ATxFXrOTUCWWPImqhcGKAA8rTQFWp
EpM5LeLhtOUrC2X0q1Q44yme3EwGseJ+jfTBSTxOKfZigIw7+0O5OhktZ+dVP280ZAaP1V5eh3RJ
T/tuOIlUdteUaa81HfZhGx6sEZRpn8WoNim4s+fPuXAFXvZ9Srfs54Q4BsKitPVPHdQNDfKaDrgr
GC0NWfhLfa4P1u62XXNaixARSo4MTXXV0VaPMsHuH2lKm69nFGt049kxti8eueEBx4WQWdvyktox
XexDKhZnyVFZSvB1dH4frkx5Xefbvv6wWH3L6tN6TNu3rHrqlHu5+AzFTWP4ZuJPb/LVuBOeUhzb
iSupLmZQfVuFfg8B+CG+JlfKhusa/A7N2m/h6/LEzXfAAISa73W6Fk/3cc2itZvS56F3SH5qFEfQ
fX5zkd6gLsh8dMP8puo8BkT7CX+zvMWH2Yv90K/vlfpkqZd9RHH4kCy/3c24UOzxQT+LZ/GEHOtW
eYTstONVxJQkBdSnrZpJ1LnvSNRdkhfc8Ghd8+5LI8vjyuocVNoDY0V2K9be2O422N1W6brwtavG
w8nnLCv5RPXf6KDStGsvPZS1IzrVfliBrh/Fz+h6h5HKhtd3+aDskccnjrHJHmvPOvaAKww+W3IT
xQZbuWLT2xgeqL1tbnmJ1cayIwdfhxK77NwgcQ/zUTqEz2267qxTeOlNv2+ZByEk/sVeDHKBILN4
FT+sXX2unponBkHNrxT5F5Ytt2l9jIyqx/DEDJjbcDaf4oprfXwHWS4IK3PY4NHrbjV4iuhIc4Rd
3mkGaVtA1Wv9AjvY0lmcb8xspZzEa3NkKz3j/1PO2AhOzUty0E71o3Saj+Ze8FihPWUve7WTOoAg
duIu9q3uhH55Fh6Nlba/vJmCEznB9rnbWPzrZIW/3wWJXaVXhlPZT5Kjr/pbUKF15M1+vXqanLfJ
Qym4T9+h3eKn7iW+zg7BDWESjTPxkoinuk63NQQP3w07wHbZsme5EdYBW33BXUhWaVJA5rryRHyp
J71KnY0LysNto+q7AQy4mnHAYhivHXXheIHJ5cy4m9iDY69QOc3Z+JpXxWrYMdvU9wTp96No2Uax
M7EgclJEhrIgDLH1VXtTXekBGsg1WkAUQ+tyz0xc1vkehW4V4VTda55wCE+xcF8+G6tuP8T2RJd6
7o6fI6CftZkZ+PKVMKxbZSVO+M1Xk7WSTU9rnfRZ9UJf3SqrhNOSvpEepAfFV71uw3XKXGftRlpR
T7rpD/VB3+b3wm65Hk/Dm3xRtflt5DSIcGhvJ9aLkVw7GMqSN7Td+Yl7LxwZweUFtzzTDbNNjMuv
t+OBZIS9me56+jp7t51OmuI37W6h7UexF9GpZWhFjeZLV16ug/kwzd6ynnBzTNvqobhJd+Gu27fp
tqzuZempMl6t9FkXHozHcEkxtxs+TqqArjIwJ7u9DedPpK5F4iV32YkIptu2yF6NAnIkhKG1ZSII
+Dn85AqXCAdUSE7d9NCdYT4dMzt6Fx4B2a+tB8RZuVPW9TO5lXvDIm9CdoVURp1s8cGndv2Rf5hP
xlm+Fq/nY75Mds95L7ODt+4lfOrOwyl8rMfrbOzQVw2ePNXOVGH55Ewoe5g0fZi3IH4Os7VWSPbI
MZ/CS6JG4zu12UTpJitAk0u7ORdEg3Q35kf3ruJNGQgNQ0ay7w/dUX3Sbzjk9POjKpC3jWWiJVhO
QpWKxQ17hD2/xPFxGNbhsIEtzMKVei7fk2A3FD4y3erGvBeH17R9n6WN8Ah48ajSEYpGjQCOkiLC
bKubjvUq9y4O4ZL3hyle0uESOdVwv/SroFjFSPMB/CdOn1XgGsO0rzgKh3p4ZZHYZ8HeuyoAzQjH
69TKJrqrkP2VSM26B9U1rrTRXSA7WbZZZDWnjte6dc6lVRHslO66llaVcuyFNTejZsfpmTx/fa/6
6bG+gRkg5fxeg+Zs3Kx28t4pMOLM7oVYrDjqeTPRfokzcRAly3bYiXgvc29UPfyiS84Iix3xid2N
lxbsVdc6BW/hO0ZereHbVmQ65k86OryoX5H0IMyYZlbazBnX5ZQ5kpWgOKpkKywQip1/5Fwy2rUm
nRfrpHU7A2HCePlMk098k+m1vO9OM2Ov8qPmRUGrhmNHfbWw3HMB1DatueVuJzV3MYkvgFlQkjho
CVnHNQTjAebhatJOSXZT9ipFia3LbM862gTdidL7fGqJQX+Pg1u2TYMDDKqv43zP2nj60TzlacJO
6Q9af0hPqhef0xftWD0q5XP2CExZPsQ35VG5g8O1pe4+AUretO50lp6vWZO8zqnuYhfLY1Vz04oy
J8L3XvrkueDD0kJkaPbcuiqI7gUXVNCUEikgPeAg3oWSZKN7dMQNZNOyXjwSZik5m/35NSxP8o1G
LDU2xIjryVjc9jf0qeooJx6kK/G2ppQD4SmiIEw3LtQal8vpNL4p6EMzm0FHCfGQbZAfNw7hOlwN
3kpP2ydEmz0Yt+aKQkTNIdYxQPPgzODLN92zGdixuBLktVXtDPW2qVD7OBYxNrnXu2nrI1x061c1
t7M7cu3MXX9TnLIPGoSmK0Z4SL8M5zAiKV7jz2Q/PUH5FERM3KFdfggOZWGjTJw0B58lGU7Le/1g
cSYLnbm6HGxk1O4GafgO0efYjpuVeOZjNpE0iM7/iCkGTuhEGnZxkIyAxDNuPgWAMjkJj7qj3kWm
zQ6QfuiJi65REg9JeyXgkgm2Ddeltr2XJ1fjlLMa0fdHiCOF2hXFcV2hv1aFJ6l+oSzHG/v8KlNn
woqRwj2OTeNN5eeP4/e/BYtdxW9N2Zaf3X9dvuytrGZieqLuR+H9v/50gE8rPsuv/+anL2n/54+/
Dj/KCxz10x+8H9DUiQ7f+fzR9tkf3/7Pf/l/+pd/Aly3cwXAhbO/6C7fLYzL4ieQ61Il8jtgDNHm
8NH+7Uv+wMUMYDEN1l4TdUlUNEn7Jy5myP8A1tLBpEhFkHVNBzv6Excz/iGSTsAdBuwLUAx64J+4
mCD+AxhNE/lKTeULdYtk2B/vLS/+T0SK9413/l9//itC9XOyHYFihqXyFMtEhkR78d9yyudpjvWW
+LB4OFs67FxYOBebL55IRqvRNPFOsv6tbDueaUqKJJuKLJnW5QV+wZcCa4qK0sK7TppK6koZY3ou
5M77y8fwC+zN+DnT7c/HqJomSoYuo9BTfr72SkGVKznia5fuClsmkkwJ/LaxJ5AjVOzxU5k+pJmP
SK/NtjWmEpJV0NESuop/NdzUd9xp8Hzp2aESXOoXu84hcYRfkFuAzIXsLJVLy0nbk01P4pMDz0Yw
BVclcy8dAD2QkY3DrprRB9joB5WIG4qTvKTvygvoHZ5yQfBEgpSWVQIq8Ta/1cjsRzdhl+aWqsuo
/naIP4vwZhHorB69y0ZKv9rgp4sbfBOe+LdxwGciX9y9JkAtbRBfbs/EiNF1gKjJxZQz2iImm2i0
QswQwzklRwl9cohxftFPv/+QfvUZqYZEFx8PR2765bFZUWlzGfJYER/SSlx6miyJyPwGZ/kRYf4v
nOWPoWDIMi8MMJmh9wUGHloZF6UakPFuEKLk1oarFmssiCNui3J441xV4Y7Um5e8uG+zg6Qdczjz
KqFpbifBvXGMgEXYSLfcjMzpurEeUraIQjwa8lYydnFzvHgARuy20/g0K3d6XtvG8BT2hyl9HYpv
5s8vX46Jw1rlrZMvs+jnkU16kDFBWYtuaDqSfiwBJY0sWZH5Os6YBGKu8ckFJCCnbZjciUglbbzG
Lo3Zyg1EvzTXfXXMxVVU77LlRSOWLdoMtepmqE6b9k4P91nTetW4SWsPT42RHKhzxvdoXzJbxvSE
d4ySJdvoN78fDT/Hhf7xMZm6IbIWMghJuvv5dYXtEkxjqi9uRnYtGVcLynVzclFBJTCwxPfLNMP/
/pFfeiL/eKYlmZqlXeIvVf3Le0m2Qx4Vsra4oQpKE7/gDwgOkabuRwTBWEgA/7AG+TjBFYfknmht
Lob7+5/hMsi/jE7VUGE5NE23eN1fFqpSCSqjKfTJ7Q2uigDlWDa9fCrexrkT1//+s0xDVJjpl+n+
FXnE/N6LRcsCQlrD7CJvE03DWJkBLv1qRHj6+6f9jMX9eHPZxdj6sJGRViJepv9fkMe5UspF1niQ
3Cn7MkGQWSYqzLGsAVZlzX1KkBA2E89MzG+m/C8WFp4MDijpGpus9iVHdZomEos79I9TArY1ql2y
nsle+2aP+cVT2NgtnXkoiZL2dcCqvSgXKq+RWKSwsfuiRnKiKt81Nv9ICv0yQDQEB0T2wpNhUf7y
NqaxUhZKLy6uRTqPSUmlnaEGUXoJAGHoTAI1j4WQ4k2ZOCYK3fjNIv2LvUGTeKrKwqlyXPmCH6P7
zDpVHxY3vpjPE/Gl7rAXivMAqkKY6TZE08oI/uapv1gMNInTgQQJyFO/nkwsVHyGlhEHXxZTuo5k
aXFaK/FEMP9gAOPBSG//frT+8omsqoYoy6IJWfnzaE1J20d6XC1uUpJZpCJ4R5CD7zlYcsnBegiz
nVih+/uH/mLy/2BHkeszkHAJ/PzQKsjLthsmbBfSUWtAVkMdmmmwys/ZVL4Zrr98lmowHyyLyXjh
aP86HQOVuqE05VlBxV1hjgWvnCCpcEJVIAbSN1PwV0/jSaJ14V1Zbb68nchWszBjgLhpfzcQfIGS
EYWaPA+AWVyJfv82/mom6hosMwksHKYvx+y/vjScnBOsg8RKE49Eek3CCGQfqd+MkL+/JBl9vqRo
rNeiQgbJz0/pQ0xGImEnLpc1fErZ8zCkrzOOIlVW4m92pr+tnTDpmkqTuqmpusru9POz4tpS+rE1
qEJQ2f7GxBx9JIdgkql4j1WGxA5p2bQp4nD9uyJC6XIe+mnB4dm6aoqyYXBcYmX7+dnRPFfIVuTL
ASN+I4b2rk3yzJnUMaOfg9BQsXbJGSWyYsxXQ9gi2VvaO/w2302Ov81Ifg5L1AxZMyyTk+mXTzWY
Qsy3Y0O48dK9y8wOj9rj9RykJPNR+BYLS//Nu/7Ll36phr5MRi4P6pePOKnJYpmGXnSVtA8IzwlQ
qVonve4oSrSIJjJi+RT3xG1ZdFnYvaV+FoPldfWcfveTXJ705UNA/qBx+7N0SSc25+cPQaSXRzIM
OhvidOm9mOJncsGErYiv5r42teNM4w0BS4pJHhTc1jQKgPTmVrOig6AO0TeHzr9tAlw4uSTKGguV
ynr8ZROA3e/jRUpo57Cq0Emj6LIaO3Uxk8/QkPAnR9u8ij6/mdV/m9aWQSS8rPLZqwq33S8DUQ71
Sc5ic6ZfEIli/jlwQQjDx7L6YM4Ak5FOBBAI4BHRa7uylvtcx1J2ENvnbMBtv5GF5wj+j6RHHMCn
+MI9opcaLRdDu1GsyXdLtQ9ZdQFnVYiU7CaIgK+8St6U4X0yPw3RZ26exvRqao+/f2nSj/Xv58+X
k+7l4KfIModn7ctIWwRdSqaKdzRpfJUabW6fhvY+m9f5SARi+0QinTPox2C+LbMdMVH9fAuIPlar
nDjNWjs0470UjjbKVxVkPe4e9X7dGY9m5Rdca8t1DjRnrep6rW1yACQKvDNHAL2lvQPN1nU4EkOw
KQk5HldBgm97z8gu+pMQvsvZ1SDvlOqlLK6gN5+m1FeQRehur58UCTjOVR6nJ7IbsfEP0U2WIbv1
tX4P8KVrAGRa9DihjsU6L3yG0c2iktO8UmMH0pNs5zHw5vMsOeFii6NfiJjIL6alnUwrZn1XWr4G
/VTcjm9J4uTxuQjIPF+nKL8SV74z8EKI19Fy4Dh+icSCLlk8CkIA6LlmYwOuQvIrnJZoQaTTiLyN
4IbCA9PYozTk+CKYm8tR9BLcYOxMGntEf3gi9BY5H2yL1aFacBG17LXA0fujKK9yMgUJ8CP9X9gm
1iGZ33TpmvbEVdxtFsI9o9ep8MjGLaorcfHVZmUgQ8NFgQLCog/oRdSv6JwE+zW5jGGQ2qHvkch6
wVxBpoj5zQ7/9wWTMYVD3gRaEkWuvD+vGSa7U06QIQfSUjEJzQEybsLEI3jnYUgyQs9Y17/ZE381
RXXOv5oJpKOaX3sn0oBcm2a6nPH5DZb9QSWPF9/eN9PlByr0dbpwMhNNWWRnksQvS0EdT1o9Cwau
gYFsN+4tji6fFNpsVDhdNDim+Fw1t3N/ntR3Rf1o68Qe4C6rBMpnE7UuOhISMHSy5Ae3Nz0yAMi2
06z1KK0NmeiAluyIx6SX6W7zhuExQlVvB2dhl7cwG3bpRScuLSqOI46B8FHh1iDvwY7wWu26q47q
uAvTTRyHY62heg/1jQwJmjk6nEHsknxRnoAUSsuppXV4IDWl6n2Ev1Zub2AEkWxnb0N3a8Y3Bbjx
/LmsQtErIBx7Fz8xk77iFj/XFCHFmSNqD6TaYDPXgl0L5Dy4/5u6M9uNG0nb9K005pwe7gwezEnu
mUpJqdWyTgjZsrmTwX25+nmoqu5ypmwl3MAA8wMNo8tVUpDBWL7lXdAqC6utUq1c/6ksr2SwQSnR
NRZ9e0dFQKA9GcPmXcMFbrtLg6ZqxhaZBcXKFLuq+mJRI7/xxs958pCayE6xy1rtWaS0adJuV2vj
rAX4YysvQM9MeW1UlMPsbFEWhzbd5Q3iqkCaXj/+4u9iLXJGlauGEqWJ9t6pzWENS9YpCrBgnR0V
CytsvyFBR3pjmRd4MXuLPx8NcTnDBYsoyDlOVpduZybE2G5YZJ0xj0yqeF1Bl8WpPA1+f3RmtPcZ
HSVfalHC1VVgkZZ7EhuXMToG4GmHxSgEPYK0zRa+4ZSreIwvzYaVZ8dOvxJFPPcq7Q7RNuvM9fOL
XUuYTCxrafBM7beyyE+ZeeRIhNRi3rcfXa7zBCx8hizCmV37q1GwMqC+TLBMyHz6mmo1ilgg34nH
2yv2yjS03PZcEv6LhcIvNxBBciiJi9N7VE9clCsrnwzKsVbJiNBE02ZwODQPpQ0x6me+3ftAaBqL
YpFpqRaFjZOwLEKhPG1awDvwtopNpOzwXqahB/iiRgLeyyyucYE8xJ+tT6ERBDGJ1BqolvL/Tg52
6Y2F1be4YWTdF5l3IIHEpT5+LeConnnB08SDoRhGJ+42CLsRNjweKsKr27e7nLK25jbQPOn0CUQ3
CvfBCCike7s2RL/FCIfVx694endNXQHBq9EbMIgv3yLzn5YkQseG3iNWuog8Tlq43ghJaSAsnAyt
JZzi1FE555X4bh8KjdvStch2CLNJ/U8WqBGoWgPjlMK6JVE5U8pLWJELp0OyH9uZ5ZhhcRzpOhol
BVDYUTuzP06XLsO7pFiIkhpEtyR6x1MdJoqfK8hNLdykoMw6oIWZEzaV8JkRD3RvP57g05U7jQZz
xjApVhFLnwYHlJdsL1HAaqj9ddXRG1UhEIoCMoqsnWDVCPFcZz8+HvPdR9VJYileGXxPnbbVyRtK
tA9Q98IfQhV9CdIDkI3jWfmiUMA6lLL5EeOVcWYBv5WGfg4VhG4Q+lB0IAlwKACebJbQqhQtb1Ar
z8VhDBEywGzC24vywSmAE9AUVSURYwfZPlsJF9SA3Krpnn9olcPYwTpYjQqderApz0H7EGlypeQr
SE3QDfZNfsmfA6SYziXlbWcOEBf+W1ceGu2B3wEIll9goclBbJ3E048qELQ0bz/mDx9P7rvlw3s6
gkIEAd9Uuj55T9FCgRgERpyDLO+8rkRqTprNXPZgNSxbGmdW67uDgRoOK2dqo7gulYnpW/+0QftO
DnYfpOGCgAA6XAo4ooBLm0rci5Lkx2gEOdqQ4aHNzMPHL/rLkTWGJ7g1pnLZ8chYrNhajRfEYoji
78j4d0sH7cB50QbKGm7Byq1G9HyX+uieGfj9DPPKFASpmBMcmKfecY0exhUcm5AupQo93m+omzsk
W0ONjmB67iZ714wQzC3zqplT7YWa68lugX6ONH499oscHFZbVouytO1NisSm1dnI0WJVl7ltdkWj
zF/YSZUvhH+u5vJWGj/ePRTu6YdSbeZZaMYcT7YhESRIy75fGBqIuGSLcAFyug8aEpK6DsjcDJdq
9wCiXPPvodVXk01QuEVTaJ0lWxY8ehErT40vagVfmpc0R2pTByrSAnwAqU1idoee5VzU6A8e3GJL
Yk8emgJ51by5zItFHa284oXmC7AwNhN/sgk1SOwlBQ7pb8fksQtXtQtXGtSmIRls7/Grg5pY9I/7
Q3wSFCMpu9NBpvrxDlYcacJPPaulDH0VakhuQnWtkcN3wPdLDbMDdZY3ubUofesmr6tipiMuc+ZA
e3dwT81yYAQUUg1iNXFae/GssC5GUgGtTVD8C9VlL8BbtY9O7/jzEE3x0VdWH2+59yufmxjerv7W
F+YcPV4FiUgKLIrgeMGIXzQN2LYxCn1kJyiLmOrs48FoYvDrjhadQamLYjEQCYblljoeDs+IckQv
HeXeG+MbKnqwAB4tg+xpGfs3HqIIw5J/VL5NJg+0M0tk6vctRZ8KjRL8wmaVOVMfxgt/i5YX3lip
d11Yr/zZ9J8b93ry6inWQgP9U3Ng90hPvPTNlcMSQpDPosS6hboRQsIul5l+C8WsB2WGpIzvUiJn
4c1TdU5ixJ9Sm6GMbxezCM/ZYo7VSxQgNEVBhurD0tLnCHcJ9MTQLkQACc6HgdbcGtO0NFglyqaw
1l40N4rZFHV72C/NsoNxPR4gMEKXTO6dz0BLQSCgeTagqpdtANG65tr0XzOx6uWa2vN45ZLStVDd
p6KWfmf7i9zeIOuQuFfSWpUlmvhz/G4jFUNYJLXXmboZxivQVPVADXNd+Wv+0hxWbrYe9fVQb+Ns
NUG5ulX0XEXXBsSSL5AfAVQGe/2qf+p+pBf2s75W9tn3gjpLbC196xpAFKoxOaof8KdiAGTDt7J4
kPG3ML1B9JQygHbAKMnXdqoLKH1hq3P3Nbgcz5zQ766GaeHotKdclbCVLtzxwlESbTBTGPULtRpY
Bq6cpPAp6hhY42qYlu0wCTfRSNP9hUo3d3tm4f5y3dLdYPFO1fLTIm1ooVCiN1q9QCBomaOSMlCs
7IYW8d1I8LXQg6NHACfA6wAItKi1f/wA77Ypr28DBaDm45iCYv3x62u8cGSXk6WHUu3SIEC+t2ju
MEmmKpL1ZwZ7dw4Rl1Posbib1Ok4OjkTRBigXlEZNT4fpb+pBu+SCj2OCBboliF58WsWQzQU7ZnT
4cRBkfd6GxewkOBeFLQCjl8yjcMChyu7XiDX4q21Vp/wG7CysyQy15za6QXi1BMGAomYLu6v68QG
Id2G2pweKQ5MhGlLiNQXcFKqRdbo39MxEzviNh2GhIVqQR0q1BdDlG7rCcD48Sd6P2uEECzOKcI3
VUBWx08/0m1sFRcKU6sUF7hObWjBzcOOmBGZTPBIHTpA0Zn0fvoSx8cpY+oW1fqpG+aKkzvcTpES
ciukcYemAHpp9WvbbnYtAkU0chSO1fQc3Or9QgRDQS0b7y5HJ0s9ecvWq11KKECiKHzUu0T5isrm
THSNctUNxf2fzujUCwJGNi1DzVVP1mGY522F0AWCm9xF60KlGuf0dEZc+ANOs8h8190RFp9zh34/
qaw9VeMG1oVNqfMkMXaRQUMqJ8ciS2+LWaVVS+A26hp12gHjK/Upjpqzbr7T8XX8IVkwU82TVjit
R2EcL57MqjSrCOJ8ofVY09ADAizbUtO0kWXYZpODQ20n3S7GNGRWN3qxygReT60W//Exi83JhNIi
V3VN/TSPa2Rs2HFhIC8V67O+tpCWcRPoLCHilgWsnIIl3ON+3lvjzccf+/3COh75ZNajbmycWkwj
I2PWC2/ZuqGL25/lLP3ozEnz/jI5Hutk20jqzw7HWbqoCuV5EOT7QWMAg0Tlsb4a6z0utMVKs2gD
fvyOU1x//JUZl2OVo4AqGYjP46+cIn/lyiagCOhrkOWHqkFPNPPP5G+/mknCelIMLgpQkSdb1B+t
yFcCLN6sFCZaiNPHYHSzqkQdGemXc2CD98mM4ZqgjFi4hmOxT0+upmioLHfMoTGga/EttOMfKJOi
CKJ5lx03R+5hm0BMHWBsuaXz6G9ohW4/nlb9/e08PYLFAWiYrgWy8Xhe/ZJmJZcjioTtswymcnqG
wQt4xmzvyUm1pWzDi1yB91Gb2os5KJDdaAQkAUZ6ca11+5LCxpwh8LhrrGZWohy3FEGKhJaSIfce
ZH98w/LAjj5BUEi9mLbjB24MKzI0YLGLIFKuJTIzmm/KlV3Gi8QeVpSrOmjG8IQ/nqd3CwNXJJOS
EGBcSu6WfRJDCcVLQaFE8aK2UaDKZYTyUD93TeezkcbivxnMINDXKTCS1kx74acqQu4Js26rIF64
YYmqJKZnWBJqXxop1xV92z99M/CRLvV1m0K3/g5qDG5J7cqAhkfvl1/Loso2UrjrBkVEDALtMx/v
/TRO25cYlKrpVNk/eTOvaoJawRN2Qf1yI2xsmzyznaGjhmFRaP/4+M3eXUYmg9FFIB7jvjVPd9eg
9IDaNFpLBc2DlRNBB0Eh/CWDYK6lTrtNg84+c0pp58Y8uYyUlGZNG1INER7Yh9aO17mEshFnjfrU
VJBFxp42NqwdTEP6uRaUGz/Q3V1M6I6X2OcRr4qF3SvmhePh6ZMZzu7jOXkXaTEngAWo09AwstVT
oFo/NAg+WWa4IAtQ4IAaybVefy1yb23niHO5aDKJpJNnTpnpsx4d3oB7zKkuz7BTDnsanfaTFrCe
RFQbFW+bKONXnEDO1f/f2qj/jCKoBqH6BVKfevW0kE/RVALska/rHqTQJJArNcwB9gaUp9W0u6n4
q69Zbd+4sa9tMHWNFo2rvVZx8zSY40UQDIDNu1Fu0UZ94eCV206FAyo1464qjejMNji+RP96UsG+
1tkJQOtPT5MmN8vOUwJcEaR9abjpVV14GbGuH23xi54hshGE/h6JIvPM53/zrz+aI+RNqU0SoxiG
eF9ODzL8t2gHsSfwK456G/5yP2zKIklWQ45iIc5A6wo71oWHftBy6ANkNy/SfIu5VfmMnOLjx8vx
pLvATBAnoqL6dq2DnbROLtw+UjpHLWOIliY+JgZmvaZYKMjfL90KKpqf5/jGuk8gb1A8RBjzzH49
3q5/D0/RyITdQZR8iqDEGQD6VcTwaM7neFT090pfQSZQD0UF77Fqlf7MiMcb8N8jkqVZNG2Nd4ma
7Bt7oKnAVsgiEGqImh/g9o34Ny2sYDA2RetsDTzF/lpx/w9oR9fye3ZXl9+/15cv8n8C+Wiq9f2e
fHR4KV++fU/+ta2Sl+y1OuIgTT/5b20e/RMgbJhCZBEa65F/829tHu0TWDfAhVOwMYnz/IeDpDmf
QP4R3hA7EdESjvyHg6RZMJdoWb3BqyeCjfgTBtLJraKgAES9eUJQHwcCigcTK/YmWcoyuoridK57
mKvWKiI95mLsYWoYyhOm6Vc9kZdeGsBzKOKEBpGihx1ZZyBC0yMSL43NT3N4+OvA+JkTZTEfP53o
/zzRFE7+FJr0Vq3nnTNUu0iqO6EUPjAa6c9qMDUXAiJok2NM4JUpTO+h3gsrQiYcu9ZZOqJWF+mg
8modlOS401qiSYdel6Yg6OpUOhraqZOukI+/d9zaWSU1Oqj9GKHjn0e3Olr6t5pJWuel6i5pwi+m
MeLMkd+PaXTFCz0OI1LgSEWCl0oqf5OWioW+f16jwcADov/z3RJ4vaUIZI7+Qc3z+wBMID3UKyeN
Hbip0MY7K3oyOrQsCkX7BqjyUWt6m5q9ejdYeLcj6sZvqu3rcazOhHxvNJ5/Dub/TKh6cgBqtbSV
uujbnRtRuG6R4Wo03tkPRLh0O/ybgajYyeQog06wR1tNRl/yzAF8FwPA7rE3qap1bnU6STamCr79
vcQHIm2fGweikIJ3V2QpCxHDbBZZl247XxLE6kM0dyO9XZYDdeRubKF3mn0yxyoHwKRp3zsajOvW
aW/QKz4TDOjWr9cOe+Jo7dh9rbaxgg3N4EH6pthUZtENkQGGm/ambmkTtGYLfdbynM+ewfodnO4L
/r34pOArMbPqYgPQBT41XiwdnHBX/9agkLgeK52WqZ9A2AUgx2LPboLBPzT4+p05vE/KbP98peke
+WnZx+iHD5GCV1jp+VSKO8TidyHMNJebEizEWjW9WwE2xZ98AFwU2Wz10Yaf7KZIfCKxLp0qmeOj
AuatQNaoY9FSHdD2Ll4VrpPfYvdx9/EO/Y1wjqNOIfhPjxpkMkAzMCh3dCTm2EZMtR58trzF0DY4
wPf+t9Ji+Yj8PjGiu7GsKJMHPr5pKOSVudynk1RWX54LPH/30ae//+lxbORlKZcisSgM/BFDGNEN
O+vcrfrWmP/V9jlJKLDZsCNfLRGDGuS+SIp9VUNqL2yq3VarY/7iZKioqjZCsyZl/reObBB6s0RP
73xE1WkBBNeeX180VVXO/CReGxb0cScJv6hJfKfp1SaPnO8ff5vjqOOfVXSSHDgx5LABYeNdj/eE
6eOHjD89RtJ4vM3J8c8cKSex1T/D6MdTbnH+hWnYIJmUd1vdhr2A0ow5+OtWxwpbyxcO9lxYIYPP
HuYfv9lbt/dX3+HkpvIyv8r6JCt2nTvemYO4iGLRzkCDJ7Oqs3/EYeYtyqFXHrC5modDtIlsa4Uk
AupkZU1/JMQqp2+tGj64+hQVk1Fc2X51846zTGB2Ssx/Di+p/+4znNxhtjUotofD+K7uWro4gz7T
Q8SHCrMZMQAf9VlYJGvbdx90vcJse+whs6afSx1hCuGDXeJ6WQ4IM+J6s/B8/4oqyAJT00VnWqC+
7YuuD78VoX7bDehwEnOoC6kpyypVL89M9rRe3k82ONbjDzyKqugQdC52Y1gh3IlLWpUBOzLse3XU
P1u0CAsdV2MzRpS2nHKMFbQ5nKCol7jV5ZDg32nYN0S6Mzqmt12uguB0vnHQbjwMEGeGX5zrXhq/
e9STMz/L8LVNPbfYIdRrYgegi/1Yy242xmGLNtNoL/2BCCXoIRy3MIvw+Y5vc1uq15bm25NYJSK1
7eQ26ANmT1HRtLApm2VeioFkXFWbRPcelC56NDztYcDp2cU5g2pJsm6q8EWttIBIhAA77FUKxA7u
xynlb4jj90bWnLkd3liIv/oeJ7eDV8S1yE1N7vQoQO4hvLBtb5fa7vcWZ/Y8Q1WifOJzXVijsTLL
+kLN7FWWZOdQaW9p46/GPznyM1GXjc7K3MV5os6TcUCBOiXosbUKxwRCChejc9C9cLRw+/4aG+Y3
qRT1PGycnOvKKNewa4ALD/4iGSy2bfPap0jY9ZaGuH+FaLGZao0/lyWI4aAv0oUc6xspY4T2fJw9
SNxkeYF5xIVJSRZL1qBbZBg+LF1BM5Ru0l7ILl67ir+hE/Ay6oogNAOuUCBRRwBINKWq48Mokq1R
Gegpl3QmvUK9JSPtVm1QPltehBKU5R2sAcaSkStXbVY/xInzOTDiLy2HOAJYqH/7xkYGqCR2+Cfi
0PTlzIY7Lpb++0Qlsj/ecI5adcJu9Wan9gS0lV/cV61ZLGRLd7kxVPzgAsT5jBLtKKSaEbXoMn1p
cyguuInjFZUJ5NZi84WiB+G5xJ4l8HxMn+t6V3Z9PSt7AuGPn9X8dYQOQ+f4Wdu89ovWaFrkeoOr
sr102iu8xg/4GF1MdeyZ2eBS3Tn6one0ZUlcIDTony5+5i4BQ4XYTp8aszxANzwrr+P+y+gnl46C
w4vENFEUGwlxvwvtWeWYm3I01onp867ezkPTMontBYiIZZw/e8IFva1r88Epb2PbucgNtPTbdD54
2lLRbxJ7z9k7U5R92r72uoNNsD4Pg2T58TycFLj/+WYnly1e9kkYdG25sxTQAXUTJvdxFjsgs8pw
qwkwsJ4IJ8WSfkQ2VMxZmepCGSl9atb4Eiq0b81oBMiUZsmyUiHEG4XA/lRHPccwA5Pmbj+ee9jp
av7VDj65spVBaKrvp/UuSmMAErmLvEJoR8OllwUesbK49pOiw0OWDagajTM38wghNTff04rzb6ss
BIMfWEF4EGHUIMgtlDnuUOUlUCgoDVlez7NRRQdYxtHSrs7EM/bvTveTW3/ofVSnLRdjRgu3zNEE
+B/Xsb2Jq1Bbta4cl0aAsBwFNCRvzLxDeSgTM7tBezj1i300hrdO4V3LZthY2qSZZBEzyyRCpLKx
zckJx8LDzHTnRorlZJI4ycp2kKfSdeQrpZOiNgMIfF5p4ZfG9Q8Y4/pz3dfNDVxfCDmTf0aBbDg0
GP5FoUFGCFWkYyQmWTPcL24tj6Bvihq9CnvmAIWbdki+iDI4hHAe5GRPyC7aIk19JZRsGXnOiJDg
5GznG2o2hyBYbb0hjtlHU1SvZv26au3PdVwTVDs5mtGCz6SjEg8aTxirM0v7d6vlJICBhGs3JK9y
5ylIbkhJMlFVneTeS71+3tYwHn0fYLyTN98xKsHXSwHaovWVXLoogi9zo7LwntA+a5W1i0fjpo2M
vTEGBdmJYV0joL03swzFEZhMHz/yb7ISUP3Hp1Leycx0Ipns4lh8Dtr6ue75BpbagczRgwOE3M8U
8z+nenDdJ1W9TnKcO0NbycBogL4t9PBQpdrLEIW3/+UTnUQmBkdugM8nlYxCC6+1IaICH7Z6fecZ
2SZQbGxudEBLOs3OZaCZ2iKMsBpPCmVXmnngrDlgLMgs1IwucfcJ12Xj+Wf21W/qPiDpj2dLbwen
RnFG7rB3QGrEAENqGYCSjDfURqP34JGwQlDs69onbR7dWgVyZUFAS7V23ie9eR00OUpOXaNTT1Bz
Du6onp2Zud/chqfICW3MQkhSWrvLkCPXR22NGjvIIXHpiHxrs9VFM64sS8xTLbg5M+YUyvzigDwF
FqQ6vmx6MnQ7L9TWdYxmfWoBRwvxNPDwYjDVdeW6i8JCe6zH8jzyHioEcvVwKKigoB89GuNBBPV/
p96KCPfxB+KjW12haf3OaVsMvBN7ktVH1jHuDx5isjMM/ZKZFWffUwV5XU4JgL93Jlk/xJkR69Qa
N/tB87/loYnGfBm92EI5wy3Xp2f41VS9v/hU2Sh9s2sCBLCo4fjPiAsHP7RBc3dlm1cbnHi1WUEw
GoYoWFMNS6rqWbUQUQypBrSaAThMtHJFxSDcEV12N7Vvh4Bdk1urNZChj744Dgldpg4QsOozwJzf
3dinEjQA7yFb1AK1/6J9sGpXLKuoB0mhiJks0y/Y6zx3PheESVvENOsXh/N55ktE7qwmuEpt5bKa
5ADNxjFWOCsAEuxZ/kERfvczotozK3E6sX41vSd3ni2VMVA6q9npWpfOXDW6xAM+BiuQvRpFQ/aU
+9dEZSiYjcVemPleyyepfRxiZ2bK43HC3o+CC6vwPjslwVnTLRSp1+u35/ujgv99nvK/0xr+keTY
b6XI/n+UGaMfzkn4+1r/dVXjI/Wvbd2UjfzX//7Xss7LvG7+rv0flf7/+lV/F/9N8YlmNEQvE3YU
WEkOnb+L/6b96Q2zBUACuLc5YW7/FiAzrU+WRQ9nIqaYAEUmVZwKO+fg//wv0/xEnxMRCRgr0AAQ
ePiT4r8tphX1z0rj10yiDYylqkDjpv7t8WEjhzQrcyWxH0pLe80mfLOtltW8jIL4Mh9dfanb0Y+g
yDxItM7VqGG+5wXpvlYRGwy19rIJBvO1Mws/m2F3gUhBjbyupxc3VZUUV+kg+q3Tl/WtF+nZmjzB
ulaj1LpOWt9FkCLdVy28XyfBpmpscKEAOjZcNKP3DYvZG0eC7U2z4ikNcP3WnRrJStVHLRMgdK9g
EuoKeZcSzYL1/KK1BlmjGW50m1Cky0gGUmcUMys1brAy+9rkybNHCANCNIzmaifuy9xBn1ojDLCS
GqPbZARLro5IxQ7RsxuPj7BlHvQgfcb2uZ85Umz1VHkJNGdrNsmPxssBIavmVYiDt67g2WjkoH4N
vfo8lKCZ9VJqT2kRfw01cV9hFiwVNJtUncH7ysayBMBc4yhY20ljFmXBRdDAJ1AQgVlg76YucJul
a8F9uFZrjssm4OkizeHM6tVHz+cxkxTJSRtTSk0hY8oMJqvIkh+eLpF2c9VHNS0HVHeqas7pjP8g
nvHob0avjlIVGALx3moRymsPlj8BJR71pZUd8K5Cf61GMFdN8+CVUFQFPZE1lHAr77mTlvfkRxNb
SW2bQ9ImwQGhVhPatkIhCtJA3icdKomympMQmju3HsutW0A+r/DbW2qkv/MoZHxnVOVX28q1J7Bt
XLaQppHuTeSqIEEHrBy+Kol54zrKTut4aScA6abkwY9MCX7Qg/oRyk7HNyzb50MvFrFkinzHRF6Y
UGmr9oC3Q/qrS5YJED3E7lAdkLcOoMRZJTWLMnuJE09JlxQbt2I39Lw+eyHAyLe9rBNyxyDLTMJH
kIa+Pjy2IjDXbc5t0WptuY3qId6JbNI0rULjczLAksCY/NnzvWo9qt2jR2kKGwJcVyzNualMcg3f
swy0xO0rbF+sKxL14lumQJSUAtiyL82boMnkUnW0mziPXruof4wKnjuW+XiJq1D/kDYkaHXNKvIb
qpbYtt7bFA6WTaJMToL8Fhnmh6yEDBwW1N/6jq9oGjVGQ7Q+Zpnv3XtF9FUZ5V3W8PXziDmIZQUn
eprzTOI4wAF2o2gZ7mOComlUBBddLA9q1162doJRNAXeccwkYgDsJCd3KErSE5hVNavT6tEi13Pc
IjBFm1sa61FROn/vpmLrZpTIlDw7FIYT3oyRfaXzNcmT5BPuzIhytviwG7m1yev8Ts34fP2IGUU1
PvoY1GEHpz96NetkgKkA5UnUixDHkKTMzFXoN+FahuCGXXPK3Co4i/i/Y1+gxs4SMS7vXtacL1FB
6YHW+TLBxig0efdSbS59kexHyfM6g3tf6fKQt6wnwFpXxcg7qR2jBxPirOrQF9B8FAIdnQwMP7kf
imwuiySvFoaOtGBBajOPVE+Z1SW40NQuvOe38y+voJ+bWeIsBz+kD0I0O0u88VGxcYhSa+xULT4S
nAZ8oDWNb1wkOMsDGLPmdhJ+rXRUgRWrR8LAzq/xdTfnaKAhABUiIx8KAxVDRUVxvEiwkVb4Inmp
oa3stzEFTaTboL5r/HsfQvd2rEVGb4jDwynKp0wrnxSMMsk6OfIHF9XofsjuqOAXM6M3q9t4+pCp
Za8sFY9UJUwFJN/xMZ5Sp6wS917LLaDyMBCFyqcm4KaQ3otpo9phdeUWFhXdDtnWy7ffnRl6DIvU
2raNc+8RGi7LBr1HONdfhxYWU5Wn1QKoxJt7qVwFHXoBdWess2B49MLoh16Fznz0VG3nwqIvNKRh
O58tm2RWOM+DZI8IzL5I+XmuvSu3gmnvef1yLLmWhBk9Z2b5VDapvqsF1XZVGR9lZYdoKbMQdUsM
c6NrimCeYYdTwvNSwJpGjoKqMQ5NFDuamLWmYkzYtXo471vcEyTZbce+U315R5P6uVCihwhjOc4C
1kJcoFblNHxa0ysmiXqOImuMTSBE9pXm+8kmwXn5zoils9TrSM71N0VKroO+qZ4oycS7ToteMS6j
PNnQ2gbNPcw78J67xMI8lFpETxVUaPdAwq152xkWBprmTWfEaCAkiruFe7v026xCSF3ybT0bKRMV
NFwimWOF9VIRuo9thkRIfuit+LnnseaDz38cWeFXf+BHfT3bR8XwqNT2VYse95rOrrMJBXrdAMFo
9/rlUzomqHdGzEQtlO/4j4OX9B1MsJJn1sFT1rOogSDcu6n7DWjSKySDfonROqd32KmQF0bv1uuz
QxIPj34inzCKpBzYR+WlkUFnsCp80l1b+c5NAyE4RzBRVfArSclTkzR91hRvRyMCL8DAf1X8aepz
mxNIBvksBKQ96/rqCfokguM+z6gxze3guVtIZI993nk72kk5RKMUwV+c52eZ5l/YaqDcd8NA+cUs
eQQrfk2wdKYqtapr/zVuOGUmDv9GkUm+wf3WmhsBTyc67jqMtlyEMUS/NmmaLMkc0bku+LBcWAGr
BUvxNO+YJCX64YbstlLh22kddyBqsDxhE34FfbFLIYHQ5lXuG4ujvGlcMcOFcyKXcjg3EWtfkyH9
/BQZmo7TIBuEwFCgRGC9nGYwaFFTIb1ifYNJKOcmWoCXZauZj1rAbPg1h67VyQCbmTz8ahncAiAo
DzIzTIrm2rw0eHU3crOZofSPMW0/8k7GlxnGhHrs3QemelPD9525YymXsNlCuvyOsS6TUV75tVYh
wREE14mLs890UuJh0T+G+DO/lK3NyyTV0xTf0VKskHnssnU0YtWqEltRVySokTpHjo4W18oJc3WR
V5yzngqcTSEQXFL72k+Fm3yIcZVu82e4zM2KuHldd7W+bDP/Ff4oy4/jKo45/VXFQXvHJ3I0vAz5
jsGGcJ6T0Q0Y6i4D063WisEJGbX8oSPIyKpF5CkyObuVlnyqKzAXby31Ro2cFahDbR867JqaybQz
b5g3nTy0Hc83qHicB3j7QRdsuQywmJqFAdOtGuHXMuXYSVIuXpD8yiwf+EmBvfzc12y0BZ3grlX0
ZjWULFSQE+1cn+4X2/BfcxkDlIMy3U4hdpCk9mVtIFzEkRUvgswN516fdrieiHsRGITTNs7C/aht
/VLS58Ts76tXgmOIjEH56qtcZqZEK7VS2OiJZ/bbt8MwNAOx9D0dQpP1o87abhnlJhS+mjhIevWm
6/Vq7XoGprotvR/XSmCl1axg3dSGCz/jfpsOFr/j++ODji/V4NyPFfFyP9UBi9A2F6Hew0IvuYmi
qGcaY9vYqfCn/otM9bdp6P/YZJVu60ep6n3TviTNzynp2w/8lZAq5JOfYNICTAQ8AqV6Aqr9nZE6
9ifVhl1GFI7+IkjX/2SkCpizKTsEC6mjXkjaSUXo75RU0RDFBuJtoDLCj02yfCcK2B8pYp8geMh6
VQMJGBfSDQwqwzzVhKDzI2sLGvZDk3jJPB0a+6LHuvzOAjyyCZtKbLOqT+mhl/lBbw25M6UnMQmw
xwP9vfaiwbWQony29nFYn4u8iPeuWxf3VNSyvZOpxdKGR4xUVDVekF+pCeITlbcvgk2s15ZXzn+a
+sNfqfQRmu0owZ5yauTjTMgPQkAUFOpJxUw1S2QfwEzfWTGkcVyuxTIS4pvaRcr245GOm3J/jwTU
FBQufn3uG77oJzRMw4ESdbKx7vQ0oawc9GI79m24RhIlvSgwG72UjUSM300QFPp4aOv9SzIidQRE
PFwdOfPjKkIgJDzMVPXurNBtlxgUY2fsmebet2AQ/+FQLDIxqRLCNmU2T+czYt20bpsW9wqMxFUw
2C+pHahor2rWmS934h7IhCL4QvGdZQiwnCLaVC/+aUKdXLX91IY+FzvqKvWrrRDWSsBDygp1WfTp
Ciw0tfNthvVUa36GqH+j5fo8ii587yV1vkMEgruMbVVX74b0oJYBZFRzm9KiTZM76ooPvZXSfnI2
iaxgBoYXZUujKcB7odG1w8fzdlzcnl7GhL4+SYEi6WeyEI9fRvRDZAd6Et9rcaes6DoDgPQyeGRD
nc9Deuurj8d7txphy+louwBqdQg/T6k0suudOBpK8x6pV3uNsvS4cZU+uaCNlG1l37k38ZSs6OXZ
FXJcm57eFJ6ehYgDgFvcME85e/+XvPNIrlvZ1vRUblQfKpiEa7zO9p7edhCkSMIDCW9aNY2aXo2k
PlDSOSLvOVdP8aIibsXrSSK1DZDIXOtfv7E5UCzXD8V1Y1vd0peAyRXc1l88be8mnH8iZ9PbODrK
g/eogEkE+Qmm16SWR+TQ6tcNFmybSAnijYiVcR2nBC9rDmk6ZlzNPN+l9S+tcFl52PeUoirmUVqG
J9lkxlIZ1npTPP3mlRdITm2EN5gmOLQ6n0Bk2ReEMEeefxMSCT/3kro5szUIMp7Eok8z6ORaLbhU
bMW++Ndv/GkqwCUheJSzATY9HnGWMD6tMa0eKZsts7wh6hHb0grWObFndpddFNVwVxrtdZQM4CK+
C8aUGM+16i86AzejVHhAIA2h2Aa5NwMlXS3XMUphX0PTjNDtOceWXDjkEknMAn9plP2JzsYnn/jU
aBaQkgsEn5+tXBTpOsIf2+GmMPWjN1rrjmzQ3HFPFRlvES23WdNsK+JO+266/ltY+n+uQvn/jjyP
sRmn3S8h9X2TPVVBWAKq//hj+Few+reX+wGrW19MagTXwkldkCvAIv8Bq5tfDNwXDfQeOAJQQPxR
xICdg7ZhX4OX92TOOPnZ/oDVp5wQQ8MAC/sLhv5wQH+jhgG8/3Ag2hyGxlQksT3A7UfV9+kZLHLH
0hUtKm/MNrqMa/I8C81SlpYZPTNUkPQaIdB2U8jnOqrdVZzZOWnOwjpaupRPsVoNS2SIGPA7iXki
z3ucv2OFmdFbRwGMPrOK8VZMz3KJ/GvVlDWdaEByfJr6w7rtjXAzGkBDpuqJ/eB2TIqGPlwnGdDA
qEPw9ytxMVSjteq0+Mmws2GbViHvMvJqJFsDJVkyWOQ1TCRbiZJNagN2jlVXLboS9CAG9YX6H0sY
AnQvYx7sQe6cheZaK3uYMHQfOIRcNTrDMDw5sVmCRhCfNBgXTpYewjJ6ScfwObTB4aZ/cD31VgT0
lkqVrpx8fKgS2soqLq4aNzkoqgPCBaVjbfWgcq1CgCaMMmKz65aWeLLTBipejsKKF7YEKvGc+E13
vJ1AorCza2XchGb8HAyNO6+Ylvp2e+zlBEPj7DILW/B9xiBTexo921O/H/hDuHYCPr8s1ei6AITZ
wnsNzpx6ZCeo83HYe2Y9rK0BCogKfPKOv/t6BLzT2846dblJpfC0Qy+tUxMXQPFWD2HuUcW9fVYl
GRa5AKmim1r2jqsw/VNuJY/dUF5lg7/HVIMcrYxfNs0MkWYRATG0ytd3EBZKTzvPtPoYDHRgZRrY
y9QXycwJrGvi5l8UC8CgKpPHAtxjZSdDv8PsIOTe96oJvq/FOLj09bItgZQqr6A1C1WaYW6P7oLo
9OzjfPXWnaOfepuGFfEwfcYmeXTR8S1cX0tmqZqfv6OkYTTFdGWVfJSRC4argagxAtYORpbmmw7V
2GmYlk5vVEds9pWZm7fNofea5mBbvihmCkQMkpTsVL/EtFw+44NVXIRjcy87k0F74yxG19jgQPUs
NXADs88xMar7k+yJJ/Yw3xIRhVSUXVV82qig51fTc62qsTrv+mBVlZjJRXr6bDfxyxA1+UIIZA+h
MEjRMKp+l+WJWIlpEuMGtNppoOyCEkxvYCnoAd+3zuIXPTdB2rQLQJRsbaZ5vMrfKbIx/TjmJ+Ep
VwEwc52gDwum1W0DqeMArafpZ15Mdx8Nyblempu6V/yF4WdXsIQksGvwZg7aRZs4aESahGVHcpOJ
cmOWBNhiCB1rAWmp2ZrjZ1h5Kdgyo2v0u2l3jMLgcbSY9yg+eEaCGmPWS7slK5GYi41bd/nCUwb/
YI1mvWo90yKFbzx2JmumN7mfagj4kdgedBhRawfZh/1ZqFcY01QVY4OYBozmyF/mbkld69PidzhA
ktLDC5gGpLHCicbVCB0Oc9fivu7ZEJoBRxypMggpcj94qXPiXENmLJ4SviE+Xr/DchpE2VSA8Pht
YZ7bbIuGrhpbK0uJQakYesGrwOvKSaqF7vOOBe4W0EDGW66ktaR7PCbM3ohSidVFK6BdBaaOn3EV
vLRhd+zT+M3psaBOIpAZXYAuiQLUJwz5aGjv0nkX1dhP+5BdSG4JmNqV97HjP5e6+uSobbJQDLLw
MmuCrbwmXmkM12YiZkASCyp8ZwBpcUwiItuMAUweYgcVOQBU8HmKXaNGmIww1zujkRk3Tu8V9w34
9NJxZAYhMSufZY4CpQ1Bhb22Ob6vG7MG/udhg3/ssMW55aiTylcO+HyBCIKihBvFAX0WYQi6K5pv
fO//B2XI3xYr/4ZTfX1SqPx9AXL1RG78P87D17J8/QcKvn8cw6J5TfLsA3YyvcZ37MQEIKHKxcRR
n+R30/T9e9mh8COMCOjxaT1wfaFD/jHMR8k3madTEqPa+yby+1F1WF8mGIaqmR4ICwDrt6oOgJgP
VYeJkfmUUWJNalOKf2gHH3s8oTRGECJBXwejUW3sLrzjPVdFlR7ezzlUbcyQR87NRMP+0Q4u67jf
j5nnrJw2WgcJP2lIN9qYE7RcawboPY9oA2QiMgcRYJjuRTruvNJfqbl6NY3UuzJ5E4R4Daa9byxl
5/cZTyQq7VnYRy9NpG87V9y+n6Sax4GjN/m9G4y3ribd+fSHyCejsopY/AjOntPKCTehPbZz8hF6
8HL7edQq8h3xlvEsBrpF6wCKqn6yoHO/4AufDJE9IpfawIRR8S5lL6vMEMKqUbILgrEm2ZgvVD0e
j+MwjpsoiY9lD4XGNTo+AXMlp2/Jt4/ZDn2zuE9k+ujm6TLTvF3d0I50EdOF1l5pAW+f1vGzapbu
OvWAV1uNie37xworhpgl7mLvh3oe+TeuctZL43zEgXfZOjnHunUKfIbrVR2+TAAtx3V8HBGCLzIL
hD2s1ds0aOX5+06lCLZ+htLVTGenbOzoBaunKUoe8Hg6oApBvqVsTgKiZVopCzvuHluLbOGKOweY
Cs0Ba/RutLejwyHjwUZYwllm4uNZp4r8zSgo6yXs43PFHe/Gjuukm1Q7IBwQnpqLppbnxExUHFoU
KbE7unOOcWOtj8KeO9qh7Btchpz5UHTFKrWde5weCHHGiixp2bg5smeeQrZsLx5slYFcpzCrSBh+
GAwavKpHK8H8aek3urJ0BxHvAkZLM7paTuxBXDD/n0UWodKhphi7suqpvrygvhSRUa+y3sDmzTT6
XcI4o65w57GrkroLfH05jOieQPxnusK5iW5TZ0LNAa24TU013FTXHnXYLCuMalnWOLXxMAPGk3/G
wMbbRSV8B78X695j16VAWCsJxj9WWp+gTaITDFiaSUfGfTCy2C2ksbYkKtfA6ypyt9OxJrTscZQt
KgUGp0Gh7TQRXyZReW6r3P2gqM9T7TT40YoIjd+y2+D5px/Csxs/CizZsHxh4/oZsLIYsgu/sf21
kzBUsnNzDeizMcPYmCki+UUixaee+fu7YXWPOpl3pbL/+G5tA3dGQWuwhppZz9A0rUu7WTPkvyf9
dfTiU4dxcF23DOGYwvy0T/8FqvquTv4Tffn+5myqpGLgP8f3/fjmyE2MPDd1f53H8bNhwi6wqGTJ
mWOD60gyeL8RnPuulxym/kIZf2VePPFkP3+Cya4FJ59vFlEfP4Ggj0wLhETriTJClXbwA2tbFGgQ
RLIkTvQXl9v+2FK+f2N6Vs4LDaYalLFPeFNmqKjWPG6uhzksHAPCZ4fbMj6rJY982TERdCv3WjB1
RuXa3UY0k7V81otykyABjOseMkC4AsfY0wDfuhB20mZfRO2tkzurRofSLiFsucV6fFHqJCMqtV7Y
A5ydkcopa4yL9+ni2NlbmYdPUYffvV/tvSJYshstVSd4tQqoE1OL0CeMgCT1/1AwdeSDCzxEJ7G0
tvAcjNeCoHsqDPc6xbdjFqsG4RPliGdhJ15seAlRxfhNcIStYQJfBIKxauLSvCQ+1Vw+TMQstk9H
v40H5xpe1O1QhCyy0jm9j/Fzh7R4BoG5VDYUzt9h4d+qlP4r5McPU6f1a356Sl+rzzzKf8NaCikg
cAolx9/XU985kldBGOf1Uwag88cfv1kk/FxX/fF6fyI6yBVBYHQcsnDsYzv5geiA9ThkAeHVr4kJ
d/2ztjK+4M8GyKK9+/B8QnRwcaLQcHChxt0LB9XfQHS+ZVT++bhPREkBogwyCNgEvvnZA9nSvST3
s3C8UQrtTgz6rgyyi6jUviZpggkp0Sc41a54nT2DcXuJ5uOVvuTKc/JbbKWO2tS3RZV+aJVjOAaX
3tiu/FpiYNvB1Qhv43y0sI/uo5XlRRtQox5wY0Ircn/buMPVUMYXbpfhcUDSeDE8Orm5Z45+PdBk
zqAnM2QdjQUuXMzi8/y1JUiWyaqEKF6710akXaVKsUTzsGl9ioq8KKcgdOtN65wzRGUHNFJbR7Ov
c1sBsHfPvLShDwk3RUO+uaNsyj59SNPomeDYbN4buTcLMMOZp3H+WsLkmsmGhqbuIJyLDIqFObk0
q0yQu5aY9TYfHvMMYXTQxw+KkVApRSRr09I8+1p/RQIFDAjNbOcQPRYdnikz38hvnQ7hnWycM8G/
ViZCDeZzl0qlbCKtWnWpfVsxx5sHsAvJH9JXQngbV/JSVVkZs050V34cjkAL+s4dvDe9yy8Tjaui
tIk3c12ubd8O6TIFgGdKqOJEju29WrKPxjEgfVEr7bqN0gt4p+Sxs6/3Q3HL/8VL3LE3g2Xzsjnd
s0OhYNb8syPsE4hRuvRC+FtOVJCK7hSvUcJHd5UimbdBCvFKQD7qfR3eUsmdGKuCEni86wxieVTl
zErUfRJ5VCNjcal06lcTP7CZ0wOSaLigQrsqL7UGMa7bnBTzWnTDK9ye89APHzIt1uZVlb362ADA
jV2BxQwzz0lfqYkQUcAXn1k0ArMkieAUJOQRySpyN3003LmIdIaofzQb/zwP7VNiK5MsRHlr8JVO
8vHKF0SCVkMlac8VglsGd8PMiNDrInEIvwZpjIpLOFkbrVXv2qS4jTVza9r5baJO0SbNcdCzSy13
IMfk6S36livdTXwIguNVmCAj93NjMYY1k9sh8majUeIxGJC30OrmfeuUCcEH3kaNeZ9AHFw9GGde
lREAHJWvscYdLvU9E5iL1vVIaBRz2wg2Hne+KcrX1ok3saMRnZgetXC6BZ5z0YsW8/22XBIxQipR
a86isl63drG2Cu0QoN6eN413ZkSEcvCMPSh4F/HxkK0Ob7pWIXdXNiq4qCpR9lTRgyfVxw5g1+n0
Q9MlF8Ct8JE6qFtK414XnfjqSu1r7ZpbWafvH60znetMVd7iQOzshFNV4eKITjsIN3geVLAmQ9sP
beovxk7sEjXeuIa8rOL+Si2UqUXbDM4EnYngOVDkpar3j3nnvLWZctYVkCl0zEaH8THKrW1sDo9d
lr72Ut93JmSsnzb5vyrGpmLrn/ZGShKG3ZwQ9rvU6KdBKSh4aBLdON5kEx6DwdV9pIEPOzgRIRX+
2jF4j2xrNXrZwa+r+yjFzruzVr/4FB8LpG87NFNhJo4aGhk4bx8LMkqXrsCoVuVTpHJp+DAxZWxu
ilZZUmcc3CS/imjuUthdcvB2eQnW6YcQXL6bAv9WhfC3KMmH4/9vf+vf8PyfBuDYn/90U6ZY+O8h
7lMR8x//4/iUPA1PTHHKMPk//+t/V/H0t3U5PL08UQtsnp7z9OnHaKf6uRb447X/rAU41E2dc9t9
t3//sxYwv0w5IQR1TrMdnC1/rgVQoSGlcL8LLbj/P3AW4wuJu7wiAz6oLczyfqcW+IiyTLMdCB3E
6th4+2K3q36acg5uXCZ6ppY3lke4W4HBgbAWUEkXudos+M+rOJXrKB9+IV3CKerTYza9MawHi+dM
YHH4OQMQrzO9qGujvoGxtyxtIBohbkI3XioT0VbVMEbqmGkMY3ss0Gkz12AGkVddOUtBbqkN1h2B
75WodqK3VpOyATBoGYQk1untJa3vMomaha/iT1fI8y5/1lI6yDSbW755kUIdyOVz4FQrLD8OIh9x
nbCuo6E9uhZbimuOy7hHo5dhBDP2ayOyHuya1sQU7rVaqzYMSLWceV30HAi5Vsn5dkcI3SJ8Mnyz
IW6Bmj5NljDVHoCCb5g1b42iXiQhcAkHTRz4+Pn0l63VxLOsBT2KKPi7xL7GgP9yekkEPNuWMQl0
NqKzS+esc1vyyXQvWNHBLhSPnEFyuJS4WjWWSfgyiXJkD9bIbZbWGB8y1fs6MCPfZl2GyDd6CYIm
WgF1i7XdyXvX85bSGB/7gXqgCpRgpfbKSh9bJDLGzTQC6gV0ftvArp683lNTtB1TpXiheQylDBeL
pcJa2Em1k9JaZCI9aEBZVp7ORYiBsdUsfnr0/mJXdj+Sct7XKZ3i5L9K5UGg0LScftqViwr/qV5T
yhuGZ2TOmPvAJKCsGJZFaF4MHjYohtWd6VF4TTLzPnCTpSgzsqjsU8jBCxx9JbHKKrDQgMRY3ftJ
f4uh56LO5TpQzI3uYUQ+euhXWwIoxIbhzQUjq3UIs3YoCFVL8+SUWcV57vW3aUX1F3DbI+tgmOW9
5jULo/NmjU8iH3JgXDYC1HhE/rCK8zxaMHoCANOaS4hA3DOyeEPCUBmJAL8k5hqsZ4H/yyNRT7M4
MQ9FxYHdKukjHu/ztDEp0ibcbJAPiVnuxjY+wVHZNIZ/4Vrpearbhyjpz3yjP5NFceX63iJJlH0R
i5sgzDe4bN+0gJwa9cjgpec2j0kfiFOsky8o+mPrf8VSbWGl6Tkt6YJOAPP/eFForBANr4Yk3TpZ
A5jkHLCy/ZXN4jvF6efjln2AWAiXzQ8CH5aUn25sG5dlmnVWdVOq7rW03OtIZbiQOKuhgeGuAth1
GnOc3lzKOjrWnWSSl1967ToX2dwz+zNM4teo/Q8h/HA1x0IeL15d6kdpJrMuk+eWp1yLoVmEiX2Q
Y7FtDGuhJmM8U7R+XxbF1pykHsxQSUnfYuoxr+1uWcn6zmMnrLx0HhhinfG8RZiihDFMZCtfe0m5
8/poYZTRswdbv2stQiPwqSyy7rYk4002ZGA6PeOUFBsBTMPqekWJvTZ8NisqfUQgq7ZpqcyRAvXT
pYds22abwWyO0kWaLC2e4XhpswvldTavZXX0jfYsNZpFxOgmtfsJZ6BZqFaR1h1TV18jXiGXQUO9
Uepk3OOcmLunoLglb/vM6+Qmj1+gjTBipm/obWxMvpY6X4EcWG7CrqnkpjLz82gaFNNObaXBzu8p
v6BuffJv+/YkaxM9geOG8uqdMvnTk0ztlFpmKKsbrvWxqdlSfHPtD+RsimxTFMMZSawbx/MvGOWd
S9tdkjK1rhWyC3suI4tDZvkDI9KlK0I5CyCsSyb/FNmrUoiNhxtC1cUnJ20Wfd7cgb5sdcO4Kbzw
6/SU6Dy3NI2r0sJ4YHC3Vu6cStf9RRE5oYWfF7VBh284AJhE832Ct0SiF7YVj/VNENkFXHq57khc
GcounvVEj/7rvfETeevbFTXwToQMgjATTsjHvbFVSkORHUepyOsds9yVPcODg37c9vd1Yd6gh6P2
Ng9lCU0O2xm1AU3WWg82E3G3//rDfHK4eC9cpy9Mdif+tcAbU8Hx0+01zNi3ja7tbjoaoTEqtlNi
TzIdqkVmHVrHgmRBlZEIAFaxaaXcdLXJYNZcpTxPaoznUG6doto41bDO2a93QWMfcgayfZadR5m/
L9hR9Tbb5iTK6W1+jvvAeWiWd2L09wxgicjUb1KlvbRqvmY2NHekv50MOP8lubQlKa9+5L+kabFu
fZOwy+aoJiYJzeFrxamtW+SZRbwJJVDqZFcwBdCP+UOJxx4TBMcbbjV+Z1Z48sFHjSn4hZmSsM/r
CiIt60BMyF4m8Nb/9XWdVszPKwqYBjIXDFFQJfibn9FwqXmQbAIuq6UYm5JT3Ei8b7fuv3ulD8/7
nVj790jfdZjmpXJ4rerXD3X8j//5vY7X7S8ImKdZpOnAf55asu+Yni6+qILZisA7exp8Urx8n5cq
zhece1zKeNBu4PV3GvoPqrn7RfC7hK4YWOhDA/69Sp7X+7BGLDjmRIzzipynsEb/yXo96ixpCqSo
e8YqKL2QerqrwUd+2yuQiiIJShRKRBkyYoznQQ3ajnkZ3KneaHAqNBUOVLmjIi7yAlTQdXXtxrr3
1ioDBpq2FURLTWLGNZNBQq4g1XCAZWbp7UKLVhWwSUck52bjMWvyJpilLpZauW2TY5zZ1lcr8tJT
g63ZHOPveEnvnaz0ppx3ddDgoynKC9NI+rmKI1zZNbBMYBQr1+TX5k9mx6fw8gDRRydduCeFkU8G
NZbPvwyt55XLdDDGs24YrZeQxv71/bNUno1nVolLobNUYUBCo1fHi8HkTz1M8ovcLpTrourVLdVZ
zKs6jSGWHlM8LG/wH1iYIG5HQmryw2jbeGWoZYvaq9H4cvib8kVy0783JCwtlVNkUcWKiqsVleo4
4V3HqMXJbS6ieFhFRIIzs2EemCXY3Y1xaR38qk6va3zaHsj98R60XuvRCSGK6+ejNWbmue7J8egI
FF1upOnzUfgCK0yTRGHf92Fn+NxEZwhdYojzfheFDbPCNsuKO03PcbKFJXxd93ZaLzo1JLSp9EET
tZYmwFOLGHuKjkEadBxx67VpcN7FOh4RCIkbCarXV3cydcxHvGvtTSW500HfVqgOPOWu9WJ/Y4+V
u41bP1t6eP5uSYqGmVb1+lwHzpO1NT6aFgMQ/AsxaRpCoyLQw1ypunAf4HX3p74LRio80Z3ZGZwx
sxkVUrSd9FyoCLWdeDC3mtrpD8TAxud933gPXRMbzcwa4MP59B1MJlXkOV6zBj1pVyOWTqc+jJzj
mLX5fe/X6n2BV/lNCOn9XG1h7pYOvyJiEd+SLIPizFMVBLUTNAZOusw7nAeVIMVcXnGctUiGcltE
zEexQIyXbl+2N5w/Z2EkK/xB22yJabrxFEzaqiSYjPbaCnoM1pjeLnMtBrBFrNZzzUvlAwpMGtpE
GQh71PzzFOnE4+go3fpd16bXPJu6MZKpPJbxkao+Phqw2y4QNjCrDxGlamMdrkWAALM2DSpzbKH2
PpLhdQXD4Ji4AVL8CKZCl6CTazs7u7K8HFMSvSHdvLHL80A3lWUaIkudZKPuRPjB32A4GvqQvk16
tpNVD8HRo6J58awQIiDeMBCzInUTxmF8TIaYsmEwxG0yhOQ5j4qVrLqkZojvJ2VLFeaXTbFI1TLf
BH7Vn8BOc7582wfzuGvELME1HKs0L44RVeresfIrGx6h4MDXjO4Ygo7uED04qFmb+MrzRL7XTXOY
oPg+vlYDPb/3B6RkQRPoF8RIV/vS8uP9YGT+Lk9jeZOXXoT6ykOcQPhbs5WhrRxjhnVHMwyb29ZP
tEPR18UUUSJGdNF6cd6MSXOQ9phdFnGrbRJUkBuffWabIsslH43BvKkW1pMJtW9nBb53Ywyk9Pmm
iBeZTLvNvz7hPxHO37dvjiqM7rExwmb9c2GM6rLSMswh9kLzk1uG31DFACIsiJANUlUyiPeW31jz
1jKgJWZaey9111nbQ93cm1HYwamr27UnE/0uFsUJxR8cLMXSr9LIju5VMjn2BvXzKsrkuO3NItt7
tqS/cdPc/aZUA+7zX/O/aNeF9XGgjHDGxgnR5NkD8oKP/jlxW+iCItOQct8wmLhzMsGuGUJBe+vH
sXkMpmtYVshOZtb71Z2u8zBd8Wy69sF0F2RZWZtQ0bkzo5Jd6gksS9EH5XncR+p5z7F0bA3ImiSZ
ayoUu4knU0y3XR/sZqtAEsTKtY2TmZwWyDgtlWpaNM20fMJpIQXTktKmxVVMywz8jhUHspLvm2kZ
+ggfdmxgza7S6u4I6SZCIMzClWGgHAfVo/Crw00V1vY5gDFZuCHby4tb6GzMumRDzH19kfUamZZk
RuDhOByx21WXHiYRiwzBd+VtoypblYzFcEtteKL9KNw2qn3mgr1k+4x9n3EPnJpkH6iPcbiPxifo
GozARYQPa3QZGfclfMVaviEbV/pHn9PUqkkdH5lnHdPgMiufsv6mMLJln271/CzqnzEamRkJVCMe
L0GBfK9BAibjYeHX+/DOben+aFM4VOUskYcsCpeO0j8BspV+zGSuXNX2tdWVyzo8I2vAwlpjXjTt
c4CC0psjtd7GuDYmRIDvbbu69J8lCmva7fjewPAqXbXjg5LcDQzX1PM4M2fSXoTpynO/OvpmeLZZ
Ml141rgrZzgOWoISO50hAcHlMlwZXOPEcJfMR5zgDtuWRYvlZpV0c3MwQOhRZ6It3oZCUqCr+k2W
tae0hUXRmeSVGXv2rmVs23M/wysd226dczAAy4E0G1gaas7SJr3REkqtw6HSlUXddepGYod1Z1ie
XOKKzKWDMaS0KQNQZVDWFCca5UBGZ2fqHQQnBchSnNJyXNWx2yxw0dNmXtbfu2Z7aJJxUVFr1b6P
UpaF7oTi6AbaKjLRX4UT1PZgGTQUoW68jV13r2b612RQF1Q9L/pIGIViXKe9hNiWkRcsN31R7bsS
0/g638GgMiEqePcacZFZfkpEyW4XqmeGKkga1c2rQjQbW882fXqFzcuY7YV4HhttOeIWhufLPLFg
EBHWQ3iqASXIBeDsy+Fgjl2260I90Ge2PpTLMQ1N9nIALBM+BnbDoYqPGC6zxLaeVMc7L5uaSd1w
UvN+Hfk+7oXuc4wIoMuYGzbYYXRaQiiVbetLP7OvkobAXe85Sne9/VTl3BYYeM6zYV+r5UIHfnaM
Q467afQ1J8xeYWZr49IxRN0yi44k9+E7QCMbLAcT1nXqnxFkkjI1i+0SAcGiS7WFI9eJcjdiMpyR
tV43GZTZC5mvWGWqDLd6+cCk20Pfn4k7szZXiqfOlOhUqQ8+xonE06RuSs7MlWlksx6oMdYXabUL
XYK1sUTgRG7bs8bHIBHemFRiJr5bWsiQcJLhHHqdfhfoztwnryLxS+JWtr5K/UHCZE2+nM6TEgF8
1Heju+wtA+OEGrrimdNHy6aw5nb5YvtbkRyNm0E7h9c7K59KdPJm9AL/eHwFDZtrmKb2cp61h0pf
6Pp5ouOyUpx4As2q3uQuBkB7PTxr0U8b3VXZZKRZahs9unTS+GAgGm36bh4ZBUIMfTa5PZTdMca7
cSSKNrwQ+vRYNXMjLFdGt7HtpTf0W6POsUxDLaGvBldblVSfY1EtbeNOJidhpmu1eavHnB8qsyJ/
9EHvRwa3OUnZXdnNYaXyeaulU1/Y4Nkty8RX7BmenKSI7xz/RKG+1MPkOfCvzfLc9Yd9pN2XJcxl
w8c05U0m4zxIqHujrZ5kyxpj/nGMb41yRBq+DGVPzHJw0QwQBYpd8eKTLeSj65g0Gdomc08inOXJ
debTqchNibZM87QZ2s87FQgVwkAdAtlSkistXvrjzLAPdv+gTT7oprIdVGcD/rHU/E0XdjPRvYlY
m9n1SqrbOiuWevBURIgj8N36nk/yt0crzeGHNu/9aKXPEzbSUZILKa/5+U8IC+QB6Rtanuz73GMh
RWWHR7rjsJBCt2CqHubZIBkV1NlZKQasP4miax+LkCk01id0HkZ6rFVl2Mk6pLjIvQTpYqdx8byp
ElDei4Jhqg+wwxm3tl4nK7Wyor2aDjx3o+Iw2Nfys7oJy02dVWIXdGq3MCB2Ul1Fw7psI7Y3F5dj
Ced7gdc/qULdrUzDKQadqjgIWWH1KrTdfdEw+gmG3aBeymQfVuHWIbxhRt8yM+JXO3/OJS6c2PIX
N3k8LnI7s2GQSgwftf6QBbHKc+VtPMQKs75qN0Y6rFo92CQyYBg+1uvUykiL1puxO6lxma5GSWgG
Wbzg5epRSZujlS8tGCjGfVReKJ2zTaF0CSyhGVgvNOdYp5f+kO5pbl91IEfjNtF9RvdgzKac3HsX
pgspP7huGBYV+7izT3rp44PVzkTVLhpMtKzRUDZKMm4tl+FNm93U3B0b6cKyHnaOx5ihehlDjmPl
fBBPaVBvc9O7yOwbOh5MsjWSyKEtt9Y6TctNSv5tU9T70bGvNJghyYgPR1DNrOgabfisHb3HIJd7
o7/UijdrvCWABMIroh6bkp9on1/gnBqYx0+wFGsRHg2oBpHWiIvVfxofjtCHkxIXj31kd5QOkGRN
mQA0No/UQuMx1mIoeFkfLrvKJ2IY+vhCz0t15UsKwPf6+bfgq/+OVDaX7FyYCj81G/80yr56zeKn
+Ie9X/U/FyE2Ik3N+PqiyV6e8p9Rrz9e7gfqhc5wivIz9D/4aj9QL+PLO9qMl4I5BYn9iXrpJqYM
qBIRtvMTCzjqj+k1P7KZ+xJJD96Fgx+Rfb/BZGNU/GEBUv0zmyKQcSLYfdgEoZHYIW68x2gb7otd
dVLOlI0xk4uJYHTUd9Nfxck5WUtbztpVNYfltNOu4MVrZ95FeGpX3jI7DnfDxlv2KyjkZ/RPO31e
LvC5PcRPyXY6LN0ZZ5/cinWzj5b+/2XvPJrsxrL8/lU6tNEKFQAe7GI28MCzaWk2iGSSCW8ePJ5C
310/JMuQPVPdUaHQRI+kYpFMPgtz77nnnvM3zuJptuThtO3IjuZq0RQChw8Ue+TnxZH91inu4wiN
HH/Zp/ZqX4PrvndR83en/c5JQyFgvXSkIAu6EE6kJ/pKdPULH3szV/CaQIvahyTaOZJTnHo/W6zx
KDlt2HqtR3n8lKBZZEnezhkCxRGOM0WGzDIOxVEPric50s+afz2tx9TRQkyPovKUhVPQelUA6skD
VxaMkRE1d/FFOJUPRWSemmMVXKMhQELMxkAnTO3EFY6qj+J3aMyWrlvVEcEbfIpmIoxVPMUXSjbW
8qWKhlBxoaHxsTuvt76Fbu/E3mNmmbbka07mym78ptlcV68NtPfDUFwp4BOcqw84KlCsJuw9V7zE
hyXK/ManL2qj2BOMPoaV3uxdQzSx/W6PUb3fBdqnbt87lYeLu7OLioPuzp7uFyGSupc6mHjXfF/d
pd7NN+/Q1kbdwEvvUDezC7+KKEAUPoA8u/ZXZ7LRlbHyKI3yyPB2b1JUXKDDvZqfyZQ4jt7BS/nR
TuzZIa20J1eN+sPsaecmVLzYmtzCbwMUFJw0gPB3F5/Xw+pcHdETHTIa6+po5/xePFRfb88kU+Qb
ySZ5Y11Jqk6i07nqCTmvYx8WD+1T7V7D5U30BlsNdQdXWi+7pPvJl4PcV8PcHVzJLbz8qBxVp/Tj
XZiODlu27EG/6GHHt1HQ9Xc2XNbiUkeZg3CQnzniB/QZI8BRH4SwclZH5mANd3jN+Hl18K+5r/a7
cAxYuFbJNk7KvXRhJPqxm3mle2WeiDz2ddyXT9IlY0eGapKV3+nh6rPF1iLFF7zsXDzkx/wgR+VB
OzZ74z4/6syA7pCHAJYjZd//EwVhiM1/MtWJMz9O9bkZ5UZrrtIRvTAXEcLFG5zWie0+gK9gtRxD
57y9gWjzdGZlGbYh7HpXdFd7cITHXQjT061eKHHapU1e7wze7LIi2oX1nDmZh/uXTd0S8TErCySn
C5lhXhFIgY4B+Wvm6i6jyEaO0pacnad7bO653ztG+bBXkqjyC3vh12DBonMqfwmaO3UvBaAhnMRP
/MzPvqFKVOqRiozkt9uX6mkKhn3hF08GVLgg89dzG9DlROfLnvb3gq3bwrPidDw2BPGn1NPCcq+E
hR07zZPxKTnKoXRKsoPBWDpqZwZkmITy4+1evQep602RfkSEIwmnKDmU+9sp9npPOav+rrkYvBpt
AhtRruPiI9LF8MY+3I69yTYsicffKMbbL59K67UmKkDGtcj9nd4Vo8HZWV/fct4/O8xJXhvbhp3b
q4Ufny25fahG8yEPJj8nsBqnazB4i6N6U1i2luTMLjs+O/NqxVoDk/Eo7JMPjDintV80SwzR2rI1
azu4r8Twg+JzU47Cvj7cPNIod7Ybd9ybl9JW+VdxYnftGa5xr+hW6ZsMB9mXfdWhlOCgROaWbm0D
Lw2F8xpt31se1y/JGQ9HILPwOe3cbbzUZQqE16BxFZ+Uzl2cwkK2zulO+H040F7dzpltxZb2iHjZ
CMR6hQdPyeq81R9ZanpXsCprtN4SVoTJIepbi1OHqmM6bCrMMOdV10C8vwa5rT/qnxKnY/hlHzs+
nX5jKLACYYvD0TWuYetOfK+Ho0VN3gfpz4ekUfuUOKP9w8L/H1TmyMp+biX+sWRuj/+wb5j1rKAT
bohHRIOON5ayxkYizMIDJ6hABHBPOufmdQ4uKA5af3y1fki5E6AiuDgzjwrOQ8ECNLoqP2ZcjWc0
1LzVrayvtV3bo9VYqR37E1dSd9hzR2sw7kemIXxdb5uybKucxfls+Jo/eSzNFlRTL3F7VkUYTF6J
IRXDZlskecKBqmtDY3cn3q357DFDI4oJVJ1nEMpjt2QKi5/HqAy3D+wDjTEm2tVp8a78lBI0r27P
r9Htlr3hjy7sfHt7iBH0so3nPlCdhn+LdhcW9+BSQ3ykA5MhIfM1eTjbCye7ffjVlcKcwTI4308k
J1EAKUQwSB3DKZ0bo5KNqK8cDXu2sTB/Hjk7meGjcTIMrRMXjUV85xG9OHPmhte85I98PtdVtjo7
djVX9AePtogrOZWb8UuzySoiPo/LzZgSLuUTiGD3yiGtb9wWu3WYgF82ltdDnFjpU7/HdcShLOBo
XDmYv7YWVtxnzEyInYtXcztNhqmJWxPhTCHwGT4dInIVBrojupOzMnFgmHFntue2azZaTDA/8UBd
B0DaWBghTTMRcI9nNjLpQoBW3jaUG9fkfZLT8CU151BhXHCQrNKJnTjcTmdLlQZv3K8BkYC7tzJa
uEC8QrC2oQe/notXh7ePxnGOVi5Hz1Eb3HvyCT/220Ma9tF1G6iO5kNK5E7rzhpAsWbAovPmdX7p
dvZDxdFTiWPA1fYbRSPL5HBTogJ+Gu/XAog0Bw2q+f0iDxx8wW+RdUAko2mpKjFgOZxA3g++FmC7
x6qcObFrBsKeGLQXLnPQB5Cmve27FLK8bY4kTu6m7wNTYqmYOdDcbn3oTUKIbiffJrs6M28bEvWB
2BSU20gmuogMsZTgEbudP3CJyTtsWpZ2794+3j6m4bZLdVKfcBXg3ghyi6VeZ3xj2AKQjJEnsipf
v5ihGnYeUCAeSf05wLn4faSiWuHL0eRBfvCC2J73ZoiUk79Nh4GXwLG38FZlOVhJQ1JSXUK0LQRp
OLwqhGHzsMUqrKK4pDJDejvV0cqcmisKPYGv0BlVOPnYVPlc5qIr3hlP851yIqZxrytHOlbOdr1b
pg21uYD01+HTrMKZuSNQx21yJA+Wq1X75XY97IzXoEXAhCTU+zP3ZT5JvHsL/Dve04YjMyEmFu04
qomFgnlBGi36xlF91Zi+4t3qGywxdImd9kXwG8Jaw3tGt3memY4VacBC4KH2xb0RmYTbN5uW7iFP
SiJB/mqTtgUU4J3WMzlPrCEJBIZrOrBw+dySizx4XFhHjHbvsU18H+GLJxGxtpVnm62rLW1hSORW
M1PtHflny6nTZj70KoNEIGrCl7GxY3CofrqSN6RcRtKdbdXjUKYD2m/OZC2WZBX36dfmtF3qa6Ry
oCWXgejJ83iWkJIbfv4Yk2K358q/kqikzo74xC58f9OO9bm6W78twZYoIKLtZqQrGGvz/QazS+Jl
5smsrGnPrsQtmcfFMYlo+eceXRiniWoPV9WInptfrgeB951BPB77Y/8NVQlr9UxfswqbJIiS9BMt
Qj8LOBaPapANPM5jgFmpM/tXe7GyI7siCyFQsqTGbz00XsigSG7Jc3K2FNjZ2R1Z0ZZ2CexPrna6
/fIGS/wq2Al7BtNu3S1vgbXs1N56HE/LQbNzz3AG9+aa/kCitlC9t3o+XnZ37EpiHINt89QGO//m
XknZC1sM2716ih8pHg/8ID7oT1ftiTK3diARc1NgSVblG2wlVJ/qLLsAK+OyGI7pao84HCnhsI/D
5onry0ChvHEe2YXUe/kyCxadluxJCWUyuN1n5avxqFwyn8vDa/OHhMPRPmXfzFO31y6VD5Pdqwr4
pRZalxjT3NGQdin5+CyRpJlbHorWneomvuCiu+VVZIrwVTl7DtIuLTrZTmy9DgHNDQvytgVwye6t
C7npC6JFjTWsbnHIDlgr6DbSov7s0dLg/mMIrFyDmrZDaH5WYQPzto/yQ0zfinHCD80jLybn226v
sG36SMNQ32IkG1zDJtz2Yeb7fTP5QACJL8qyFz6TnjIAhf4QB71jWMkjlVs5zICd+KnX2LWTf6Lk
6rwu3MT4dXZmb3FfqDASFDrLsAxmIseo27qrWJqlMbp6p2Xsws+1VmdLQwFrWsp71giikq8A/1gZ
hcWei+0lbRNf9iQJAQG6+BTV33rC6nC16fLhlpg8yq9VmIWdm55uWCy+rV7nxnzdlt3GmbWw/bry
DRisWTLTFkfI7SgsE/xgINzJHmIE3nYYCNEDybSSr+V9CRfaV7yGxW1L60iCCGsxY7oN2IgedZfR
TlhPvNytHECLfJfoSbyG4r3PmsONY+zaL4O9Y6Hl4O1t0uD1x+/tBsDi9rZkexvcmPraT2+5v+Wz
2+XatiCDxRaaL1lZoltb/CAQozRripBYsjqW7O2gCCgW6uqc02rlBCSyczYCMo9JrDt8MuuiTvzH
pIVMesvqhH1us6ixGa0Jdk7OmlqQSXEeXHS2oT7ldw6WAjwHAj+fIL+lgyZJdMZ6aHjXx4bgb4Y4
pvkdhw9s1d9eyfJrL2eVE1ACM2IcPV5DrheLEgjc55tXkHt0tsHai7OtbwQIzFgspP5Wfxn8dAvD
7naV2QIQlEkLDhNV/beejFHw0B93c3dmbSFxsXgDB0wi5aWhGGUn/OO3NY6Ogydb7EAUZ+Fk6H64
7Te22qww23YRLYLvVco/Ld8D//yTbez2+A/pNz3UrFqbVjqSpJJpVuhTUVhiXXe/kqe4GgUj1pCa
BhAruc4XqyyyE7UgKkfEtIIIqNgmS51qbWnuzcEj8LLlW0sobeuCjwYQq4JELYnM1Lqd46f4GB+7
g3nuQmTywtmXqHCYZKy9TY2JpHqOVGpG/XP5uLpJMIQx+d5sa0Rs2BNboSaoov5YetO+C2p+g/jf
Fo3jsNfCLSKOnvGAuAXLFoXtD8uHxbroLEKV3z/Rajv3x/yh/7YtA9Ljtr4h++sUrhrQMGUJ6O/0
/WK9Tkxu6Ijvocq06G2z9BPnWe3ghRMd1ABixY2noYAQghFqsnMnBQ9NnrmtKzg97AWiIV2+CAoo
iS/1Iwdl4y1u1lw8CksU6bYl5cbGciZF5fttKif26tE5Z5/Rb0mrty1KANC82SFM8JotR4vvFm/L
blQKDWTNlvx8c7bcYCvfyW7r9QSy7UKwlvqCr3kYCryfTkryKdtXwhR3pGcZUVidm/AW1bu7XmO6
Ww2lrImIPlgzmTSRfLFzRHwoEEFJeeDUCQNQFdzpWbi7MdF27uLuIlqHocqqPQUszP5KvKTt6ufs
szIvJ1cy/IX8p/O2PNJ0ajLELcdmt8A50CxA+O9sXtqj+CG/o+uViaR6+RFNQPLWLVIJiW1XJGGt
naHhwRDEE5UxOfNzx1ZrD+DKe4JpYY8hvHfC9GqVdwvc/ajbAkiwbW3ZXDNnZ+4jibnFBDxvKeJI
/rOleDv3KnrolbRR6Yoc0JYYLly4MWRpJZa0RI0tpWtJy6jkkNS1u8O2KdGZj/l75CKOHbBUOSUX
dJ+ISVvJAc4ykaokn/0nu2X1z2br1vj4YbYCGVGLMjX0Y/xNOmP9QbOTPJl870m8vz3gkiwfQZ05
WyJrEBq31FLy6gt0RarMwyc1zB7US7OnqnZ3e0Xz7Ty/QdvwdgFrvGtEBikJdsrUj7fsIb4kUf1A
u2wv+bvo9tZQ30zIeW6uTJVz9bJQIzEcDmygSWPYGocTKTGbOK8L1nNJrqFdur3+dIuo7zl9yKLp
FlHDEMkOuNKwxTx+YnEk9DviCfMZxpWLYUooX+RPQ1QdWIVIaGXWstgbKXJeKU1oQR+ad0bizK/4
dV3Dq6fsr3vzXIbEd6I45XMqb7uzfOr3esjW2902+LlvfodF/ae1df4FyYffsVH/UHzAgYvRQDN8
fCm+9djBvPzcotmwVbz/1xbNTvrFoAVnmsCJUe9AeOk3YPL2DARDGbmm3YYvpuTzKzB5p/8C3UZX
6VLDMvxu2PQrLnl7agd8C/VlEXgyH/hXWjR/1yJEvRZU8gZNNkQdCiQCuT/PJFQIbo2gls1dUr3l
ytMidlZX9A6USPz3ahf7QvwuWJpLQgpFjhpY1T+ZxD/P4X9/BH+nXwk8s9iZHUdwbfEzvyFYiN9s
A0lnPq6hCqnNQJ9v/Fxpgz1oEvT2r+8H8JeG8J+SY3+i0P7v9C//BQc6UqGihuPXD/fr3/UmLy9C
mQmvafYi9P344zD/493fxzlS75BUN64q1KGNMfq7TCrP8E3o3SKl+I6j/2Gcw5ZF7UI39Z224y0y
3YPfxrn8C0OfzrWO9jZtbN34S+OczuWPvfA/6qp/N8BNeW3zFopl0DRK5sca7K1ayKipybfuswk8
wVpkE+qoMFeB2GSSLyPAB4YmY0GVS7kNaXDcrMIwshd96pqoE5fkWVUaNcIY6yPaNJ+X8dqD59Sp
PNXVo9ZNi60aHd4nLFGoOFUrggJtawMqJulN89IvCzNK01K/T3eLQD3OhOLW9MZZiMf5UJpD8awW
hfIR5p0Chm5F4Gri4I84buH6NBp48qAV1sdtDNlUUBxERB4k9QWEeIfpIXZNadZT0rsqdi3PvSP1
fX6Eu9Ic6zhdg6bFW1XqMJRs8GOrrJVXByo81lcVc/uHFJ0RAecpED/IiGmfEwJalBQ33W2v+hXe
MXCHtV+xZUPbLnHqXYmhYhE333a5gjQ1zhFBI+gdtPe6fr2hpOB1Ny15jCFuPOuDpCEuiuCWXBRd
JJgSWJ8k291dm3XnknndvLIsxiiVgJFgcs6G1BT5sYiTHvyeJtmaXpsPWmfcZiseQPLL4FssiB/J
ad5Qg7WkTGGsxiSW4O1ee2hFhpUztjBWMsSrJYvdHF25mMCSRc1VzX7nK0o9gBxdyvw4tXV7BFFe
X4q4q4M426xQymIQvVQrRn/XNfVRGTQ5aHMxP2lGN30Ys6m1GyHW77U8Nc8oMQiHOmmmp7Upy6hr
VCrd6XWDulXl+dY2xclcrpSYNAwVlViuHa2VJvzhhzgGd0jLaW7S9Di2YMCHHDUw5FYGB8It1hoq
AkbIUkuuKF5vCNOlORKNYif2qDsOtrHsoFVBtuhNY32ep13+JUFXFID1dIdGAc2QDlIEoDjjrHdw
y/p8oGQ7cLt2ckZusPbf1AohrVGBYaqn8q/46f+0KPuvGz9phP45eenhpU7+g6jJe36PmgowDNpA
moYXhbp5XXwHcOgGgo0Sso+AMeRN/vGHqCn9gua5yH8wk941IP+ImhKqkTp6R2QaYNOIxX8tav6M
IPotaiJy/XNaMMeJwoKbUXWUl49TNlLaTQZQ7l0s+UUCFjcHu+aiZ0dj+wbqsRUXXN5q4GNjknU+
ZzPabYJpTinsZue65lSaqqZiA42CYgWKdMKuKLoabfXSJfEUZkJceRiWDyiuKzpsENDlizIm9k1S
F2q3PXDovFCftCZ7vZY6zahEbk8EC9zmChMsjTlDmBBhuMNJzLz2WshgtDtt/rLOgxiNdS7aSOaL
UX01G7sbJ/aJSFxGrTYprnFtOwy5TZm6SaUY+BE2OTMTeTTsnAztziyQBVv0Rnu+ZvK4MYta4JYi
JdUZvUecqFkvJNw8WrNiE13fljBDSM6apvaDkJvDQ5OiOZ/KOFtl5rLCcE/Xb7D0R8/sdIo0Rj3b
tYj3rtxvVPYip9vd1JsjW/smiBL+r9O1tcDzcDjaqEtWoyMXhPIbGq2FPaoS3VIYBo9JuRqb4MxI
mUHPRvwOkvtSUVM33dXH+TaanATm4cGYzGUgyN1iY5lIXQxVt89lnuj3Br5CvtbMt6Mqr5MjDB0g
vqyfvUJvBM8wpj6CnBLUmvzRWIrUlfqUeocy9naLybNlxkrprYpCIRqhYNkqukL3xuVGg2heHtNr
7uMMgUBEU9AQwtP9ncaidkmKH9AkBGWyHCqut7/TF92CRIW97OJqaGKGqw58VxpVWgnGsHnl4gh2
nXQB3SjsVa6oAVTabrSqbO4O4PQL1BsGFZJVT5lrKM3P/W5gAwvpO0oWkkzl1sBtjcX2eUJt4WGa
EIlJETOElG9obMR3QwyrBzR0OS8UD5esex7HfvR1xCtdRdCqwKzk8sN7XPh/O0ASTv48Nvovt5e/
PQxd1v4cIXnT9+C428BtGoK1m0OPuHvPDr8HR57BTciE7EncJIXdjIV+2zpJqPVD0EFBTiPjJKv8
MTjKEHTBvmH9rDEF/5J70O7n2Ajume/X8ZnSSFCR39+cc38sQtT9oOlxm4x2j6krcgGCXp+mLWeB
AR0ziCMBC/bSTlq6eTLIBsxFIwxyu6BrxgkAdHrdQY+g63/sJ7nYq1dTWD3MmCcLHYZbb43Lkp/7
3dp4qD4k4D2WWGictrhVm6C6IJx7sS9C7KaxbV7rTM39GnFbK241gM+DPCYgpGpCbYk0aeP9nxqt
/9WsJFTxHw7aU/O36qX+7/3fSkScfxy37+/7ddyqv0ioA6EWiC8EFkkSW6zfxy2yyZtAEIOZQsNm
VfPHuEVpCGI+/GDoy+9eWb9thagTSCp4TFBX2qZO+Jf0BXX5ZyYy6iNkHGQWKLgCDt4MsH4euOWE
uyOOMZTUsRjJs8O1252SdgNzs9NJ5dKr4+yS7bSnMTaidldGOqJqIDdLpdhLUGqBiYuf9FaiA6dt
6sfLt+SGsV2VHFBDE3FPaYzYk7KXfpA/C7EEeiFrElZ8BWH6aXiZMoqviBMXNaSDvj/UqooMn6Hj
6XZ9kRVfBmD3YDL0C79rnRlIUuvFBvI1dhOZLcQ0XzVIHS7nAdaArh9llPnSw5Jao48+X7XDqtON
aXmwXNIdAbCSW+j9u2vulnUobrL1rkjFd7yYBYUFJ0OvJN9n2AE3tho7kCCNAoiILxdIT3gwjsqH
8iF3cqc8x8nb9WkHaOio0kJNAOwDg1cpWhxKr/TUD0LssK+qPhur3z50iCUW1qNAlwgKFjM9+5ZK
90jxG9bjtTw1wrNcoPJr3FjrbEgTu2aDWsjtkYVS7Az/RslYWPw4oT8FiyGtbk5YLofOvAbaeNcI
PkYI4PP3MzOcMNMDepdowdVQcCF2jh/XV+Gz8Hl9Fd//Ft//3v5MX4a373+mL/Lr8Ca//vZrestf
VB+5ldfpTXmloUpTXZABl66nqffirYGMw5kMkUAxKbGS4uzGnYVF6JZAnPLeE2eK8M0nkJU3AJMA
+z/Su6SSPpKkPeIVeA+duxjcVPbpZjVheoP25syJD5dpjs9FhUKyN9NcoCHWnDtK/rczTd0dyzu6
zpLPn6BHq+ZsQGzaoV+x0jiDa46Npuqlgsti/Ylu5WRiBYnTp02Cybv5u3gAAwhw1LTMz5OtnK0O
YJ1hvDSKW6+W/tkHu5+3r7JxVluAKKu7E33iOjUwbUFix1kvnGdK54vW2uAojw2kksf1kn6JRc/s
L7hp6XW0yHRhYlr7QTrim9sTxsv7RHhN+nOlHWgyjx4CvoPTpM/Lcr+geF5HF030cuEjQzVRcD9R
6CEngyPPky3mHCGhfzNwSFKgvjpgERDNVPU3D619R4t3t0AgDnaTL0LRAm4iuGhNYxfswWG7HpfN
qox2K3m4r8YY1B7bA3nT4ilRMxyMu8/qrbPgFSqpTQ9qoCLhJg3zm8rIYy9c+olM97Y5DDsQOnNc
XN/Sx+x0dDzHKCPjzbsuTiOc5pejgAbnhuAxbcyLbhjJpHfQsCeUXk6im+KzS7sfaQ/gBI/CeUpd
PlFeXRVgGcg1xCmHOCrlQ1G9xdkHAxpbsZJkHQD3DS94arskxbYiogeuQlHY6JVy5bToXF6z2u5o
kug3ITDTfTlAj0Pl00BZpo86UOKYpyUjunwHs2uRCKcpd/PMwcVj+iVJ8GelXwRH7HpfXd8KQ7GS
1a7KxdWBBd/fKDamLYX3G57ZBJizrER5Lwb11wzuc0qrb6CMlNHhGoBUM6Tswfh69hLkWVvuKMjR
UIILiW0JqfjnAtuaVP9mzsKHIfdKFf5LuO72lenqoC+N5DGVPmxu0VQjahGDnudafN6UdKb9ejJe
UM1CA6y3dMGWb9EMVoF9imi4o4bmlzeWF3F9zME4td6UHMaj/mEmHrJJuKvuTMwdsL9SLOH9h/o8
ggZ5f5jHvj8jEl4Vi1h12wLa2Pz6/zsatjlmC3I9IYER/MSHdaanbBWgR24baw+soGVcrspJjW1p
/cKw38GAXL70KBXU/UldEbSSPwiim2DBOTKnaLhtZu8CFMtS/CLV9EiFex0JsyQJEyoUSIKRsIRU
JlB4o6M0V8yAKJa9tA079Qmx09nFO71YdYS3R9qNsfaxF4mrKSIL91zVWrJriMxX2lsJ1+YLuAW+
GfcS6wbJxhiBe8P3a5B4HgHrxGb7sZw1D4afV0w6PARwoS/aIf8yzva12Hw8jmlz0pLnhuURAJ9Z
B1Slgd3fQLKfWiBCeHXd7EX+WCMJP9wqyE4CrqiLmxnMHZGFRL65ayFfBt3g3znyEy+dBAgjUpm0
2fBBURe3VUzXhNUo6ze8T2NQlu1bgq9LmxNiFQhtsGtxV3EK+SmWii8s7J/yUgEmKCyUg+AN4WnQ
ISVQDeAj2PqJCjvM252IyKmRTHZiAqscJXtUpLCvNfT72n2pgR1ZDWcnlJgDk1jOb3NyMPoPBbIH
JNWgXMQUSdeLsBsrRNcg490SAsWa3WEEDlUBLa8FiQK7MwXFkvppL5vnanmQEiBQBs0tGYB3fXXI
PjZv2wRHoenmCYU/woFWpelU5HgVqeVZR+etKrWvco1/o3JOaxot7Cf+0p7qv1r+ifDz1jz6B9um
htTzbw/jl68ZMoPZ6/BjFvrru3/PQ3/zAflx74S/KpwfCTEDdADkn3LQ93I8bSoVx3fIOwY1p99y
UPkXNBAw/Nw6WOpfKSrJW0L9Ay1tyz+JZpuvJn/iqLZ1Cn7cOOFCLeDGaor2NTbBDlSIgpVm3hFq
0GY0kECQDURdJMi+1aVTvtVDMrprox81Ps1thn6vVlpAGcGeb9VZELSomZQTskx7Yy6eszY9ient
aVrQgRquelSOsz91fSAVOITVMnq3SdQp4n2jFIB2CwjLSqV+rTChqqYCsKP0phlJJkFWnv2yLFu/
yXHqKgrtWztNPXTCmyyhNmKibQIL86QKtAImQwcWmku7cEmrGDkRbXweiquK20+5fBbXWMaQqsLG
TBKMu7TWIFy/JEXbnDEJJ7NotddWzBYnzVUAIl1fRYk5T16t6ukZcl8aKHmPUkJLH89C18MItV1e
2h3C/PfLihSCqDavetrA3UwGcBc0HE9DPqpeU+5qQAsU7sFsXGMshWpDDSipf8C7HvdDXL7tXGEp
q4wSgIvaySjotxfEaMJdjvpDnF8LXx+7h1Ym7E1an76qCFt1Da/p9Tkqqh6Vw6oNhyuOyxVhNesQ
bmsK35wqt2zWcMYWPBbTaFWzQC/2/VzsjbwODfjsXfXcD9ApDeClYu0JXWMZ6u2UZVerXUm28jh9
XpOJFzSnVGG5MTfBbOxLv6iJ7tXyeOHWf1ramzu3iS0ZH6muezcTjzUFiHLp9+RCgv6gV6Yt1Eg8
1xByOCeUk+zc1A54rMD+WcYLpPP6U5trXOHdpA+9JcVJS+8AenWOB4crKW0fSnINe3mQEQmt41PV
FiF+0p231OLnRdlJT/HaPvTJKgYIyOXnKyIxQhOpcf5NmfZ9igGHpHh6DvlckBFbGBL1YcoLnQH8
SrcVry61VYN+zKJ8Uu0i5hArtISdeZwLjNhWD6amwsisvzIOBPumL7BflRasgBi3qLWV5zLWAbCh
k2n3V/WwdHIV7hRo9pmo3Gyk0XTLGJKzcrtRhyhSLA/M+WMMgOI7IuP/6oBLE5Tmk0kQ+vOYi5Hd
l199Ivsfw+0f7/0ecVUMIZFgRZhaln6rS33f+fMMOpr44tJtp2xET//3nb+s/YIHgKhQToKVufE4
f4+621NwyTfdPo5QRMTsr0RePufHuAueAKMWBM2I7QTx3bvLyg+oGUmumB7qqDg6dfpipKhNt+lj
viu+VGPa+WYjLV55/SdmItJGAPtBG+/9W3Xk8TZnKspvf48w4IFMW/NUdaQWUYLB0IGwUlPI16yK
JiU7rd3WF9B2fl6Vl0RNdbuv2FEVXfqUE2Ud1pGbLda58v9LWNmwhl//7b+9r7AsrazWm0E2ZhL/
MKH4H/fug3v/7Dr/828fNpW9juxi7TJyLZbWf/SRv2cZGP/iUmGKsrFZ5zGTfq12wSbe0ggGPWmp
Jm51sN+qXbCTwZYAF+Bdv4pr/5Fp4MpBfgL45X02/CUOMsP65/G3ZRt/fy1+zDawK911tMaRhqpi
1epUNUgkLUUhrMWpc8gAjM/YmDXInaqlcJcr0zNptDMm5MuqkkfiLi0sRDl8mPSncYI7hcgXvZRT
ce3LzwaWe4gBb9pvqwYSWU5kLFG1D7uuR1GpzJtoxUTTMrpVOYuFmbl5dnsr1eSTIqSg4m/GfBBK
+Lv1stpiWd3PLRuRqkhjbLFWgIdTo4QYggK8w0eTflPtzKaJKE5nopEELKC73ncyqUu6SCAwx2zx
17ma4TNKNPnr3GsW3e1qtn2VoXjmVH/A9Q/fr4yqiGrATbll3WOjIJWGTXRdafdiqk+WKuKkczVQ
B8vTU7PTT7cmex7M7C4X8NkUxWOawSVV15tbFf14UDFNsCeVPp+Rt+h7yCh7I9XjK+Iou3UvHndt
9SbGeWx3SS7hvSYfqvF2WDEkc3bKlW33hOPbLIpgrcqXzTUsSRcQ24Yg8LxQ0NvuQIAPMwt3b0BY
VEcXdEByqFv2T9LE5rpHPKvFGj0GHoCTJEqHeI3Iyc1Hemf5hpTVG+YtPWZFCQlUsYaDVKIICFmq
Nl7AQ4RxUVvkaHTI8yuKRiSn7hzr5zor38a1u1l5Ow5kEBXaxXrXnjWUU5KxZO+c5yVirqnIXrXH
byCUVxHUZScoJ+S44aeIeecrXEJr7BX2ZyL8017SH2bpCz64uY3lRYaKHNJpiXwj/6lRMFKHbnIW
7vHY3PIPGTYwWK76PZrUnT1qsXutl+aypgAIhm6eLze1AEMuzEJ0q/tP/4u9M9uRG9m686sYvmeD
82DABpxzzVWqQVLdECoNEZyDU5CMp/dHtf7/SKVuCW37wgfwuWgctLqUlZmMiB17r/WtvpfJsVI8
cVH5UddeexioRwfppns/0NE5FRYQ6XauL3pnuYwssj4tPT/2g8IGUwwxnjNF383FLJgjPnfLUxJV
N0VOlpkDEiODw22Pm7z7Uo/ZIVtLKW84tvCjyWtFeFrLvVYZSjFkM/Qtu+W5XRA/Q59rLKS2S303
1BjGEy7blbpoBUQx+72mFE0IoQk6qPKpIPOFL4PrIym0LI7kdo7LI5g8W85HAHJ5kh2S62KMwdaq
Teg9+VlwtTIs0timi2o5NyAJXAJixN6OkL9rfewe//m18m8VY/8PChWoA/6+tPmf9aem637Y7Pnv
/9zanT+i2AYSnFCcRIQZOP+5taNA4Cxn90a7Be49XnX037Z2n5tiEEcOc/pvsq7/LGf4I/KRGDzA
af0m9/oHeInk9T2SIiZyVp0kSfCIIVf95Pc7u5vU1uCTY7pJ08Z+gTcR3fpzM28W1ufWwFEGeFM2
Zyntl0cdlfi1x9Z6JDPksvVsus4lgYDDgs6xOcurRfPgTNhI9Jw9zZ0PiQDl5F6YNmYIwC0xn/VH
GIrPRpRkxVjLHSw/fYw8ggTmMZGglprirAwN8v8eOoUWfvfcOdkzSWXv1cSyqxvvAnXCox1K71CD
dDymbUeUU4WNaq4fGduN12bKP6dJCZPJVJuGzpldTtXbFqblvm+X6Nx1m+HouXiFnMqJ9rnVx+Co
ZnyAlv2GX6W60gX8rGbq9snEJlr7c7bp1OLeCBPj9HMYhtS9MWBnMqw2U6hJ7W0Q/k/DxYDyCyLt
WO9NHGLhnkDlqMb71PiGPtqEOKkAHDXGUj/kpXrjCfWJiNy3vk5dPuks+AIj8jyeM/mQFp1/KqLp
lDTsINyx262qFJYYgJx/ggf+0Y3j/0SX+XH+bx8bRbkj5PA//o0i0tbF8PeL+jhSxfWfl+9LuPUn
/lzWlvuHs0bXUGERZ4aaOKI+/LNk448QIsWrtshxKBwJIfvXwk7+QMccgnSBJhTQvPvXPcUHlkwh
767ZjMDj/1mDaN1VvrsxMN7kxkPmBkubISXT9fUe8909hUU/zCZam4mdTC5CKy2erBZKOCoUeTF6
FYiVLICCItRwldg93f4gwVJGEtifVwS+878GZTrosn76TWIgNisqPlmr2x9/E6K26jx2axiFSdFk
O509p6GXXXqLrb8spWKZx65k3BfIG7pJDNxHrkOURpN4P/TIqhkqDMGdb3r/NCAzYdoQOtkbSy3m
N4ktf/GLri01dOErd8yJXm2FtGa8dPL4yNqVIWzlFnCW9jziNJ0qDINVTJ/guwfq9s8L3H8BmUgG
Vz30//2/vrrXff2WYop6yncv8mww2j9+NlZbxax8gDNNth0rI08RcOB7y2HCaodMrkS44IZIx3dk
xCLodkHMegNaLmJ3CzrXYLbobmTHqQi63f/F8/mHBf/v1hxGQf3dt/STWvvs4+fXsoSvP/Ft2Ttc
ulj2rG00BjQAbK7q/7Hskdpwd/uhB/HtPA8JleYORW/1T0Xhuhy/XdVC7481ICSiQIjctZP8j0Kl
Xz/DbC0u/1sXWoJAMHi12JZuCeyUIc0+auRN1zSCkX07H9t4Jh9+McixbNVvvvt8/uIp5gb6wwLn
Whp7SIfXUByUll83gO+2GsJ5ZJpKBd4i6rMPmvgwFDjOHdRrfasnO/jNy/3YCwnQChG+4MWkQJAf
SWN83fm+e7nBHmiOeoAYa1Cmx95XatO5ptzZOTk9v35nf/lSKJ1oAvBq0Vcc/XcvlY6lgoZe9Hvh
WPa8iRIZbPxxSZONTed7/+sXW9f6v3o8394XTSpAhuzbtNN+fF894mLqkQYcgNcV19LrxmNWlN5z
mxfV/WBN4a5D2QCANRy7K1Qz/m9e/6++RqLY2I04vag6Xz062rbTEOl1txdhXF2osTeIOLrucjDk
rEyt5f3me/zL1wuJCyMAmerz9ftNyGtx3cqDtpqm7ZvYtO1VOHv6wp7i+IK68n/r5VaGH2dfAAXm
x4+XcCVSV6gn9yqyMP9aZbsbFJfVnkftNCVxefr11/lXb48sJ5sJEUeJF65//t2z0y8qq7MJl/0S
AxYeRAiCaiqTq8oV7c3keuo37+/1swpZkKEXh8m6A5FP8urrK4N4NH4xdyBjjX9brA1zQs7ljhM2
e//rt/ZTcfH6tVY70nfvLXGnMOde3O3HuobzFY41lPQe+E+Bq9ISYrwWwr2dnWa+i1NrxNgx+5d4
LchJ+fVv8ldvmgeW+xVH6Cpm/PEXmYgzI8+VX2RJqnq3RBbEuERmF3psp5dfv9T6fHy/PHnP9F9R
CLPp04nzX71nFGpKBEa2JFpC18wy9DaBIQ51wKVA7uswfRT8IKNe0aaHX7/0652BChKxGSKz1eLG
wPGV/UY5FP9LK6DNPGV769p3USZZx3HZmft/+ELsdBxuvBf8Luwgryog4Q+jlVqx3BdTESORdoLt
kK6DryiyvH2VMNOKC+kxANf9OzWU4/HXr//TZ+w4xPZyF3YDwkewLv34deqMwtBquDL5pc4uPBna
JxOM82Us6Uu1wvk0SX84E6aOfrP3/fQJQ3H3iRMJeJZiDuP1OfvugR5Lv3ZaOmd7XdbdiRfp2Oxj
XMctaOosRgOtG/JlW01aHkmV7W/2ip9f3qUwIA9wHXysI4wfX75NisTJ017uexOYA1UeNN7Ve+Qp
3Hp7t8S1E3tLQB7sMMSnhmq/+c1C+vmTJ3OOxKrVSMZq+kqm++4D6MsaucLQqv3cK4zrcf4po+WG
v1vWR6djANkmdXKYHLv7zbP91y/MZSnykQCHX1PxvnthldEkDhul9mHuVIckaSC8WGV9NLZXX4t8
xE656DextLPfnO2vKyVmKTRmQi9aKzL8Hq/WM/Nkx8mWGLhCHvdobhBI2jEJ9Day9N1c8/yrxoz/
/GPmKsQaxpbCofd6aj+F5NLqbmkQmc2Yw2QSHLBs6TNVJXhFe9d5M8V9fF8nQfabJ/znz3lVDFAd
MlaL0b++esS8CeV0T4t171XBsqPn0ED+Lp7U4nunePS9M+PAQWAKfv3rJf36GPQdZLgO32tAWlhI
RNCPj/bktlbZcCTsg7aLtvlEsK9tSN+OF+/OEYl19uuXW8chP27T62HLdHA9EPwQffCPr5c1lpu0
xNLsCNE2yGQzZxe5EpZClAG6Z9LQXaZWJLKN0rm8FBDnryLL8l6GEdpgm5UQhpn5nqlJ9Q+W3+lT
5ibTb76Lnx491jiTG44Rxplr3tWPv2OxZJ3M02DCuCbhKGiudsySgaP6ZX6yZjIT2YuG428+GST6
rz8b3DikqX6tuagyXxuSojhtB2JCwl0azXW1tQPdmWfHa7wSuPdQtdcRnhkMJHNm2RdiyCDe52lu
INkFTBuPykxufpyneS7v+6wxHQgOgStrZ4+pmz2P6Wjb14j8fec+lSOSAb/r1cwUpAkAms617E+p
39bBs3aXpj7ZOCJRYvZLB7kmb2xh76uoTM15LGnCnUbmZavDVPUDd/GyrK69yYs/kD1UhW+Z7ktx
pXyNuDltvCXbFiJD8ppbw/ACAZy8d0sK/WSW3l2B9Z0ioZtHPdvabmveCG8eAV7OHs9BhY/S389e
6cNl6Zv0tvVkKTAoURwe6sRZ7IcxnvzPKE3mUx0QJrGIuYbZsnT4i0adiMd1bpdtAXrHu0arKd52
aWLVt0Z6iHEs2Sb2jry0kPajUdZlyyYgDtZQ9R8SnwARjEfddKwSyoqzVuTAwmujccqYSC7vxsq3
71bxCR1IE6TPyzS1YC87CxWGnrvoeo5XdevEXQgbapwG6lgkqerY0CRTMOmjoUBKXtbuxtb8t2jO
XCThLoFFiP7c/gP21c7Z+5E1PMVj14MHpo2L6GPoxEx0R04sRkzGxNhE4XSYrCHVN1rPbbHNRoV4
Ossqx0IDr8Zpw70BdA1tpUuMP4BN+PvarRvn0XVtZPOFpjbxH26H3OpswZI5QliaMjy9BCWJE2EL
7lmUdqa+pC0ul90obdWeS0GGkV0VCTidIBjEwTHW2n51s1U4OCwhGNFUhNdRmfAvsCy18DnQKuTA
TjUzIDm5Ub0lJyl2D1M4R8V55ufC2UprgRlaO8S45xR14uhVFdJnZ5ENLMx+mS5mX4xyb7W5GM7C
vqphTzktKr6SsnY8S5wmhKuzqPRzkljTddjb6AHocHXTPvYskRDOYPSDp7oFOJJSFOLV5OL5KwZc
ers01M3bsvDdbO93gwPPhd2sPvi9VzwQ44K4v+sGGk9Ln5JPStB688Ydc6SGzuDCmrcnr9+v7oPq
wl5MVh0rNx/im6ExsT4DnN9fT1PqEfFHuXU/h54Ff61Jmmhvk+kS36uh7ggKxUS7T2TU8ArdhJQR
sywiR6daQIjWMvO6Y7c409Gux7w5joGf3voluqoTFQQ6+VLlmuXU9i2FcKVsggg59sgSnfOBA6a0
80enT9InzrNcIPckNgPadJrcjnMKiCscwhBxf1l6AI+VO9qbXCzNSyh6zigqVESR0ZQsQBTtvNW3
0klz+86VZQVsjjyYO98VoQXx1QZ8ZttkgpdZ1wx8HPaY3C4qbKHA1KQFbFWfeepqiqL5Hm+GAxS6
ssfLrHNkt3dJffo4k/80bYd51OkuiJv0rM5mZ5Wk+na+TTIn4l8XDKU3urSdtX/fjihUU2/GtphU
iHIJzg2mDTcOjZmOzfxTPri2YeoRw3ct/SbZofOUJ73QsdkMJrZvhi7fpnkPCll2KKyyNJA7dhMu
T7LyUcHZZR0kNARzp3srLLKjiL/payChhSKHK26jQd6MysmyPd1dJdGQTQoVWDOxzGXDSOmwkBHW
k49XTtMhINPJ3pVVwuyddvbyWOjC15Qggu81H/DLvPGDNoBaWNoIwJcliD9Xtk5RooVckfdZ2JKW
QpizvZnzXlfbwVPmfihWYTwZMzNs5t4iNmSKRvfQdpMdY/WPnBoIRWIAAUZSAWLJ0XSR2lCXRPcm
wrsZbX98iuwusk/CHqe7JBEMPeIlfFfVFTcsXfe9veFWlJ4Kp2SYGurUIkhhLlSC83r0s92EQgjS
azQTTbPMGCZ3uiLydpvqjBm6167q53DJ6sdCpMFCdk+d34YdgphN00rieeJqiOgHEMp2Pzfxwga6
hM59VNfiY59ocAMUiPTNwm5Rn4uFevKsCXsEeQXrXBxqkSzF0YyD7s/wcsQHhEARZ3qPhGBbxJn4
XImi7bYEDmbi2A5O9Jgw2FmtCU4BAyte8KtHVUrSYBWYEZV9uRznfqjPwzGtDS2mdLhXc/NVum5N
FzTAXaCKeUo0HM19BvNIIstqWzeR9a5jHvWlrjwiVZwcl/9pNGm8BUfhBpCOiNNAW9HNIJvUVGUH
Him2Jcbl+RUZOFO/cafU+uzIYACaVC0o6zVZQIEX+RypjrJR/OW5A/rWst1z33i+3mVFn5Y7z0tj
UDp5ysKYei+Yt1RnnERj3RDUNs3oLnfx1AVAEUOPVHC/0ta4QRnqNayPxX2ZZNlf2rJPXgIZFO1B
IgpFcq5LwHOqIy51bipf4YvIzItwNPSHRtnFvBPhahsurCi8aTEFGwyDoQ72kV3Ekj9cFKCTdDLp
tpL9uWyaT8KnrNh7URNd04vvH4a5Kj6MopTnfSBJljMTcWSYU4L6JdCYcSjLfHHFKUjGRaGX6KXx
297dED+i4u08upnYDknpm81SVANYLRMX9mU2tEG/z1GfXvlOZh5ENLfvy2Vg3C9NH3f3SzSlyVGR
vdkSXeuIT9YoYjCvY+zIRxKVipvGNIQ9Jb6LeZHhBzYFbZXFx6XxlzMS4cZwn4apVx11I5KHhcfa
35U5XjXs3WvzxQCF2HWhLj6mCE9BiJLlSGZQHBYTCt95rXM9Sp/ID8nSmCjhLogSG2G1EYgIxswk
xbnNLPT9xLgTsGQRO7jUZ4qFki8cYwZEClhjTiwexRzpA2LaRe0nmTqf08GeFjAOg5p2NNeQHGRZ
IE8m0g5NqNKOgdJY0o62qo6WckfFBKmf4TOWks4Wd8ov+bb62MFSHTmmc65CJ+z7QzkqAghN5yVi
j08wH7d+6dTi6ISWjHaz73nqwnL6Gs650e6HBqYVo5p5Zvcqw672Ty3iqnqfsKBB5Bm9SEI5hVrO
W1EmT1OzWq7jF6pJ37vynCDDESVpU3mDBU3T2HIbzOqtdphn135mwGsTZVbQOYxQMevBnx8te4Sv
rbP4oSYLuNslbUrYFGLb+NNEIUpDKJTuQ21p8YD0qG8o8MuKpKZmUp8Y/4OV9Aecf0k/zxV0kZCQ
P51MCD9M6c4QexvRDpe9kTmu7D5QNzpgKJWnsSYzIaoVu5ilvOkMFVQebZJqqU7GqkJCbwp6RptS
ezMe+0CH9XlnmgYMa6ToLFhT24ttMWcIcKEHWdV1p8mQPMRWD0tyCnEundTUzkSw9WUhT4vIJw/r
u+9XiIfi1adRTSW4xkVP70sRpNDjZN3FF5S8JMblXWLQQAU485jpx8OHZKkiln+q6wp9cwnQi/ti
Dwahq6hsyMI+NePgRTvTI6KR0yy9kzURgrovp74YN4Xj9C84KZyPahCaukikIIazoPPQ99a4KLT0
Vy8hntAHO88yTG3GsqxtOUiWqLEzR2xZz8SvztFYHaKgna6tFhspKXAxD2yUtNjuiJbl15OuTPgL
bdOz+xRUuVt3KGIw8gtYANqpKr/L24E90W2d+uT2HIwnNUtF7pKb8Jr14saf0MRFC4/nMn+05Oru
51tj50MdMWQ7qZYc5GqOxAAHc9Zmp0E0kKSRKyOH8stoAlhdoUvedFHuPXt1ln/QBc2gY7+QxYf1
JqmvsjJNsOCpKCN2Unvl25wOS70bio4VinkmKuhUTe5Zp7yBstOn1KWcdPx2Q2NiBL/XEbDODLFt
kwMKiKneunkhUZECV6kphOsuP4OUEh3tPskT5FwFaL0lNnGOTWogmc33e4sqZJqosgOianeMNRRA
48WywZIPTfFWc3YhyO8cpFv+jPfUclQpNnNClCvWVerM87m0gUe4lHrTRlG9brRXtLeyGqMHMdv9
eTTMnXUoppSLXmjP06HxA+xQI0u7YxKSjbhwChQsOyuY6/3KwDrVBMNicrTG8amgJ0JSeKRGRGnK
CvWxYSrPF8rHyoMZLY3cRLNR4V4JV3/KJ7qP576F3u4iz9re+xTHw3LyddLAPi8z3FBt2fqHMZ2r
jzlPKSvFH0fOijrySEaZgIlgr+Ok27WNUxeb3o9Kkjm8wRyjZBhAGvM5WcdaCiLs53oG3+iOpbVT
09CcWUtYmpOOKusjn6mGgxvVOSQxxd2XVF2dnC/NvLzhFjtygBukZY4fssocy8XjbplEnyFZT0g+
a4W5aAOScylKPQtEtoa6sC/zuXlTaDVwd52CFdc08n0AfOgn4NaVb26aDkgHu689PeqcOoEfXxLg
g5EebxG9pE+EogbIFBkV2ZvGcRFY+nYabeuWE3OfmdYzu1oYSl85pzD3aB54W4bt0WNR2dnKhwBv
tPZ3xw33mMzduGXJ7Wxm2ZIFATICgOU0UNJJVWNY1HZNxeLE2gX8OofxoR84cjqudOMuKt0SbVyA
7C+oWkqGOMvsxzKuxE63osHZt/TaHP209/m/rdWfI65JYKhmbJBNXNktKadzBqpeye4wgrRg4j4P
LoFn3oxKJ8hIqd0yiZtyxKpTBJlUFiCNq7AnGUP4ZbyTSe28hOMsp0Mr3eget2p9mfnDUt3ZlYxT
DNX5TIXXLMm8cZ14cHdelHHqoWtV4oZ5VPjgjyQTbq1OeFd+P0akAgp3SDYUBVW0Dy0aFxdWVS7N
xpek+SKGteS0b5YBI6jSg7qWSTQuZ5haJnFg0MZHl/VhzSNfu7G4cFsZjUc2fUJ+axSP/rHKQ5ls
SpHA55/DNL2Pg5wI6Uwh/NiOeeX3h0AZ1d2MoYXXusxyERD7OLJX70beFXMe1+OyNVZLy4NW9AX5
EnlEKmXX5vlyAj7TrdQl3273pQuL5igaymv6biqG6tWM5qHVqZNRFI/LU2wXk3sInHQ6S5uaAGNr
pqDbzlM2PxtXWafZkexIocg5k+xMjZ/9ojek6JFrKzZ+kE2XmQmls+2lizOFiOve2WWUHfNl4zrV
uGVQMA572+kZfDcx2/CuF01qnakYfe3eI3LtDjkp9MiG06O/qS1O8E2AITu7HqxIktDJQWaRJu5G
4lSPgpFoW1hJi//Ui/QubJIo2xmrW+xt2heYK0NfeFAslgBUjzdXX/zSiq5Ugt3p4In1K7E7H9Gc
r9twF3LFkhtH0KHeeoIm5YbHoH+PmXMg96NwOAhZmho6LtZF93xJTfscm4gKbfalFT7Ophpx8lau
cz6PRuBCYkZ9txK/5P0s/Q518phkQMB8ZyihvDR0nJNwdj82VQdLh60YuxjNApIAZ6cU3pafAVYz
BBkC47nhMN/gtk3cA6dVxe13SHNuFIMSjzYVGLnfte4IeR16qAZBEWOdXMwUy6MdhDhtsyomc1W0
1tRtTWVb5BksqcTXWHKH5GrRETI3FYQ94g2amSF6/Oguz6fxil5CRPDhnE7Q99FQQflQdQcFO3bJ
rrbHNWmVSV/2YXb78VpS1LJQGy+EU0M7DYzSwHnJRborzcZZjHhyqoy7eurMGP9LUYRbhUL70vjW
UGzzUKVfMnbel2oI48fO6mcf31BKDFDmayYuJlbdPS8ZLOcYP5onr5HdvPFCmX6SuC7MSSWL5Z4k
N0lOlD5IiTuA8nZDhWiWU6izar7tO4OqiNmkIs3Cr+IFe1LdsfeYuIvYl4ce47+Q07Yam+4lcghx
3ZJl3X22ljJ6sTGG4TrqR7oWcwwnCgvqUFFS03W5aGjcyL0ng+CSHFLufaDVTHbWtsp+6jhyUBZW
E8DxYSoe+yizP7Wo2t1r1da0yLTMBm9n+/wgZi8YAo1qRUiybZuf/EC4jK3plRFTaCAZOMFRcdy4
Wy28kICdvM2OI4qpdNN0FPZ4aR1zC2nIP1vypfjktdLBzN5azgvbx9i+oYaWEFfTJYo3YUQBsaPP
UPC8cx0Dg2QHVCO0hhDsc0cmzbK3YOxxa0aKSYfM3ge9R8emjwxftG9C67nnasiFOYn5Z7R0ZBpn
poSJ4dt69HbJRBGlaJj0Ow5yA+K37y3/tNjS3qsxU+RyeyUhBsbrFoJpK3oN9B6J61SVG3F1LYwe
tlEWDe8qr7D0Fsc1VgDtaPtlTHxOCFqYjMUClCj3eegX8UXazUhfXX9QcJbycuKJTbhIXoRwQw+i
HWsmEYNIudiLaNC7zlvX7GJ1+pyDqSoOPAvM9hpVYquuveKm9MxMHdMMmPpyQdj90Y2t2jvIPBkB
5PohtyjkuvKZra6o1+dBXBdFIj5HlsC7bojDJi/BqvG16zbCwKmYN63IDZYDVmazMHpoFwsmeVix
YDQVBmzsnOFUwde4bUarak9O63GfwnyQkpulhwQhejci/Bdh22rad6jDF2CA760s9wncSfX0po4q
vSDOMWG36UXsrCi8GS//UHX0HNqwqk7Y9aqWV+jZh4q6UE/CZvZ1lmg2/XsaNh2EbeOHlD20MX3y
lEe89J0YJJ3qpCkavHxyAURZ9tzc2SkcOA5+0+BpdweByQCNMheXWiGXyy2tyyMP3XBjN1yInaBM
uBpmTntIImPQKqdKE3hvZE/nNjYN2GxLkM1Jg7e6lmqUtKJkYJ7o5TA8i+0GDqJJ6WvYUT696/2W
ToMbyrdjMuI7DPJQg+7mHtJuhGfl9WYpezhgHV3jdBPrRdORFMr7lLNh0VSK/OWYmhwQB9rxFiFf
1z7y6TjA0axSXihGVWQEaDNcRA0l0AYIUnBkQ+AmoyczA4iryrjZxY2x4IO0C6GgpUpYjpYKO1JD
fTciTmWkNtguph0JfcdBRhoK5TM3mjiP560UBkWBA48g2jIBJYN8KLLlxsrSNDkspROQuNVJ3VxC
9qziY2wg551mbZMa4YohLnZzkHVQ8x3VvqefW3ADMmHg7oSuSVqLeFy2EyM8fbRat3wY8kVWpwD7
6Uki/3EIXB7j9wXdXH8LX6K/C70uaC7y0hZXfPbDvMuRkNykQeOBNOBQgM1cSMCTg8hr+s996l9m
SyogmBAvDd7Bb7NiT5dLms2AFLfdoEgFwtK6VeofSiz9cpsJUbxJREWSeF/G0weZNRWhsnUKDa2c
PP00Z7FlCNvtDacs0yBg63H3zhLgzzYLfYcUHoMT1cD1g7rf5cskiRsIg3I8kdhdPndL53Ad0n1d
Xw254SlsEgMgRivZMNGq449h0boPvkmgbK+93hHjzIyhIxducRCL9D5HqO41RKqxfRt2HvlMbUwr
MUkti/lGVGF7kdRv2Eek55EDl1K1omSa3qFt0C/zNNEnSbO0IZpiastj1Rp8rBx17M4pLRDs0jyW
oCqSsgz3Td2QbD5YTLiOjVVl50UYFcE2WWX7p6pfgjcJN6OcfXQM+1vJTdmhHYRrmQY3mWwJwKy9
8mVDzpuPeuaK6o8bS0lDLr3wvUanbzLmEz2uXzw+X1qk7ICQkznqo0fGLQnBfwujyGPTsl4vrGXO
5Z1bRZV3DbxLLzdxnqvkTeNCwrv0izAbnoMi8Uhbd3K6y0wp+1snKCpvw+BRYWf59dj0p3kyE1o0
Ebj94aT5WPF+nNX6lVpCLo24rNJsOpsHL7yxgd3u2eS8g2t4KL++3j/S4v+tL+bfW3eLov0Xcvtz
gAxXH5bP9fd6+6/IhW/K24jE1ThAv+BhhcJqtkLpvilvgSPjcgwTJCQevrLQRt3wTXkbOX84aOJW
KmgSIZHzkIj19JIkFk/7j9hF9bKCwlD8/AMXzVexyPfiMBRoPmoORJsALW2UDj8+JZkvVN9a7BlV
aGpMWs0iznKNX71nKZ0kznLCYXSGLrezuvG6FcGYXdjG3jHFFbnA32GtTSsB8g4KfhtQxsphqszG
8iWnJuaD7K0OuH5vmyyanku6RtFBDulsGMnYWUkFb3Mlyl3BIM0LNCL6xqzeM+WBR8rmL84FpN+F
Or/feMzCk5Fi8AiEIWyxt6j6Q24Gw/af5uP9gD5kiBaLIUbW248TlSDt5ox8+MmyDSkLzE4PvaHt
vrFqeh77Cp/m+RQG+Ud3MmdxwLR0m7uzOFezP7OJhWp8QiPpELsl2hYX3jQfcFc75bFOhoekzqry
wE6ya+cWSkMaFofachpsnozeDkZazgcX4guomJGB00IX/sOs8uG5jrU6NRMNLRgX1en/L8Phq7HZ
CVE6/b3r5epDOXz4YQmu//2fS9BB4I5oCQs+I17a5iva5M8VyJ+w9BAdwx//Ct9jAfyHSzmEpotO
Ht0RihTksP9agF7wBwos93tC/z9YhF/p6N9pf/j7MUN7aOzZqVmHP2l/7ElUlqAbyBU+22RAdNzJ
342glepwvKsVbrTlw+B5t075wcjbeHwcm+Pg5rDZ5J095kcvV9s5v6yGYt/391NabJr+1NlPnu+e
vIL2S+XsBSCnLifvz5xi5864VJvBO6Ouwoy0PV56Ug/ufOTastUXlvrYSKTGe2c5icdwvrNXEyZO
LLhuEQd4fTaIlvW4aRhvpg3pp80JZOoxVMeQ4X8pu/OGfxWV9i4kNb6qdtyaN3ZLRlL3uawwodKc
sftbXLubwf/sN7dhhWO67e51ne8K9cVMAYimd4ui7q3aFyddbgZ7ObM8KNgFVyJx6gLvqrCrQ2Z1
m7l6FxcvHIFbUIPcfUjCGimrMpI5CD6ckn2HMMQuPrpKXTbBvZ0SwKc/zF7zFHCNpzRj0szUykPJ
VKVPGKUPSGYPVSMvRCv3kYd4Y3bOLDZBRhpoCfWhEYS7UNEUkTpNzbJz5i/zxGZDekp0t2TPfnum
JU3q5v0oLiQamIAKjZD77dJdV3jv1qFQCq9jSj+CsKuWeRO4p9L+7JiPsXmwkg9OSDZn52H0gyG+
vAQGU6vIbompf8CDty+iE+zcfVcUdLkxMUbv7MycLVa7pa+9t3xrMwbDVaoJmnSOaQMFGJ4g3JBk
RZIaEpfFeIOuiVYBQpd+PhQekCjpHb9W+SGhnAojxqyuPZthuLtz3GaPF3Ev6Y8ABYS3Qquz/VAj
N0IXSGKXv7UvMNKfZ7I/5oYwXZT3sOsvlO1uTXPvkb+af6p9Mg1zsa0ZNqOGncGudd2zPWfkztN8
CPBO09ixajDxwmOgzPMdkHIFJTn00BbxV3miR9JytBp7Nyf10Z+iy7DSFxGFap36DOg4GuIbBf7X
I6UFbmLtlucifNL6/f8i77y2HDe2bPtF6AFvXkkQNMn0tvIFoyxMIGAD9uvvREndXZmlrrzq15Ze
zpBUhyAIROzYe625aA5y6rssOoJaUq6BN2H9xMR5NXraaGW+leUnZuXcJp5UCzLmV8bzO2QwIZOo
sOFt82trmzRLOBCTscAFYIq9dWwt6horYsR2KFOSjRgHjCAdEViHGWeA0voqBdRkOTI+KGdKScav
6Rw1k7Fxxym0PWICPYb7fHH9PBj3tZiuZfyRZHQt9v57m/97gQFSauL30xGEv5MJUyKaQaoYXpjF
j4ypUScfBdPzEe62O4aLeZNYpCsSR7C0/tlucqDLiFnA9SG2ibR43FdFHE0ulDmLcKrEhVh4I2Py
jzlXBxqjUeNLOd0tID1R43xPTeKE+TMGAYG09W3O+3oVjQwIWwEjcrio0ruliRj/byU8vZlZrY0S
wrNe6fybFmQ5/SnQSHrlbV5PpSAGmOBt/OXs2t9SZAV5qV24BKpKYtC6Y55+Jg2+m0EiiL02PhRc
RInhnw1947rXXXonMfo600e6xFVo+6ebulbgvyiAe2+WgliJfrMUj7oSNzbo3xSE5DKRZFq+Il7B
4P7CZGWFYK9+ikZ+8LuuNeBvl4BqFC6sZ5tAs94JMstB0/y/54zeziIHnt7IKjLobtBt5e4X2kco
gxfal067033wDHe2eyy1l8Y7TvFO0J9jXTKf9OzMW6/Nx8m5SPx9EYScV3DyHbARsZh+4Fd8ezT5
+TQC/kDnCoDMd37Ww7/eOIMnJjMCgFFt8KVXBQ16ZqLeeRbLB/fnrXb4Pz+IOtkyuT3Gmnby6wf1
YBp6pMOML0kRL0BXrphDf9pn/iFpPvos77evRQENII06QicEyDDtt582+vqkmQhIN4129kv3zouN
I43wQyKrw4DXurSZMjG+MnLrZaxJsXasveEcRbVzpL4R42UBZ0uVUJrEnD/6q4hIFBHdAlox8llP
CBpmn6eDzt4pAR5W93kCQdV64ijNGqy+aW25Y/3fBkVzzAZ9q689m77e1CRkdF8h+e0pkW8WI2Rq
ejm57Wm6RqTZ+EwUzBa36m1L+w3vRBi4P2bH2qJd2Ca8mJoHzZCJ3oBtU2dmjU7zdZDWsdKn81TQ
LjRYSkbomQwxzeSpcH3W2OZYt0mopdohKZAq/pDaTSJw66Z7vyOw0yeULJ5CNVzBLjGBQCTSDDPD
oFYxEYq1qGAe9OKY+SsT4+CVt4hlWdXraKTDbXjdpuU2eJ+GpI1GSPsOiog59Fqxd+bn1HY3FmiR
WC7AQZn72fe1x1Aigw6gX44Tc4P5m6Gfhd+E7gJdV3uYc2JMi2+zL0+6RNLvnOYeYlrwwze+edwC
ehVak4EM+dyLDJ7ntWfc5fJ6UId+pdreDewcLqPPRntOBJGzzc8dQFbPqg/CxieV2cjCHhVQZ55H
JiO52CLkBGdL42bln6TzfrHm0CVtyeVttSnalH8SCRm41cTqSbiiCxS1Ozc2/V7aQoqspGaxjpAn
H/yCxMXEZ//MnNAexrDwbAIUsrBDFZdX9LK4dQLBCFsbei0eqa9mw3tfGBckilRQXwH7w4BKCqbN
ZDx4M0PiJswpeCzek8pkvWfv69utQ259QrSjne5sajM+rkzdXdDaHBrjTdA+IR7lRHUyu31p7Ttc
h2UlNrH7BFZtN/TNwXNvFDN8xkHoW4irY0opEUvVFDIaBhZdIyqOMITAvXKyb3FPyJ/YxYXDO6MA
3QaRLiJpvviErZoOf6wnwWQiI97xYdBcDBA6xZyenJysZQlE1CfyFrx0uiBCjtGGdneL6dwX1uMA
8Mey+w39k5NRg1l+9OGiNT4GZeZJ+FlyvwC6icg6vhN8E1+7QSq0Nfrbpv86ThbVFwGQQD1t/TTM
lASEko5ehAfihHSUGiYPTfmjH13qEXfnV+ZdiYGvqMejIcnaq39U+sFVdzXj0BwlCO9WbEGstulS
498IkpdsGHlWwU4zxasq85gGN5R/o/99cQGjptR1wdZb2CKNpwbajWOEznJATn4hLTZxGbBRaw9O
9txPD5z6jxoa1mBM70UBnRkZilGqbWtex2iUvbo99N1XreL3sl9G6MVpkIbItU9pnNyvJeXI3Avh
xk52BD+mA0TWr2X3XIv6YFJrzuLaBmSs+k96lj7aKH8WuKxuk+yo76zuoMWXXbBLfOIW2CnbtYn5
g9P9fnZmRqNQxLEI4Qqi6J4pSJGc4eXnbCFdVHgej+pNIXhfJp6V+W6hHPX7Z8+8TNYW6PAcG8SD
ZjyXBhBem4BHF6iMP4Wz+VLpp07b1Q7v/NCHaXUsS0KcIYJb5o1xEGkf2ug30qdGS09JxxpbiSe4
i6B/SAPPSHKk+GBgcO15yc5t5sgql32zpqaXamfN5WYApSZT0tEL8miLeaPH3XVj+NvEnQ45SsLC
PVotdQvDANflNW5fEwY2gWyO/FpoTp96dMblj5JaCVn9xnELYGd0OemQZvlT5+m7pTLC/L6Yvjkc
e5qqP0yy5qPvIB/u1bycUkmWcEyWbNreat1dI5ZjDLC7RIjvtnRNs0O2oNMh0zLpFWlJoGGtaeeT
Zgg3F4ZyoYoHfbxIW57SAvbmRaN9Nsby56WoSoWGdiPGIvQ4ryQJaZlof9FAUFZ1jLCRejhb3+C1
1ems8LSih5uBq5t8XONoEQ9SlFLVJoxRevYhwcnWb8moR/Fnes/OfC9t+tBdAaC7OuX+N0PR9/ZP
fWxcsLHvE8C+qYO0aOt98ZfTEBzo52yFc4mN/CJWj0I/9COKs3YvhsOgf0JNhUT93GSE18IRduxr
zdlP5laMt60WZgNa3X0dn2x1tqb7WWya+FBQFfjGGaZTaCq5ReR86BoyGrXv3fQSc/ai9gmclRVl
shZc1IJgenc/Nq9L+VSvnyOLK9nmUO6bzeA0r+SjbWMcpflTUxGqLBaWFzPqpgeCXmj1c5DgoQ2w
Y+u5uSkT4sina8az4ThCG4diOdfelcb5W40N3aNlg3vt1c8OYjAxRTQXaoRhv0Q2Z1ixS/TpwaiQ
9V4N4tPgvRpm8WiQZW8bP6RFGUg4Z16Fa8O8mHhOlyiFKbXoHExSM1xep6HdiiWKS8b/6D2yo9XT
souZI5E80YaxLUNa20yrWcAFK1ENPvN24QfLl2xLSwyBGLs2j+rUI33h6Fq7mxxwFbKcgLQLn7FK
E1dbb0jC1Di1LKb4O6SyDoPxuAT2rVk5DHFSXhaxF+0QTQRKM/15bljqx2qIZo5XaX0/dee+b3A0
gg+P67OBfYddGUv5xid2J/BeONxfWShWyuYxnr5r2nwFMPyo2ePWNGFbd+KHnjmbRtUc2I5lsKMr
wQ/zCUHeRgWwmOGAO0yklF5eBqCyYjjxsehDJ+Y4/zBaaiuZr0ySiFRgWhWPNZFBm3Zytuv392fO
R4hUkWluXEwUFW4MsoYeMnCoc7VucuK0tLzWaoQui19j0nauTu/RDH2Q1FMJ+4z84wWmKg97jmxp
4u5afEMHWmuzlJemib0QNDshHmExOGQBsZ/XSCQDGZb6IZX5SSG8E/UcijTbzQWVXHUxkPpMngAu
DYoTnEiZs5X6dKXxLqf0VVT8o4G8j8f6kJZYBLybKTgxdGPetCac812sLaKqfWITsUzLR5gOiHyg
YhW2KbmcLU78GnDTQXdQVCGZl2SOWsjq0OFK3QfXSpVidddI6B6tGheqfTBmGSFrwkzE06PXl3aC
tye2ObQjhe6f0Fxt+y7fuTFPKgNdFKxuPhHwtKYxyMtaXUt0571ENbieWqfys5k3V32bHJmtxBuJ
NF0MFBL9t44lc3CLUz8Yx8RNIt8eOa6226m5WeZs18k8yt3lGFCIIify62TnufIbc/xoYNlHW0DT
hfn8FJlTtxH8jjgkMJ2xO0hjK0yqT+6R7yDx0iIWY6VfWDphxNC4cTtEtvtJ+ve9spEasP2VLzzN
9spH1/e27Da5ShF+g1tK0BXHrx3S81TDlTJzVK6WcKyewEFEpcXvTWZ9+cihABNZhOuQVPeFNSxq
689J4e3L4RI4/0vSilNv0yDPXxL/RQpKynHYr1FYUwWTvyuu0bBc4bg5LqR3Zea4pwnn2MVpoHSS
ZXb37zvP/xdhTHRv/9SXvh8+F18+t99+bU3//CN/taYt6z9wU67gHuadOhEwtG7+bk3r/0FfmskP
THAyjuAQ/Vdr2tdha2JIwBEZ/IxAYmz0n7Mhm1BNzrukzIA0Ybbzr5IzV3Ptf7c43MDkIOsxullB
L/TPrXf9BU1DoCU63djNXjdeG3hNlo1HcByD4UkG/tlomsSP+i7RiKTP9EKdtYFx/PMvN+zmr897
Qxvim/52GTASYPfZNhoVb21v/dJpKSHbdgixuQxWSkCP02QHoKFXk86QjfFrtiwMdXKvLl76xjXR
44DInHe5y/Z66Osm5pyLj/sYJ9w6BJFJd3JFq3GaRQOS8wftMrn54JrX0/6vt46WAzCslcDCdTtM
/t5ec54vgVG6lbUDmYZ0xirnfRZ76qpiAbwYEgSbSsTpXadUvtP63D2ydopN3vBCJxCdNm0eN+gh
05jm1weX9rZr5EIpQH2GCxUGkK7/NQ359Xb2OrfO0Axr54yGvPBmWOkBOvkd4vUBrepyyy5vHcvO
7NAIEtOZLVCaCqNvig+u5G1/5u8Loc2xYmBXdsO7/owYm2Y2mtTeoSgAj23LuPyOq7a4cZDfRXHj
MyCMl4UBIBq87Z/vwvtn6udNAIocYPKGieSv3b1fnqk2zhbDjz1+H9di4jgNUwINts/J4Bh8jhv+
mjKO36rvP2gUvYOQ/PzW8FUMziQe7xUEgbef3PVtrI80k3dlwhhBahPYco0u2QHDIfE6jE/bo176
46aliL4b+9kA1j7JW0/ExBf++S78xD6/fUwdymmCoOBXMNJy3z2mLko+hgu6uUPBRNZp5mk5mS+G
1SSbSq881DCqrHIiVcwZWSqcnc+1sdAxcFHcMY77r3nd/89rzqqFu9zknbFWlIb77jUfbeITY8Fp
0W9surn20DURPLr4MunFmiPhFvGnjCg2mlJ1cZXZ8fw4aFnzMDh6VLilTsYrLapPrT1p5ymnOTEj
KDo0i4qf/3ylvz+3P9dFSAhgcpjev/sFkW44SaYzWNLmtMddQsMd4sRUA2VNLs0iLq7s3rbv57lO
/hrv/s9Qut/eXWhrGPBd7pNNfPg64/z1sa2aJR7apssinxyuyDBrOr5VH2jY2LRa/4Qe0Hw2+mL5
IYJ0OuAOTDEET1mEsVF90MZdMZ9vlziuwIcQCvVkjSj7+aD/8gr1eZLrE6byqMkywoVEM7m8qhXL
2llZxXKHHbKcTyYr9DUyHt9EJ4cUB+UL5X6oaOLcdkVjZRer2HJ4pkUUkipMkY3slEbnUvWcDCx9
Ns4kRnAArUw54STBNsgU0MOMuRUzlo8P1qTf3wgQhOwxvJ0GNBnjZ5v3l2+VFxaCLPIiIttR6jD0
Y38wSuZmY4qud2gqK7IEuXzMlvKv00B2pW9wnPrgKt72klkjVg4iUCv+Zmfif7z9mVmSk8ytpj4y
3RqtRLcq5zY0nIzLQHmPpSzs/Z8f6X/4MdlcoUGaeE8BlfnvPtHq26k2ZnJJ8f6Mn3SrQqyoCvvB
ROflh022INmDinBulqo+B7WjE+uw0GszlXdbVvJbZ07F07Cgy5hnM3+qK5fimqZcasAZ2qYS/7WD
1ANDpSMrsglw5HPS0Lyvf/4eP8mDbxa0tUhwqYzYew0KrXddeEsj+sAX8RARGwviobV1tXNRbL7Y
WtJcVMbgHOIAfDZiyfpQL8kcdrLy7seuvp3tto4CwkA5bZp4i9n2dk6GRboRln8dC4sTDCvoB/vB
T5LIuytGyYNPnnfaRWC4vvK/PHA9md8azogxou2d/SA0hBzHauyvnbmYb9M4NQ8mLwxtI1PeAYr6
GpRVcKZlnmMKaNxst+QzA4eYRnDlu+rarKw+xAUoCbuLl/l5qSa8WUs5XeeTevQSTRyHNr7UrBzf
3eixxepITa+wjosPaqDfH+L1NUJfgUoJtcT79cFUfkPeB+NyABvzuRNavxusobqmkpuP6GPzD57h
3z+PCRh1HNgpyyVx4N3+gVzbcsCTrKe3qXzBCfmNoiNDR92OX/QkQzX/52ftHz4PN2QQINhgXsHv
9/aHa+tBKkf0Y5R1jk0H2RHftWXyLoiGodk1Ns4HC67xW00JwdEFcOW68FZJjXj3pHgiL/1ET+ao
bisQHpaX6DQG5f2YiYb220D/KGXfwec/7BiOGxTCfYnUIqh046ZHxP1gKVvfKiw0H+xL7w8KiNcc
EJAQcwJKOV6st7diVHRvuiyeItxQYh/PgfGUxLTUA8JwriZFZpQkW+q7UgOAdbPsPgDT/NPH+2vO
gM7bz7v/bvFCH22nJuK1aMFj/ahrtfGKeGev4VlQO9VhFpg09c3HhnpKc8374Mu/o6GuqzXPAHyY
AEU8Leb3Dx5mu9Ii72iMuoqahRZ14Dy0dt1sCxzePU2z7gFViXej4JBlKamSre4N14CxfIwcvoW2
ra9jbYOFVu2zvkwe//yc/nZ30BShA3UtG1C2z19vfxy36LMR45gVuZQCh9bOzesqqdJzYTbNy+hY
X/1RNncpb1VUFp1+/+dP/73ehRbM3+ypur5C4N5VS1kHz9oKOivKs9bU7rSqrx5HRqkj5hHeqrBo
KzhhCfICtesErhxGBFV7MIxU0BLLO/WvS38uCCFmYLDToe96f6rFyoAlTJQ268RIeMOAi5gUokpd
TpoYP3mGOvdaaR//fBv+4UfweEco+NGN8TC8k2BgC4inwEJZKRJgKTCFB+OHcjCazdL19kzt5FcP
Y95B+Tn/DBrUR4LgtZPwtlwj2At8JGo2j1k4N+DtY4DfzzXTwcUcE1szWX5qIWVUZGNWHmdTb05t
pefyOGd9Q5+K/+RMSFI13ljKwGdQ5k25PryxrD54d98l0vL2cF0udTxnovVncd4/H0CPlGH2XhQL
/EuoKRr8CPgDSUZX+rCkdKWdirxabkwJR92V1j4buo7uY6bcIylMA227wfTnA3AbZoSlmDk9WHiS
vbBeUuc+y0ZEI1oGWmLfjSbBrGWqTeMHJdvvqwBoNPJ9OMkGEOHAob69vyTZYH8wFP0Q0eXxYe2W
FMzNG1oO6ZDOJF2Vie1uU2sdy8YBY6qqKvHQecJ2BPZjNav9mGHnM0r+JGav1ZtrzTOyuX/7KKKB
hJQKMnGFJq5qyF8LDq9yVZHhVI40mj+hKGbnqHr9GZdDcGlmc3HwGzIdHVT1s2tm0Z8//LdNcw2F
ocLUQfiYnK3X9+SXasdumUSIDBVwMFoaw9VkuMHayTDe4PCgt3HzAcftZ/n0prziA1mX2Rocmv5o
qd9+IA2GzjVSC9mxV/ZfauyNa5rLEmrI/c+xpdnVLrad8cCe6m/9JNB3YhLV0YQTtIUuJa+qBUu6
k6TdhSXXMcacrWGrBd0QCSrnBVyVvRnnjvpqztQHJYZhcXXvrp6tHmmPSZ3h8CXeXn2a6rgj+0yP
Sp7wK6sNggejtLqLCgjHk5w48xaTlkpME7M6B/Maxwl2PKzx19M9svIhalyRlOGff0RjfZbfXtaq
V+cvIDsmytX1V/7lV8QDphOhYzFCagGo0rseuhmrSlw/Zq4dV884PfXqOMLXIi/VHNxqJ/vWBclr
eSflxA7MAU0DYoZQsL0MZjOJo1Fq0KvGZuVdWG02OOfaJA/4f3HhK68SizltD+893ZYnwSxdAhwi
w58YlDaBHMud6N3gpvTc+FOpGrRisVGUtA8t6CaIuY3xtYfTgXWQDmm/cTTAIDhcS0OijMEOhKse
GcekrxV3Z/TObeoRyPDRhf++erNbYfgJEP1T+3nv9o+xVmDVDIOE3UZn4JRYhvqMe/XaKKzkFpiR
iiShOa+g67TbxEy7B78q8u2oT+VVrnixP7iP/3A569EUKh8BTha38u0DoKyBUwc1f+R64xyh/8fx
Z07ZqXKd7jLu3JoJU0rkDBO6E2wVpjkYtS75H0fPnJN/h6NftxAMbLwdsMi5QxA43l7NXFS5KbuJ
Cier9oW1mjF1WY93uBDitQ1hXuCKbyOlGv2cuG3/OIkJ3ZndDbsFwz352e1yQxRSsQ26ofigbP+H
FYgTkA/xKXDY5X42/399WbB4J16rN0vUxqRFXVa0rzcBJqj6RptanFWFlaXeszZrau+Y2qhHvjZb
02sWJBRAhZRaBV7Iq4xL+mf0kmPHBRjuE3kzbzWxpPK0mAz8sFcx6AwbJ06rqFgyysyMU8tHt/of
fngCeNdqkubImuD19lb79ShQLw1GVJYBeu7UbDmGwjiY8kSD++F0y6VlUkeMcGPIA/BvrDZ3DwDU
gKYww/xgfVytOO8XIpZ08kx1Z1Wxvm+zu/x6JG7zHKauXI65XpZXpeLXCEHmMoBXlrFTs9Vty4Bc
2nia0X/onX7jS2DvaTPoB8W4HZU5awUnkwQ4eQXBHDleSwwvhDp0u4XVaw+eM5ibTqb5K/4R9N+5
+pJVU/6pkJ779MG79fuazxHW5NsQ1OFbhOW8vcVtLmZNIPKKTF6w6xTo1qXbInRDvS0+DyvAB08n
UgsdtyMci+B7loxf+CFqpDdzeqd08RGu+h+2IXpiTA1Y4dbO2PseRY4xyRTMW6KERtG5dbsaRQOu
AdrKS2gOxrx3i6J/CdiVrlgXIMhQxG201nB3C1/lGuWOvfnzbVpXmLdbEJfkY17idEOH7P0KNDCS
n2D6x1E1O+4zVn9c965TXVLTD7tUq7RHu/P+ttf8j/3Xf3jeaPnyrDEXY3JASfH2t0FONvTS5+wA
e9He0/g0D6pkJpt3ctobqZQXARfxkrV5flF3uvuDifHn1BmYa7ulU+1X3gBwvYA5O0CKCwcMz5UW
oDAUi2Gjcg+Cbl/JwdgR41Ecl7KOH6rBzB/YaM6dtrTeB3fR+Nk0+PU+2vys64vsMVmzOKG8/0ZF
a65bor7rMGAEW2ta3CUEKOI95IE5T6E21ISgIZHwsYbqTg2epzeD4yRVh3Vx5sgJwELh0lqkNdZP
JartJDTLnIS4qRt082rWYblsdDCe7StGrmk3MI7YLyW0se2Qm3YSitJ9cEQ6o7oxEDH7xK1Wk16h
W1qRsrVTlqHWGKpGhlZQvecWFmnyaQU6HkV9DPGptccbQeIB/WdYdqgMUpu0aVTgKD9EZtDVJBnu
ZHVdMu6GakCZ7koi2sCZ4X2zjUkLwhL7LgUBLNviGNv6eOWZhApsEcLGt9w6UGJ53orvbZ9ZhKyI
Cf1XwZx/uED7WccHc1hxNNJUXccX1HpB4rYhbmnktD8y04TSNPPlgGkSZhEyHoC22hjFgs6sa66Q
1YHFId4WdHU1wXLY9mOQIQLxnAZW1QRAE1LErF30sWpe4tiuyfpmestpCTpDvqlinZCqvq/Y7OHl
BRw13L49dE4zHLtiUW1k+USKL3Hikc49tNZ10IE7OhkVM7adWIrUxePmo35KG6nH+1Gp2thbGLrv
uHksh61Yb1QsUC3xNgrEYZXrfZNNKcm7//N7/VsDngeS5RyOFuU6R0PnXZerbmAkpSzpO0l64inX
BfnAHvHwptFkl9YiiwpDYFFjyhHTya4sceT8aHxwXP+t17YquNdm2zr45thsv6u3dLsFfMeJkRyS
Wh0LESenMnf0XeFnV0k/lkcrcUHnaBnd1KS9kFPrILQF98pQBL0jhFf6QFn3/c835/3p6a+rosbx
Xajn3uoX/bWUANDR5c2SIBma5fi9EBPGr95rbwaIgC9OUlTRnz/vt9qFFY6TGhusiaydT313/qjF
QGJ1O3g7P5iCc4637NTqafHJHyBqZE7Du5HY5dXSy+TYLRKSn54O6zHLQG3tCqgFG3jVy5M7A0zD
hpeDPaq7cVt77qVOEuQOJO8C/21AzGfrnaF/9DTZznqJbxY4CkNUjtQaxIFSfr37JQN7cuC0El0N
U3DBNW57rX9sigZTKkI11MjY6NJTXLCg7XXgFfcNz1+y8fpFhxzvGGjlE78b9wJuVhUaA4farVtk
1aesy0cPMbo8qrREoWTA3yLZW1B3D2WG4Lrx27IKM71WT21pX2jx6kiNvdFJT03XteU2E1U63abS
R7CDl84F24J68SV1l5GFD0INyaN9hj8mISI8P3RjoohZgc4E8L8fquWYQEhW2MLiud3m0ndO6/k6
CE29NZxd2SbVcAQIIr8Af8vqKAfLuOyIxEu/eH1TFgdMVgSauoRr12Fht4j53MxY7BMGdRMYiN/O
50XQGkOzxO9F0679xgJRqAeaMO2XtC0RpSPCxtDE1mfIE+YFZKYTFEwr9KXlXBW+hTQQkCiijHxY
xs+2Pkszsqc8lyxpLpje3l0HTChdyuTIWCyZti5jW3sHkJmISdGsRpHa1HUU1tPiEB5ZZP54MOqs
KE/Qk+35Mm8l4JRyXOr9qI8xsjmW9lmvl/Vem3dxFVAQzR3pNBtkXvZXFiD/xnGCvob4lEnUxaUW
MG/MTQRs0jrQF2vubUuV2iGuFs4SVu4g/kSG212PmlzR4A45JZsewS6WH6Gbn/xMC266PPHgGxiV
0HdsRQFiQuL2QCiOwJWXwilutEqhvNTEMFxO5QjQLIMdhkXRLbsDfCG06jGuKLJCe82ddh0JnWbE
vw1A/KU0hjc9sJLi3mtldkWd76WnyU+IITTapLzPNBPQxzIVXfNAkkzf3XheVZL9YLMx7SDGad8E
UBGEcQ57JsyjznaR3CGd1BIVDFHQgMjcVtJsu4huOTSXdLDpkqksay8gAMFXKWbb9TjPC1jJWEyD
DGupG4zNjTVkMBWtbC4fg5zu0nnyuQmhFwvSZB097/eSg77C/kmW+74GlzSch0EY/EshEJyW9KPj
KNcyn9TapS7uSrbZIQQgOIeOJNXwpjMUho/c77Viq08ksoc8jQIkbe8ll6Vtm/kuXqbsjlAzUn1z
yIzT2YSfU99rS+0Sisu7OR6zFrIGNM1x1vZT6YDtswEOMh6bhMzPy+zFCtubL/nWVj0VGM1FkYLs
HIZwpKEvvwsHDeNGH/XUPsl6cBmm8N83h2AoAkJ3M40gVDNrDJx2dDrtnebXot+ONGSXax49iFNy
tHG52Sn8ygSMjRe5Pp47ozP8+iCRErOoc2rhkDcGr6Npd+5WGhhl8M23Z37Ijjm76KdjLzQNj6yf
BfdtyRj5hgVlmKFaGRMkuWUdxYxMQR+K0WzZvfyuC4m38XD3Guybl/VKntjYCaVsZNhtDDQEsbAA
42aP9iZuOvxJkOrIUcnsObiXHULDUyln515hg//mtD0A0qYagOUTEGp1kTkWMsU+azNl0+g+dpum
XdpPkH8LZ1uTTtLshq6GrawZBZHfbKcYd5UeGONRN/MegM/YZk9i7P3vIzCEJxscZLN1NCzyG91B
FnDRFKW0N70cfWeXgHOlZO4hlWzJMw76jeXJ/AtJoKPaLVbVPbmMe9s94o1xoZ+nLXg0Es3G2lZ5
EmpTkWDYS3liFEShsla3XsoXjRC7UDFOJgCBXe5N0wUJJ8XX3PA1uVNB5eRIHZzFvtVVrU6jHVPx
gdI1RqZtbedepnaevmpSoOIxQTVN28pJqVYYrLdq1yDxP7RdgncpKXpedTrZYwBtRqEddgpf3epN
rx6XrsUY3A1C5ZdrIAQqU/oF5mNgdfYP7q5TXkgOWOauo0h60mYbhwZap+U8Aor6blltR7t5Gfxi
Z3lKYf3QloIiOEPmf5c4gYbi13FGcz9BM29w2XbJACJySh77tkbs7DO1s45uQi6yRr5xfxR9U913
9AEM4GFKzpdTpgGek6i5RFRoxjhskmCRImw8RZHmA0TCrYCXb+fQS8NmMqRoi+khKW8jW39KQ8up
nFAIrUmI4NbBx8VJ7+uhDRdhDtMusU9A1mR5gqXAExBIkoFxxQERnU1pjxsXU/GD8Kouu4+1jK28
L8YAw3naL+pQUptSsan+oYZhdcH4ObmdBe/obian5QZOqPsyKJBEe6Hrc385V91071kdIutOmtZy
rcQyukCFPNxJAgxmChEXaNeW7zLlzPOy0QtBlabUfnnVIolqdJQZuaHiU+p6cmSPzszntO9j0E6E
dFgXPAddvKucQt2NgxcvW9fz4G2hwitaFn1Q0ztjsmr/ltnBVK2co+B7SvAkvHSzoUVp+jrJd9po
Iw7PU4P/F0dV9XEanOliGYaxD/119YIClrALKioCIhPmFss0JEyab0FP73sekdQB+mzmJMqFH1eR
4h9Zh2IAEopxK0elb5YN+S6ArZ/m2iryi5G+N+xmwqThvplyxGvIZPqUqYJaxyd5yDnG7oL6Q+sL
ED99aauNx229EogL/a0nLZPihxLrYoYlyd6be30aLsXi6NtWusZF5WrY7qETArira5/Z7FK0fVRn
/kyDbKLBfIrFxEa4UkqpCjIaXla3uHfIjtSwxR2uBw+ySEf9igiLPL3A8Ol+QbsGkYjwWYjzOFCw
Yk1N0oIbNxv1OVVEdW6c3uLTOOUvnzxNevVuGIJ22AKj6jDQLWOntpa1YOohMGK+y4kUVlgvtOlb
P3n6Z88obhPeFq4LMBXue22hwdRbkKLcugL6q1e6dRvPi9lv1y43kj4mUMalBu46AwoptEsT1uuM
r2GCvD9MAXZO0PYSH4RdaQ0ECHLFZTOAOo9n3z8pr9e0Q14W3BvdkMljRvd1Q39T9Lhi1kCRLimR
HJh0teTWqKsAi7RC1XKkJzOB109MdbdMJahQb2ns716ZTkZEzafpt0AgvWrL++7GkbRSdWsHDKJ2
A5T0BZGOSXVECAblcNfFObbgckmqbdqo4MS+aqsQmSoBZhNK2OFQ6iWcU1YN9/9RdmY9ciLrFv1F
SAwBAa9Jzpk12i6X/YJslx3MBGMAv/6u7Kd2+ait+9BSq8+xK4uE4Bv2XptIxXIKlpjwSCIh5MRI
7phA/FMYZDzx1LaewT9jCus4+KYd45aDHKsUThj8GFqQjeLrUJxkncA/BvFgsRAMB+s4duE6fGPw
ad9BtCcdApKhTdBquPbNo6rgzx9sHQA7KJwb96L3nWraeATa0VanVrQnZWdeD2GZDQwgevyJh0SL
gORx1qL5iV8wSJ6bMXdPCNCS9a41ELIeRAi6GlkfUYqHYnGdXwydPHOedWkDk7Q1XPFSVO4O5C8L
yqqPamLJ7UEe68wJKp7RzPuGUVyOMSA/gfJtLld0+dZCZdloodqj6Isu3CatI5stDzt5F01Ekosa
Y2+pME5B4i6/KaeSn8oorM3WDUaMJK4oW/cxqgEO8r2oXm0Ca5Zfilyo8FFrGLx7nRScQ6HOU/KA
2jFQrzarMnX0TZ0+DGPlthdOcOYwMnXnexNWQDo9I26hM6wI1xgMvMn3xaocH1fiOpprLnhQr97K
mOPBaJFh0a1UlkAssWcQWy0VRqo73L3j3DXstbMwNdc0GkV6abMUC1OYom86NCC5KDD6zII4vHCm
Zp5XPXPLo2jJkMSiuQInTROWtaLZO81SXhyXRnM7+UuAP1Zqc3WJ1iCRxHSOc6cMUFKmLwTtDFDz
/V2y2M0bkQMKBmFY6VNCTpqCOM8I/Wjbhf/ceq3bkJiGYGxHw5I4uGHSqoZCYqsV3wcZO7EYDJ9k
lgE5G0uVr9/trLDoQ7JUndGbRkMM0IdLaLU3lgeYHxIwUDi1GO1qC5g1K+CdcZaMegdgyk8FmHPC
LAgg/D6HtnxM3LX67s2GrnQ2OkQoNTR5GtcADH/OHfXbqcnKsTkA+pc0+u08KexRTaZ3lpUoUses
Cc9kLZax2YcSs5bo2x73SZH01nNVD+t4LtabLtavRPfx9jSYuK38kcAXo/QL+8r2g8MdneEe1eAZ
dD4bbN9VONtxqW4hzHYIpgximcBElPfecBga8Pi7IUUZaBxH/TJFlxWXdmyLnnWj552HUlbBzhZa
Z2crh2a5b2Xpi60IUYAEnFwu9mRaqyvP8/ioDGmr+6Gy629OThDAQWekl1w4e4cnQysBLi+v/Le2
Ng5pQfbq2R+iSVSXbFAEMRVuHVOfOA0LSNhW3yJ/te8zyJo+rA84paoht+tjNKD124arZl/Rwxp2
d0z0++ZXMC99DTDHSbpDZmls6mMo1o+wUfR0YqOUXCtsUQFIKKcTUJM9t987Tks/26msDHGJj3La
ZNEq832muB+2SVin30ap25s1suui7ezyZ7zC5ZeuZAgSOAld8ZaNVvYyEikRsEHW8wfmdulz1zb2
D+6KotilVEj1xuDtXE+U8kN6r+CeZlBzpvIN52aPZ0iW3o3kSX0gYdEtgERMPz8l1Bb21nWbAZF0
lVZN7Dut4x6wPIwNPO9gkNd0hbF8lXXLx2lwZcGNBA4SbTvJTiQOIDLf1CmUqQ+YcCMd8zrIJyqP
BTDAzNjuWaDpmrfrBGG24XFJsJJHUD6rR6qg4grlxRqvqbSCY0Qd5955yyhHqucqyh4t40KTbiZr
gsGII+m5tTMGBp5Q/XJoeLXIT2x5avLrUSNizFBWhNtWza33oIsFQ2c+ag+9YoJhnScm+uKhA90l
yMl5CVC0YO1yC58JumtFQdwmaac+we66uRJLpSkxK4nxixweHPqNEnG39Hayo7x2wKenHdBhyLgR
xxOLvGMIYR2SSMcUyLvR3u97Mi6aOIdSgOYaELsh9yhKie5J7W9mkKEVj1Q6Z5RHtjkvc1MK0IZd
dr2NpbAJmsxZdm1IKuJztDDhJ9DMoFbRkC63vtT9cCECeWoOq4bVR43VWTuROuaSyGDtdqLBjbxP
6/I29UVFCVdkwiUuY6LMQuCxKDk7XodFOMY5eFEHuEC+tMVJL2ALL76ObMbkUT0ycAaQ+dT15GXu
EwyBp87IbtjmSTJ9TVfmC/uWhT85VmwC2gc4h2XzMWpHC6dlCc4NLUsumbWjv+YtGZovHQGLisMJ
hTbRN2Rb1OkII0Cp8kZz0zKpH0OLgvlEgE1CVNYiyh74Qc0rpXX6tD3O6+3IJHqjqak+6JfJ6hz9
DhczcFuQlmztdoOh8tlNjtY3Z2vhmE2vi+Rbnoccgxg0cbS5NcL7LU73/APvmCAAsRa545G7yib9
wGFqdrH8zLMfuMjyewpnKAG4muRL3LUaEL0zY/jAgLg6P25pxoj3iKiankh/zdId8SpzfQSl7x9k
0Xj5aQX2TY/YD+U5F3XhbBz2JrBeAf+8ZoQC4Dls5p7XYKlQDkQpN2usnTQCIcHwYDuGyF+2mRTd
Z0DgEPQ4knzc4sD4spfG1/SuI8LadN+hkePV5M/jcD+AD49idDWkLLiNld3NcjIQM8I0bE+yoxt+
qEuyEeemyL95U4F92m3zVB3dPAgnOEN2AJeK9DQgfb1JX1lNwYD1gokfH4XLxxWgE3sFmu75TKMz
ssBrxmQHgN3ztgyq4DtFesJNDSoKtk3bagh/CtT5Rtl5fodTJ7nkspP6alcdfXvSTlpAY+i9L0BP
B6ILUyO+Rwz81K7KkxojqMdQZO/qTBGeYdPhwxcpVoZ1TCfnSxTNYn3SRYQqXdbYVOBKrcmrqWTe
XbgxDecx2Qjyi9d31SsRaCwkax5R8ZBZ+erHybCMEBdU09wVOC3Dlw5oGkKPAD5ZCb3XoShsb87v
qWcUGARqggyCRrQ89JPG+jL3TflzkoHEGiXC/Bd9fVMftC7W5N6fF1awdWO871M92x2ydgfva8Rf
e4ssc0H+ZLd8wEylWFTd0rfwTyeiOzA5ynYsqBOKtrk09p2z2uGy5UuhDveIq30iwkw6VMcq+okW
bnR3ylS5fcx1zm5wmmT5mGofeMjMwLikMTQj9e46RrRP9XTpqhUIQClTQmHHJSKGLXKW1sDVle4S
j02B1zhpUYdt2Hz3xKFlsvqJ0AYAYjnCvF4WZCxlEmJBs0HFWPRbCymHff26kNHj0jUtWUJEoHa/
5N0cpFuSz9CpYQS3inhMyBSiwcfbQa1l9dhs7R4QiQ76X4y6jXyKvGzu9n5orO7Z4+UU7DrkIfW+
WyVBOw7YZAz3PXv4sz2uMHsodUH9RlZYpXdebeZua8oOFA7cZu4wvmtz8hPeX1iVQ42+fFip3maa
9Q8EWVf+ORwwO5912tp3g9dkH4ynacj6cMlpd5poiYfVcg+d28EDlllIhbn4pcXsUE9zshWqoIuk
q0kfFfRad6P7cCXaAu3QnQijrD2zng76fQoozdzrqJPdvS0X3yfqZJloaZy2GL6NVoGdfwlNd2hS
lOKEs1tfq0DA8ckRGACHymoszIXWd2hTl+iUIEvFoiutxd9HU142274sySR0/GESt5mFDCGxT6t/
aJFbywe7hhSzH9ZmIa1PzkvwmRmmrnatBx94W2RV2x75jXNSuFAw9jtSupLp3JaWb33IEyzM58F1
RngRZRFEJ5lPePlVaEP5D7M+tK5ZP3XF3jfGLBuy5UnpIA6n/elpn+iqBKdqSyVRje7BWho3YVgR
VaX7oNvUPlFXYn8fVrd7IBuodI7kw0gE7E5EDR4x+uy/tj3KmXtTeqY8z36jX0WRy++ogWGDpfWQ
2oegbJ2PidepJ0Arvontzu5pGboiXy6YPElnBNvixx0RR2LT2hrx1tI2qU0mYD0uV59q7/NqA9bZ
QpbL3W3vNyBHVLDyG3KsiWIrmJt9ieAGf5b1fJPIJ0ygthUNIeQdp18g7qn5e1NU6Xe7GdXXZMr7
5RhaJkGDA4b8jRHfeBJmdOS+sxMi2ZqohfefRvn4AbuQckiSqQIIQnwzjHxTl+QPtkHdbRJq97Fo
/e7k5o783Bb2+lYApu5OvfYb0inJIMn3PM86gIrBhHzrTIM3H9uiMPLSRLfpJ4Nhk94ByJ+aHZDv
NMQj3tk/GbKK5FW2eRN8ZXe7JHCpjKg2Ue5A1AZgXofPGk2SR6Mn5+ln4C7RtCUiLPK2jhEIV3Pu
RO9xbdcKYISXMQenmOsFLnpZ3vXFxP6P9XDxrYlS5Eb+ksJzn4U8lJkJa+aQXkcAHyqWAxeDH9MS
mcFo3O8YJXQ6wqCQJ0vfAfejw71Pieps9is76a/TjLPiEadQBuxdToW8UEqOW+DteteJOrP2LXM2
aAZemyTB0U+n6k27JKJtLaiww9vSDCMCHwNwerN2CuIJcin6+qWueigHDSznu5TB1VNSF4FmR4be
I45Yg3wWbZst18RgqjvO1Frwk0veCATb8O6quGFf+sQZ9c728vIY5SJyz9k4sN73MiJGGO2KEVxI
3tnlr9lf4TwZ5Jl67/t1sBLOE6VEgjAfFwlipc4cQeuW7dYge3+jm86X7eK41i/exvRT2hr7Et+/
tdgf6pW7537F5JfzEEf6mBHUFFxrGF2EwLYM7GNJjkgUV2Vl6+0QDP1HMN48sDj9maNmKeFtu2bI
3WibZwnUmTGdSdebISggeAy9ajxYGRdg48DCxxWLWprYzar1zlaliKPM7KAm1Ibl/NZfcs875JWN
7tRGNSlBRbH+jhP8rPmr6WCM0HEqL/nE/q15QC0y+Jt07IbiMk7as+MKPXd2KIciesA2FkAmUYFr
xWZQ3bjjP8BKwDX8I8TKFEFvmsWxcCBrmfYWL6irtQBxZc1JQtvlcqgxW7bx56HoeFYpO2cSYxPv
ZJXGb4jXrbwAuoSn7jNA/iQhLETeHwQrEchAiUOmYh/iteMBC5nOkRChe1Dj8zTGpVgYdPZBgc7F
jMTGHiqxBOSoh9oirRBUKWws9sDjlsQAZnOTM7dV3PkZERGiq5on3I5Eg3vWOslvsxP0H1uOvtfO
KcZsh4OwBaSZDd5d6vpEXpbhvL4saRs6Z/TAcM2FmSC58AABafK0TPtTOOq02g66CJ2jn63ND8YM
XCudDrfHaSgmwjXcTJPJC1sf+habORI5uzI6DOiYaaeaTMmN6pP5pa9k8yPpfcM+laWljL1EJkeD
vrgDWujSrrSh7PIt6SbiMrUapmdBwpr/TzAKhZzs0+DA0z6KC9UqPrt+8oOfdEItNJVwaXw6jtKE
ZwxYSEiSJmffJicCIShlFFKY2RlzgFIIbBmLus4D7H/SRVBvclASG4rI4NYA3ZHSGhB7YRwFrijS
CxEfCZDVmf/LU1U5UxnLhpS3k2nK9GrLbEqvfhZ1P+dCVEB5ptIqz1RuJWML7Pj7gpN43NeEHOXH
amJ+w2SNNeo2XY2pH1Jpo1Nq+D2Dg0TCKvZhyQ6QHULWXVkfMiesYX7+ylVBVM1GljMssQ68+j4J
BuQLnoA352Qj2/SN5TG/jjtrSUDg0rN6GyLbGcQ4QenRU0Et2LWEhvA2nP3k3M/aVru+DeyvWT1p
GDiLmafj/1vKgWtZ3Nwf4GXwer7zJ6jCpmdzRig4CTOlnpnKdpj88Wxb2YR/sFFvyk5gnq6O7PcM
PshcaAK67XH1zksAQSw1q3se1zU4Fk0HsXUa0k+aZ5YCXqkvgLz9nehh00BNK/tP//3p3wvOedlg
suOD+66HJCV4J+Ioq6UMJrYle+KQxKZ03eyUShmx1pm8U9mXLFFqOTM3ZXn3FwmJfK/HxIt7U1r6
wmE7zL+/+9ksqdZQFM26n3y3B7aGRC0ZhAPEqYzsch/wxppRh7P9zg99Eppk2wXBEhwqaTxiTyIb
hEPmVgFMZl3bPkp3IlQ3dNlI5KB3ks3sUWRnF1506qk3lfmYS4jk906Wh+QzkGBYUMRrBMyzAxOP
fUZAXBiZ44pJaKknkhCnJCTCheUPCxaWNP6uI+pN36tyST9nvrh5tFvidWZrQh6+tIP5lGHO9ki8
GN485EwxA936MyLY8ZFFx40Vms8KWcsEq0z1gyTyGGnpAH7S5lLzJQXZEyXK2n4jED4It/bAFg64
lZt/W+fVhVdIsW3VrwydcYb3wgcSm/pN8VatNfp0Z/HsR3KLkb2wvs2n51R1pJ45AtkVJ3TSfPXn
EMdx3xjrK8oV1OW2SgH2hVqYhiFraTHQ9orE2VdT237JA5gWf1Pc/6Ebun3tAbSRGyDiZmv8XWsl
mPUyfZfYO0uwcZyxsI6wI51cLv/OG0pna4jK/t5FELiCNvspkkoSrrveBUKybq7E9AAZefzL3fiH
FPd2NxLsAARAgBZBg//7x0qZmbiMDuc9IhR9z8vMfolS8IgCOMuHhtX9gaQy9oth1BF+NSbeix8Q
PuIh2oWKlU4FobnAO//78XwvxuVD8WhwjVyJFAe0yO8fanB1O9qY9PdWqdW5i5rx1ikAEibect0Y
ms6Tj+Lmby6E25P3m7QLAAMmDtRpuGFD8d5hHMiBwkmwzOo1Q+2s66k8C9Hdo6VHToLfmQ0a3fMH
qy2zcyumz/w19UMZ1utRBdLed5YTPfqF3e/WrqBW+u+L8r8+HXgPztoAY739/gZyEEMXbEGdPSfs
gynIhYavVbV32i3H6S9C+D9cllR7IkDmhseAOwPFx+/fQMqSOfVGxaFtDeL72LdC4b5d+t0w2dmb
S3hN3GaNu8uEXu7qxmYiXmrJdjpZd//fX1uCLcLuiWrSlmAqfv8kQz5oI+x03hM8MjwXtO6MmzKi
ScN2zd/++2f9+VoIXYSQjo1ME/Px+6OZ4eSIuiJd957UNOYSeShR5h47wcanxerZ9r6OIR3/SDHw
l5/9hxYThX50u+III3Huy3fnQz+HCVsn7vkxE+mzqVgAhO5EngtUw37ngHxP/3JDue77+x0vPRNt
F8sVrgdCCX6/tGQiE12jnWQ3jjnpPqQj+ymHkt3sBo+oGhRY43QaVWCTko5kt4mH2mkODLBo8WmJ
7FMdCiqS2iZl4ybpHvxH2yqKPnaslTFlQTnAXcMmwNsl1IrbpCxp+ciG7PozMrLS+pub5P01JN3E
YSdBPAqab26ad3rWoZi5i9qUBh6p83f6HejHRMj7Hzn+6wtxI+ZLG7aoLCtCbDeVJMiREB2mGd3N
IMvr19+MHvTJvlX23Tha3tdZqvz63zfZ//qQt8IDvyL/oPX+/arzqp+rijX3YSSqyyFaKhuXT3YD
xTq2h9npz5jfxls4xX/ScG4y53+fbVwablHyNdFxuyHui99/KvIlm7jDqDnoZmxPTH40lZnwn6nR
kt3KwvzOI7bs2C0sTzamvjWM5MqrI8vov9n9/jEn//uzBMTP8BkCGlN8Atgtfv8synKzxmb9dEgc
G3ldgzrw0vS9e+cXapVXHbhVdlnp+Yp7nggQwjjwcknuNzJJQhLYYmwiXPHeFidjNF0RvLLEQEPW
OZdJO4xulrK/Ace7nmPcKnr/nv0KsMvAC/v2ZFyOs02jUjs9ur1OrlGGgIOk5J6xsZ7drLurEDnI
cyE45865U7jJ1V8ZsG17w3xnswoDHyFjMueyZ/AsMHgNWl4KWnqsK+L7/tUHJbN8UaTT5sTJ1gx0
535ZL5r8mODiiU549+6AkCnzczu4Km61MhZjih+vsUYaY+S4wSeJxzvZmqjyzSPStnSOGV/ijOgw
wh7+cnu8PwoCXrf2zbCBpZ+S+P0pu5RDzbxxtg8YD+wExkCksw1zT2xmihxKPJQt3r+49W0ioBPQ
XjBZC0LDoHdnY3mx59Cg+WntbvpLKfD+rcc57HoSDNMNBYF8/l19gs3TBr6mAFoTYr0dBqUxpsJO
ZDSCU/UvBwgv0j8eE4kXBcAIrQ31h3z33muW3Kr6YFAHlGuyvQnAnOYhadriV+VZxDp7mCKQcuWo
w57GqDcv0RiSZUu2bqMelglDyqEYlW9/VeFIvz37iI2emL+l91GFrC5WkZrEpUCT5HxprLqcP7Zp
1hIqSJk877TuOyIeQ3YcW9/YlPv9AgvpLmmYt2Nk+eeCN0DA7lc7URPBZUmW7+RsVHlICmO5ij/m
F87LmKl5OfY9pMdPxMijqjOt8NjrATRxjlFxi7uwsLRtb+vR18hJwp9DkzBFUY4EZKeYylHY1cNi
7eC0VV/dSjkH2wmS4FwCoOxiTFqJHbcFviWM9hBNqP2hdCLh7nzW59RWBzZiVbrt02UM2EepEeyz
Z03Jp56l/SFg7l7G/lI1P2bPBteMBqkL0SXr9mPUuRhSWoLCf+kG8LZeI1P+4K3BxKeKvLF6ZU3j
tiRfZM7HZc7yhJzK2uuASPvqRNLuXJ3E6E/PXqNvedwJmTInTybzm8fJyhHfYJEHYT6OH0OvjszJ
sD30tmyp+9fby4qUPBSmRN7nhkRF6OSQ/oOw9H45pUveeZMNxHehovzglUUn32BsI0e30jao282Y
JEWOs5vUjk0Gk5MlBDfLdWEgWcR1b+ZgI0O8pTvkNmWLACsZ90JWNfvVbmauyPKHLgbpz0iGX5hB
Q86L6sbM9Zq24VP4tsdrlCuOfyXM1SGgYSUU2BnrLyEIXHcjq8llnkXI3VdekGtzK9tSKz80s/R3
Ljmm/lHN+eK+YJ7Fceyuw3QWTped5GSt4Q5dX4iPmnUd59mY6/BYQjuqtn4a9j/nfGLvWDmKPrKF
5mCRziXYOyBcG8yl5QWU7mcFdWtj0f8SU4C8sb6ko1YXAzuxPTNjlxiyMpIwNyQQZt+HvM41VmMD
A85xsqqKi84BFk1nRPgtZzZfQ1r7AinxtEC6ZX2pHt0M8TtzHb8sthbM935nVf5CVGTQVx9spM4A
3us5u4RTIbAPtIH/c81dBv04U0Idm4b8n4o/nm8bjtXwgRk5Qhi1Wo9zI7tvdP8Q8YnsJeUjr/rv
olj9WzyzS68jcZzHWoi5jBcy8SQL4nQCeTQR8urWFeWTSRNX7fLOy86BUzjFrh6I1ThaVf0xCvLl
VCMjeENT0p6CIoSFjYeiEHvtwUs51R7fIACTEs0lPplQb4lFXdc4F80SbtgUetfM9SPe0lONEHjw
e41SB38sxTdshfNktekL49ixu1ODnp/JFpMwLSvtXJF0kj28DLKtrwwu4UXKVcrk2bhrGl3yqc/J
aRjY2GBiWd0vtUMQFBY+DIQbBmpc7hrZIp4yB1T0tqOMnXdBMQM47iDVdey8k+LRKst0OS4zoy2E
bLlLUKVi0oGFB5/CpvQTAqXYu2YIjSLFKRTd5DwyAfBb62wxO6iXmcck2iKeYdXtq2BIJjfN6vvP
2TQHpDSHqrmsN/f8xqZE8LayQDuyaefCfDbIAZpzGE5iW2MFeCVDeK3jZbFqYjJ0rubTBIX/lZmW
PcdMXwTwapYyVYxti0zHLoLSv5A/FRrtwpZx6uxLWWB4OcJYz75gYsRCk0TKtAe3XPWLytEFAm2T
0Jtrtok1d0XJvc1fH34yhG8rFkJJ/rnpwAzBO/Pncrei/Nmv+Vy1xCYWLQ47ksKSfU0GDQEEZHEv
T4OoCH1NykA81lqx4qgJlHzuk4Ag0c4m7oO0PLTS8W2XQzwQUJqM+b0rfhB5gOdyqlapT44Y1ldD
+vSr7/XcqRk0r+BziSAfuQmSpXzLCB9XojtYPOSTYYHfLHpRcVN47n5JGIXGzhz5O4v/AHZbSwS5
qe23P4LUp0aCBwzoA9G8fDLFzPFDVFHytarY1ccjiCKOnzBC6DgYH4/Jkq+fVshe1WYWnfuBuo10
pGBiEnGCFHbTs0f4leLV75rtnLJFZHzlWu5mtoVVb1LXluWFXdP8ks9sSznH5zl99lVfvHVmdZ6I
MiUuL6ghcHJgWWO1UQTh+p8d9ioadDiUoDP8BQtfZQApuWe79pkwZVz6E3o+Qn4hBW3thVWPKp1Z
f+506pJTG9ao0jmm2DYLmITwPZZIrI9tbau9FSFcitfVzrLjQrBptEHI7dh7S3sVzSlbAPdQTtj8
jDeH5EiLIQ32eeOEbZz2bvMTx1uPIIZQZAftK5oI5DaknCBJJOzeQevTwV/AXTniDFvdjGwn4H3t
j5AlLCEuADRMHCyzL4mB8RLxUfehN6O3HifncXZJiPiUBNx6Md5fXmqgnJhtRRNUeekjwCBcPFHP
bo6ZBwf4NB86qoeegxyr1iZC1MYVGRh9Sk2Y+mPJ3u8+6hEAbbm041dvKayEhF1lTXKfcUrwZ4wT
wcBTVrnr5Iw31J5dmzTYqO2S05QRaHBJK+F8cswSVSfG9vi/GNcPPwp0WjXeizaxn0K7Ejs5AvbZ
IkZKyUXl3VlvyNL9PPhZIXZpjZht78gUt8cSAsJC31rcHB4R4GxAgOq54FT+gfY7z7iIngCtD5/7
O/LdOtsv2Ty+yNROfvjOGs3HhK90l4Ia/1bQKK77Nquan1KFiPw6nswq1gr9FZYFUuG3oNOXmsOp
YBZmTCZt1B68u/Bh+MMaTxg7SVwx7XyRtDxsg511MgRZdmB5BppfumGAXvcuWV3iE7jehN0tAH5J
xkUTfBgKQuX3gcg5x8rAIx2tt6Pyk1wX0/P6idbr1BTwOYEB1afSpSXgwRv51oZaoWpt/OCqE1iS
sR1ieNgnq8AzOZNzUx/C2UX6TKJaDppXE/FAIE+qgQ72nSAyO5vB8ndFtbBnD6I8Z7vdiLe5U224
WTLtikM+F5LUen6/s73aEm3nEHIfREp/cCoyNpGjjf2nSS8kzCvpExjv3iZEKc9ZFqtFsw6v8gFM
vWB0Vm/IjZ/bPXcKT5AidPxSFesyXVnntN8AXOE8cGZ78h8slsqG0IzFuV8R1HH0rI4m+6x2svRa
D/XYbYJyTb76k/J/thwn/mYyOWHJ9TK5j5jhWPBgfh6K4EJOeE1ysm7n/BxmoD63RcVhfYWLofUN
cUo0OO+DjOgO44jknod+DdHNTfMuIpVe3sH+H+8cvdT+ZdQU80+iURaGnxSY5zms+ZK2t1YaGUka
TlXs2SjL9m7e+Veq5HXZRoUt0OHkTUhs8pzaHE5IIDY1YJjwmCoSnHHBZatFuQEMaLdYqHvrjWRd
E90TmOLbW8d11jCeTdGuxDsEcwNYPxnDHVX1sB4p0JP+lkcy4vsH/UDEh4u6YYdeUlvbaS4pFJWN
WeVVIyHx9+XUtA6vLQsofu+K4Q6ktFWdKwaa31Z7dBkDj232Iwn4rom2Ssfh2pANb1/ayiuDB5BH
wfSrJ1Bg2hXI+KdTna/iycoz4R+oqHpOfRRuRCItaD+qHaVN9MVJRX2c08wON/wtAo9TD/TmMevT
kBXE5Nb2TjK0qHa5ZeFuE34+EHAhVJQ/l4FJbWLhpmQ6mbBU6UeJGfNmh9Se2mVFblcP2Yqe5K6C
Fkt8ajco8+pMStOO9wspPGigQf/IMk2mA0u8Rj2X4LGxB7ST54wsfYJ+2QdBleRIDOcyZDWbOtgu
kWI6VP0tKhWE/JZ5hM/aMdIq8+ZJDT0ydgnvzsSkPHblVRnmpZ9FKpon1I943dcUaQDlZVa92ovK
ov4vo7s/Z0hU+uhYSOwNyAF+zympVeYjD1DjAalacw8E4qvGwGc27Iztrc7mv8F5b4Ozf09sIIew
J4AjEgLsgLj1zkQf0XyXZlnGQ74U00vvZVnMmyB/Nukw7tlWJGMc1eYVzsx4R737N9/4//rxDACA
izE6YlL5risfw4AJc8dWws4M8qWxsUBc9EJ0n4xI+5fI6dWvcmhQTjVZf7U869d/j0fe//zbxob5
CGJuLgTz2dv05F98KsanS0eaGUCdnM3QBgcXUxjqsRPyp2EHxaPdrWEz3dR4aOqpLf8WB/d+LHGb
grCfodhxmEq74t0F0FQTNpD3BVwYanIk1+psZdr+HPGrX8NgnL74vIv/Mnn/A51w+6mMgsCFBawr
KfN//7UV1jy3SwgTy6zihY1Ndp4MUU8uWtVsa5PtdVR5GF5yB7hGiez7GbRE9Zf5zx+XHgqe/w88
AYSx60W3//1flz4MDWZhvplDShnanP0AqNvFNuNkYgCI7UpeBTX+c9qK7q2KlP0AUmXo9//9/f8z
OP73/U9RBdQEdAF72IAh2bsrAZelbhwHmXi++Iugj0oov+1Om/Wt81szPSNbcWXcMU7xbx654ZdL
JZ7tS2BNw92Q9w5hocK4ZCDVUdP/MoMuMQFngVQXJWSxHikBlmkzRQMEmEmvJYGuWhIEYqfokUQa
cOBa3TLuihZZTGwNTmlf1jlEUEtcdGP2WthBcsyBWVWfsF+I5hWdeOjeh/mI8cJPE8LNmAETveMG
4KmOpRyNiIuAKch+bCJRYiHHcbiZLVHbBsOw33xm8b44u3F0qzesozbRrB3ywVgDDvvI+J3EEQE1
pbwU1Zz4f5mS/7GYJMgclz6DOA82ji+9d5fcRkS7yMLgLAPrvJ1RxuyTJly3futmLzlCkKtfNvN5
bKpm01BdP0CT9w+Fvu3OxyWLG1s3x/++DZw/7gMWYSzgQsiXBEAzHHh3EAyrrpUFh24f9SGcJ4PT
zDoPde5YLwP5nWQNJhPOSHSUpFx50UqCoqQyuu+Yl/GM1LBCX2aCMroTsjaCXFDvOO1GTAw93vBW
9y8htnl1XBIGRjtTW+0XScwDas959l/16IcBtatsP1t9V+bnOUcBXALKbf+Pu/NYrhtLs/WrZNQc
eeE2TERXDQAcR+9F5QRBUUp4YMOb+X2y+2L9QZmVTR6xyFb1pONOskJFUTgH2Njm/9f61jYqSP7Z
mzrWAq+vdUiwk14izoCTgeKlCGf2hhFlv02ehBLdYJ8N9il2jbE8ofohzOvRSCe5zU3osrdOZ0X1
gW0n8WluU8XmFqP7qHidkjpnGfxDM6CTKj7pNYFECH3rqaFY3oflZ6nZxGPMndlz0gXg0WyrlPKJ
52KF44g8UHryta4TaC40vUuvZjaq9gnHHxregKeXdDNPadNfWnpTUkEs6+bGTKXKgoo8Zz5YgICs
h16DmxUpqYF4Cn2GdR/xoB7GoTKeWkX08rSdKL8QLwyvDQksIZrbcqG9gkK6RZcb69WybHPkZcnF
2DUjB+R2ce7MwZyJBJPRctPyYpV+BUTEClL2BvG2CBWqarYoxoTzXO/iIU7xKSBmoBlGn9AdLsSQ
ulUApoGKOXzIZsNTWMIAj+GcbVvh9E8yj0xyOkCunExahCi2j9N2209zahGc1fMV4j62UDCN8DoR
CJit54aFpmxasPLJ5ZCCuDmp1IJhLhAUDb4dyWp8hneKet9jAMBmhrbageahEaYYZ1HjrudXrVW4
VmTlO/Srznwls1aVXqLY7SNHMjbCSF9QwrWZHk+XUevW1o3WV/kJYiYN5bhj5aTqdkm/Q/RUadtQ
I3JoVyqTJk5xAvKlEyBxyQVAg/ARqzsMdDdzzAYkAzQqsp7Cb2bc4YfK5xHB2Ai18aTNJ7s9mZUG
KZNileNDkbW97VEJVvsPVrHjrRKAQ/a9Yg2/WcNTjKMmJ8RzqcbJEkHXAo4XTW5zvTSkvLCdWQ4l
A+0n+7jr9dgnrFAvnodmHy1YbEb7ftC5nlEoxi384ucZn0vsozj5Eotm/PL+nPRDE5frgcp2XIIj
0C3AYH29QNqKK4m2ynHD2QLjjN1Ml3Hkbht8kJ/TArIMUKshP+3dofLcZDQ1ssqIZqfX7nzWregp
s1XCEuFsBuNig5iFHZ06fhmOSRi4KOV89kPVWSaH8izGFo3fNDE/vf8djtvu61fgG+i6Q+tFc9Sj
WZXzGTm3GdS9aAL7gttA29r4ogLLXqi5RjpANJUy4FmPLWH3/qW/x+i+XNnR4xDMYIFfY2GHxXbU
ja2qHl1kH1rbMsFyg3wxA5DbjiUOslAVvXtR6gN+IuTGSF1bK0LroYzp8jh1tegDvYMC7rNphOzU
csbGqGf0+p5DJt4G8FvLs5VbjDVroTCB05NDjI+/x423jugRM0e1ppzLxHbB5lB/Grz3v90PY58m
APcW1QhTkGYcb1uUcgijshok7uQ5DSzqPb9HKTxXTcNoihJdSYP3L2is7bjXtxPSIBB7VGjsGNkz
vx6NEaxB8ENRvRtnlap3GBE34/QFlDqclywEZjMmpzbliIL4sIZ0x5SNlRHgADL6jdol2eyblYrB
BDoH0aej1RQPZZubHQqEBNMA5zF8yHZsYDJaaFY/KEU/3Ud6nRDfpqoU65Mq9nNOxeoeN1/BmdVM
u0OGhuNZcjrcjGv3mNm3ffj+zf/PK5Zf+4//4M/PlSQZKoq7oz/+41J+K2+75tu37vxJ/sf6q3/9
1de/+I/z5LmpMIV2x3/r1S/x7/95/eCpe3r1B9oGtJmu+2/NfPOt7fPu+wWib9X6N/+7P/zl2/d/
5W6W3/7+t+eqL7v1X4uSqnwVLyaYMv/SGqz//p+/d/FU8HsPT13y/FT+4vN5fvi1P1LJNJ3sMajD
66gw2cWvmNzxW9v9/W/rT9DCI3oRvIPWSl0sq6aL//43U/v1u+xnRQJbGqULXswWLuQ/f8Rkzt9f
J3SyjP72z29/9cdY/OPBcDf+/PPLODDz9ZDl/UcaAQDXgZfHrg6F+eshC7dA5/wOyMdVY1QE14l5
HXZP4Vow7YK23LNNs6dblUhKd39JTt+Nm1xy9t4QpREI2OsgnLbQ27CpwOpv7sr6wZAPYr6Px3t1
uYjrq74j/XgHEMlLpx02wdm5tqpnx76IpjNaMEK7/fmh+D+JzvtfOAaJt9J5Lv96FMId/PZL9fsv
50+vxu6fv/fHMFQIs9OQFrrs4qliAEVlYP8xDvmRw/SIHIWmOloDDkt/jURh/opUlwIIQgTSIF6O
RH6konxGwUJMCKPR1X5mJK4r9X/NnasIkzIDCyFpOda6gziS6DTVWNGOjRSESQDfu/Bpakjn5DTq
eF2ViGukSBR1aVRxIhYfrBTfsfhHF6e0QHkH3jFf5XipULE4F/pohF4lSSbv9dCGwLFQfWXHDYuv
BmXnNaPVnRSU/a6VnpZs0ifaLldHUqodI8PEzCau8AXb49XmkJ92I/8noXGPw4zAOI5xzZ1yd/VA
UmSiu5KFV4lWTGT/KqSSw4UzPSy64SZqRPepUWHHw7svuj2IdP1rog0jBCTEA/EW41DkmUqiVxsa
nxKDDGS5MIzd62Iukt+6haYZEZqZjAngHqcHoiy2lpKLJwhoBNSkRtcnYJJhvXhujSijwTP9+9xp
4tyBk/UnWfbPmfnVjPPXdH+8MvzL+f7VGvHu+vG/8K2kukQ2EsP4X7+X6LaqoXq5Lvz1S3+8lLr2
q81+wXAdh9KeprqM+j/eSV39VdUQySEWc9cchDVM7p+Lg/Grzk7eUHlZUKoiC3q5OPA+rkVR2mWm
uZYqf2Jx0LTvYrT/ejFYHiDZsptX6QyzcP2wv85TsCCLlZXsgzmNihSMEMLC6FDDqiFOsM1w7QRY
V+BwzZW6HfQ2f2CD8zWq8t+G2TjR0fKltG43iF2WjZwlWKNqIPJSWGDeF+RBE1wg6H945UCYPEXJ
NG5nG+GJRsgz7ztqinq8xPGMLLUMH0YbN6VFdHnZFtfU/JN97My4nfD/EBDncs7QLvV+uipUiiAD
kRueoWjnTpPot814UmEI4oSNqFqJ76ek+4bjiZ0geg82usRxrlvGIOxb26MkyNqWNL1nxeEXzR33
sVVflJM4m+zsUbe1E3Mo1uoVcMau6A+aLKLN4GZnoS56v7fkDQFVxa6E+hXY/ZTvxyW/WNpaP4RK
fgpM8MzBpGCj0T9PmNz62cSVhiqTbkXlzy6BYXWWXqbKDJzSoMzFfuqKE5WCAweebTPv04FMblMz
yp2bFhsna3c2ekpfr4HayYgcPd166FoVw57rNwZNuhTqSequCBbDuKXaf1HLwXfN6kZ1ISn0mODq
adMszSGZJr+UxgG2zdmgfnevnY2ygErgeGHRwtJJmedSeQfHlb9Z2/duW4DfRBzPWa9C/opiGIXx
zi2ae31CPDKHsIngqp/PpplvUjxYVHASUBN8mDF6zprJj+1lJxFoAN+J9UNcSwe1CyfUOLxd85IR
lwAgzxbDxwIelLTePGE2mzRG/1XYACr7nLZ7dlCo8+llva+FdQ5WZEuTZFfadRVEbI2DKGtPiVo8
HWVIETFF6qQ0BeYju3rkTGD7WdnhNiJgHYnHVm/tb2gHyGeXq0QUFFVVG4XXJ/YuTPvnwdTOUjcD
RcHhwssof8oi25m1w99DBqfq3aqXifcpoai+asxPEBB+czEoz07dbue+PFvy4kFpsytIS5c1Moms
He5CqHwh/clsKjeUiBBGdOT4pNoukeniJSmdwNF0viBK200OyhmLZhb6p5KgdGQXoBqrk9FW9yFk
M3pLB9WwzoxqOlhk8XiglRUwf6rhSRPqMuPnISztCxVffOD0VD2cVds3VmfEQEYcOOo98gbph2oJ
3zIDHaWXaIJ6NyCoy0dSVGzgLd3KMttSiNnYc/gJHDNROHr3BdcnurX42dSVB+iC9YkRUTYezGdU
N08NcA5CFZ5ttcWPOok7vbHz595KbgU988nWzgwxnxlEeGdzvdcBLSJkwdYpkl1qaYjsJNiI6doF
Z+g5s3sGXug+rtPrqEaQXxm3tR6Bf1NuEiw5EdxQHYCe71rlnZ6yzQ0zDSsaiHWVwB4zdz8hLaMU
ZVyYbfi01AzvxaivG4cIgJDatZT7JWVpVlPXF4q619JhACxO7p2svtpdfkidr+BQLE9tq9tRU05a
MJ1eFwHibpp+2Dolk0SGEFfgIt3nI5xaqzDZ/iIVpeRfbOX0YKjRaUiKd1sU3OCGMaWX+h1/yADy
2JsZLQZmsc8M0ZAgcv2isE3ahXWN0IsJp1aUE83qt4Bb8ssa6c7BasSWlL67emnvsadcDlok/WYi
M6CC1d2pHaAnTRW70TVo18j4Hut1YNHUqjP3U5JCm9Wr84EQhsAZkn2Bei1wrQe3vI+de3BGi48c
D9N5PAfAl64JDmLyX4ZzUCBeMekPWdPsOjcM4AI8V6B0u1VT7c61SbSbC3e3m/SNllv+utcTU3Kh
pgipQrME0JUgD7ZsBMilV/VQkgxeXS8doeI7+r2wyytb8LL1S8pborO/mcPO8vTWOIi+/5zYK04H
PY5e7DXDutLN/lMv6A+Hhmjw00LyLhqmtcK8IEAo9eUykHFuyJ0R4TMwqvS6n4bfiipaxRPu+vyc
+2Ysr10JXw0blfA5UT+NcQKpvWiuq1rdkhwuPV0w5drz8Gns+VNLHrunllWy7xT3CxogakqTcTKq
5RVTweRxrz9hq11uhyl+aM3yixVZZ25ZP8+mDnUtf2Q6PxBqe8gHd4F8AD9I6x/Upt8j3MZ53TcH
xCu8zQm3G83WNpdzD6kjHD1hlUTYoSDx1Xk6oS/5RbGwTVjxoHmLPZIY353PuvOcDxPsL1q9G7cx
HkqrwLRp5d0mTOXlNJqsTCietMj9faS6sp31omeWh8I6kdsCydMazqo6+m0a1UfcoCeLWeyaKsH6
W+MWjFz7eZmG06qXl4mhmh4WNbmVwwQ2iJkBxEn5qdTSemtFyVVizA+FqnwbCJJBSdMdzFm7AfaN
nN2yUdWgsLKzc7Pqroq8fkIVd6Pjp/SQuV2YyMA6HBpB106ntMnICMxsKDUaJ9FkbDfF5O4729og
v4QmliCGon781U5hvMnxnomrOYMRsc8MJfZxeElfyv7GHuXAAyLrQsVr7s4Amat++jZF2m0XphhA
lOG0c+UFS0e2aiyQioTqhnQCH9y1RWRPtU2U+TpvEL6OtEi2ZpVdac5Kt3WukwrsMTU8TtpDntMm
5aCRjNGXdkJgO7jKpWFmz63uwFQKI28ul/ScHQ3yUrTvHg6WTyPaAAgbbeHVIwGuEJY8mVQ3iQTX
YtRgyNx8P2Ck9hU3w95gNRtHGy6KddvV9Wd6nt/n9N4U1wDjQ94SaNLfi2raKI1zOjggS4Bc8G6N
6s408akYES2bXu+180R+tlD59wtBPVYd0AI/dAIwZefu4m6sEU4uk4fMmumhxY45b/PZxqDodgcR
QcEF3vxbYjlfZq3oqNn3uOmEejnb1ATk8rkKeU6WRkwdCa1wWlIeSfaEOCM+NebplBYBJVgXMbMu
MdmkxQ64J2WzuWU4lwhC28L0TaRnntuDnZlIe9gB40p8bANPK3Yy6JLxPOcotxksAe7XaHf4JWBE
DISRYKG6Fw4xbXX5XA/k5jVucl5HEwLAYoS22iV7C07KVutiEy1ZdqckKgCqEGcqKIpNOJjOKmmp
N1BxYDkh/w8gn6XbxgSh5cCO9un1nNVFgSIE37sJGHQmLtRH2/JpnOp+u8y1sTMEGK9aXymUtLm3
McgUT0Sj7gHU8dF1GXxvxyeq96K09SdNEtcApU8iju8umOdOgeSdMZPjEdSTc1qwT3bO40oUU/VG
p1V8skU2SpcGvRqFntJ1yrbIkEll6SQ2dZtfWrMBIFw4950+31h98nlc5nMEpmdtmz7ZJF16jd3x
aUQ2bPS4zjxBWEUwA2zxrVqyFQhhmkKrxMYf2d+k0Vsb5sUE6fZ8ObLimnW67836vJYhFMlhvFTw
swRjbVx3ExOzVqoXYzN5HZDwU2fq7A2AzttinHbz1J1CITyJKhKCYV1+laCfT9H73y7SuW9NZ9Mo
zu/jYrq+NQnhE2OAjJ/wGmI18M+AOnQNXi3F3uSIuzzDIRBiLLPJH0g9RmlWMenQJpi7yO9NpMJ4
/M9mgCOID5nxO8RiiTWDlsgRCtNEYJOM2Bq861M29Wea1naeoTljACLoYo3kI/goNX0jbhck3eUe
7RPrd91fM/pw2Yf6V3KH78OwPKQzOkRcYXIwOt+clztqIqGX5vVd2UZyk83GaavPj4rtcPgxQLc1
03ynhw053MZdEVqXTkaXruxPGcMFj3W8Q8lQ+6kmvrTucN6p6ehHynSyQjVmMZ6asXGIqLl4QwcQ
UUEJP0MzC4CgXQ2wjbymUL7pVX2OHhh7j1xRral7GQmYQF0+nI5llflgvlfsex7gYBcB1YTOz7Jw
LyC169I9dEhQQiPud7SyN/j4H1IFPHXYVuKkLsZPGa7BXR4Vv0Hv2YjGPdBmd85Uhzp40WX9SRZb
F6abglmOW4+5aBtl6bmsxZ5tF7yG+LGCqHLoVNkfVKIF9vglB2oaUNhq6VoRGmtxiAXTtVsl/X7u
O3bjTKsnuKzVTRfmIxTk8mQR031Ym6cz9GevTtynoWfj2mL+2cxuG9CqPpE98ZXkdipbuII52xR1
9sSax925DNUWUit+jWzrmCoSkHF+bHOpczQWV6ufmvikdIN8hlNo1n4yuoJg4WTtaZ8mMEE2YWXY
G2llT4bkbTQruEP2GG2nxh35rYZt4CC8xigb2O3WKl1E61k3+RXUwhbkCB1kbaxxisfpF02Pl1NM
HieFgKw51EyJk6HskOfBxKKf44cWx1ESbS+MuLiKY/HUCfotiZ1edIoJUrqptoqovWq94khtzabH
szgXhEaw3+r4R4jPaZR6ozooKTRYHiFwRa+IMfWkAvuMxWEG74VfFMk9r+sz5epL/CicLxrATs7c
fMVBJX1liW+t8nk28k+W0RSIGYqtyd6aEyxOrhnl+qZT8gKWxKL9Buu/9J1YxihY9ZmBiAB8zmR+
hnH0SQOESpQcv4V3QaXuEt9Cp4qZo6FBLTmZB1kOHWJWOEC4m1pLNb/4zso6mx3lMYVwwUawy7VT
sbLykPbfLcDKOIYAESYHyKA1q62azmT46lSbZSZUcmALYpBe011J+nBFJ6G5ROYe0/eNReYLxBKf
JjfoWJuomrk9QPUnQaU+sVRkioojtknYLjiArFN3ZWFoevNYRjFVE/AIntlb88bCCsiKbl536uME
kOWgS5NmPbpnPOVW2Xee6dSfpkEkflgvD7VNFd6Yz0NmbwDAF5QDm21oG5d6IfzKtXduicS4Gq/L
LBS+3oG4qarTpFXPqf2ed2zBYqu8b6vmrpDi1s2qB23U9uC6O09o7b5fEBrH8x1lBNOTbnuFhEdj
Z6KzC9JHGtj6Z3Q/6HfbpeGw2z+m6UXR1vdNgVCTRMdsr1vz14bEixoOw9ZkBxaO6zEeNmYme1DO
ItZ8xPi6L8C55/TCOBiXJ4Objt4C6XeV+wAhChMIWjDWwmdD/wRadTMs9XUyzPFuiPLHUzia55Us
zocBuMtEPAiAmsu4GfKDcMKTkus0xWz4woq/tXZ9JlXHt9Rip0hO06qoz+wef4YN7dhKHpfiqe6v
hHyiau5PXVYGtkLYuWRPoqaq37cYGRItPBTdRdvQoRdhdTP1/eKVmHUCMcW3M5S5VZDVBZ1A6VAP
A3t9W72YbfOuypx7NM0l4gRATWjotH22rFtKmKnVVxB8IHnL5QJSJkL3nvCORu7Rol3IFjAhblSr
ae/o2jfbcn4SqXiya9s+ZNPvEOYPMGfRM6iXNUL1C7HY2LqUrxqf6BPeEw/x5GNJuPy+77KvFe5j
zxnm4WKeYdFQyvd1K0bPUQtK60kKwnXt/UgXAISdFSisY6p1qYM0wTLxC/XKTqPOR7AHnx1nqOeW
if57E4/02zs2OqbehTvdrNLzQTjKiUAUcmp1ZMVNGmWAEYdPYIbK4re9+DdaPf9/1pZXAgR+VFLR
6K/QqYEy816d+f/93/yp/PoLbSD+p31Zb37zH/qr9qyR47PKSplBsc5xiT/7ki6tIoN2DGZpepau
heD1z9qzpf4qQMes2cu4GF81JoX768r3WJWCWFVpbBo/U3te+44vCs8q7GzK31yfFqeNgulIAGfi
uNeSIeHoX02u1/X9SOXAOqnTZqBYALHjxf16ow/61uWoc3OnbYfa7rHGtbNq0xFuvODc0OKNrFhR
hy5n66sWaBtS/aOouNfdLnpdfL1VtQK+kbuFWOB12zVrDeHWMPeZcPjPOGrduZjz/krNJ7BlbZtD
/Kzm7uDGebR1OfZ+IOZbu2nHt9cVNLtsPgFsnyPhR1bQvXJkwZIZS+tQq7VCq0vkH+hL1od0dBV0
wzQb4X+Ya9DW0bdsIolxEH6lLscScX5bbfvSkn5B2uIHQqc3bij7LIchwxaTDfP68xdK2Ua2JMrK
eQkyUnH2nassm0LULnuRKgckxcojCDvddCPRawZEug++qfbW9enTEIxsuBavyFH70iTvoKwFpaoa
wB+IZyvXbqw15JaSKy8bSNOi2dVNT8SbWsv0vDBhC67PuK89lI7x7WSNRs+m2szul7ECux8NwEaC
oleiq0U356/IzO1nVRbJR2Pxu5L5+DHppMShrebuWd+7oy/uHT6buC8a/NBpId2NFcMnxNMabdzU
Ua6KiQ7spCrnIQEC9DFTDChDKg4M7nLfVkp+yXuT7HWHErwShsrh/RdzHSLHnw31DnpYitVrLO3r
54qZB29+SKaOAqsbyaktd1FPpgSmCJSLbL3qxIYRVevTyfsXfmNGQHCNUxfhDF07h275ywFVYSVC
bGoQ1CdtkLk4iA71MJIKNExf1aH9Yyl7pZ95qcP44U3huwG10TVabCvi5uhrtgWAZXIQzWBJRrEt
9ca94qQHXRIKpf/+F/vh1V8vBSkERpC1yr6OXkottFpY0YsZVISSl6GzXPZDXXzwfehOvn5sXARy
AY1DJCUoTI4sE8saBdHEoRlMHdygWevqDXLdr5yiEiyVzeIvCyDz97/YD09svaZJD5WJAJKRsf78
xTBWiOlKhwYr71CF49VIqvj5YIYxeswGHzwU77v3r3eECWISXy+INgNtj418zzp65wuyo8za4oJJ
kaHIohUC7z9KAo2Ey6Cbs88tkt/T3qq7W/jxzR6ju7FRRJnt/50PwuCxDb61w6N9/c05+Rbz5Cgm
0QPKsqdMUZ9HOSfxMccXWtCbpGkLditqMZxyCq4PAJoQZw8squ9/kh8fOz1xa13bUDNqvLOvP4gl
JXTgIhOBrAvpWQnxlxXqNcfMCaFJ0N1mnR59NPX+MEUgubbQVSFxNdDfHUuYrNKgw0MfO9AVGi0E
8vhTDjSNvDcoiARkbEjhKHdYNPkMTgSHc2JSBkq/NWJQjJhFy/0A0ySIbePCqOuG1NkId7Urug8G
zBt3hwAvCyMkMht0LkdTSl+bpUVqiRr0fX5jYeO7hutZ3OTS+lx1CfXcOnfiD675w7oE0Mtku/H9
5ui0XV8/EdNKImitmhpUWV2fgjdROAVBYq3WNFzAUs+gd4wNjnziiM2q+GCuOcq2X18RLr/ONIwJ
Yq6P9cCWXuEFa0mkiqEMc5ud+l4U0vSmwoRzCah9BcJpm8TJ3CDUK4ic2P13s4pnjNOH2Iip1be9
LKyggUsJKxEuNQ4CzPWSDKX3B++bt8rG9sMLZFkYL17fqnmuyEEcFjWgVUCvCKo2B2hqsxqmyiCr
kkMdOX6BFIutYvYBe+WNMYyCmWHBeoOP4Ts06MXcZSduoo0kdgZd1/YXBM0g45zm5kS21HJX9tk2
YiG8m4Q0PvjWP648PKEXVz6aNVvaR3oHLTPoxybbOAbbs74c0o3CqfP9+/vW8GeRQ0aCDNLgYPP6
/mLXLSjg9GoA5YMIN5yCQTzZziYiA2JH1mhyQoaL+cEIfOuhvrzo0ddzR8vtSpuLJmB5d5opiRIK
y+dFNa8s6sm0jSiFThF+EDDsP7uFYPALA0U32wdknse+wb4nYDYj/piV1jCCmqnlDF9jechKc9iW
aiI+GERvPUo8WqbFroULH4vhaYoA9wYOFphFaa8KswwujvXFZsv6gWDujaWPr7aeDiEVrOrVo/OL
ogBXaVj+g7IouiDJogGL8kB3qKUd6M7gJmuLyKLJGQi0UgR4CZdWdqnG+gf3+Chb+I8ZBo+Ubqlg
FKCfHT1gYaq0iwElBODPiYmD+OoPCbVVQg3zjV1J51LpB8JJi97ckN8Trq1o1CpE3V+ChFC3lC+m
E+xt6gcb1+9uqFc7V54+4l2eu45KEgvd6+EO+QcGNUKtYIDX4MXIWhpHXiMz0j0yIlFzkDp8iPVE
4KwJ0cU2dUN3gSmw1Ixx8/OvnoXVis0Bm2mslK8/C4xEC7zWsFI2tWHLZjuiEi1XQ59iE5nrRpch
MO8PBslbrx5zsYVjDOesMM3XF8WXGds2EZmg38GXQIx09haZhwrhj55Q8wQcCqTfvumVjVZ32Ufb
gvXBH99/mwOZaSDEZ/07uv9OsnAkcXgbYPJYB8Sf8kxTwSiYRHNRXcypctEJ98v1jBbZY3PSGeF0
wV9b/Lxw6S8aUm4HmVsHqzUlLXCZfjA3vfW+2lhTV6Mfh5vjG1RkVjMRJoRtHXu/3+P62JpdOuGX
6tzL9wfAWzcDDa8GxI9jP93x189CR2beQoHmfdUy8W1wc0Kp7LzzayRy27lxrA8G3I/rGfo2wcYM
rTHqcvdoqzMy+8+ZZWtATWJUK7RufLUpp0OIYxtFjnaOIMfPWy16eP97rmPq9UPnuuvOgDvqcm5b
P9eLddQMdYu6JwdVMevJTeSqlT/AgfxgbP04srkKqk3Q8iCgeXqvr6LXihQmLLGgZ96/ciRBvpC5
SGvDqnEIM+LKSUwo9lKEX+FSOR9M8z8+y/Xq7PXZ2LGnOn6W/ZAWY4UBNSDa2WXXCh0npsN2n6Pa
C6I6VT54j39ct3VUqMQLcrpic//dRPTino5aLlwZA+coCFTb1HVMgvJS0m3PC2A6gAo3S5uY+59/
kFQe18MEBTnr+CRhkJldpOtF1dIczyN2bUGb5f1Pv4FMDZrKoZF3g1XzaJj2tM8cOql64HJE2EDt
Qm5Vzz09X7y273+hH1/29VL2atpY9wPHK6aBQC9EncmzkiQTaAQe76ZF7bDz/3wxk4WZEpQA9MJ2
EtD06+FJCm0fm/msB4OK13PMsy8wrSO62R0FsHmI/p2b6FKzoExLvXm1Krx85xYrBKMm4JNhk059
UpeWve6mka9n/Of9m/jGvkNHi8zjAhHLHvJ4LOpLnTWGIAJuKvtsO4bVsIlR7AST5szeDAE+WByX
SK2yksFKG/QsOeuw8hTQdf/Dj3I8pSqydouuglkzEoo1ONLxI5bvrdERreoooFe6CGEgy2PyiANQ
C2QBxp4oO/HBTXnr/bQ1iogwG5mMjudaYthjZB+ZFtiTnu6d1PIm/XKJaU0KbVgw9SGte/+7vzUD
sbBDW+K8wvR+9NWVSCOzmaJZIBGPb7LUIkHZwB2pyvg2JNXxg8XkrS9I2xwjISsJxMuj8YyFmFZS
yKSOsz05GCrM1iIHulH05bXIsPdOKkFM73/FtxYw9tAUQ3HDEDdlvB7UCfg6xMfmupDMESwwRZ6s
wO9dBcPlmubE4NEoIE2nhhX//pXfvLkWlkWQlGzVjknXdWz0ppAk66QSKUGF2HtTjFqJSLWKNzzM
j96ptyam1X8AIsM02acd1WxGspjNUeHuGiH6BYP8t20iynhLgKr+wRx4BBhdN+s6BwZ2BAjbqdY4
R8uzEao6ksiEd6ZVpnPZ1Yg6cG8T7IesuIZ8pSBsyufy4Oaai/5Ndc8a3bkHXKiwKwK0wRkH/1g0
mgSDqbYXa8RJLwIL2jKl+1HPyazNKysYjOQeRqixX3vO9zo6BODcHQ7KLiJpQHXGHTEa5PDmLr2C
lmIRAbIk2qexfSj0pTkVo4PM1UbhFwHK2b7/gN+44UDdgVzbjoof8PiYhkZPz8hh4fQ7EvVtEbVz
TZWDsKE6+ggf/p1UfrQfenmt42WUuCpVRjFkpKE1lLPCnUnZRpFHxZL4ugnlbeAubQeBUTG3IULZ
7dBGObT3DGVzW9deWhs94TKILwawi6f1HPd8zsH64Ja8Meb5mKvTkZsibHXdcL3YYoS53pDYxVlp
ZJyeOPly12RN9tDRPGN+X5bk598xWp+YvIEwY8r83s15cT3bxh81rhs4l+CEa/rz3b4NXbFt+sLY
mvWYfTCDvfnIqUwKyh58y2N/mRKVjttZiha0jRadp3OONoai8mZo5+mDd+z75Hv8yJm3oMWtjh1d
rFvkF99NMdORxD4qHoS9dw9LHOYpuT+GcjMJBGNgDuPkCkKCfeV26g0IwyEQWZbsjZBUyiSv5aMk
Siqu9W9p32rnzeS2Oc40QDmEEecFw6SLW+NEysn1lbACSV3JbgPqqwmUye1GnyMmCKylmOjSgHEZ
hU8q0aDDzyhhUhI6ZT9A+tYXv45DcRIq9WTjGSkczA5LO15NLsxCNy+JOkBh1N/WNtUSj4opjlH2
5KtAJo8vgYTC+sgj3XoSuYG7fBaGBlNGVHm90+yyFNvY1lcAu6shORVzVCBcJND+sxvm2e/aUPX0
JvpI7mozcT8pseF8csZuxOKk9xd2ac2PBckQg8c0huVa9JXOmt7pnwpOPfnWHUXTM2HK1iBSO+1+
G9Hj3wJS1LZYkfg1kDfmBXQP+dmdE0TNPXs9b8QnTz0IMWqpTXPpd5bRTURTx+3XSPR486jXwxU2
TUKI/ZbDxw4nDzLO96efN1ZTigDMwviRDbhWR+diGK6u3dctpUY6MvustB7rfA1R6msE/1i9vIHu
9AfXfGv8YzPmdbNZwLnA6zEZsSo4heCaRrGMB3SslmfARt60U9Z+MP7fvBQmThxzJrXG72SdF8Nf
1DW5wENH0a1nKiml2u7wp1WPy8LDef9Oam9NW+yyEUShVVD5fq+/lh6r6I3koAatm8FuJJrrVC1i
fY8T7Yzk8f6yK3BGIUGqty6xdZvGmF3gsIk4QZVW+mT4EV2UG8thXES3C/UPAQ9vPWviAPCfYy8E
VbF+gRc3Y3FacJQwaQMSriuk21CnqX5bftV1DXFx2XhGAO0Hm8M3KnL6KhuBgYCuAPzI0cMee1MH
dNlqQYl4lcg45p4N+V8NPsFBPhd5alWeNNLsXjhRH2OmmKJ78LTTA3GZ4e1YIy4l26OvrgCBauUH
n251OR9XCOBCUOISKnsrOsuvb0mBo6om9UENsiXpUfyRjpdh2YI/7cXG5Jz2o6Y9ZpzmV6KjgS5C
QWR2EZOsQCqVoyePJVLE3/FaFGdRYmFCiVoTIjnZbygB7fZzDIvlGvNTIr2QjcqXWmnt++k/qTuz
5bptZQ0/EU9xAofbNWq2LVty7BuWktgkQRKcx6c/HyTvOha1tlYld2dX7aTs2AIJAg109z9gxf13
78w4YL+/BE+sQJv+owlAhlIEJiGv3wbIW9WqYqLGZvj+wU/n723Vu9spMBEaboV9fH+4E+vJRpYX
LTz6nSG1q9fDcQxZ+DFiZYqFF6Bxf6qB9JsxTbTE+5hlfgp1iW39/qAndjTVUxq6NjFLk1BfD9os
wVArvyPbQOeCei0Gbwtgk8sOVPmZoU4UbUmiKHOAhuIKTqPu9VgAYUvwtrwgkJgcKBzwwwg5E0Qp
QT46hh3hjdpG+3BcyDSL4BoWjDoY9Sy/+205nfm4J8pMzxkdSZ12gFnfUmQ7hk0k8EZKVFgTYyDz
DEWyXFXa51uao4K4AQoVMB+usAhHnhn+LS7EY22ZPjrTDkgI4divJ2P0pbC7hAIufkf+3wWupp/x
tBbXbTRmsDsF2v4owGyQkm0eAnymP1dLRcuqq5iqxBs3VacQX0s9spjWnM8E31Mrn+37DLcBzrBe
issU5nByqH0ZRW0dK1Peus10tJEkv8qReTlzgJ0qPICIQxONloemZK/CBlxW1HNmaipoXVY7+mU2
oNalPqZmgZ0fPsTwUXoE6DsknSiFQJhygT1iSfD+XtD7eXW5A6ijAWPUW0AfrD6JLeAZQxmwtaVs
ekAP0t6k42CfKb6dWHgOGQqnGpJEPjCY1x/e8/PBalFk24ncsz6Vsz1DbIFmhgv5dBCBrXaZOTSX
ykV3pq/H/MxLnhoeoxK6kvR1cMFaDU+nKMmxlnR2y0BVLsIEDZcd5GtlVGQHd8gRa/cHH2v2+kuV
+MbH96f41LLXlSUtuEj3DkjZ67fHq8A3055KXQpYGXXr3LvuzSHczQEOlN0QzBe6K0A5cgpQYJjy
g/DRBewjUkuJ8DgCFUjzO6m4D6qxOjM1JwIwKYTNsUp1m4vUKgAjZb2A8nfs3ezDT0kQVf/YcD25
dFraSpkDU2FelnMVglOD0kUBAMnypwS8CopTbwOF8hB8wZa+b5rszunVckAGPb3IcTa9nrtzTT39
E9fLnGsuMY/8zKLM/foTSDdMoAwyIs7uEG8B2x9sYPW7sWjqmwQBJN1exPwWesNxmQ2kI6G2f8nC
5inXaHJDIEr8/qo4EW4cxOopRmuFEqper58oL5TXlzVqG86UNp8N38Pidage2qrxjnaRN2fizYkz
j3QYYUCPvJiS8aook8UUvByUtnepJSD7VjjqWj13SQ/HlXNhXv+s9WSD16Usg/uW/0YCSLDf8jjM
nR3t4+46FRU9E3T0tuNkSVjbECzKEZ0viQX7ri+W7rKCR3Ammp9aYtzIwG0ywUAvVmd8Ggtk1lFZ
QUJQ1ez7EluJxX9QEGNgu0ljW8nyz/e/6MkhQSppXAobal33klZaYmMyEeSWpLtTFlKIXtQ82zaU
O0Atc7LpRnhB7496MroQWTRQFAQwYNXXC6lsXHxArIiFlDnRZZ3D1YRP5l3X0bwcA6T08SArg73j
uQi0RFD/DgtAuk3cqQZ+C0oapnS9/Qg1GioXH+j9xzu1zDntCXyc/IDQ3ddP1+VL4LbwfHZQcUGD
hHlx4SNpvZmp8Gsl8/DcTtc/cL34AK2hgoKwMgWLVUBjKbTuktnPXyG4xG1q2XqYTh2ioKyOkVP9
SHHauMJ5OP5QZSV2wjjUIKUZqFvEOHDCgivL7XC8fH8aTm0/WgzoJNEY0p2v19MgqrFXJMXAMQEt
LpENfKzN513nO+fswE6tQu53gEx9rWG4FnqNwxa7DLB6u9qI/RsfL2VqvIt/7Nyp2NUQba9jB6+P
91/v1KAgeejVaGwWPmSvX08CUU5jt3N38PBGREfj49JhSh9aFkYbQfkFiNKX90c8NaHg3hA0ocLH
2l+tqwl7Yaka6XKP8LGXrl363fjMbZBZXc6EzhOYM24s9NoE/E7SlHVWnjpJLKxmxEQqM53vXoyI
gTDD617G6HRXPYGtCBFIJeU8ojxhbzHxmG6Umk0tS9hduxJFfwDx1WXFxXavFisH9EttekZb7/1Z
OXXR4UIJAl+LTHOcr75D3MYYBnYoLhizT1s8flK91VwlTVPDP8uyq14smIiXibUHHGefGf1Ei4Mm
Ax58CG5x1q7r0KpEcyEuUeaIAwRyURAHjNGaAwyntjpSXYQ3VsgvXjDN/2J3heRWLEEaKzQNX792
MlLsElHOwImgKGIGMaxeNChIHLp/MxRmpj65MfQAf7Xu3BJ36ahmpbeRaraBOSCwmdjzPqiLbv/+
x3zuPa5DGeVEVh6VIE1cWb0WHqCWPVFXLB3Z3llQ3gCnt8s+NKw/k0DVt1MSyitsIP6io2ZzgxHI
fWDIccwXG1whCpClYR7DtoVuqxw4BMRdK2/MjUc6Dz4oH69jjotj7BUm5PBo3BpG7Z55i1OhIQSg
B5WHoIRk8uuXmBsjX1DndXXffTok6OPsHeXWV7VfN9s+bgeuBQjyvD91K631574QIFUNkqJCqBFz
r0d1jLnH0nVk6uo+vc6IXPhegxmZ/DLFjd2cd07uPvaFFx9LDBOvh7K0zuyGExGK4CRQYAWja2K5
+voRErpdUeazUioD/QgL/PKHKvC/pRNM+H/ztgJtR5NGmG7zvR6Kym44ych2d1Y8gL3taNJXYvqZ
qTE4eFnZHVGM6rdmMZN5e4aB1Hton9kXpwodpPZazd0jz3uzWNGpG3oUW9wdZI7sEiCOs/VRGN8M
YhwvWH0Bkkx1esD30bjBwMqGdytC0H5hdFWksXPm+nf6cfSaQzgV2ND6wC2LOTHSjJw5KUe8zDof
doeFxdpod2KnuAdsxDAgAcaNbT9Sc73MHQcWKtpq25mz9cwXOnELAmNgciBzhvA8eq38VjZNrSUy
OtN0d5kM+uvFIkAtc2nc4tyB6BRq6+8viFNLDxCKbkVBDXgWgft9uDLJhYjjguOYzukmsI3sUiYh
KSU1gDMTfXIo2my622azyVdv1sb+rEa7cXfoHBBERELoFUOFT5xxbonp0LoKh88Uwf8MpSf5t0lU
Y449S8mGkmWYbFA0Nfd2i17I+3O3Usp/CR3PFZln0Asikq+H8YPIb9F/QV9Kzd2TRyFoC+IHgwwg
gZftkBElLUSRzBiptABNkU1oUGpOe9CWbZcnx6BHYeHMM+lL65tXZ934NNWphK/BA8nUtPWkDziP
bhHAX5CDiVNRMrCb+oDZS/NXGs3uplvUcjtCw7lMmjY5yrGz9+8/yamFTD0fMgZhhu21iuZihu/V
lHpbyQqSdVHLWzJqrF3QteQIycS567wO1G/enLRdcKFHdnytN145IhL1BLmoMj+6Djb2Qk2o1Y/i
2EMppu9QLMgPiCzYp7Gsb8cmCQ/p1GaPSTMmZ7bVyZfXziXomup2xCqiI44j8qVsWYALipdh5C3H
Nq/rXd365UEkfp+f+e4nzk7aQIykCQQ6k369FCvZibyrUQQkYzM3akTIqK2WbGuU5Teqg6iHJ0N9
ZsxTG/oZgI1ELFt6TRww5qGsEKF0dqYTx1dFrsYdxNJm66f1uVP6+Vxaf1xoTkRoLSbvroM0hprx
aFgNIEOqwHsT1hEtYdw8iV/NZlBxu/NKatRh1oU7NFvsbd5j8gYE3sAc3kQGuB3jvZ1Z/pXoquoS
YbjiJnAhQAa0hw54Aho7mvJItri2uhgTMW/QJkYEws3LYy2KBH9QJzgkhl9/yKFSHpJU2WBV/HNF
thMXY5Q3Nftad0nf5GSLixJe7y4OgMci3dmUmnd2knhH9NEaraJFmTlL5ssGG9wz0ezUkuUuDhUV
xxuQYasVBG0pDBqclACW+u0ReZL2Y+zhU9jbMiI7Mc1/sUUQzkf3lxYhzeDVeNng+ant1sSH1p+3
uO0hp1bG4DsrjNrK1PEu3o9Hp2b29/FWW9KpsGlIgFNDP8LyrRsaBw2f5AYwTnfZumN21zdOorU/
m7v3B9aZ1Hrp6loa/0ceFXDV662ZCFyvkBqzduCDs5+BUMEVGjhkBFjNPdCuzW4LVtM2rf34MMrw
HKbrVKcYAjRle4Fq7Fu+tdE0RpGROewW2YcbMyrTbxHX8KsyD6fLRGEl3bU2Yr+TGx1GFxucGjbF
E9JN1ZWvmpuwj/FBHFt/iwJ8fjekmTrzZU4+oWbZkitR9GeaXs+QtCRrfq5tSh6gCL1B/e3g4r3n
CtEeaw2Ar/wAZ5wZ8U9E0exD0NF7gFxt3rS212xGFL1ux7py7szYa/cDF+3P73/CUy0Y1+c+RksC
tXJcaF4/odUatYXkom6uGNrnb8ndfVkgjrw482FsqgUt2jr4mseZd3DwEdmguZ5/MKOkOXOqnlpM
ED7xFPBNguE6Doqss7pJq3a5Fmk78mXZtjAy9xIfhPjK6z3v2A/ut4Ub5CGdJ7qH70/EqZD/+/Cr
i1WRiGaOQ0B009S6DxFVCogtFDFRizEf3h/qGWy43jfwg55jg4lBxKo8lw7SDEVSAszKYns32nOx
70cs0htXlJc97JX7OLDbG9TZFPccOR9jUyWXVcCpN6lI3JPN/F3Y8nNIOnkFVlPshDX5f3AvBK6r
DHFHC2h+MnIPyLxEHb5wnXZjj1l3k/SL9c1UubW3sEDgEulzmRBZeZxCLB0Q+VQ3Ed3RA2IJwaFW
hXMjaEVfid6uD31u93vbQhDq/el4bq+tpyPgJgHRH9zHG+Arc+EqqwcryWHVf8IDMN1B3POBAMfR
FlEA52aoev/KLub6Vg5LdUDPaLxe0s7bpo67fCh9iZWVD5DRqX1/16Pe8liPnv0h7vGsdDyp2OZy
/rFkQGrF4J9rrJxaOpBAsFLjXgToeHVZphY1WnaBsmcX8ehzkTRH8NbZkZZHc+Zo0fHizVTRO4Yj
DcwRkvTr3SrcdAj6gS4azlDZgR5PujFkX9xVVPI3/tSr3Qxf9/b9D3Ty/YgQFhVALMfWxAykCgrL
7enSCD/vD84gisdx9J8s4GJnUsRTI2lLNL6peyKHtwqfBMpgpKZBuBLM+lUUDhhw+s65O8HJkehz
0wkFbAZw6/VEQnap4ekSmMcury5xbUafCv/5ve2Pxpn1fXIo9ODpTFCpJba9HmqpKdcBpOObuSXw
O6/OD37LFShNgvpMpnBiecDRoccKGwJqmJY3/z07LPAcbpqINkjTxt1lFzvxUVhlswWiCvc6o6E6
G2dbXSfeT9BboszD5oe2s5pKPKXiQFWhvfPGINxXsYsfjSmmDTrA50q7p6qBNHfo4IFZQSknWEXO
FpGRMJrppAxho46zB6gyBTuyNxMTl6vUafYTfPADVrnjd5moepMEWqsgQN8aqkp7NPKSInCImYyF
VMiOU1scFvzpb/whNu9LW9pAo53yR2V3VCfySB3pG8XHtK2+v7+nTt0MwMPQmqP96WJEqWf1t0Te
quz0BWkB66i8wLEWhXGjjW+aHCX1Iaq4HffYFfst0pd1NqOtPJnZjYvo4jaqZIFQnux2TTE6t+2g
tFOIVz6+/4h6Xa5ijUcdixwXUBeZ5+p2RyXL0kRbYOUzEGrXx5FN4nf8z7f8b6O82YiIIcvRLNkd
fZkYV0mC9piLvsBFliAa+P4LnbhhsG5oOGslC1bs6qqTj1TbOvJ5IA9IdsV+NhxbNNrBAKFul3p2
9In7rLwPlVNdgsctzmzOE/uEagp9Z8APGmewWrtmP7OuZ0QQpqZJed1UIvPb/WWMTXt8/0VPjsS1
HM0o+m1oSq3WVueAIdEonqSMy88oJI7Hpk8onDvO+DKn/8iJ4v+dxwQf/r/bSxwxW1Ja8ut3xS99
Lf7l+GJZeLdAPw6pKQKqp9PyH4Uvw7f/B24s/BJN4EEWQp+UvyS+Aud/CFy6Nh2gBAHZiv/UvngP
IfEFhtciFJCbgggR/0Th6/UaJwJTfaaGqg9Q4IvWWj2l9LqZLp4cb+upr6Hg9cGUoSaHOwkJvd3G
DrEOQxP0KTY5rI/ociwcr36MsJquzmSHK8iqfhYwsj7tTUgw4A/WlxViq2z1teKWe6VnSwT6zKS7
QgB4NB66wq+8W7jiLVemsZPUjY74tg/ya5pPAZqtQQpooCuy8tIIQmM+hkPqBJ9aQ6XL5W+f9+NL
RPtdJejNlGlzPU+37DRRB2bk690yTKYfTcLJbw0b13fk3/FSv52IAuNXmnnpvCssymrHscFdbDNY
XtJAtKGh+/WfPwa0Xr4cGQETtromOHNdIjeT57dFjJLwn40zYEtjOwXWi04B7f/QQyryml2j4iq8
luaQd1dxN5XBn+8/x6ptpMV+tH6RTX5CS/mtfV2EuztF7jG8KlB9Sawrr+yybuN1fRGa11UaL/YX
TNVGtETq2YD4o5KsupQ2ecYUKXM+cz6cehzuTbQM0K2j3bgWkZtCEUejdPyrqrB99amPnWRGY7VI
gJKgYtcq9xAvJFK6Bk0XbNqJwTVaGrzYtmWfyhZxzzNZvV4Q/3cwIiVCgxUUPOR2hAYo8qwuPLkz
p+MUOf5lD/27nHd40zXxEYtxWLubNsYTZNqYOb719jbsRSF/iq4xUDt9/zs9l5lfPQYFWCQpgPaQ
uTvhent1jrE0gHuXy2gOExV993EkSbUYRhuKGjls3JwxPTBrTDru/F5C4N4mLpxjF5VOv0JAKuvH
Wv403UmYWzWXUs7b0aCsam8HI06ApdkTDK7ruMP6/SmZpqDdN/BjqSAOnV9nT4V0SEW2YWiU2RNd
L/7Z9VXcBbv333S9BKgsUfumf6crsRAC1m9qCAlSNB2jA9UdC/6UX4BkLC8d0WY8ZdFaysi3S1wP
+r/lQ+4oTEu7OvcPwIJCZWztptGKWe8/1moZUNjTpCobxAeZEWQFzoHfb3CVcNIZBstwKDoJC85A
8KW6Mqwlxmk1ib27KWH3btw4MYIjDiYqPrczXh/zggeAzfSMVyUzI4KtIoYYoxHXAqRMLWo43e0U
LBSPCvRI/3bt0cxvERZuu4+49PDbmHt0j0mcVaiFqxyluQ7k8XgTk4hUR5PAh5ljbk7LtwUf1eVM
BqRrJ7+tVNhZJCUAkWh86zRoTUTzUW0H3z2jlVUZXnBA+NROAGYkbXurii7/DKNnmM5s0jeLBqqK
LqhrqgQrB/HM15+ng8Bk+NjfYkW9mMEdrO3Ue4gk1ZIPGLyP6InjSBt/Jp926wu/UVF+WzfCbTed
XXDrPbNYVlKGBFMsMylWUt+nj0FNePU4kS3HjCZRe1gown0I8AjFBttK8aWA1IW3TTwlwyevWhoU
zZLaApMo+0+FbFpvmwT+8g1WY+T9CA3p3dqtmRt7bsmUyGwvc6BtjpWDAjvpjNo6cdoZ/+xs0g9P
dSOgOgfHFBbcKq+08BkZ8RhvDlnUB8OnbJykH227dHKOYpk6+3GZsSP9gMl4Wv4chwYnczcLxI/3
N9yqn/08h9r/U9c+NLZwXU0FW2UaNfuc5ha6RlPmWJ/6kRR/K+OhjotNGkOT2+cUGKqbPO1kfI2f
UQwbc4qm6VjURuT+zDF9GstzEWq9FZkgcJYmtz7ye8LVKhYkodtLO/SqQ2KLoUdgigLJNs5r2ZNj
JlWxw1dndo55DWtqm2FNWyNtLCBe5NLN/S+uW0aYjBfxXH3OyzwTHyi6iOwDK7toz6Qhz8/yejcC
tYXeQmIAeRKfzNcbA+ozXhJd0B+q1i8eOswIkj3mJEMD8betsqvCsrB34baKOwmi/RjGeLOFA1QF
l+2rPztIExWRU2yRoB6ROWlFcvBHq5/2cWShAu3Wi0KaXxrtZRct/hPCHel0NSHNcD/6Zo2OeEp3
eBOLwbtKU9W55WaoJoMequ3HiA01U1x/9p2xR0S8chnBVyV/y5LO0j29v6D0sl3NREDpgv/xDzal
jvC/5eAx95emCkR7mKxlTj+ZoPPlJu+aWnx0+Hj1ZbqI9MY3jeLhXwwMHAnq6rNa5CoT7bCzhQaJ
TluniozeomjrI9zTODmYhar7KxeNv5wLOr7mZwqIq8uu3sko02qWrlaseQPC8BW60jbKpAcoL2L6
XEjhfw2npvixFKoLv/mzT0UaVXOEDwqOYvjaUQPw/h+/PtcVqm80jTgNgtUFqnRwLTcghh7y1MS3
q+4nvBsNYeEGUwkrHj/hPxDs8CyJ/xno/jmCAM4hiumrJHO/OjKteqrGIKi6A+CH3jvUQ1REP1v2
NLKno4fJUBdYbbkHAtOcO4900r1abCR4EDCAKAOoWAtpllnWqwlLhIMveiSC6edMOv+xwqum6pH3
Mg1JI8u28buJLT/Kj+2AjfmWwzJqr0vTZHL++VegmAuck0ohV9rVV5Atgu8qGVviQKnETRaE1Y88
KMKb2jaM6sfQTN7VEkzUDd4fd31vCnSGCt3N1lzZt8qSS6XMqhGchMLNkbKfJxV8aeDrfxmr2sCc
hX5Xvm1im2Jp3HuG3L8//DotZQtQe6H5wmWSziEnyetdDw8tbeylag/Z3OVhv4lVPewHaHb+zpW0
WMC5mCiwS7sCSlgHwvhQgqW4LnGZx/KCOPRhQMyerl1WN+3GmtuzxP23cUlPD2xAF1qEJgW+fsK+
CfrKiBKeMKXVtcsyL5j/WCbLuAzRk2//MMbMSXc4Np3jY5yaG1J1kGt0U+FBrWu5bgGAA6E5yNnO
WH/p4w4/MslmiraehfH7Trlq+pqFndNuoOdA4UFx6sazYvuTWXgLzPDZAv50I+DDP9moAARnDq8T
tzqtGqyfjPsu+enq8KqSYVncMaoPXbpkfw1OgnKymBWeF7NdmDSEhC2/pXz4e2e25GVOaXrYOlax
nINIvQ2kBBK4pxZaUTzO+hTFiXCoqqpoDnHoJQZruQjSZpOXtnGp7NKiDzQK7VmBfM9YXcV2hFqf
C17q/sxq1kfF67DCjRJIGHmoXi3rsBKie4Qit0F7zisXwO1Z7yx7OUDj24xhMQQ7v42GP8t6LPyN
gavDN5VxDzrMea5uESxY5JE1rx7GwvL7cyFPf4zVs/ma9UmexKlDpvR6HSdl0dd4TILOQpQKzYkh
yG8MExhCbWp3vlEUD30n1YNRBnO1E0bX2JtYCnW0yrH40aQ1dqNnputN8CFhosUMwZH+0ltazmSC
7JkGpisYW4cGO8YdD1HY4g5JaxJhoWUK3GOfe+mfwZhPt3DVChgsnkn6rlDqCrjCdUzfQHCut+Xk
p2R4Ss77LsM7DIuRwjz0vY3N/JnnfnN6cFCiNai/NIwe0qnXU4nAITLMBiIJ7uhB8975BdXshx76
UgKfsJ39+26aqunvzolV9tSMMkg+Useemm8iszpjYxfAgX8Vf/+rvvYKPMBxSr+TYqdWpGZTvlGe
cbHNMhyvSA/4PpXYf0xt3pNnG3YdYGge5YF31fetYXC6z9wLH/Ny8Yf7ZewjT+AxWi6yO0yuq8rP
70+Xrc+uVyuPguozoorDHrDRukSjvGQZaMZFe2GoBiMzh4yOyqcTA13MNhDphXtR2nOy4PnnAyZ4
UmjoUD1A0cJrkcYV/JY0KyoaMjOh5sXDJC4A0ovupkrH0b2aYWM0YhMZyL1cuGErzb89LwCpsanb
YDKKM4fWmxOB5jg1Bg5MKvrwelYnwryATGhjM9wjPhBMBwyZzPLa6FTU7LNgbFKsvCKEFre9v5Tq
jDIeWJrXswlqF3k14i0dN5bemx4NqnGTQzCRx7mqJ1ys0JdYmKxwNCb+heBFXIKnNsJxmL6nzuD6
w2XGcYDN5LxI9cGjGd99G59rRtJpqTkl7jCyTqw+0UUyRDrKKdga5hSb8sKsunjqj/RwcH68ANhW
LI+Tmkr50/ErI/8Sm+Uivsma8zjaUCX1PuMOiSkAD2DWc7C1ClIxDG6XIYq6LUI9anl0ZkaAf5bl
Lp+mXWQYhftClo3J5s46fiyecI00um0KcoI/MhalWVcHM+/rPDyavcz46/PcQM0G+JjpoSMBAiFA
Ar2O2mBX+Phc4EdEXtXTTApzvXSSQlGfqpJA18QQhMJzDXmTuG3TYywNpHk2VPCVN90Xg++N066C
KDJ/7wtM6L5aZTxb6sr1KC4RxAfFr/eT6dWRc4wGw5DTNob+VcClzZWLpUyCgGK+LWqF5giYSCNr
5UZkETO364dQ/7cq81rvrhFpon+P9M4SF0FRhFgCZ263ANLymewp/2AUnocJKa6GsW0eZd2h4nxZ
eW4USYyd0dES+vukZHbXo2Gzwz6a1sDt+e7X04KSpCVwWJbJpwYnp14I3BbJu/HVXfCkXR6jmVKL
D1AssQyxkUq07M4IUC2vzDLKx/LanFpqjAJyLnZ7kbBJTQ9xL624v7LK3mHhJVRFmfrJkSZzbqLR
w8Qm9rT0ZPwNHljPjEuwIEvcssMzr5I/w1hKvlP1a++XY8JHz9oCFbldpAAVo2L+8qtyBhAgLlB/
KHh7z67D8tGO7RwGcuvky+NQqaa7C70o/unRGmgfUDccq6d0UOZ0U1kTHhMbUskeUYzaWhKszNIx
TPiWfWboQeGtcEzBjlT+k1uL2vhkzamuYAIQ01+rgbyRAbJQpnjwbAqvhyqdh3HXowXRP3p2Lnnk
/OVZE5f67ZNfRgon10ZmXDk+VfZoZOGxM0yrxQivX8oKhcQJaHe37UpTx2m3iykcbYIgrr27MFzS
0Lm0x1lXTLMRPnR4Zboq7PJbuwwjZxOlomnnTVHkeQk92fLKdDNE/th+HIQcPLVPU7NDIC+GTz3d
1IPR4cBH5W+p5a4Ogfkf40Y4RIUEgnIotrgH+OLLOBcNplmNhY9r2pVEIJzEumzC/tJeSuf7Uhr6
kSV7iUvvVHpLtmxlNYxFj3hcyTse4FSUbC2ol2K4N/MqJsYrUWfLY4W+N3ONT7hcHkEZ6z/m1iwe
KjWArazqY2ClC0swB7HDb1o0TiuHZnCXecZdjvN2er9UkT5CUgUR70JGccdi8wXMmvQookH/Kxsm
xXS2eITKny+7zAGGyV9ySZ7Zt/YSygGdBwcz43BDsbHKnnqUOHlOkaQze4UQoz966kKWJayVDWtV
NtKRf1hGhGt0uLju8H0g9DlIvqDaHl5Id0qjezXY2gQh48QbcUsIAvuHOWElwjqKY70vUDcndsY0
EpBkSbPOG+xtVQz6tBvjwAi2vaSG+CnEBCh9rOzezI5WTdE42GCTY2HB4DrlLD8TAYfw3pqdhf/i
Z86CCE3Cdbe8iWpyoHr76zuhG0c7ZsOfNgntxTRw4L+8cJrgJzAgXWGN4W0/dzX9v9yt+r/8bor7
r1g0p8ivCmekMQgvVE3mJqhLMHB7a6z6au/GrKG/y8aqjVuraVSmDrQNg+ZT14YABrxq8gCIJ0aP
ZEjbL8Z11vXxkOyCXDrFxRDTNrtrKLvSy4qirJP7JjeMEVvQKo3iR8xrbR44kgWF2l9bwokEH+pX
T4P5wxd8Yyk7nh7SxS8xElmA25TZzp4bvY/Grl/m6zqsO34RlbHu+fSxr4/KYAis+brzYSk/QbPU
y3BSfS0ucU8X8ASxeCnC+652W/4qrZeJb0qVXvc1xjHC4GxTiA7k/TZSlIx7AsvSeZSSUVa5cfoh
TW9YsAoLCmhk1saycio3LcskCK58qBlsaHeUdH23iZfqGFe1nc0x53AWGcZOgeHJqaK+HGxcLsQ0
HJPKaQGf43FoJR9zmBfjn8vS6vP6113JtSIdrn+d5VkuIy6Yyhj1Pkrm2eHns/d1h+jX8Ss1HIEn
eTnSbEAYbM3GcvV16eXihZ+3Pq8GzCf4a37n6SBe9KXeE+Zi6bNY1qk+VNXY6vNTgbjjc+U4Ceup
cn299X+deoBKcPfZ0t+NUvs/vTq8m3Xc9D0cIrGrg7bjb01mHbdd8dIkAuz//JM77CChQpeTXg+x
mHXjSQUoTBloZJhcYrpijPlRmFHznbaNJ9mywkuSNr6fzWjJmwdpRLXhbUczK+sDToxZRXR225Fd
WQdGTLR1X+6l9McRK6ToMYZq3rXswcC5khG/Lq+7rm4IEJPhlvwFn5YBZ4jZCZpeWzNq9Z3Cejn6
Mr/Q64Z7jd56qXI9Y9oPoOp1BHoZwc+AjKKNPlN0MPdFmusDVCDjlsGRdKYqJjP0AOJ0XCSEV3cP
md0YVf7YgB9hGsIoNUz5PbEjPev14jeEy20/5VFZkIcD+26su76wg4bYOHR6mTulpY/lVuHFWB1K
RxX8kXnILD66mYX6LbhR50xkxZJ2LypzcBbro13nBaaw2D85jfUhViJjKsp0EMDNN8No8NPVBjAw
d78UN8HheaZU4uvxE3Bb0ffU8No6f/x1LbDSLO3+rNo56B9mw3HYjLjYdLpQnZOSbt2i02E4TfxU
P3Tl6juhoxESHVJArkMPFSFLjv20h27TXGConfE5ft09UrvBs2mLPI1+ySIJuRF/HpvaG+6bAIML
Bz/GQkXwdnL9A9Hr7nkd0fclmwg0gTFxtdpAUrVxr9wQMErXhacBo5EPKUylm5dp7ehH+/Uj/ILL
bnnZVF3JowmnBem+nZO2YItgfFXyY6wyxZdN82brZrjFc0OvZ9WW+tOh4a130S9ASJUUHo/lFA73
ACcdnocDDcGPzCh90C4RdankT/hUeELtuOFDptcrRL+mzJsOS85R9pl9nedxm8LqNtPMLPaGY/jx
Hfd+HFv9wWjUH2ESBfUPP2S8bY9JsdsdQ7+t1B9ulZv09WuJ5ra2WiyaariwJnxzd6LIBf7cjcvN
cydp9WRfwaHV8GVhkS5gXJKaMme5Sds27D+W2bLMX2tVOgXqrk2yYG2nmszmGoYhE3eu26SDZ9Ju
slCUabZZSpROsJ1OxyDJH6Z4tvlXsTRF7W3xUs37CeBkNPnhpu6HYtrXE02mcAOgM8fjIstZUB/5
uYLSRQKMXv2dwkfqUOZP7CWqN8xN5ls3CNyUsroPAOWYCB2a+SC6D26I2E1/rHBWsgh2yHV8siwK
Vt1FFrZ6fED/wST3tVHqX7m5VbkXCKFnhbEvbLsvPlTtkJrBxVSjGLVcBf7cKYd+/JJgFLm0TZZG
29rFFN060BuMZs5IJUt5MbWlybMltQKZkG7CabHo/hROoowGbUqlF8rI8tYRD4j4cB+93Jp/hewq
tUNgMdxtjJxI7Hk6xtPOCS2cZwM5y6e2rUSCRWeEGoG170iHis+yQHk2ITjnscC4DSbhV2lnAV92
RIbS6zZ9uFg4GXRWPnobYfiYEiNhWYnK3AZ+OnZoSS4W68ZLo6a1aaxbqbi1Ra+vq0XZ6LTNeTnk
5MQ5k29tOc+8gvPyR5QZuwEMxmIxunxHK1YnZSQgLSHjJTcVjdI/y0VWa75ulGD3SshRy/Qxiia3
PbBoQ450FgqXyeU5PZGhfD4Xcv7OdV85+qx3ZsoiDqayOtO13Vif3jAohx5Y+2xH5XSg8BvJ9O5X
uACEoTgR+qrSUZ+LX9RY0/Z/2TvT3riVK+9/lWDe0+C+ADMDPCS7qZZkyYuutzeE7avLfd/56edX
kpKoqY56lHcPMEGAxLClIotVp06d818quphxe90VMFiST9wTw1FxzUxH8MHLlETcV1prFKF96SSR
Y6Z2IQ5g/K3ZqcQri8iOKIAa9j/QGUKEBh5Z9pCThgDpG/cJLyGbFdcsFNtFwLOnweLM6EaZN0TV
YWRO1bIWYJG0kOpy3GeDnrbZhYlG32IHDqiyeYcmZNl81HqtUfnWA9NG1GDVGHKYqZyrSj0LMsfj
MV6a6UyMXAzzYV4erzFS10VKAzba7Eq/7ewx9ugQ9UQ2eXVYZd4aOys/pVWAuC4gvIoompC3ckF6
TJz7yKFk00qaAOSUsJD5B8VjyOtj6EBj8HS4hrWU8EEyW5LyxC2jgoqKW2HYxhquHzOfpA9FzNMW
WaQKqh2JoNo/putRWIjrYEW3RlwoFnyc6ddrotSgzLM46ewhGTgg7E4RiZbcoHxc7fJEcuKrqV7C
Rf2xSM48rQH6/8M8+awQ2/ks601fRX6JpkV0jyJAH352xqXJLtYklsLVG1Np1JDHZv0UuqvHjb54
ESUKpcUk0M7se8oE8l1Thc38I55Qu5r9OOIzBnoxJgDcxyhcvtRhVkzI/K3aGkR1r613fJO1kYKu
cow5uVwoPzZIA2TVmn2Z8TyQv6thoZQ7dYSUIlFcdiZcVyJl6NraRdB3qD4lRbOaqZvkWmJfUPeW
Eg6ydVmyXV/N+k8lzGf1IJV9k/5KeySTUzxurKDUZqcpL1HGGc3D2o/S+LmgIxfejlEi9mVXRimT
PjckeH+F65hGjm926LH7OpAVkzsLmg3GxVIRsXq/K2oZVSeOST1M3ourGYrV6FyWJTUyZo7kERXh
bq/Rb1TyayNuuvXX043rKcsmDRBZz2OR4PG+ImGazGLSh5hbZeTUJPAWCpYSfsbVAIAOmmZpsSi7
x4t6xPtW/uP6nx9zKPVxV83LSrlxonrE8kgAX2Y/H6/cWbiKVPMpz33aEjDHRVrdyIXIwiWtb+Tv
lA3qX824JBYdFl189/2qIYSG1IU1FLUKuSecRoK2arPC/Lgfn9IRkVonaSOiRZetbXrdUyJLbyvV
jgesxyW5Ki6tcTUz01+iWYQMarriHiRxQWB4R69nNn9WFSinuNQyuErWTaY0pKCD4mSAI0O+cIWI
WY3/p58lgxL9RVzKCV1rvSjOLmvmZE48bmVTfseWMmNh5LG08uR2BkgRzMDx7LnhA9bTTZRVNvJw
iayteKphIIusL+jLubuHFDB09+QSQ4ruB6yoL/gAySzDrl369FefSmhNub0FtifjvDBbffCGVRb3
qWSZBO4JXni5/MDhTJS/ZrwMzPsUCEmSBmFXjPw7fZFFEJSjWcTvqh5lhVX+UDyy6OVXLdApEI6p
m0m1mI6ymWUCaUvGQG7UJAZ/GDu7NW8wvREnwayoGNzsn2IYO86mPBF3I4bvcqI0SoZ4rBE6qasY
KIQUHxpakXww8/EcGmSt4HHyx3S+lTVx28A9U4QvR1nJRQ1JZVOg/tMVOpaaT4e0KDox7VUm1kCm
GJRBzEkdzDZYDBnoIkVTu1avS6MSiy9p5IrvjUD9yIdWO00UNBqz7joGo7MHX2K2tBGetWnMIQtz
fgIPUgTOHWoeBZY0foWej+O4aO1mMBeWxxpAIZdUTPA25hKNIDX7JyyRajA9R+lx4bX7cZS/rnVC
xR2gZW3eWEmtMm3I/0XTXaQrw3j3dKbKZf1QPJ0Aei670Arr5VeoR40y7DTAXGLSkFJkrif6Irw2
KbeYpjCeJSKzJLPLK5cf7WqPI1Ccmq2iLj2npqZTDPYsSS2YDDlpla53ESHMh3I3O8h3d/wAwnzT
1VMZgGasyDQoQGQEh/aplkcdlsyh7y0RRJ4ui9EYdlwpisEsVmAl6JDMmFo248wC7sfFXAKr0Uab
NHlZUFf22s6YRHUo6qiIXSRqPfFdlB5V8t6lNGqjhJghryS09pHxguqlzA3MOdZQXPDpWgAcvEIk
mSLBL5KS755UmviDFJcGV4DESsaibzxENx7Oz2y0tGvmvapv8p563/2a5JFM7qXM640eq9OYeppj
T7P69aE98ybSwF1V8N//FD/zm8ojF8W4/+//PPrT/86FPLivbn4W9932Vx395u6/H/46uq/8n/3P
oz/syj7pl4/Dfbt8uu+G/PEpnv7l//Yv/3b/8Fvulvr+v/7jdzWUvfhtUVKVz1kENPX+Ne/g/7XD
L/BLj7/o8Od//Qf/+olyYGICbtLOMkxUpwFSCvLAo6k4WfA7GcESENLYX1o2ic0/KAeK+k4gpsEN
Ie8PvEmQpZ4oB/yVDuADmDd9UKBPMLcf5p63/vDYRmPC/mUbcItEhs8AE0t0AGkSQSPeKrtIdtov
loRYdzkpxUdDnjIaqWt0MWGnFx8KZSoO5pQUdwNFj0vAhAPJT2Gh4S2t2R3cqvFSTgqEgVt51+g5
yvrJ3Ci3dZLWAj7nGJdtFSY3QEGsT+pkl59HmmAVkh/tE6T3TQvzf7fqbsf7th/a+7+9/1l3f8Ng
+8+fPV/7/4NFSJP+lUXIMo6Gn38Txvfuz/bX8OfRkuRn/74klXcIGItv/Uh0EVbyT0vSVN5BMUH0
Cfc11hdOEP9cktY7Osbol7NOAAagCfXPJWm+Q5+BngL+NwBMTfC6myX46pLcNIBx+wRrRatULHME
07c4kUGtS7tO28XPx8L6nKC+dtkv2JZ7FmjgXxp0xQHxowxdAFkZ3perXSxuP4FzJcbiV6KSnn40
5jY8LMmqfwV30aGJ1JNS0qOQ11/UE/IgXKUBhh74pTPMmQdgxLP2NRwUODOkkIKBwYw89N2fARMl
eQ3lpTImPx6M5ec0a+rnDGEz2Z2dlfaJ47RfFFJyt8KKOHOXAu5lMuwXeVLp+aE2Sx0YNT5XIiZU
VEVRJHYHKdP+iNC8ywrZukGwa/kw9Nr0jfLaYpDlaNKHcU7WPU2kdYdWcTuIK1/5beVSIt9Gedki
N1Tay0czTdGWUMvs4KCelqD7Rx/CxZi5CbpERtPq2fp7CjbP2Tmso+ed/IepQJcA9Tfmg6b6BkOi
DPpY5GY1IwtghF7dx5Y7YJyO5iBon9eH2jTZH4ZCnVioIcB7pOl9jLFIuFkpMI5m37SWdofxm3zZ
SSHsAWek5dGFFibp5ceHMf8v4jw/yPimr4WciAZ/fhRnhL7r3wON+g67FQPxFpTx0QZwiCZ/DzTa
OzhBBmeiiTz2IxPviW6n2O+AWxNhABgCWUd4/p+Bxn4Ha8YRuEfijYhPbwk0WwgMgQa/AxsHDogv
AiCxWTRrMZZDZ6L3WGkyICI5+UpdP98tdfW7cvpfdmJ/HJpFuYjVrL7sRgGR0zFnejZjJzbJFhYn
zI1FBqAjPwaJDWDT8dLVqSciJGIjcQO37AqM/qVdkjOl6d0sdVdJii+GnVq5C12Ee1kxBWfGf7F1
GB8uJFBe0EACqnQ8PpGgVroByZtCt6XEB9OoebWeNbd1YcSzG8prX6D0r6xEK3gbNcbBDV3Xtcsm
rPRKrnrFlBhu1HDP9u0sjX2zQUmKsjp9sLyunwD7/7ftnm07obPxr7fdXXzPCR//LH52z5NO8UNP
O0+wWYU8AnsO2vRR1mnL7yCcQQlBaxR+BT4Z/zjiVesdQD9yTlBX4mfEXz1lnar8jl/D5oMXakHh
QMvzDUf8BpQE+JKjXWO1A5RFd2Ar82q0U7dAG6sDVM0rj7axQZ0fBsazSTmxs7YL+3EUWyW7BTCP
cPHxwo7o0ejarKEPipswN2SHtewUXibpkztXS+n3pX5O5eDkm+kKir5MJKC6zWZeq5gWhm7WQYEt
x25pu5YbbH1OM1t8iKOTVbwaoFEk1UAWKoa5wZShUtt3Q4gqbaUUTeTromHoy7FT+ZUM89aPlEqu
wYgk0fWS99JCxVjKL7WyTLD0UuhdN3Izq+6QF78SdXKAE5Tgcj6nZo+7mYoNeOLSZ5GuF9oK6gfA
RpG6H5JlSa907hPvB0jMt7VS5Bdd10tnJEu2VCFWh/CHxsxVsK6AS2rH322qVmcYnLEKulXSP0iq
GgFkwNHaK+xY/WMwhxBjSzTZu94J92krjxe6Xqd7IFekdFJjTf7r6+hFhBYPxPnAMYZLKcRx8TWe
pXSmU8WJTScsWCVQkbAJZ1RQKdmtcrV8oSKcf5BWLQsADeA0aVPNBA6nn0HyvVxYKtkNcG1ufXi5
bKO0UekhPnlWGUAvmL5Sdynej+CbzhxGL9YVOlJcSQXpG78ovGaP31RKZFotU5QHST3i2QlW5VI2
JdulBn4Or/5idxJ8uIagLsthb6KBdjyUjlyU0qGNRJW7bK6KuZ+/9uAoS9euyj/keZb+VKKWKsbr
3/LFNDIqjGTU3diknGSb/bnUWrOwbqIgMmI5cukS5JcDqLGL14d5MY9kvCaqokwnnw1V++OXi1Rr
hNap4IaCnPplDCZql9vsnh49rre+0cNQkBItMiOkejdRDrWRTJ+REQ2kvkvvcOi86qSz2kUiB3h+
qRH3ML4TyTwqMSCGBaL+2Q5ISzWftLSugySEXtH2c3ah9vN4W7RO+z4fDOutoRuJeYIAQwEGpv6x
CQHUkDmmlrkJKnv6oGrJ9QpA0B+kcVfM0m+DIu+Zhf9iXTCgcHLmg4nMcqv7B8pkWkvTJm7bJmS+
JQ0x64rPGdOeHsXReHyu0Gzl42m0hpJiI1DYACSS467qgK6yEhZvXxF4NUGnJoJym9/62VlJz4yC
zgpAMYS7JZ1+zYrVnRnkRfLMkiBTYBwAf6R9W/G5sIeyzarkXXRt9SZlKj1VWXu3XZUvhbKY1zaE
3QtaaLGn4hywb9Qy2lWTbPqvb7VTc2qpQMbFQpFfEMzVEvsbNeTLTTUVYura2h7xt/DMgty4VLAQ
eV0kCNjR6BJT5diuyAYiT6fwusCPSXN7tXfTeNypxfR5Kca7uKnBsmig1eUqiJLmENbKjznChxHc
ZO5VSii5TtSeeaqT704gY/6p4mGDdLyedCPK8OxU62DRhjspVKW93izn0qhTg+A5RJBm1XIUitjw
bO/D1E9MuWUQesllIElj6VHpPMfuOxExRbkJSwSOOOhlm4wGzbqsSpsZi4u2lC+GrE7ugMI2l3Nn
pWeCs/hVm2AmDnIZr2ZZRdNnc/IsfIxxaIc6GCvYFWFJGR96cOnXaioAURmwwgKhx1Ze6jdvGlum
9w//iV4wEl/aZmj878JUrzHyMKdu/J4ORnlZdpEU1ENX+xrZ2dVgTdV9xwp+D2s8v8x1wd8KjeTM
yhEf7WgOqCtjPIGYEQkWyf7mQSQK01VfOVWgRs1fMh3xXb2M+S7swQpnw/hG1qjgVyM+R50ZBg9i
e9vDvgtt+ly5VAapjiiK15YNrZCR5XuThv10kRVViBjEqC9/vDE4MC5VSY4tVD8E2et47faGObUp
1iUB3VX1PRYOvZs7kXGGmPsgyrSZTa4XaN9xnxFGm5tCwozkHwJ+SxHkg9T/0dj2QoEtHy4Ai0lX
EC9Gz+6xU46LOAbUbeU3dGu1XVGQDJgYCH1n4paDjiFo7eUGJCEfxCec7KVy7qxB/1bo+fIxkzgG
ubuMgUmnz80yOM5YO/VIUkX1pSYNvQt6ffAlyRg+oj+BrGKEBWOZj/JVOeD3HMq0220KGDvgHjHK
BGUS9D0xKYuGMCjyObupi5Vm8kpce/Nn0GQqOkJViP9sk1cJx1zAmksZgC01ICeTojfp+P31QTay
bCJXQPFGmEhTIOKC+2CD8ixQwVAA05TNZdCG+e+oTm5nExIubjJUHJUx8bOx/BBr0udShmUHVcud
QjOIh2ivapi8KmV9XSHv5c61cy67eBFxxJNxbaY2jrkS17bjZTiECQ5GcOuDFDuMw0oD0l9rjZ6r
mipIP0TsAJUooCfKOf2VF2F1M/ImrEIvRLB/ksuA3urkDZgZuGW2WH4BFvLf+cjo4QkdQbb4i5x3
XFEuGSZE5dvZAFrWxDh6xIb7+ld+cRqJF4JHSi1Cpni3vdRnWq2BFxY7uhuUQAMh42tr+OXtg8AP
xX4Ah1iS3k3YkCWjSWTwF0Gr2JhvDaqF49ek+K+PcmpVUJegDkqRk8vC5tuYWhvRDE/5NiQX+Dvp
2Tc8TAwfS/fqfYpz3uUU9aObtZgS/RuzKLh/9CXZlzRbjhfkCDl5yMu5wAlYT77ouVz6yC4aF6+/
4IlDRvQoKS1SUNIMeZMzrejGoAeSFIEKBvKqpI1+Q1SMEV1KdADTekxh+R9VsA+PAfd5v+HEhD7w
3SgdIxNA9eD4rdR5QhXUTAuM6DopMDRkKNox0oK0soHdD+Xgq6PFOVMu59zpROK+OQDwTKcyRsNH
5h62GdnJ7XycqjHHe69ofaPTNMhSa4ulWZt+NvmouwjVah+AbQM4pVbOyAmd2BRHw4so8CzyDSyi
Whq6HPiwjn82qEAsxtv5TPZy4nOi5s9pyitSVdsq62dzqNZhZzAKFiEXM5nnRUqhyVViddjDbTnn
H/RyUgmWBBS40eRLUCuO32qVZrJqvECCir/zQbN+ox1mfLftFBgKViBAm2L9VsKoRnBV7MNbF5NC
65FsFHYNJR17s3gnLYJvbMo1rIXslhjtgCazpNtmaFsvr8vCY5HJNxgFnokKLxqIXHmF6JLIXDjJ
oOkev7aiNRNAuhCF/ybpu/dYboWVV6W6JV3NeaPdq3xebiCt1HQf5yHu3nMNMDpvWkB47Ypodr7O
mNZBJ50JG+bSmt/bThktwIq69HNKcwvM0rLMrYuVHjRY2GRUQa116T/JmWQlHjZNXFtUFGEib57G
Xtmrdtp9AW88HJD1qH7Ai0kmrGbg0LvR1Nm33HN8GIym/R0sqh27EtS8H5ldtPevf5KXy1woLXL/
4nhXMCMWC+bZMp/6ApegMa0DeDHyd6TDardP2ur766O8KEyhB61pXKZQm6AasFUqKscV7BaIzkCi
wBFG8zWcJ9sNtfLOplUCzMp2zkTjlwVGesbiSsJ4aEgSL49frJGTLoZ3UcLM1IeDWUzh5SLTN2V/
RJfgRlMEKyZATUWNtEzbqultZ03nkrSX7y0eguObJEXcUTYLvgBZnqldWAQwTsnOc2dsLodmxYNw
jlaog1akXMmAbf98fbpPvTwHIAvdImSTOmySZxOr7AiQZRH0iZXt07qSbzj6JV+32tSfp76/SeLU
/hH2FsIVVQdzrEnX4PWHeBlqVJUbvkxfkZP4hUgWRtJtIccrJwdQxrtcs5IDUlz9zgLgjclXjCMO
tfz0Ko37aa/j631m/NOT8OwBNiug6shkmlAtgkGbq49Nv6YfZ93Idgl8GT81jPoqwmBlDxAAZqyO
D1SC5uKZZfhyex1PwmZ7hbBoIBpoRdAkw0/sNe1Phr52Z87oU4PQbaXZSXWP/90Edfh+ujmqslhl
WvyhG3XZRYBdO5N5nB6FjubDF2VhHW8oxPKmoQZIQbVcl/1eKdQPbbjYZzLel0UhZNXQ3DQwJRdO
2NtQoY1O1+o45wVxWgDJ1af48wwB3KeLIL3vDfwz0EcaP4A8Nd6XZb6S2s3Zva3n2m6dJfOmrI3s
AvAj0GhIjW9OCo4fbjMHgxlXqaN0fE67WgM1L5ePUmidUwQSqcVx5sMoDw1kBBWFrstmpgGsN4PC
FJTQgP7QtKa8XpssQTDlbe5F4nrHSCaqtIZB84sIfTxSWLcRDIa8CJY1UTy7LWFbwtzf1Un7o7fK
c3eAl9nO8XCbsCSpnGocLgwn56GnVZrpm20UHsAUpAcnhHr5egg6OR4dHoGuEhgHsaSfHW4dfO4G
jGcRIPQS/VFolRJIXWwKhlRPVRoF0H9nPBvrdp1jhJ7I8XhTWJh2tDBeWA7SdT5F1i5bcDVx7G4J
VCDpbx9PeEQwGFkVTbRNdCnLTo6nhdYStjJY2ppDvLON6ueqrN2VtRbV/vXXe6hybxYm2EoMnB24
dgr4y+P3k6JKzUIo5gFn3eiaafZXX9te1Pf7KipvJTnBJxdAFuTC61RqLpMQpYYCYo6CHGgVXVf0
+vxsSPeJWfp5BX8FzyVSMT+G7Hbm0584eSkrCzCKAuqO3tTxo44hvQdA7FmAniDEacoPmnZLp772
7AXnKFiXzpmPIfb+dnIUNAQ5d5HXRLr4eEQripS4d/C50OR2CjRLEhWqJPPkLn0fIWtxCfVZpnSC
cc3rn+VEYKblR/MNJRyQP9sr2hhVaylVcxYs02D4Up02flfF/ZmTbOOB9xArgNSQSYnNZPF/jt8P
6O06VWGcBX1W2l5OQwspwri7nXvHupjaNblUQ2v9mfc4CTvKIN/I4+wcjLzN/Fof7Zskb40zby4+
4mbKwfYQvB5gktyfjh+pw/QgBEyeBVZlyAet7MlwYBLg42mfa3KeHIpIAv7DRD91u/SbHMZij5ld
kPV6EsB64OIb9cWhz5yvb/6cxCvaqSSvovSzWUeF2qBn3tkpd5WwAEbVtPs+s8/Jvp0IjSC06EBw
qbe5ZW+nTl6gmaCEEBQjK8ceFefzkI6yP4ThGqAAF9+9/lYn5g8uGgOyG1lAW81b+uoj90EtDZxI
0S9pgMx72P/LJULA59RHTw7Fm9H3AOhN7/F4VQzQQ+dE7dMgLsaVUwb+7bpo6sEcUv1MlfphhW1W
IFJdOPWgmY678YuP1aG9gpxMQhFeme6cJtY9OJFVYNSI0bVZ0V20citfwLSJ92Zj6u9XRAwPGg3E
K82Ow49xouu7hYrYn5oVIVIhzQbA/Gj0yxlTBJyEMwR56B9ouZRemVkOCbcMx9tsVUPfCGfH6wCd
vhUWYVN4BzwvdPs1qgVifp+dmgNePRDCeKeZZodvjrUJvXfIzoTLlwGamiMweUAgwN+sbdFRgQyb
5GOdBFWzjvvKqM3daED/nfW0CkwTUbGGmLR/6yrkUOB0Fm9FY8zaJCDaAtOkyOMEIpeR7RE3MnZN
BV7HssYz6/3E7YNbD2ncY3/f3iblKLjGcmxpcTDAhQ+mwdb3itarl0PVaDvUiRKvqZr+1pjoIEyT
o3pm1J7zfX95MtCfARBGEwY5shfQk5GrHbDBIglaIEd7o8r7nTEb54Qzt3pYZJEMo1PcJaKgAb9F
Ww4DQi9oc8dBDjaOFCCSMNxOMfCSVtylozbULlB/RyqsqMpDjIzDLZo6P6KwNq7XadTchUV8pS1r
E7z+tV+inngwPjOlB4OyM384XskKvRd061XxDaTwICFT78FX7y6MYsVWriznm1Ide5SvxsLP1dW6
WOsKFGabrDuUJN4MBBJPA+iDw5PYzt3m+GkMc570pjLjIOpM43u44AU/kp/78ZwZZxDzL3MRvjrD
UY8mX3uxhY2O41nrjSyQWd5UTLsaxSM6Vwv8NXxZcb5GVKx0KYCcK7WdWvfcXVAwFHLjFrXN47dU
hz4ZF63JAjV1pN08A8EngGJDrY3TRb/W1/oivQ+NsHCXelEDO9baz69/9pfxX6i/Cwc1TlFS4038
sqZhwDQuysjCm2qn0aO7QLJn8FrsA/zXhzoRxFQOGqCJwKspn22OGg0NDHN5ONVUtbuUYtO+BADd
uzxbtusMjFiHvnozFgWMJzsaNCmemmSbm3VkmWW9wNRMg0XVEFrBLNWnSXk23zs1jch5Cr6IJgwb
t+9WNna5NnoacPDdrHNq3y6FLR+c2I68Wsn6yk3rfvLlUCGRl6XkYHba4g+J3gkZmobGpy1d0zq4
Umql/vL6vJ98NgBu1JVo/RHZjhdZjBw1UhCIda75cpPZenOd2hhMA9bUzyisngihGBs/tKBBh2LZ
fjySjlpkbeZo/aEFkmJXVhRwH/Shi8+k1+KJjxMJUHR0WMDnP4BcN4uWZExalbokFUOo1Qt1M3L1
pLtPVfmWuPU2E2GRy4vRuBuB2eNk2PZWEBaVYwMsUcANMtyvnU7OnDQlWPwCZR4ryv1xyPUzJ/6p
jwZQgSsKUFTD3l6QILA7zTQ7pJxllezr2oz2pkN2q43aub7pQ196O52AFLA5p8/AcJvChoxhYoyF
JAtEUj7HPRRqxOlIQK9RztvBaLpAEezQ4RmY4kGrjdYnwVyeq+7GTjq/jKi6T+2NHs5/WOiuvL52
T51KmOtQ3OLoccC+bjaWZWUSsuJGGuSUPr0sQfjPnGvFRcto8s0iMzCHbeub1VCrA68Y7QYY/4El
DSZwmuhcDeHEvY4KLdco0E4kyzQCjld405ETZa0Qvh2XepfAaLhCNulnPtTZh6ibPk2pIfugwWkM
AFv1MrOfL+FXtDut6bt9nNEYe32CxIAvvp0B1Uv0o4EsbzZ3Ce4D9VECT1pbULcKSMBwj/CpQ2jr
UCPK4yN/YX6t1Hi8WJDPPhPTT+14h0YFqtjCHnlbVBktq4plFPwCZ6q5zCuN7lUAuc7kJidfUjBD
QEBjP/rAIX2WZIdVSfYrLYxC2wQjGrv5ItuL4lONRn2Pbe8t9ii76aQXN12la2fm+OEtXkwy10w6
q1iike0ff/U5LSLJqUZumbnC5SX+OIwrLjHmYUKbpJbtXaPBIuADm4Nzq5VEIBTxbqkJ3qHtFqxK
uK9ly+87xYXPepEl2aVq55e9nl11YFLQAP7dZ/W1FY3XABe9Rs4+yvX0l7HU16VKo0tNdoYR3UXV
/GGRoxsFnR4wMh6oGcfF7i6YncxbHfXDPGdfi6b6LbJWq0U5uZEvgezuucq912z2B8T5TELeYpoh
7SEpUoobkn3IBPddMy5Sc0TGJLyaI+cS64H3aNLth0I9FJLyoTaLg7xEv6VsuoonfScN8a2aLarL
YATB3Ofs9iaz+tZL2sVoG0E4l4dQwazBnpqD1DX/Rt4CF4TaIf/F4Gmz7i1tiJppYiPGJf3QRJtl
rHRirPF6x7l7fYudXONo6DIaKfsLFuGcOCvSBOL8lBQ7iJ0lQVs+PwfyPz2KzjiUGMgkNqkg8igp
KDREV8rIaS4nVpKLnlf1b5zQUGjJOAWTACjc8UpuZi1Xc3NC2mVQVj8K5dSXijk/vD5jJw4vNiI6
6w5FBYpfm49Tzwg1YSeeBuCkdJBG9eLaWRnus/pcR/ZEJsBIdOhp6Qjde/X4fYwRb/ZUJzIspr1e
j3g+ewjm2QetylI/zerqzF3hxFciv4Oszo2Yi7G2yTwKSn39oPJmOVX4q2Ea0pvFDM9hm0+PQpyk
Wi06s9rxW1FEwOWBLDIohrZw88Iwd5FQd339K50cBXtx+NYi8d+uBYssdcrF3JXm0lyZiOX63PeK
M1Wfk2uBuiNcLxA4kMGO34UTe1W1eEgDIb+71/ti8aeorHeGVUe711/ooVi1idPA3LBJpEEDs3NL
3BlHGXvAHkpHuhAeXPoZRSP0v7rpolXq+HaQkA3fJaqVtXugYb3hrRSJp8tWL2zUFeNwvbIk1JRc
9kmFXqysZl9btJHvstX50wjXdSfNvfFlTvDhxTQaD3m3XJz8PRqmyug2tTXql4NRq4bLv+g/R/KE
jm+soK4TzIuZkutbyhJ56CXXvy3QqHg0OFDPEBdzSmzKnUb5iF62o+/GsRi/mW2SDl6OT2sfNMY4
WGgVFs3kleglB6inchQi7aF+l7m3p+5Q6QVyCXCoqXIYvwGkYKOrFXQUSqsqbttm2asltoteNw/J
6layZnyYbOAYQpU0/1H3jiqeb5kvzGjlUXsHirvX2YX5La9l+VNvVpCy7L5vv8aN0qHnSYfWi4cY
zRbO7OwbW+bAT5Zw43ND38FoNQbXqY209xx1NL9rWap9arkGGaCgpizzytGcYrfJsBdzF8usPrag
Py+GQqlTv1sH5Zo5G9ZLRM2iP5rMbg5w1ZsPBR6Ku2GJsayuVvV9MynDXjaW4gI9sUT2okSdHRdG
KdVMCwmgr1o32zQXQiku/NeX24n7rGheUSuhaU9JZ7OypVYJmwop66AwKA3Xjn0/oHrq2m36AW2h
4bLqsAN4fchTW5bE2yL0gHCkTXe8mdpYK7lXUlO3+kLy505ad3FixmdqmqeCKrvowWCFRHcb5HDu
YD7pHgcTdz1yGWypgrU20J5TwuX9OinN/vXXOhUjKKE6IJ0guRnbzqosT/LU4U8eaD3VMCi8natX
FGSmwv7j9ZFOfTPcv2AbC88LsODHE1iOxUqxakZKy8Q+QIo0+5NULpTXi2UKGm56v3JzDc/EpVPz
CRkGWA01YNJX8VDP0td8UMcwqUE7l8jhXLI+x4OGqlZQpfNv+mvymUVyYjYpEhtgWjijQCFvstU2
HCylNDtu4Whzek5mII9aJ3+u0I/OvNip2xlD0eR50MqARXf8Zjb6dB36Xhz0dlvchRgBBrLdKn4D
lAY96sZycUqKd1oHKXsKI/OqVetuF60knwjMnWOjnPi4R08jJubZPNtF2uABTy9jnidvrKreMwq9
8McoAwmcScXB0Ql3ry+ok5Otgd0RTV4St82YfU+ctFr2P+pAzk434tof6gVjcKvSzsSbE8sIr1kS
N5g2Oo3aTa5D2Edyuy9JedcsvwCGLu9R7So9ofy8kztq9K+/2kuGFUWc5wNu0pDJTodZBSAcWCs4
vSidgR5FOlXCNmzQku1Gjx6ndKjSstyr9aR5PaLnO2hzZ5IusSk3xzoFcwAXlJSor9mbTTuhSmJm
ChcdQe7wx7avKUqXP9R8lnepYxW7vtObQEZP60Kth3PbaesHIuo/SMpjAinIlJCDNjkzsKe5TC2V
mCGX6GHN1a5ybG/KmuveHO5Xy9zpS7I3s/YLXrMH8CjXJHAey8GX+vr7rFTfLDU85GZxa8mjhzrY
HVJny5lNf+JkQO4FcAP4WJCbWxbmCDUqakSHaMJX1mvTEhW3oTpn2nJiFLQqmAdKnPiJbKFyGZB3
uZQieiSLPbnDoFZBZmfKmXc5sfAEz5jwjN0WbudbIoWca3DWE67NrQSEemocJNqyPrvAYCI80A+2
rvGyrD9VZR7u5DY2dqrZykHRJX+9vgNe7jjRqOTSZxEb6YxsNvcUDpjjhA1Fvxit+szoqotG0tSA
K2H1s2k060y169x44u+fBTB5wCUa9eJwby0p4pEpSK55zaJdEy8GZYC2OcN0fyCOH+8snb6DDGac
gjyljU1IUR0WDQ0VfQ8rKv6EuN2KLY2cQYIO7V6z3BWg7XCDyFZ9B04joZbdGdVdEnZa72pVOGj7
RrHK1MX4BKlkDGW1qz7u7MVfwVR2iAuak411UwqSZF1wjPQ6zShkF+0k5VOI6CPSdl0ypx6WJ6l6
bbdL01BgHdLIjYdW7lAzn7WfA2LL6OoVDypCYJH/dLDs+gnBufiWWEhTuwp4igqN57Qd/X7FkaSN
dbXZp91Kyb2UJzv39Ixrr6tI0rpf5lz+BNdSRhEJQyYbtROkTS9CA6dIL2GqrsekzwdM9pDqMyzJ
WF0l143aNxFQGj2jiarctw2thrJWzGaGHGSSf5wza0h2y5J8zQypq3cysr+5Z4WS/G3B3vjjbKOd
79blPOdXtMxm26eVP1ljp+xztLAK33RWdKgVZKLf8/Tp9dgWre5l2JOFXoac4zm07QnsICmrwJya
QsyG/Xa82FQpT8HlWQ4KBuoh0wZNwp6lRVCyR/Xb0zGsQQdyWfZ0DHDbQYna5blqNn2S3NpNOF4m
jiQEnpBuQfThHBrtocC9WZqALeiLWZBdRfXl+PHSuf0fzs6jWU5kTcN/6BKBN1ugqDpeOnItbQhd
dQuXeM+vnwfFLFQcphj1RqGFurMySfOZ16BdXNtO0Fr4htSRjAsBQb9WGH4ZW4pHHPwKv1GnYTZK
oPGQ7q96ZqCDX3g1ZxDLWB9WVvGBnXn642sBUjPdJOQ11nRzE/VYFZo8IW9RYHXx47ho1uw2kvy+
SEr9iyJxfG8P9+b5I1alyIWol+Ggx7uNWSPkb+O4XpKzHhWjx46ykTROhydbpxA4pXjUNmF7SjLl
64QM/kHQ8SamWgdnivRZ6Fu/Qc0tU671Q4ysJ5z+GJnv6J05Fp+VLMvdqq9+Gvrw7vZsdwek7Uuo
jDoTHdnr755Ii12P1cBDNlThWWRF98Gcoa44M3VWvG5Mt7e7Py64AOqnOcgrzyIToW/uwQJn4CIe
mKXcm0Qwo3C8IpyP9vSb630dhRiGt0QDgLat1aPYDm8gYmoIm1d3kSFTtpVEfIrbuT/h1HHk8r4u
1dURWsejUEXRms6JsiW9FpNqKSKu1zzOeq5LWL8Uleyn0Cxml8av5Q3YVK5ti6OuzZswYTPw5mqp
h6iZeouEJ80T2c2XCJOSoT1C/u4sJy8zYTfYfcBfW4zdZOrtoCYzgIWy6M/IQVpBt0zJyZTn6Skz
Dpl/b8MSyMpEgmvFecUlbGFgUhRJahrW8TmsVPVi9kJ7raJJu68idmprI5Xdzb04z4MRPiiRhQZu
osUuMu/Sx9tnZGd9DdqfxL0wNuhrbyLSakprZFmjmIB4/lEYWvScGIp8d3uQX06hm+1zNcrmUCBa
hLKwDWM4jBH6hw2TeqrU/kOVBnYOz4dLH+bOqacgjWhIUOLzZ8x+PIuOJmYfqYfwdHOil6b7Yyaf
QnOlUM3YRSd0HBJe9EmW349t+q7LaZoAeERO2Gpc4A8PFFXMU9t1rXt7Sns7BujB2ksE6cEZvL5b
6r7CcgpPkzOuGbo7ksKcMlP+BCxt8NEPPCLlvU2P2TDoq5iw1ihvKNt++GTlKL13VnSOh/pvKxGq
n8669i6Dco72tfFqaEidgxnD9FTHxMCGNxzMJjyrAe3TP7/IeUeBroOE4IozNk3eQrO7EqZ/dHaw
gMRdY4xQCWoXL1RHyh/C1ANbLEcFgp0baO0AoDmwgtdg11wvOBljlCsdGzVpu/fIsqsfnajPPyhg
BD4qsV57RU9xGOspKzzavTvvCENTcuGc0iHainhS/FnwREvi82iVDxEmam4W4luRjYI+tkUJEYcA
yOnTX5PVc0+F74Vl3Wlm/YN6xt81cpHZWA/U3oefZpzRzhWEe9Lwna7HJULKzm+b/gkKRYrgU/3d
Msr21COifIoqybu9aXcOOwRgst8VZ7j2P6/XEJ8X1Dsd1nDCfztwrM4KHNwrDmp+u6OQPK5avCAz
t2V6ipxJArsgOo+kkT47Ghn3YbYPDuDuRwHzRksIAgXHYjOXLMtoIKJ+BBhm8ZAjkP04E8pdbjK1
blkzCSpoB1thd2rwNlaVCfAv285ahj6wM1hadG5150fdKcrJiJIjk823VQICaU45+BeKwmuv8Hpq
ZRPqKdLoLCAqHi96bSpuq6BAHxUYpmM/J3yqKdkJ+J/0SarqzqsbIZ/AbiYfAKeN3jhMOhVv3XgZ
lk736QYqxLCNtTykVSHcCQdw4UriUKRud3VAMyBYQBWb8uv1707TJAk7SeaT9A5eIyoSR+YQ//wX
e5i661onX2/ezVNSZWWIlxGDyGbbnbU0N1ah+sr/81GIkmFcULKhFLcZRbO6DO/akQ+9IFBRzFaD
ij9Rwe1R3iZOfOkVKrOK/UCZ3EaoeZ85emh13KRYjn6ux0W/EzLdJXNJkOChRuODD4M6MYJqXqrp
PTouFggBoJQZSPjLOM2Di5sKaJaiqA8qCHsxCkhdmVFUC0PnbcynRjTqI9jnAW9J/x00GaruEL88
GRfre9nA17NFVXMlGeioaQqohljZpymO5gertC72JnpAPxUSIBJNq8b3Jo5fljIp+qyTgjkvnZco
wdQxkuzLIud6YKRa/lLgpuDFTviTplT+E0F+AoBlmN5XWCu+v/1jdvY4cn5E9nRMVsHJNS74ra4S
Oe3YoPotBVhC1T4CW4obh1Br/nSUtY1KtA2EahV93Dx2banAsFhQfjIFzjVylzZ3sciOBDXeXqGM
wnquNyjnacss1GXMwwplCQMAf6rfVPN8SVDm81Q1mS4q+BJPLtTp4GRR4nvzORmW1gVvKn0F9Gyu
l7BNZq0xsPMIRI+YVKI8Vlpe/aAXhBWcrGfjuQKX7LiVUzaahwuteDVCaxpwFjAmxR3lhUe4suRX
gHbze3BiEo+w/GKmjvMhGvTs21SChDs5gGzpAi1q/jGONfVHrZnz4lVWP5vegl3Vt14o+eTXuj1L
VJG6XL+bmglJXIeGLQaHeAb1vsBf8iPy3SKE1Zg4s5vkcRi5FtZwld8qqTP5iVFGoR8OhuR4tqQ2
KdgXET0Nc5c84q8Wfp1GCRnZycGTNepn4WYpREYsKvr4/dBX+idlnPKfRacW/02rqE6Qt5SNkbak
MbCdnYS8QEr+izGu85wgcGTiSSMzFIZ9Fkali4kxl2SNuL11JoT3ZcjiH6ldcwJKbF6+S6Oj4A8p
TegBq2X/2VxmmO+QPz4r5VItbqOxB85prBbnQe16EELgWn9MutK/mEnhALw0zOYyg69+nyv0eUEd
qdKj0uhJiOPFqF/iXqNHrWJt8S2W7PFLUente6Eri1uHcvvepnvkxUb+mPW5hKCajUcTgKGKgksx
hh/NoTYeuF2sj4La6Ps6TcNTTrmo9fEemR9K2t7OpZPSBD105NAkv7HbSv5vZWWd7eqjkyQeOZHR
IKeZkSqg1ya12MngmxTA846+KcUy1H6vKP1zOsTZfG6MStK9/4gOH9GiVsGRJFYMF7vSnfcS1pXP
g1wYnwQqJbmL+mb4bqqd7jUCfxVhd5GBnlZyCfsuEu7oky1M6T2GAvnn26d/Pd3X9x01KsjjtMMQ
h3lDH4gax5rCLA2DqEUaNIwRaOhLRT1brfnpz0cCubMyUNHAILO/PopEFrXaRDnVccRGHqo2/tn1
Wf0sO+2R4/3enACIqfhlA98gmr4eqUyjKB6mmJFIDYI6ypsHDG0Nr+2lv27P6S0SHngtymQo3nB3
0p3dDJXZFfaYbNAAQxpkmrQl/yhZdPq5G7QLDwnGRHpLpx+A8WpOBU8yy4+u1l/z2XxDfgQ/QCYG
ptWzueTGSgNKN4ZOkEfmEogJl1ZjcrBM14tP6tw/QJRuMIC1R88I2+9Fil9x3jvlQyN1/0TOt1TC
6aULvya2+WDGmvmzrzCyaFOtOnjld74LhSS4hWSyuE9tF2uqrUXHTSkMOqnFnCy2/8bLuT/Bj/5f
U4v/055j57XRoWgC04IZQuttkzHbUQhwSxNhEOKS6A+5QbuvtyyfQraMEoTQJlcHCXKQ8uzOjz0A
1hI9LfBq1/suwlAxZRhK01Yk/zV0yuxGajpe+Lfmv1hKWE7Ujzi4SD5vDpOldLoT45wWOBkGwH2S
xS6AoRo9yW45mNXuHicqZX/bcGwgn15PyzGyfkTLwwmGZgQmU4a5dXIko8VUXnVOApjF3cjje5IM
ZfBruyruaiKJg6d8XbvtHkdChxwP7VuMqTdra0YJ3vCW7gRLqoiAoiEN8niygwS/bB9N3OZjjSUk
MnDF0VfdHZm2CnJPXCjs3evpG3IeY7RL2byD3H0qiqZevejse2lAWjVLxujTXKbNSc0M9eAjv43/
ANJZUE8M+nj08zYj2xFyKk0EB7cH5Y68fqXQ33CO1Kb2dq1C8M3HtdhNW5TwWNOmSYrJCQopTPw2
NcPvsL0eQddZBw3x3fmQhYCYoajyRqAaM8+8FpnqBHpi1s90DUt2bnIENlpX5c1OAXtv8MgolBrX
X/Fb1GyAmHAIOBilQMppaDRM8JRJPMl4ozwVVF4PigPrFb8dDxt1AluQeyTrm6M4NGk8gTJyAqmI
6xdnRvQG27PqVJZDzi0zqP7QaTgBtFr8UjTjUZ9/76rjNiVPYK+oxhZlkBiLiOWc4UPNGu+seHLe
qaklub2KLAv9LshgcjJ9uf3u7Z2J3wbdSkyNlRKCdGPQlq7kj9YM0wfNypMAHl7+fnb0Bk5zo/uS
ZX68PfDubKmEgsuEGkRWfv1xO3NaGnBJfFz6Z4iGNKVva0JcZByjMauJyw9IcP24PeZORZkSDK6W
v6QwySQ257A3jTREyokTosTfS0H+Qnoe/z1gNu31GlbmCKUsjTsUuhpYaVTcN2j24krW5kHYGdzR
c96CaZRmmifWF0Nq6net0ZnP6oJAATZ2QwBZ17zUugP+h/5wQPtevRMU14Bloq2KHFzBf6r1P5oi
j15vz253+67aAuArgedsEek6fp9xObKiOHpnLZbjJmKqrUMgj1PCDzwuKSkqUfwgW5HmKk7YHMmt
7Nw/VHd5XHQKrpShNjd73CwW2RbPS4fn+ZMsJ+IpwSP4qbH03Fu0onySjSF/tDssiFuk6906rsd3
EnmcXyiZ7JuZJe7yfrIvI9Ji7twP4Ungn0MTuja8QQZR2S32+KBKi+xiX+6HiHdeUNlCR3LJzadE
KNEJfQv5k2EPk9tWreU7iPyd5KiNfVkFjTLxWzxzUZUHJAZRTVM0Wss4B9HhPvUaTRQdhS8aqHrc
1Wc7X4onHdX/v3A2zu5uf62dKxTlQ+R+gT1Q+NoG0XIvaklu2FNGlw9PlT04JzmJtYMrbed4r1Lv
dKhQvKafudnwcW4koWrXBJR4Ep+ifELstFJSP2paSkVzJnw17/Kg5DEJbs9vL5ZdcSuIVXJ7k5hs
bu8SX/MRx3OHnCrN76pYq4cHiOpq79kmrvaocFbzN2Gkyl0VcSDUOEOXTUzWCSbYNHvgPvSvRdL0
H7oKFwQPySf50ZbjEhMrrW2RYE6U5C5erPGPGU0ry2JlMnEvEYVvGxVYVNuSkNY1KxTtIkWi8yx1
qoBn16W/qHrvm4aG3BwJRSA5/RGIcO8UaSB6ee/WKt8WixqB9ZjmpiRIy4HYzmqou13ViouhhAdX
8N4WBLBFqYgLCDCvdn0FJ61tIYPHRJVkiILERkMvkiP5YAu+payxngTvawBkAB3+1aT67RmfMI3N
26UhwmvGMQmUNrHxWB9bBPgmQjXhJUM6fGibJnrfOsZyP4YiEZcEh2PaH2A7yYHKucvcbnKSD7c3
6S/k6+bJXwtmYKuoKFFYWl+p335b6VhSGlrCCcbO9GvJ+TalIA3lPj8VkXGpyuxhKMWzE1IjifTX
fJT/mw3LUzXn91FT4Y00nsYq8QwZWz8K41WneZk1XSSlPKlIGUsOtPqIDdNrgw+Hp3FVpGUO1nfn
IaXot8IGIGtSj9tELYkw+wyKgx2QIIF07cGn5FWve61uPCpO1/nWCgw9WLd1a2zXjcY+eAVy5dU1
8XrdxCxn/bKYdjBbffsxTFLjxQE2UVD0njKmW3eOS/be/BfiuvoXiOsR/9ne+S41lKTcekjmlxmy
+Y8QbGPj69P0lFKdz93YSNKvqqQgcDmjlPpFZEYXu/iHJrk3h6H6VxamyhGbd+fhZAVpnaCqCNRp
mxdMPRr2cTHbQed8FyJfHpC+ze+KCkSZPaDU3MhYQsZ1k520CObD7aXc6dGu2kwGcB0QtRCKN6+m
CJXQquCTBCn9YNdK6wclbM9S2nyUI5vWt1IEUi8+FI7yGpvSTx2qjJq0R1K8u7vIonVEfvTr+b7+
oApyyFEGGC1YIudZGeO1fo8HLdCy6OSEdeda4T+3J753+4C2Jx1ao0DgTNcjjr1A64m8OKiUEQ2i
3La8MuYKuj3KL+TMdqdyw+HBAL0YJvP2hCcySi49z1sXzd8g7dpBkTcQUwCI+2qWJ26V0QyvaKjc
TVnRXEAc956jxMYnO5wgryaWfsZJuD4vy9q4TYrxQis7flxtsR8QI9QCUVG+ncxYPKPq/ucNy1VU
fcUErSATvIWuV6nF2rDABtoO6kHNHmjxqYGsjq0bR2pzdpZUeookaTq4UnY/DTEyjGcYZiBcrgel
Hr6gzLLYAZWZlApmbQK2rI2DCGHv2FGohC1Fu5IsT70exVyaqtHC0Q6EgiEqrCWTsujoBPVSpp8M
I2kfkyVxHvJisD80ohYHw+9VQyiCrAIzKBOs5OHr8cNmqB0hMX42p0itEI4RS2bJHXbhhteFsfPB
EslIFDAurmxlVM/NXj34EbsrvcK+QPLxOm6bn1KVAL0aqH7Ysa64c2jplw7JDf/2Ibg9iiNvjpoB
XnGicm4Hkta0j31boBjgSN2/mQt4OQWAGbB9rAmv3lKqNjMFlpatqvRYDfSK5Uf4Lx8c6N25gGVB
74iQFijb9SjCyLRc7wf2ZhJHXMjmhwI1xINLeW9rAsKDLwjPadVAvx5EtbFIbhVuwyku1BdhL8nz
4hCISfjPXzRhoRkytQg/1KV6ckCbHcxxL0+l18UvwJ8JbumW5R9aWlbqqC1zNGILnam0WeB5Zz3m
BrVtf+tMJ/1L17KpdDFVkhcs5w0po50b1fo9GWfmuFj3VBEuO0X4sx+oubmOVA62D9DIotdRGCiP
KjPziOoSn3itcWD6milWjF5WW9XLgk9c5Gk9f7pSVq+dFMvJX7k+o1fNEe232xt0L00h1qZvTAwG
sn/zBoLKiKuhFsQwJfRwIO4G0QOvAhTN8ZKSU586rTe8SbbmD7dH3nv3VpIwHUXuIBgW1186U9Xa
pKHOK7RE8bsGOwi/NrO/lKb5YPf2a2xh+nh7RJP/4/ZB+n3EzQbWhQ3AReYdQkvZp43yQ1jqcoH5
5S3jIh2cyb3gG+8NMGDI+sJr2xL26qZP+qznlRUjfrh5U061W6HrfapbtCpiIo/HpUV9tpilz7HZ
Ofcj6pT+pNmZ19v936Dr/9ggEHI5z/rK7gMpAZ74esUbR7J7iSZIEKH6dikKfbj/f2QdO9/1apTN
CV6GuImi9WKdESU4oyauB6gCmnQV2/ZdFs3JiyT/i3wKDTYbBBNFLdJu7Xpm7N1RctZrViuXkURg
mT1zLW7c3j9vBbxYQHR0sFlZH04W8XoYE19CpQSqSHFJHd4bvRMTr+S1P8VKfGojxf7cYGkezG3Y
+K0+a/elVujf6T8OL7gQi/s4kyRv6YFd3P5hO5cmicCKCiV7likqXv8u1GL1bihRqIkXs3G5JNvV
c5JMqZcNL89ymmeYqAaDoX2x5Wb4dHv0tyIyDpJO65ogkQAjf2tZkZOILDQzwoCUcWg8J43Gpzg0
hspL4G8g0Ye/oZ/ZbfSq1Kt2ykrqj91EkqyHpasNnB7BDLt2QYLiS3SNT5gxiThIy0SsZ4HT5Wa2
0A9+9s7NB5mW3HglhQKM3Nw/1qQaUjquFSdHHZ/mvs/va6nuPzsiRl5kQC/FovAVyG1oHnBvdh5S
2hH0iqGqAxnZ9lYzWaFw1iOKQO2o/1tJp95Lh8U+YN/vjPILAslJt1blW+N6UzipSAdzsa1AmfFq
dR270lrX0Kv84FZ9e96hmwK0XHl63HLbcrIsrEYr28EKwtYRvixl8WucNqln6JN1nkh73NwJs9fb
e25n0LXZAroIKMwKirmeHNuxqjIF6xI9VNvaXWxnflc6ypfQVJvHslqKH401HRl971zplA0hYa4F
C3TFtm0ePI0S6k+xFSCeHd1TcG1fZ4Pagh0pGtqq1EtrpQqfGwfMyTSZzjPyIVVQmjQxW5vutW5V
f54wUCbj6FPLXKGuW0xQ3NthZLeaGQgnFBctq/szDrf16fZyv305GQWeK3p84Lqg2V0vdyX0OMG7
zAxwvBOXhnjCR0nER1FvIkkpj0Rkj4bbbN1Wc9qOXWUGsIBMr5Wr5uQMIHhlqw99NRn+PErn+JPs
0VHTEKL89d1/q0UlQmqkRZrNYNKq5jx19GBFJY0HseXbC4dR1gCdOxqzx22XqWlNDUuH1gzMUM18
LWyn94MWaUDwJMbDEvnRAnHgLcl0RC5c1+s68KHQCBabV5+iMA3v688nosrJxVyZeGZnkjeLFjk8
XdR3SWYNR62It0MxPeAcLCjEoW1lsxLI4xBAGkFSjuodjLzwTp6yOj24dHZmtAoAYZNB956YbhPK
UDPII0hXRiBiKXrIklS9DMCIgrK2yoPbemcoWLU0alYkIyyszeOq9zFiE0UMrzuRSqTzltrDecTx
q3I5KgXtDrUK261eZcCzNt8pbuOkbUZHDwojKQNpRAI3GtXxrMAjPNiMOxconmCmjOvFCgjYwrFp
pDVdvOh6gAs2PNssRPwxjoxneUmyL0qjyGdKdsvBV9vpTLCMnAIdRjUkqC1lXlZImnCn1tCxJQmu
R6Ttpsr2Q2Hp94PIGnQwB/11jNQfqaMlHzINGCFeMEkwLY5zjjNDuV/QEvFNoXdBZGciqNpGdjvE
jB6tcPx8+9bbWaNfRTLiZdzjEDq7PjZkJCFJ4EKvAXt6LjvuhsDTQaJdmjyML7cH27nzyDtpP7M2
K0563Ru/3UH06Bwb+Sc9wBVdeyD0MM7SLA3oHGKAMkv5+Meof8Is4D1ku0hzgrC8Hm8U1cgRBpEb
LsA2GwWWc27nycGsdnb0L7YShs6rLMX28FjpkNaVSBjFnPVX0xHzKRJLh9w/1/ntBVx/8OaSI5GF
oE7zCAj4FqaKI7kotNSiKjg3ykvotBGiBMlRqL0D9kc8i1scEW6a2bS0r9etzq3JQLJVDTArlu4l
xw5f2yyq6EqhY5K5iS6VJ7uupjvcx6Z/8rKZg2LSp7sGfYgXWjTGg2PSDjWSulwQ3RECfQolw3sl
id3eipfWAxRpvjNEPAd/ukA0hylnrjVfDp+1ucg6rS47s7LVIDMososq/GHbTfRvBlmlXBAD1daI
8Hp5lHrJe0SU1QA/7wGIXNl+M6O6+Hh7Km8PCzbJpHloS1Ekou9+PYqeR1mKGAGlZRT2XPowsbd0
HWkCMApUopMj57+dFOd6QPV6QGmE5J1OpoXYhdTdz6IpqV3G+T9jmSX38WMM10/pB4/0zELqpScT
S6Y4QBZq/JrjdAUb3HJe27asT1ZCjZMcsji3FQJ7t9fl7XHjZ9JWW8vHNFS2DT8tWWpAe5YVzElW
e3VPIFiNcu+CBdAOPvQO3YCx0A6giMt9xVNyvST4FjlguLDfTiKkEKGeNb5Sloon1ekUhEVFpRz5
7ju5KlsfpabZHzJd8syiLg7umLcHnx+CucFaySWh21L7dIcMDcaHFeBINlzGEG15bXaOikc7RWuG
gUlAOwDCzBuMUlQsog1pX9N1iKD7Q1a6RGHcu7Vdk10ZFeovM5KNAheyhwo0NAqRinLwffemuppQ
rv1GcHRbXFaZxqQ99PyDOLJ0PFfj0tPkXv/jm5RAfwUZA18gtdi2GOXKVsrVkClIutHyw3mcL2lh
Fafbe3UN0a7va0aBxIuE0Cr4sd0/ct9MsGjUldJmAQK0lemiLNY/Y2yRdKsKjKcxy+9VYoCD0Gfv
kKwy52uJd9XuWX/Yby8tkrJdKGqdRVwq66FrjfDUhgKrcKU4GmrvnuJ2IvQGYoo4yaYuhaeCJlUz
32vsp8IfUjpaipKkuCp3POqG/ueJzK8UjRYRCNqVgHM9NQWl61aaRisw1bm8U/tEuGKI7YPQYXdW
3O/rqV8v4M2sBmVegfsTlYXCsj26JhVpeFJcknz8pE21eHd7o/yiiL3ZKWsjjlIN4eP2gCfU/WLw
gZw8QE2nsqgnL3R6FQzyHAZqpEV3izbQQqISAXg1me5VvCEhfVTikk/o8RIodr4id/qdnGqoRuSD
8Dsp+RsmovpEJ08B8muUF6VTqvsuG74uAnqFo4BNGMK8fykKSztBeohctEAiX0GK3e8UcChRGhYg
/Zf4fHvCe+tLFY3gbKX6yNu+tFb3WjUvVFSkRqiBEFkYUHZgPDgBtB815QhTun6w7QJzra3emvQB
kPq/3jYZDUA5jG0zmLuyQGe/dzyLdfRjPDW8KNIqt4Uec0Fz17yMxF8BzBOMAcYmfkn00b7U/aC5
UrTMgbFgqCN6ffRmGSbJ0OaKi5b+8NRj+vMY8T7SN7Hbeye0p4ttDqPfLyvYc4zmO2txGg8ImFy6
DmrCl6oJ8UfG2UNrUa01S9tlFNssJ2y3UuOszlr6UE5oC/ynUpouSprGCrIcAmUlLe29SHn3FpqM
X25/nL1r6/e12mz+Sqlj9hgNotZRa7fpcu2z0RnKSx2mmlejSH9GXs7wHEBT3u2Rdy5/8FwIyTmk
vBQR1m3z2701RaWjt1bCtTwY9WM/oa2uiLa93B5l53YEHceTjp7pekduQitQslNmwm4OBtFh+yiM
6pJo5eNkTO3BNfI2vcKO67eRNrsuzzWkzkXENRJFhqepxYglBiBtaQFyZElY5jay1PybRYQ7QQy8
BqlbZxMJPkdXtymvjlFM58KpJHoG6RGeeW8RqcbTHlsbQMa2UBjXcVTpFYXCrOlRqJGlAr20Ub3v
JOMIM7c7FLfFCqABy7s1Oo6lJokMRVgEm1nt1476AbZvemlLUAq3d8ZO+4OU57eh1g362wYsc9GD
2TXNQDIN68mx4ipowzJ71OFgBZMTVt+kUvxM7alzzaGO7xObWK8vGsuthdw89IX5QwD4P4iJ/o+f
Rf8Dnbgd6k43FE7S5TnnQitk+WwpmGb6s12q6ikpZdO14X4hS5GM80uVL3rjhkbdPtijXrV+jQPG
xZxLoGfoHNV/ZZ08HRVPd1JGqu9rkxN4MF5SW9EgBK74+AOfSI9NpCfioCqnh8WxvinO8hJLoKpk
hQRGh/kWp++0froMavw0rojnPkvezZV0ZyrF59LovFmTn1tL8sYFAdrbn/ft9UK0R+GOh2c1YPnV
Gf/t67a0Hzu1NJYAQf3wDpW33pPRATzYRG/ftnUUMvTVZ5gkcW1l/TaKHcpGjxjZEhhtXJMNiKcw
C5+VoTU9S4bq+adz4jWiZA0ICV7LmwpO1YeJAVFJDXpVqwPIhAISayt9uj3Kr7B7836u6QcMdyIi
Kg+bSVEkspZWUB63JSkEGdCP84NjRMOpSzqUv/CjCnK1rS4RzidutZTjBXu72icuFqd50saThGXA
Kcvn9CIJoT87fbo8mqMJ9p3n9ZSai/LlP9AxFFDwBnbtFabXcmGNJ3Atugtj6gjZuAONY8tS7Ucf
bEUQb2X45qWeIyvTzWDV2PsxV23poq8z+Kmso+0eTp0naYN6ltR8eRc7BaBLJ6H4kefGhcb+Ie/+
7d7k51CkWpntML22Phz4705zmjpmEK/YlrbJUTFSI/1shHrupmJB8NeWEi9f9QllYf7TDMUA8Vxk
LpH94I6N3AcNNNaD7bV+1zffnWIKUHLyTh7M683sSKB6BMFC0MbhIyFR8cHMovpDNyBmXMnyP2Zi
VZccym+gLShU3t51e2tClkZ7D50umDqbh1odhyw109AMSBVnX0mmBbOi5Mgf+u15ha+GEij1IqJR
VBmvp9gr4dhS/KbRVuLOa4T9+FjM4pMOT+OUds6fI5kYDpc48JgW+dkWorBSNfqkscygj0PrFE5a
4tcqStq3l26nkccweFbo1KLJPLeiX3kba4o00mAqsqx3kVESHiX3L4taO/7M37+NM5IbTWPca1GJ
7rT9ZEuGH/fT59s/5O3qYjGPzCRSSDDUEHa9Xt1GbRUzEqMaTLP4SrKqeoYEATpyhA0kregO9uvb
WIHh4IzxPSn7o7B2PVxtDDgjm4Ua6Isk9S4FpN4dRB4/qGap/3Ej6Hqs7fbkTUX1MaMQGMrTo2kO
f1sqcpr/Yv1sqghExQSTW3ERUYaZ0ZggM+cZjqrdO/JJm6vyZDUdOak1H1VG9hbQgHy9LiLAfX0N
aX97vbDknVfAsBJMVtW5JXp1L4SRxak1lOl0e2p7Q1HAkymQUNOm+3A9VCHnKEqg7QU8oZBPfQKE
TO5srNesMDsYam8Xmuu0uESgSm7bn+j6QiDHFYJUU9dftLKq7pH5rU4RMMCHsCrqg234NoXiLaYo
AkNlJWduMX5c13MWJyVTW2RKgiNlvVOC9SsZX5efQrnOfQlWoj8J5+gEvL00GVqlRwATl/hj60MJ
4DxR20goAUb3zbnEwcQtMLg5WND9UTjPyByhvrct+yydNNeKnSi4+Sq61/VUmNA+OPI329sh9EBJ
BZEdgty22SFV31TIl/LZVlcAWF7zgnVnhYmMXjcHE9rbIYByeHlJnECsbA4zUtoKzLJaCeS0FW4a
TabfxL3qR2T+bgeJ+CA13Ik/gAcr2Koh42UgObXO/beDtqL0llFC5looXfJOshEM0uXIcDM8GU45
Gyh2NfTEfdMJ1Ytcy8udrta11xRW64VjVRzs2Lfz5+eQ+yAjs4q6bVsnYUuaSlNbDqgkmae5tHtQ
fBmmbtBGT9Ctvv/p2b8ebvMsFHKpDFxB+B62NhQouU6CkfcygGX88fZIb3cq8T4Hf1WMIS7bXmgt
Sgp5XjDSqvdxdupwPAmlqA+sZ97uVFqJvDzUW8kgYaZdf027LZDYLZ0Fsbm2uCMkj4IC+Ocdpbej
FvMvhPx1TAYSDfkh9GOBBdGCuh7LKeo8ItuUg75vQ80b5Sn8thSqofn1iPKPO0htmPmjCBeiMlzV
H1KAplUQNWXc3/NPxuhUtmosnaUwqwaECaXm/TzZ2tdBT7XaW0pr8WM8+57reOwLDFQWsMCd2TWo
1BaJ3b6qUv/DSIfqE15hqeKGVb98SZewGd2u6aFExoOk0qFIRyFeYnskD8iVtFbQ/5VYlqwB+jpZ
5SdZjAp8N23Uvxltzx08rf0W/08/v0k+DxSFusHKXN9cIbg60TM1BzmY2rw7N1Mik6PG8dfbo+zI
ZnHnrvVMOhYURbbqBzHBKVQ0NOTDSaLvm4zxc1EsDQJ6qCKkj0Y1Syk8h8JIfazMaiim9tC9c9Je
o+YaavNjIhnjQ9aH3Uu3ZCHMQHBWR4npeoddbxz2DSWvtbGC3dMWfLFAehJNpXRUlCe05c0q9uh/
2GgOj/Yy+VOpS4trSKotn+tBYNcZhg6Q3laYxkgdZNQ73wEX+kBJJPxutE2Sr+ZYnbirzFDLL5bT
ESOkXa2BbUjak9FayIRqdZV8p1E8OOcoMRggRkR2cVsN50goWTbEzBLsVeGSzBSKCwShqj29LcOL
1lEFhPmsqs/QfJbHxGqtV1mfcCCT665o/dDCMcxFrSwuPNQm+5OiIlbiKaHhTG5aygPsrkFtH+e0
El4KXxWmcJ4V31ujwNy1lSXla0KA8pSUOK5c5nymeoPCvHqy0X4vgYyAVPfCFD1it40bffKFbfTD
o+bkLRmXFqOXEtOOpBJMWf72hnobQIDEIQD7H/bO7LltJrvi/4rre4eDfanKzAMAkiIlUattWS8o
yZawNPYd+Ovzg/w5Y1GKGecpqUpVajIeimws3bdvn3vuObAWYDTph9TGQRaxOuZiWmujmZ8uPa2+
NkTZvm4lCC2ZE9EM3uQXphiPCc++jZeMDD8DBJGDw5tOC9xSKQM7lOZrQ+5PVGipvmbn/ZG5+M4o
nBo13FXY+SxUK17HMJJMXRoSQJK2SwakZGesD/TR/GOCKKYVy9pfui9J/A6ismJUFsJ87bwOizY+
NeGIebGZ2f+De/l1lIPUQVS0imt1PdNcVHV+Vk3F2tHo5/r9jHi7w3AvkD7IFXhgKEi8fmKDLQYJ
5SuemMgrt6hjzdVFPnshEe7I4fHFcvAgUECkgytIzNQ4tx3g1lVaa301qfA69A5wIRqz9EvNqare
pZI6ExGktDprRjnMTyVR0zUdaQM+M6E8FZKbaJJtrtpZbx/KMurPHFuPgo0eTNUnB9w78upSovet
pCkQLa/KkVynnjtM+4pc3bcBPbN+XynJMRT5nRXFbFuQhMV4Ab7b6+cnBAZRE+joerKFvZuGNqSM
0yyNtbKae7ndSCspm0Dko8j64z1oYdUxMBwrkpjDRqw0HxIccRJeXajLfprQHg+ELP9PRlkYgwvZ
zeao+PoGQ3i9VjzZ05qDEDirkQ2+pAXHjhdv88SlMYDz2k9myutRarnOaGLUaQGYtOjzbPTtBp5i
uikQAPIyB+G530/7d3osQfgo1CwoBnzBw8R0mM207qjFrjOYz6dpq/aFp8Tzl1ALEN5mcbtjSTbs
TIrxmW4p5xIX+XJjwZV0NbvPr+t8brZyEfZYgeHdIPUy8m9xAadpUKsTva7IwMvku97K0Sfah/Ij
Iejt81qiD9EUBATawmEl2WxKq5MrfVzXujKshzoXZ9EUmzeBMaoY+3bmkcT6HdLKUtmi5xBhSpQf
9IM4QXLTByi7jGg+OTC4kzjcxVET7EZV/mSOWrJGpIQGEjQPTzhzZJ5S6N15XGqffv/e3rsOCjZL
0r1U6kE1X0+UagoSUx7bAcJqXt5B20ppDqL6d1mUYf0sSYAykASGLF9p1TBd5YpVW/jBWQ+5PmTH
pCreBk/OdovWG2ng0gt5kDKPaWwwNV7UvKkparXVnRkIzfnZlKp/vBtAFwLSYNdeGOXGwZ5jJRGm
USlD9f0Q3veT1PkN9J0j5433Hi/oNXgQucHSW37wePHBcszeTIc1APctojqBl/ZUa6cZwZgxPZtb
Yzdag+5Jar812uQRuOEYEe6dIyxHRQ5VHKvIrSFFv37F6mRYfTpFTGuBhpLBTMJjUQ0vUl2rXLC9
giKAo63HvMu8dpiaXZDg5VDEYetlca8fiRTLxH69aXE1IFZUd6i+cKx+fTWiBProJaNfZ7GpXZdN
OftDV4RHugnfmUlovKOmttQ8QesPthGlsmmPaBhFqtQKIf6wuWlns0tcWdKaI3f0puqytCwuYNsi
ScrR9RDLGQZawsmnK9rZsgqvUSeLv6SlNj2bahyRMYf1XLgmEsodKWvZoZaP/4yaZZ2+ovc54SxX
FUKHuBfOmduF2vC5zntF2uEmmNQoJaQ5GSydLFeFLRfXFgo/39O+wN4pxxA36WWmDM5f5rHD0uFW
vNwWGBzhaSl3QM59/abkMpd0dMMwsYFstuLUaX8dkWb+1uUaNnxtZF+lgZHe25IIt3oxWOd6KZUu
Ms4Uj2Jkrku9r0/rzFInNxGyw00p1gn0WxjSET3lvw9kh9NquVhgUBAa6EYLYeD1xdZlKZnB2FXr
Qc8tL5pni6xlmI9kd4fbBKMwlxAxAbRGue6waB9Y9SIQkFRrSGN0iXaccdKoLNwgnu5ziCS/v6c3
ZM9lOPBdGsvg4C8suNc3RTJmt9HCakK++JsRmu16rkhNFEUqd1o9pif2bDRwKivtSh8j/USWMTV1
skQ6aYzqMakHdlM1bFZOQZ9HM2bWaTbKW6eTpmNx7p3Hr1JVXji96HhT/399pSkEu6gnG10XkRnt
ramKz7Q0cq7U1qy3ilRQHGq1oMaIoi6uacecrhOrWED/CYpKoiel6s1NoV3Njn5MFf29SyMAg5dx
ugCGOQg4+YQdulFm1XrEpZ0uPi1aiyI8ZuvwzmIh/WEU+grAlw4BDKuScYQJSnyopzrdo87enGMz
1XtdnBvnZZCb58jQilWEru6RM+gbPiizBCcBXJTgm0MGP+y8CjIV8T2sTtapkX3OzMJxQ01Gh6UW
cncz4hC2Dxr6X/Um+FoKE3FmMQ5H3v9huEVHEsxetgHSaSkCYXn9+vFwNtTB0vp1P+NCHtdms6tq
oCuUNI6pi7871FKoWhSLFuL166GQQJXi1kZmbRb2UyMmbTsV8RczK4/1Qbx5rstNmRwGOFxxIkAa
9vVISIUXWWll/boK8CGVI1x5LCG0G3Oqw1UlUGoZUc3zgyGtb4Wczytd++NeAq6BQ/GSmTmk8trh
1mKGPG2ld7r1bEO60OKsZbNojwXPd57pcvS2ddBXGZ/kg2eaGLND32TQ0emaC3iUTeBxQupOMw7/
/u9j2ntD0ZOF0zN0JPgdBw81amDjWYXZQT1JiWR6mO6KYqp243BMC+9wRS6PDkoo6wKwnCbpgzk5
G9o4RCH19siScy+UKLN0tiFOalyzXW3WmmvMe9s1JKFjJplvfMOWodGTAmlmq6BsdnCT+LVp9VDW
3TqMpw7PME1xjbKjp94Ja1eJ5hygNsqrmyZaDt/yvDE7iGedUpenU+SUJ4HK4ZblZqw1LRPYG+rz
bRXkyZFDz3vvYjFgX4g2C9Vm+fzX2gYljCCCT7qWBxgJJgr1mzos+xVcYePIaz8MwjAmFo41uQQh
gjL+wamXVH7q8Jav1k5byt6kkxB1Q3Bsw3xR/vg1uWQYA1wM3HShu9GX+/qOADzhR4TFgqKPIloV
tVPeBxDLZ/q2E2VHfb3KPSEMJ/yaT2qtuGDZSYympjYEyOCamh9VYspQydPESk4jdTMModK6RtXR
SVL2tLC7WZH2NKqBsY/QQ3FdcaXMyiV6b5v4S2sEnIoShP4viwSgGXi9NeBaJXXceKmZ29/5DfnJ
0Lv2U6lrYegnfdPnlFXpgXOZTQSaRpI/d0bbklYkRgTZVB+lZKVmtZGtncBAvMPOle7K6BWsdVV5
7BVXUuLitJLmet3kmeFVvIWzrGswDKRWECZeTFtd6WYsh4tW7zH1+P2iPkyLeOwIpi57/9LZ+Tb8
O4k+6IlRrtOiH31ZE+VmcFx8mEolto6MtcSig1dM+gV8z2EdIpV58IrRCJmgZmflGopr7WeOGvjI
+AqoNZSoS0sKfDQ/j+3uL/pfr0elRc3Ee3VBiMj7DpKIrqTFE2p3zB02EvTQWE+Fn5n1Yjzez86F
UaVOR1FwSOD6BnyMwmEtfzOsCC/peaIvJTan4B4RnnlYTWY87atOFMZGL9omWusqCrdBHZiCwlQ6
l6sRzfxpazp1fD3RqNu7UkQX9yqu2kB1c7wdVoEToZWmcT4fPSnRRnyEOPypPmVaeuytrA3piiZj
7NbWEMYCoQhFRn2e+S9czMHGeTXYsTZtazFO32Q966ktmcVWX2wtJxkrLIbRu1uJRY2T/Nw7BfuC
QZfJ72fOS/301YN1SMxYJQjwscWSQb5esXnVyplUNgK8g9eZSAl106zr5st4LkVGU0khXFWutZw1
JKL2pG1LrQUxa6X7OUWWaivPffGkdXMMvw2o1O2yDJ2mKUosyw2qvrvuoA5fyEpfrZxmbtqVrgSm
skHxiueU9ZoY6OZe7BuGfCqyy9/f3puzN2GIybJYwWgQAHkBr28vijqtFV0dr1v8sGlO6vVu9nVN
qi6DyZEsvCJjp/SEFLFPpHTN1X4/lk7qlSPNY6vC1hWQ6qD4kTL+2ytJ9eaf/86/vxXlBPE2ag/+
+c/z+FtdNMVz++/L1/7zz15/6Z8X/VPddvXTh/OHsvmw7vLvD21c5IffefUTjPT3lfgP7cOrf6xy
iIbTVfdUT9dPnEnbl+HCp2L5y//uhx+eXn7ldiqf/vHXt6JDiIlfC7msv/7+aPv9H38tFeR/+/Xn
//5s/5DxNe9hyh7yD9smfci/N4ffe3po2n/8JVnOR469SFeSWIPkc7j/68Pw9PKRrXyk4gP4Tkjg
HROR/vqQI2kb/eMvhW+B7ZI5EinYhZZNilbZvz+i4ZHJQHct52pcGv76eYWXPxbFj7fEA/n73x8A
XS5xqWmbf/z1BndYSDJwpxDaWq6CM+nryZWP/ZDnZYSeSizaTcIp4ELNInec6fNRmjFct5oSf0VG
5rs9qOGlJY/4WMyNL1cKhiaiD4gQhYPc8lS4YT0lmlvGtrpa/OkvG70fPaVPtp3Zf02x4/1GsUnZ
miM8x18e/Hu3cVjvfOH6UGECtkVO8o1BW4SMeFxrFMpnjWkaik9WOZWuWg3o4Jtj1O2nadpE1dSq
nhqV5E5JOWpeERb9CbW9+KJQQZJTZTTPKmnUdrIMcFXa+QiTOu27m9oW5fU4l1/k9Jg8xEsD2qvo
RdfWQllgHmhLteIAdVBtEVch5NV1g8p9tFL0+hZ1mfFroVeIzjh0r3vmWBYPxaTn12U1fMIJUz7P
Q2xF4izPNE/X8uSyl7Pyc1LN6eSqjRNAWjc72Q2dbHiKkMfe5lH7FRabts3kqH+A6qmSAkxZftXa
XeFJ8kSRFV2sbc0533KdiJzOLVr4v3qal+spir/IZhqEPnyagK1kMiLEwWLQxpcX+f9R5Zeo4jB5
/+uosqmf8ofvlAJ+RKglDC1f+DucmMpH+IGUd1i2BvNl2Qz+Did8RLDA3wKcbTEmWGD4n+FE/Yhf
AIwIDhUQSl4qKz/DifKRxhE6MPGVAxyyaLn4g3ByeBqAUcUc5qS0iKCiPX+QWE3Es7y0qsTX2IWR
jq3MlQQd/gTHpWOVtjfidstYXC7IO50i/LeDsZQii1DxbxK/MhzpPO16CRKDbi68hXu8MRtPFYsn
LXz5aQjLyzTGui4Pp9K3J4QYaH5LPIE699DNUEZFrq/MbG7WUyh1myEr1llfQOAQiIJPqoSyuI0W
+ozGhKchNuCasGa81Cnm8zxttatfXvg70ezw1MmdkSkai27mIqt8KNuH3Y/piIDhZwlrixa4xFPG
ZtECrivSNV2HlO+Y7txlx7Q0D49YP0aGvbtMMZNQ+no3QEy/R1A9T4AH83Bl9Fnuw2o81lD0Ri6Z
YRZOGCgrepmcQZnfvx4aCzSv485xYn+AW4TtsyGXK9FFnS87uRW4GZHcVxM7SD0U04NvbZCEX6dy
/lINyWR5ipDMG0uad9Yk1E2ZZW3tGmmhPUeko1eYm7e5q+hD3flxX4SOm3RdcjraSnKf1CNqrZZd
1JzATO1Uq0S77QbjbzeE/49ivwQlMpdfZvWSe71Kji7Jz9riw3X8rfg1lL1862csMz4ujV600AC2
8/+W/OdnLLM+QiUnI9IQc2GRLznxz1hmf+RPKYjhAgTVj3D2r9TI+khwM3ATIaNZIpH1J7HsTWqE
RA6kehq6QYBYDoedujlq5j0V/GxVBDS0lHM3+HqTWbGrIujqdnmU+pUtW7tJtW5subuJNZGvMKWN
dpy/ZJeGk/jEilmyGAhzAk8k+8xMo0d24W6HEbrjNTkizZ3ASU3qsRaEpLOr0qld/fLc34kmh4fd
BSKDJCxz0KXb+A20O5S6EgcKRqEQzGtPmroGz974kvpRg7wBliRdogzu78c83AeQn6ZcuQg04iJB
QfwgqwwNSWrziRASlDLqUE76rFr5vSNDVPj9QIcB63Cgg6Nf54xzTJwIV7qe3tdJmHl25tz++Rjc
DQXeZXbph0GxRc2E7AkBa6mUbBdBMtgWbV0eeU1vyrzcCpKHHK3R76M0ZBzcCjuKjCseWv341Dl+
mKanReZ8oedrgznAXV93n+pGAT1ulXUyK1eZPR45aC4v5ddE9OUCFmYrHs8WG+oB4mgWveKUSSz5
jijO0mIQ53NLnVn0reL3w5/XHF7GA19TSBhg9h0ixhjVaM2cBwGtKNXkFVX8GGU4ADWhPbuIKF3k
DoWp2tDRpkyee7O6+f1rRYT37Q3T4gbwxBIHsz7sStDyUdJnmv1XnJ93pVHtUwnnaN1MnkMcz66E
aVzFGDlusr7E3s9KH3UteQbWOCuRHHWjDMq2mGhSKuQ5WmuAb5edDpU2Nq4yC38SydzPiXiWG30P
l1b4xZRq9Jkjs110aIgpwgh2mdNEl0JBOxeVju99St9XLfMfU0AdSxO4v87xDfyFexGYt42tX9Hc
eWXLjKxb4adEG1IPM5pHqwTRq2asC5fRhjbA55DLAPpqsE21bjEp4WA2Kld6Fz4GdDO4Tid/tafE
cfvlI0Ooxg1+Ge3KVDEwTyO7PjGbUfWihKHgOZeePlH/k1AJvtLR0ffjhp8GzDxDrewKrDL/cWdq
op9PwGunOgLDQFySWOXozexkqxLnsWjuRF5wV/AOyZzmzBvGwfalokX/2DD3lYaV6myYXyWryb+0
zhD4U9s4GHXy5CRUoT1D0DYf5o2zUUmQXPjRj2Zq7cfe3hsJLATRkJKlonPWk2HfmoE50hOUzOc2
hWTPiqIS9igKXHmc45QuW3vFyDVXnRzqMBKWlrOlXQEZPVIS+kxzheo7VnMXZFG6yiwuQYnz6dPy
XgMrP0tay8ZoJI0uOgeDmcRSvK60G88oMtnvIT2u9KiGuYecqDcuD/nlMY461rV4ZNp+hJL8JyvU
1JUMKdefNLw6ciV3NlMEF9WOrb0Tpc7GqDm5VpNpu2UUP4IYJ54maAhaJHE53w3qqpGieT002nxS
FMYVwo3GaWEzFcZ5NE4HHkNEZruuBSMlszOdB2EABU/ShG+ISvWCjH9SXJRWVZU+20N5R+Vg+3Lt
NArkG3ozt3k2914xzg9Drz6bgYS3GlqQUcJylVHccmmQfjancF4LJN68sJkcD7Gd/olOn3ZlJ1N1
Ivr0KjPjYmMXI63MGtctnHgGjG7u5iSXfSMxhR8r0HnTdGh8peE5OVEcrrUknzaLeL1r5e0dNDSm
ghE/S6Geb4qpvmtHS6xG2wTdk9LSszJeJkZfbK9OXJKjK1eOQmk47rkyKan4dpCfLYtG7vnhoeOP
gpL/eVnu3UL0nXqs3HtJb7B1oz0JAQn61zLxbPQssnTOHqlN7qNBOVeD4aKSnVuwxsQVYyPOK40J
PxO3N/jl0PA86FcguY5XNaPtIwcCU1wZVnkKot3mGCRM2lWasJBUM3zUHB4MupSMEdR3BhJmulTe
SRJParLiL1YDvUgeeGHKzG2qTiTdJgDC55EVTfBD8RYx0PbHYmv+1kPq80bbvpXnWfhBJt2CR48U
+e1bWgCf2yZ9zEOWLC0Ut02kSKsl+LatJfyqqe+STL2q45JFq7I4UPXSXAQ1ClepA+A3afRadTD8
qpByV9MJGbNVj7sybsfdmKF/l5mStvjIti5YTbTX2m4OPD3kdVoNr8ZouEhZkpJzeeaahhTVzb5M
H/G/4g6yqC+BikM4N1Xn1X2RfcvmaCt0O/ackhXfJPVdbUWPvdbd1Vl9lxbLs9cL1bNMOPiRxTyx
I667sKPnNK7m9cs6lUrrNkupknWJHbvhhChIXdTFCYZJrIrQ4Ln1TBK7l27HSTC5JGfniLRc28Uk
ruGtpJ8pbk7Cw3hv2iBP+kS9S/jqqMEl1flWIKtXqaBuw5YZPDSJMbrGkvYFzhIaq1E506wChFhk
hrJBA6TiNGcNF0rLu5zDbry0NYJgMihiVcMWB0Tn5DLUTG1cMxrYL5kqnSALYvtpLT1MIyrjmp2p
aO0WxUmnEvCFUdxhm6uzbFB/PNPRkEOMYlavlTkOlgk91ae9NRFpNSFlFA8ltElERAlaKJ10kulc
smJ20wZuLxcx9UT6TLuiwEdcHNEDawWlf2gqSfOlTqPoQkh5ujJq4wGTV0HRIEMay2lsX400+W7U
deO0GatyHVRy+VWR7HFj58F0LsHzMHw5iR6bUBLXsSw9KDgOxl4MOwmKkpxmtJnM0kodFHDEodK/
IxMFv0zREJUPWSyID7DCwzBdjZNKa4CCVLaFFvrdkKSPI4w46GFwfQtmsMaGbY/8btnXdy/bInnr
FVov6ipvMFJr5GVfpLB1mi3JRmYbe21mHuYWy6AkYGgzrYpqZtSnutJKXtMMF0bfxvfo9tj+S4wQ
sbmXmzK/kfLkMUSIbleGkeK2hRqvCfHLnoI7OfY/bmJaISde+3acO9UTRYyvqnpZajibFdY3PUq/
5pY4FZMUATSQJTQUFt0iz7AP7WXVq2MWnEqIW3dYX5J0pCbCeyJ2NXrtT8dKFmfTaHFQCWzc9mTO
0Sy6rSr6m6Tps7Wayp3fonxyqQ7sIc3QjLu8JKyTUd7B+uc2VblhUNZjKqr5vosd4PPoMQ55fmCk
z2XIXyvVsmiXBOMlXciV+g4T50fMk3GKjxuNLn5Yu7/P1A7xEPJiOvXQw4BKQYPxYQeilnHUy8c5
WqU2scq0pNuBkQiayfMQ17B+YsynVQpOR8Z9EV5+lRFDL0TpAkVtipIcAw8qdiOgaNcooeRbVn8R
4fTSttFO0/urQKSWWyq0VSPcKrtyjQFaUJybrfRZsaq7RI82lshzN9PZz2ddI2UTiSfX1SqHXoYN
w004iAQtJ1XxoqbZBi11PruVXC2QvoDc3RhlfVopNhXK0dihCvtJabrviZqeKKEFl5hp3afBM44x
rRdl8Q5VQtK0tB/3SJGKXTaxlvOAwE05fTssufsQs2iWOWck+l7LiTqJNkmrLCVCNq24mJB0pkk8
Zt8EKCRrTB2W5NDMdLROFKxLQY2wnLVVJ6lHiD9vDqj0rMOII1+xkAuFNX+ABpVWaWLmJfkI3Ugr
WrhJ0hRzO1vhcwIG77KxPv9+Qr0wkg9eLKVC9L4AIJhS2sFZS+00hHOCVPLz5UnxcvQtbNP5Souc
cNU089fOtrZVwq6SpfqmD+z9kk6qMwE9c3rVa1sOAJjXx96SM8kDKdDylmuSgUkTj2PEVpoRQ/rc
3k4oTaDRU28LNX2uyvpOQ0MDpSjONYl2NaKT6jqNQF4+LsmC2PbVKE5XfatfqTqp45JuSlB984wk
vJFZnbHKJkET5+RGvdyStXFoecnpekrJHhZe1A9YIhL7kxC1dKIgjwrWYOzLmb/kIHU34gJ/W8CB
jN1mSHJKOOzJdPWNux87I2eucHGRGiZZQsU2mgSXWDueOpQE1oy9OFXZFRxnkpbErvE5qjx25iD8
Jd3SYqRnTHRRSZ6DXQgz6Acx94/gtdsi4/8Oa4ivqpD/verk5qlYynnN4U8tV/OfFc3/HeVIDiS/
zPM3kNvNAzW+D6dx2zYfqEh+2D/1cfMafOP7P8E3SgK6sWi8aJwC8YYBWfkJvqkf4R8q9JXjNAz/
aVmQP8E366O+lCSB3Ckb0y8EhvCzkGB9XNrDKb3BNwU2oxH+DwoJL2y/1ysUqgQoHlSQpbZ3SH9K
ynhaXGJkyvltco6ig7jWck2eWFahepmMIt1EdhHtDAwi8e8xir6BMhN01OAtwjZngXYkkRiUb0UX
xWt5VMTneJqo/NmFMe3VVqmZ33Q4EduMTDpNx/LeDvvxcZHEAe6Hw+NRNq2fKOoe67t7U9FHQBhs
fTFSQS6Das0BPIZmbojBxzj7oWHGDw6tEs+jYkpnCXj5YrGjLQf0XNlKKDfcOCBaiutoc3w3V/2W
3h9YfC/z5I8W1EX5lN+09dNTS5n+cDH8uhb+D9fzVSCt/7ry5j7VWfe68rZ84eeC0T+isUJ1C1/a
pVa/sFB+Lhgd3NlCZRRxJh2i5/LR3wtGUz9SqV9sU+mxsynWs5b+XjB8tJgPwJhEVBNBLfoL/mDB
vLA4f10wkBQpfrNokFlUsAc/2EUrWt7NcmzrNTN9GxliU9qdOwQcvfLIVQd/NK6ZiOjWTnskJE8y
urm4KLclp3Mi5TyxxKaQdLeaPveYRClN5WEB7kXwYLK2OQnI69GDIrdNfUejheresVJ3rLoTOwq/
UCb71HU5qb65DqPkRKF/PB88KylQRJ/95WQnBZIbJu0maqMvoQ44Ydb+XICN48sZwBSSTG2TjNqZ
2Caac1KbQ4Y64uA58RS6RobxlJont/T+3wVOfz1H0WaIEZly2lPT2Cw4WZuxp/I7ylAfgZgPYdHD
B6u9Tk+oqPZmFjT1uq2KXclWOJiXepes+qNOdodg9uFIy+e/cClLRO9QBuUVOuqlpH7tlSNCFG8Y
aARsiI0oYHHyJrU9lEmv0CFs1GSo13Z4HsuJl9k3s1gLJfBMnLnk21AtOGUPrl2JfRmdakW2Fqrp
J8lFC7BVt9lKKwVKpdGugd1p9l86GmFk5TM4qhsVgdu0AVbngwsS5y2/1VbTGdJhrtmGKJhegR66
Hf4aCQW6YCowsC9WTQJMooerhZ01S+IEeNDV4JcVxg6E4UhC/0Zd7+UBIBnIGqG18W07CilhUA59
va7NkCuON+O3JJQ9p/vSwQQRSu61WLRzwqlTnIV5KKkaIFsWHsH6304p3sMvl3GQfma0S4OW8R4S
3KtNhxKz5oCW9C4NYOtfQtg71R9CzytQ//COl7PVL3OqAPeE5Ydf86jNPhUm9AITt8ez6/fDLIHx
nXFIG5yldkH/5utxnKguU+RmIY+qt1FpbBOsmdMBUYSs3EjRl9o5MyEMtfoO9bLrWdoXRb9q5i8o
raEVyLMuZbcIVkHwGLCR//7allPa68i4PO1/XdpBtVlvurFvEgyWqfB4yFH4kANc1EdAj/H5bqpN
z7FD6o9xx99/yf8a9iAgO9I4BWXPS67M1EcxxC1Ujt1lv06DY+6kbwPH6zs8CFGofcVl2DHUNOZu
Q2ITZj9Sbvb193lix0Y4CE1Rh3mtUzPCMN3XgIbdkdD0/sOCLglPjlbSpRT86zRdCN8ltM163SkX
7fSts5gdKOQ4wbffz4V3lwNaC0ifUx5+owsZW60zZg3jVGnkOv2m7D7L883vx6Dj4b0ZRx6GChot
fXR+vL6bxgjpx8iYcRlmv00yrMuJnS62t+os+y0W9bkduPY8QzQd1rF52hgyiCkkckv7PELJDUvr
WTXiC8zLXbsuE7eTxk992zWuGdcNZQj+1I5pwgl6NBaNs2z8RHfcCVStdQRNOAeckziVYUi4Sktj
I5ffQ7pz8Yp3O2fet9Y3ufouIWssrHInlfJOifa9nZIZR4CWg6en7jCvJO17o39SCm+uty3gWKID
D8/OtgesX1gaGM+vJIniTJzjzR6shywhhJfbYBy9SEZqPW79ev5cScpO65MT4KeTdtjQqoAkTbpX
8yd5FysFYLr1bOj9Z9OYb7DKvW6tTavuh3i86lLrOaEUSr+T1yv1KkjkGzqeXTuJTlseHN5Vp3OB
7TOGBdBJXD2TV3a5mDld1il+k8N9LQzYsdrGGIwNPlpuif6yCPcI43FicC6zVuxFo56J6ntHCjGf
WFdt9U3MGxxYXm5hQAo2QNVnkq674gHF1xBYTP9SC4fN6cGIs8tgTF0TKQGdJh4xzGgdgL0Nyap1
HMQw8ShqkvN5tE9pYtoM0aeBBs9KYJFJ/SqzMQivPHlOzpNpoBkSzxKmC1LeFWoro5xsgM+veT3+
4klFjckF1vHDYrGYU7/b3bjW7eBmGEOcz2UqExgXnEEpOsfx00S/ethr/XADX/Cks5rNWN0EUeo6
0ynanX5ZxasOeX8Ih6eZDZ4kCbKtEzkzXBg5lO1429iqW8WiZGy4HQ6AoywxNx6lLPGniDguYfvw
feSP4CC6dT759mOL2Z0ZDlRTlW2FPrkVnhasMvjr2yR5AIolOZPRtNjDb/L79lyXf2QEOI0lUndi
QciqwUHUOARu0lZZkfltT3Wlv2iMwScPcabGb0j72u5RjVY1fa2Oui+69SBfyjqgaSV5SRNdF7Rb
0fbljyXSa1p/l4Q6u5/uFiOrTGSYl4ZuHeZrNcGPh0phGiCcHvV+hT65gU17bekPQk7uY32+yM1i
jwvjdTPYZxmprKx/U4Jwh4GDSzVx03bfOt3BCLX+DI0elZpPfUXuQpkxLB7b6WnQI08ue08fk5Ma
AM5sJ0+qmxt1zleRPFOdqv3oEpFI6hrfFZxh8ZP2ZkVZxVy+1XokTht9MHkO5UYxyaSdeD9iu6iI
gqqlZ86TnwCJptF8Vqa0JantaVYVXqSW52OY35f8Gk0nK7uA4CpxBfQHJzSZtBeFaHgOA7U5uorN
fh1LqAwnn7HF3UZVdtJJAMatsRa0vkzlZdBpqwil9GKYsBotgb+Sc9u+GdQCgTsD9qi16ccAD4Cl
GFm7SzKpNh5ikFd1ZoA/dl5Mj51AiiiuaTE0Jc+Qg8+aTpE5MeHjDWvqkm4erbIpXunVeOZM1kWK
rENUyHQ9ZdDyZ6Zl1mwd9ISkKTuZaV2uUxjI3KGw2xuK1ZtevacPf5XkN0ZKYWPTlsO+KfJL1Jq2
UZ7d27V0Fbf1bmyCM3VSPJwdN6N0JpmqVyWR28z3CTCYxlswCNftVK96Y/BYYy0tmSi3eQrol54N
Wz1I13Wjn2hBtx1jhyXcr/XOWfVNCMTqrGz5kkTT16qZswKuupLqTVmCYK4/h8OZZlcr4JhNIKxT
3EW/IImxkUR7lqnP8uigVYQGbXc69ZEnmXT5h2dGHF5Zar/XqntDDa/rbtz2/TmlZl+bnJUkUhiK
+bpO0UrKt7laukUqNhrhbkjGvZQkn2uU/bG7P61NrDut7HwW4qQzqPwa8YqCwjZu/oO981iOG9vS
9av0sHsABbyZAkjDNCJFipSZICgH7z3eqJ+jX+x+m1UqkUkW8yo6TsQ995xBRanESgIJ7L32Mr+5
acJh+/op+Ix4jG8DMCw4c38I8YtW0eMjXZoXHMD6sllj/7UDWM7ZRTBQK6+0HVdWURGG8BSqiT+h
bCn1qU9LaYWX5j4d5ONErtTYw5UU3aXjOQe5Z8fzyZ2dHM9WahcZCVmDbqLta01wKQegphMEsdq7
jHfptPm66zL/9QfyLPU4uepJJq71CRyEtmrW0pR6jn7X9clGV88J+jgi13uS7YrLICNAYFZtCAQn
M4vIakUDL+XLWZVr9uYWLBZBsrvq5WZVSpZfTs5KGcdLkQCgYLGaVd3F2nE/1PbHkFeRaatKrb2B
YSf0TbWjG29EDzV6NBquzrrSe/1WrzWKxg58zuxr/NZa/mZEBruGeYN511138fuOLhZsRQRIFFdT
VsNWoyQc0NAChmZEqQstB7T7xypYaTrZCRzzvtLdyh6Bmxub1pzfNlp3pVvL2ta+x2l4FUntldhz
pjLcGWH+UWqBMCzhVdY6q8zJj8FQrJ1wxIAYwpQzvmsr9fOYz+A+bkwhizA1SMvMyw3kOD8aesyK
g7t5ND9mXXi9UJrg+oMItAqJxnErK/mB+4fb97Yf5rXXlbDfIUbEHCRawoaONO/19fFMx/dhw/x6
cw8l1qNSjRAYNLOciWX5ViYmRs2NLq1FG8de7MPAM17u+l3fgqGwbwLnTGYsFv3TdQPq+KEZBbCc
OYxYvo+u3tb2ZOCj2KzLctPGcGsvIvgFxqEr/uRr/Va38V+yfS8I/X/ffnzfN+kfjXvvHtRs+xKx
CET4Xw1JS3kjZAh10LHI3egMsv5qSFrqG2gAJm16IbsGnI/a88+GpAreH+Yj4lhAzGkOCM36PxuS
/AhiorDVJHCgaI+s1G80JE+HtjCaDOFHjAYvcwSmp0/X04zfXxB1IDnUMe3uMEoMSf/KUrgdImTe
xT+GJqnuNKW8f/TQrv5YsY8ZTadh9uG6EAIFpUnQSfl+j9fxMlvFWCEgsubJqf7Qas11Ag6BHLlA
3vX1a51WxeJa9G4Zn4BhxnX5JKTzKPthGOZwjRl7CvIUtFKLHcCZg0Pc8eOdKa4CBZABJINSKIUn
rZW21a3cVLgK45p81bWUPlagpFtAJgU+61N+kGidqPqmacf84vVveBoVuDC9HJT7IJyB0DwVKzHG
PlzsjGtPeAasrEg/YC57LOU+XqtNrKyaSj837X/hBTLoZyoizBwVRCyfvkDNCGgfyqiqjkEde0Eh
Y4JoJ4tn1EZ0hrz+wpNFPEiI/PDl6JyfJAKOE1XNKEnUsW0VX6kBQm3OUsQXEKTTvQSPxEjlPToR
2TbrzLOaGy+sHnYgG07FoAKrTHGSP4q4JscX1zZAbAyl7UWVtWzkGSBajsnVNh+VxtdUJGjsYu7X
cbIAeOgwC1bsEeWB9CNTIz4kx8aZZ/LS4wcOi44u65oc4qRttShG1IJWBL2o4xllwijzEGLAdyoG
ufD64nrWjhXLGhg/8H+mYaCSTvaPUidjnOlxtEaxq9yXQ2B8iUo7+1zQW78F0TPgUzp6lZwUF316
kOpc9rQeU524nur1MnRgdBVRn79+W89mj9wWigaKAltKSMgL+tXjFwMyvgq7Vid0TRoDxSazyB1k
TFj8uHKUEpO8zH7P/F2hxF5Qda1GSuI8COa3TqmNu1EdpQ+9OfGpWckiv9VNtBthWdYHtYeNVGhW
4Hd56LeNrR/iUPqSp5ARkaqlQpSmONsm5mjcgMZl7vf6V3uuKiEIhuTk7GZQZKz7p18ttdDWYS4p
rRogCmtjIO+znCQH91PKk+wFZST/mIISn5lZmiZf07tgQnBvUF083yrLbQADHPNJYgRZDZXzIc/J
0/w6DCOYixo9/dfv95kAsiF0o5hDsT+JsRgLPL3fCdmUGWHzAFBlUPpdk9AxKQvmA0Cy8n0Slcp1
i8V9SfAt+uOS6PZVovZoFiVzQFNDqYPctXSt07h/lSnEmLadp49wtgDqORJCxKhRya6thzdYII9X
cS1H77DqCmJXKidrH2PTewUoJruOM8NDYBg5DlR6/KDv9E0dteoOVL9xHZtYgDE0m8BlKTPAvaVY
blPN0m8T1G6+djoceqXHR/71x/M8gjiAkziosbMApqSf7FVtMAYj1HT65lo83GbVLG+gsxtnzp+X
r4JQOH1ZQPKnp1yFKG4gOTLiFpiz+6M6fy8r0z7zVZ6nC3wVSHzEQqoWwxBh6VEwlECgLrWBgoYy
mh1g4MX62KgarVAUJ+FxAXrqq7Hx5qZQzxxxL1wZwDvJgMLsQgGE+/TKSds5Mzr6lO+GlqBTTN0T
oQfszk1LI926HcMmukO03TrzjV+QLRAxhuVNBmFoeA8+vXATmXRdmHautFLWSlebbHoiQ9Peq22C
lJvTGBJq2rK0TuORxqUM9n5bArFF5SVRK6HZZVWHKJXnbwAfDvUI/lIVbjZuWqAmFKiJtB8iS3u/
SGGVu2ZR0E1Mi/yrmUkYI1ROcjX1abB5fUk+P1L/CJyY5YIPYXE+/VJTpdUzPV5nFVUOXZHRdm5g
VuAq3BHgralfM0J/Cwgz2jAgOSf8+vIjFUMEAHuQUE/HCCn8TEmXG2dVplW/6Rrab4FUNF4B/neT
pPVAVykv3WqGWSAl9I4RtEnXSyZrV7kazKu6sO9SC9bzFAVoLKjL5NLiwMuh1E2kH0Y0qptR9Su5
+h5qmDH2eXOfxVXwtlO1s74u4v0/zfsQewRrQJy24JE9U3mdJmWIBsta1aFqXS+EEzfQnXgf5R1y
MgLE6gmVkYu4C3Q/Q173Ysqb8ipo2vDu9Zf6jJvEvAT/GqHNJvRSgEGcvNUi07RYtLaGJm04kPvm
fugXWjpa317Y+GdeYvYsu7XO8AII+eCms3VQtKa7PnMjIqKdPhNSYOzohPDTs+Xl8DZhB0TcSN0c
il69WBZDvoAoHR/I0JD5Ze5N/R4e5laiQVdBFFGSMvOrWDXO7N8XVvqDywiaCUzUQS8+fSaRpgKs
J7HDPKHUbsMotY8mO3XfYjngZ3pobaxQucfNbd5DZ6nPDMxeCMpC1I9oSQ1Ht+ckeJQoUVtJzdWx
qguOQevYay3HDu7hef9Wqf5/B6P75xX5AMr2aBH+DaruLi6+Qsh/wNV10ff/+IOlHxff2ycAO/Gr
fuKFKM/hqUKjEwsVtAGR8CdeCOEPSjmxm/4owXm5PwF22hsY3zaipg76f7bQ7f+JrwOwBw8VNABn
FfK2vPHfqM6fkVvhgoKpBiiEWgZQ/FMEbOBIjY2zaOorQ2ECl8sLMwaKMLSlVzktja+kTdVbPdW0
uwR6lIAQtfbV0GXtrdzVrjyqOXOjEniEbjR1Ah3LSGCOWEzVp6k8AN/rIk+R1PC9beamn49af4Mh
az6veiSttwljt0dv5YW6/xkCgW9Ez5Oam3JEFnIaT/djjBSOpScFdhhx2/rhbOdXejWi9JFokWfM
besGbcvo2sFUFfXy7KjRw3/X21W6gVDDBAYTAg9k7FWS6SOOq4B/+0i5Tc3QWAVLO2+7ojnnT3pa
XnPPTOOwHQczoSFEeFLr2oh7GNKcpv6s5fScx2VahWN+R/o4eDGTHLcL2vFM3FLEL30cQ8VFRfQk
39EFVuw04cktRyttGu/OkKi3aTLfVSOwF6VXGeZa+qVqNuY60WTTgyoarxGdc84Erwf+7+ktIGMh
Cl9hxfawOh9le1ZNyWQN3EKFoebK1KLYnXWl+DgpGhpGRmQd5RYWA4JVy0aREpBesyrqkI4JozlH
+wg2iAsW6WuVjw8y9OfsaV9QlxBKZGQQEMwRnDslpy6oseV9YfGQtLsYx19IDQ2cDLiw7kBHtG5K
L0suwa17i4xHc24eMu0bkAM3kXLm8oY/qxspzDfkG95CD1mzCnjQn2Z0AyX9QzVhI9pK69i5ac46
nov3d/JwYXwjtUFTAQTt6a3XUVIUOeQIv8WxCepOw8izsCLPSRdUxyRG9K/vvGdlPOwMCPzgGy3S
d9oO4qR89DZtY9Cd3lESEiZpXo92tpfnKtmUwwjpPE+DI3j7L32XWK4MrXhlp0vlWiMuKS3EI9du
TXPTBUN25raePwbuCuFGOnQIB/Lvp3cFa68Bc8BdOc00ADKKVK8EXLclxpY+Wt1/Sjj/1ln5LwGi
FR25v29jwxHp4jb6j7u4CeMX1bFQbPl1SupvWKMcaByElEDIL/86JUHVspaQumFR/XHg/XVK2m9o
CdCeQReToElr4Ncxab8BRsn7ZjWixU9F9zvH5OkagqJOh53DWti7CmT70zU0L01ToZ3n0MNpoECP
U+sVrekO8Aiz+cejx/TCASbW4+NtK671gCIWWjzUTifNSLnNlgycGq2hwkAAMAyTlQl1buVE7d3r
V3ro4T27FPgkuisod5mnFunTUjhOEPO1ljHyCs3ZD/ZdkU+jr8x6Cmipid1pGC4wTJeQpq0+ztYE
PYTBdByWn3PtB1g5SdGTlSFBdWZ22iJE52paqnp4Muar6Jzg6+kxKR4NJAVRLNNrBzD99DUkNjCC
cVQcv5+hrCxtTR9wLEUQoT9aKQFeD5wxq9ef0kP35MlTojHJCkMXGT0R3LdOip4MJ4Gsn3PHrxLb
8Oy6fBfWw49MdbJ35tQcxyCC4CWN5TGKIcVOjDj12XSOg44NHz4/fl0lfhzb7yK9Yzgga1i/D4ik
1cdqADGbgvxSFDAcjOLQ8kdWxMgxxoIO9Hk2TCh4VXkzNuY7sIvTCrwN0gEoDHi9aUcrw4o3qSFH
UHsBYilVMHtN4wD4CqtVW1bZh7aRPG0a4jM51gvEBdJGjRdBDcjs6TR1aEAbjejEgckCf+Q3Fjqh
2px+K7I8dmNqWb9vw49515n0woKDHDi7DL07t6pC80yf4dm0FIFO2tO8FfJhGmCnc565TC0UJ9HO
lJ24dDlqWn+u6L8lmMChb5xQC2a0IWIVuKeiY4jdYTitN95o1B/GwWzOpDTPIsXT27FOMjlH70sr
HUrHdyQg0qFWh/6gQZnS+rtmXH638Se+POsSZCHCuwixnua6gAR1bXBsv4bF5jpjN6zCyhzO7IAX
+I94TmCkgQsMasREwaf7LterOVPiwfGlLAB/M3WfNfi1nhX3x1xCRCtMFl/Yye0q5H7dQDF2M7p7
/uKaVmRsWzOTvagEfWZO+XWl4b2TZMO2KKxvWgGWcXCOfaYEx2WUQxyY+3VQqMOqApUt6ZJJI67F
LwjYyxIPXh05t42hXPZBq+9hKuIqBGfOrWEbYIYOjrwCazybeQen3rdRl7qowzz3oa2j7ypZtEWj
fKVPbeNZWXAvycm3tBg/haFcH2wIx5ITLj4+PQhJOYSUNL4d4nIBE1djU1ZCguQ60SrFOshzBgyi
X480L65lCjENFVOGUDzup885mrJ6xFfb8VFuncENemUSLsDgjXLbGdL7aIjKvYJ4+JrcV3JhEZP/
YVFm2N7Ax/6o+f8W6iuC6UnYQwfOAsRN9qth8v70Ziyn6js7CGzfamwMVNrRdHMZHJb81RndCt4w
QhTduXz7xYvSzkAaV2OQenpReRlzggQXLUKKzM5Zh+bQuVj2HBcAoq6dJj2r7dOZ537aTRLbCCIP
kvM6bjEURU+/ajEyeRjqhOPd6C9aZtgrtOHSzcAzLQegrVLbf0bgW0Ikxfo8Y9S2zwdjC7syOleT
iZ10+tAhc5EJ0StAq+8khQ46YymrPkT3p8HJZc7lwQtkZCgiC0UUuQZQuNBi8GqQ/LugSSaEGjp7
pVrS24qsZGebiKj0tC3hum9ff0gPukOnt8a6ZBwrCiF8mZ4+pDTOwtCgV+E7+SfNqrPLbH47p+hZ
jxiqA7xn88jVptS1C03zFhOKv97DbR6MuF8ludH5acgZpcgDMLWmccvK+dTmmuFlLdLTiXYdqw02
TW3ibJBu47fh+eJZhelpAF+CITniumev0EX6NMUzZtINqKb03pQHByAgqwO+fzomW7RicIGSwsLr
yzhxO6muAN9F9zCJZaz75nVbKsvBCi9rq4DJnOdoIIftXpLxcRtzxAozHnQYTolvzrXlI0EBCarO
EADSzwxYXzopLKRWRVQlzXNOgqoR1Zi4BJbtj4kz+FoveaHdrdQuvkVw5k+v298qSv6/b+AJddy/
L0hub16tRfjsz46d/kY47mnUI5QVpMaPahHjjWizWrg9PUjuPmL4KTaUWDh+0MjJqAldbN2fLTvr
jeAY8Iof0iWDPPs3WnZinz3ZhyJOORrSd/RuuJuTQ4IMVx3DAqlyJx3WajxvZjs4cxA9i0InlzjJ
swmVmI6MXAIjmKNaTZu4ouEyODePnv/VH/f8GKLzbAc8XIZOJnMvzE7UkxOmk4Y07GR8LgNMrUo9
P+De4KeGc0cMO9MEeNZpEqWDwgifLpsYI59qaToGTs/yMge+PQz7SOn2JYoCqSL7dYCsEnLasTbs
yxmYdZTu4nx+2836dg61rXi6zjhvZMQmX//6z846cUvAagRXmvDzgOB81C5REl3JymUK/DKSSIuy
rbDpRYNlH4oX29i3YTa9/d9d8iSG62o4A/Nh6JXL4YcCOoPATWPW5RV9gigSFMvJOVMrvLRcH3/L
kzDX2egpNTXfskIyOZGjXaSnZ46mZ2Oph/Kc9iEbAz8wXEyfHk2JNYOcCTteblBeLXKBf5K+lbgW
I/OjmevHwez3bZd4TldCEdDPXf9Z/sCbZGYtgCKcSnSbnl6/0Y1eRWIh8M3hc6U3l0uX+3ObbdPC
OdhBvJvDeJcYzvXoZNs6t2+jtjtzmDwMAU+jAmROSPz0SUD+ilt8tJgc7J1CbcgRSssBiC3JJ7XJ
DxXjcny5btF38fFgg2cyrrRQ26Gdj+qzGu9stCt7BTknRJZCg/fDxmMpHDAg2KeINA1yuh2q0TX6
8ur1lSgSmef3yzsT6SXb8uSV1di8mzpcUVD/5rFrOXclxBvVnoLeuZHadk9z5FjI7ZfXL/tSZKOE
0UA1Ui+ap/aweWCx4caC1ViMX5wmv6rgHzZmdP36ZR6SodOvR9uYghT5S46FkxWhhbYSNB1NHNi0
zKCvCt1GVgjZlKor8Zs3dsmg74DLrOVUOogQk5TRChkNCAnOYSyyd1WxbJhpulK8wAAJ35npuMo7
gNVSTzKOFJw8I6SUIJBVZlunqi9R5fEFD4QWvi9PSJcrw4qLI9C9ef27qQ9T3mdfjoEWBHj6ygAm
nq61JbLtVOosxy8U531k5VfqNOxDwzmabeBngemD9cJpAQunJe4uJrMK3S69pyUg/MR2CchpqYw/
TdPImDZYVWCIxumyZvnBH/aqGbhAYHjoVIE2T8aV1eTbwoIu2WhESHO7LMn13LAumxIaj4QSZu+1
yrxBjXU7UTgKgmvYhhvMS1xEiFbiScooHQUqkRVmhtKOX6x2XE21sW14oiF/HznjW6OuL4P8c21N
byOtvUjAU6L4vO6n6HoeEYGjIvSDMseZY0AxOswPDuTEoDU8p04+Id+yEhfU8/KKXX7o59CzkGAM
pwzae/YJxfl9btnfRk1at3BU6tgUvhK7ZVJ36NC5wQKnSFOBovdrQ27u0X/YxUlxNcRh7klRc0lL
7GiH82YwI2hs+R7uHHPl4GZx6nupIuOumumtOrJtdfsuV+Jr5Jwu4zoz/GpJ3w9QrGFnZVeJo28d
eMxSGK16+D+2LQGpi7/BhHA5jDZlGEMVHFaxpX6IE96oad8l4lwwAKLAMuksz4TzbmwM7Zg2tjsQ
PEQgKc0fEc9WxF3xrBHdX2sFFJ7P9FWRtCn4K834NoX6thBQLI69rWVW10qSH5og8/PFupHGcZ/F
0roppIP4XSXd1XBpL5002llRsGq77DAN+JuOuNlYxrzpJf09bhWrIYSHXo+ukL7LpeU20IyjabDw
pOUCPNSxC3tP0pEDc6ZNoTqHpDC3teS8E1FHiuVNqGhHO4s2iO+t6sTYhqlwaY2ux4I2HfiYwqPf
9WXOpXViD+Ift5IKjs22v0gy5wYUyi3YsxWaC8yFoHu6o5IfklqGVIoriMW+VdqLtjbRjNMZFkU7
CRJmkSY70whXozXAr0dPq539KugussFAWnbxodCvwFRfxGF/HegJbcfmEnTaqtThWcyZH9a5X0DD
qkIWoTV2Hu7vXzHsgXUmj0gDNRd9q+/Eq44y/htwXmpLd9LQXYz6uEJpbSuHg5fV4aYtpbUeYl4a
WbbbontUDP1Fh4UWyfEunRegsMHDGkC+YTfr4Y8ZZmStInUZLb6lhjcmmD8doqU4WE31va30CHUm
OwOFw5DH2ohXI6qoJv7UgmyEOYXAmr4d8nxrKMFtrk5nItRLQR5wO20LCPTCsuskPjUwrW1gfb5m
N5eW3QG6nDYQnc4c+88mzQ/taGbzwpUFq8JTqkQS6FlV246D3F36I2IXCzWBMCuvMsgwraLvYhhq
GGsy1Cz7VS0VV2kRfhRnqmwEH6KBlYSR4rVpdx8syldBoUum2X89XD9vKpGcCP9rUiM0KozT9nWH
EHWRBzbNO2U26JLL8MSc5eto6NtE1XYT/5YcZYfk35dFU4+6MW0sxuduCNv0zK28lCc5+M89JEow
8U+SFNXIxkzLmDfMY3SN8957vVi+9Om86ejRmRbVr9bti7G+h5/t1RbBAvXU1+/hxbXx6Ba0p2tj
GnIpb+ki+4Y2vbXqEKnBsrpPAAS8fp2XFgdCLLrgsFvACk+nr0NWw/frNDFbyT5Vsn5Erw7JRWPb
Lc7DHimGYGVZM63yxKu16OPcXOqOtNaIQk7QXEjysG4c54Dt+y7v2bbROa79S2kz5zezFKYaDn84
eRZmiL2k1YhxSglNesasrSHwAINPMDIys2EtlD57ybmVQlpQOcfb68/ohfpPaLpDj8ewhV7fyT7F
n0mL6kl2QDd+ntpoZQfq15g8KCvOlX8vlFpMAUE6QGkiLTttrEqVbpVpVju4CVzkkFjNRPUTuoyV
OsOQ1InIZ3QS4GM8T3C5pMPckrofFe+Th5uZzZR3MZdEeWOVcnD0BsOjBo4IiW6jqJFrQZwXPxRV
p5A67dE+QKkKTiYrYqYo02sa6RoeXzoOx4u6NeZsa5o4PTvGroWN33bhRxpfSFzKmz4fVvU4rBIz
9yc+k0/DyiILasLwCPLmkMfSHc2zG2Fll9TtpTIncPCcQ5xy+EXGrmtAmoTGDpfwXZuD+sciOE9G
16LRWZsJXc/iM7KSd3JWHxpuWny+m4b1TD8cG60tOPkdiloYsPcr2M47aYo+imys53qoJ+6NOlqh
DIJqQHicksRT+u5Sn4PVQBY4L/pOQZPVpswWu6R3+HnbXMpETCfTtyJZGiEP92n4MdQlWpxCgDbZ
gbX7MaBhpFEr6/10XTvLVV/A7k6TYW1WpIhxe6GQB4tMy+Kw7YaB0y3bBpEE7Vq6ttNwYyjhhtNu
p8/TVx3e9BJOb0X8nht9F6if4zq4XqoMsIK0b52UM7pCkZNUJBjsg5aEF9l0NKPis9KHmwDB7roM
7uSWFNy0D7QhvHkALs57CJbuQfSjd+J3IdlnTdZrlYgMds5hRn8pa6LdqHWeeIZDV1/KeXjtMAFA
PWbTIhYSLySGnKjyZGyHSTtKDv+M0s1Yxz8mnl+ZYLFpv2+GmUrP8ABirDsZ5UYOfDVlFBOk7/Ao
h0fhXC+Ws2o68qcs80d53ohERk+cO1unGWoG2rGVJqQArduAeiRwukurmN8O8bDXUw78hHfKWgud
wZXT/GCYaE3ml4uVXCcNSXf7GV6BBwj5SvSM7IC0yhg3SqXtxny4qGZ0MzmFOn3xozh9t8wxDPlx
X1Cclkb6rqBgxdYXKfCGx8aHoyEhSa6iG9ELEWvExHcKD2yE6AlPrEFxxCKefjFbyJ62y0aXc9br
uHL07sIkunYB69PWXbVZNk1keOLdNFKPyYsJH1S6sUoekETZCd3CmNKt0pDJje/Z0revB7sXZqag
B8SYEuw8s7pnk0FFTnq+O5PBULoR9YCq9/uFrFIsgyLRt1BbbyzIP7E+b9qANFBzzpSlzwLuAweb
FoWNqQyB8KT9U8q13MgaEhWoRq6GokO+UUcIKNvOeMG+/nWpdE8DoGjGQBZQEZsCPHX6fVEwl4pC
Cm1fN5KdJIj90dyhE4EygyUvvraQxrd6+k4yolVNHE5q5a6Ops91HV2jk9IDKlZ3QSUdBuzmKWSg
xIxfTD327CkEklZSchIbFFB9KHWTqUtCOC+Nd8OS9W5nizRHPFyKNCZKmz42tspMUcCQ2FbHzWj2
nmh2LSZZGArpG7NCBHxEgqjM020Q9Ht4M7vS0o7o1O8Mjf6RFV9Tf1y3bB3Q328dMGkNAHI36kZ3
sWuS/1k/lllY+HFkujiELAAHww+JveA9Zi5vC2VGkl9UoBkxSlM7lLgLouCSH/TGPI5d9LHQ4ndS
Wl51DWoa9hSsGoOioiJe9rlFjGWtMhGZ1eC6UYIbGRnmYkQHY8KJi2/fzVTUhXQjcdh6uLdd92qo
ulCJt7qOZEcTfUeKBIFzW9uaRXVlm/3FwPaVaEWgwXydJinjoyG4KU3DUzTeQFhLhzwNP3QaFSGV
YzHgCY4R4opIsAvjHPG1ZBfYxZWwKnUh5u0iijW1oAYuhzUoiclrw/AaX0aki9daylnX2QdJdW5S
rknL7J0SdGt5yQ61rO3gqh5t6ulMclZiX7TQk7RC306Mcllmu5liXzPZotQZvTGsuyraVYjqpE14
LcKsVVm3yoiaedd7Q8OICQ95/+GXO8mW+VCKXVLsWbB/cNjcdiqH4iLsDfhB36ZejXyEWhniCMZf
QHO+Wahu+Nj8XigRE+guqrUtSATbRZqMUc0PZGkqt4UV4+oBVi9olqXt9FazZ9/Ah7yVi/s0tW/i
pn+rZQIpkm4tpF1E4Z0QlBcKqUruvkRNZiOOhVpGKi0zunLZOwTY7ww1um5V+7omOK+cPidggWMN
2+BWlNhRkqXehNixhC+wQkRTJybnZormc7gyM05KFFv6EYhdRW1dSisoWxcydTJ2D5/NmDKefDtT
HJC+xEyk+4N9qWg7Wv67zDLfty3ZSb1Mb1NrMtzSshjY11rG2Z58cooBj4sk93tGJHtx0jdFeCZ3
fiFywHMgZ2bSSvZ02qvvaG/lc4t0EOR9siMeJgcvFIN9qxeHlO7E66Hq+eWENQ05PwQL8PunCBI5
NqNJQ4YfdAPqB+QnEVWzXRT3YqVjnnnmci8cBAiugksTTEfwaQ9oi0et2hmsG2CzEQUGgn5Ggd3E
FkyJRUYruvNiJf0sz9HNaKeHOMq3cdt7k5O8e/jO/4B54P+GoS9u5/817VzRGf/7ISE66vdx8/0J
mF984udo0H6DqxTESSTi+IMm3u1PMD/zPzHiwyxKw0STnsAvMD/in4AX6Zj+Raj/azSovkFDF1I3
5H0YPnz4d0aD2mmdA48ARUNh8IQZHBc76cyWs5rAT80Vv4Ib9CEys9KbOuAu7oLWOF3LCc0Zx1hw
k8zqO7iW8k2j68FFG5v23nAYlSN+/TEYdSwX6tTuPRn4FhIFshK5fQQ2YzVmSo42lBat20HIcZGW
rpZC7kidUxPtz7BCMwzTjU8phrpH0EnmdykOkwz7XPx1J+RcACekNqfdbJrr2R5md+7zaM2DwWJo
LMfgk9Uq55TYXnosdIOg8ypsOdCgT4t+VMAWxQhUxW+HOqC3qZV+VgzVymi12kcgqbxoUb1e5ZKR
b/5R++yfmDgjatu/31IeJLCv9+XTLcUnfm0pWMhw9NCsZRYqhuN/bSnnDXoK/LXIIf+E9/7kxwg9
XdYng3iIHqDzSWV/TttRtmAKiLIeqg/0HJ3fm7aLOv3xsANULDN9hfYIlBJBwHu6duZY1vHVMVUf
DXnp21IP0VusubtqP1SNjOo5emSlaRXrqtJNr1jkTwuUij1gTQvQ31IHixuatQ9pXAGE2A7au1gy
J7S9qmZ09bEtIk+v2uYmVNDM1AusuHGIK62tEjkMEAvFA2WLV/gFTJDAwMS5pGrJ49WQQGI9dlG8
T/EGwcUnXj7Zeo3JnOGMrbWSW0o1OyJjKRXAmTBZOL/Hoc9yP6HtE1GX0oqYuqA/I+J/WmKICESN
w8Ow0GzgmT19XJhoJoHcFaov9dmOGfvoAbK8k+NqEs471fHf2+vUfFq1WNt/v71u7r/cP91b/O8/
95b2RjBHGXUC3vwTOv/zuOJHAk0P7ILXxK4zfh1XwFUwUwX+gpgJxCDRMf65t/gRokDsLQENRJ32
t5wVn0mDIS4Drx8xEyFOA2vk5LhSksq0lsBW/QXNwM2cWls85R3X7scfKqqY7fie2WELOGz82obK
BW6h8gW8FXwrEOwql+ZAFFePgLdpqmn60eg+/Xt5PV9evPlXlpfwElj1bYdXe98+XWh88OdCU/Hp
NBgxwLvDlwUu4a8grr2RZUjgAKCQhhHUjscLDaCUyIUfFhUJ1eOFhu0n6wweEfkW8MHfyYueKXmI
hBpUFiMaIdsOnv9pVKL5OadJoZAX1YHlzRZq6NN9OIXdtnBwNGoNEPq0Wpv4A/A/UYGaN6oR+ipS
oqheTzkNLf0j/kLJOlgs3H0gdDVZe4WOpdv1peTbVnmjBpq80ZLxXTkicJwks/f7i/FfgVeEkNKr
C/LB3cK9hy/wP/+dfc/nx2vy4bO/1iSzP1rwzJsgFz4YxP4MfjhbCNAlSeXDahWc3J+JBY6zQohH
+EEKcq2Ii7+C38NKFII45JIkJr+zJp9DRES6w+8HAwMhFYrJ0zXZNn1sST0qArMc6f6QzJ07dVLM
n26Jghs5VDd1Z313kuC9GeeZyzQBuRa8Way+c7xOjd8HB7uxnbU+O1heqZZfONpFMScKTsfdXYd4
jZfm5dGhdWZJ2PbEnVR4wxD0frIAbm8UadhYk1W7BSKvq1mb8r28pDvIPt/+vXKb+fr7aSjllOVA
PBdMj/es3e/F42X75wd/LlwipoIpi4UAD9kta/BxMFUExwXReArMhyX418K13zDtRiYLBRN0M/jY
r4XLj2BDk74qDwm28TvrVmEDPEmIObSFLBKWFZSaJHkiA3zUvujKMkJUR9eAS4c4RSnm4DpGfWfE
0MCruw4zNzcoi/d9MY8wpkLdS7M48yp6WLSokg8cMyhLm9G5OfcL/WYcXPGsBbcLe+AZnXnMGCUW
xqD5VTqObtcOxdZo5D0EvS9AraWVnAWfpQ7ebpQtV1XVMIy3elfPyrt5kecLCzxNhtJKU9m3itLI
7gjujT75EUpIBmA8o2Xb05Un9bhalqD1rdHC9i4dajhXWrL2w1TPPMcWnFZ8CD1c2zYqhn2mncIr
qZYZIS15T7vwTz3Rf0Ar55+3xBR9QNbZK2nKw6lwZGfBNf3PdXOPTMN/Pdlif/yGn1uMfAVrYxol
CifEQ3rxV9GpvRH7jhoGXCJ0VMEI/3k20P3BKQmulYKPAMB9UpmfZwNbjITFRn+f5pDB5ON39thL
WwxWPAKcwCMNytunWyyd0v9D3nk1WYqj6/qvTOx7JvAmYu8TcYRdfqU3N0RajEAgPPz6/ZLVM5VJ
5cp1pm9P9EV3VXWlQEif9LnnrZsBtypnnCQ5KHiu2rEyiYiGJwP5NE3f1GD/Wacwb2eMhMpoGW2n
yzu4ok2WNKSW4qT11AdG7eYVaBAyjVVbKQY76g0QmbuZya1bzCkbZHGGzDOhEEeQ3Ff95j0RI1Q1
0MlyTBX8ADGJHbViW4OKmvfzw86V90vbA/oMDk4UDOBYN+eJ+2R7ZLMx4EIrilMXxm1EJ4r+VDPb
mma8K9CVNJRgeHFsYH3eyQYPRHFkkJOB7GVem0BIAwMOS0QlwhXzmSb82kDsFfBowc4NLpJBaxVH
NlOOE1JwKDI/3oAMqh/Fxhox5AGAdKSCtZ6ZTrqXm5rZDJ2WkVlxu4f4IGRLi8ST5HRtiikoy6mj
JMlrbIaXCkftWYgWLpOHay0sNPdjYv4jG/D/w91w3hGInIOXgpJhABngGnxaQc5T8/QP0FmA0pml
3P7nv/ZF9Q7I9V8E1c/m4Nsf9Ms44Az5J+TAVXkWBJyJLf/2ZT7+ZPYhcDgjSP/h5fxlGgTZxF+a
0z9zkRWclvm695dtQD7rn3PFsYpqECAFJeAN/4P2j3nv/45HzbI9Hz8JZkgDLnE2NF+2AAijpgoi
ZnzXrkcodBPIJp8J4SzAIH8OATP3eZeB19xU0oQhHPQgPHX32aEzMFLvsHOIxa+G7o+RlsG1zEBZ
jmVipMKtgmP2y2M62cH4/Yt8EA7RvYran4XbF7GWUTXu47seqqmk3U93oSdel/vkjF36wCX+8VE+
DTTbrU92SZUGMy3lIb5jsJrA10/E8CqItT3H3qojyB+vm3W5CY+4epN2BXj+XkFRCgHz3qMrBBA9
iLtKxi+jcPr1v53dT081//mnp8pSJMqnbITqjhmg/IQGXvFmuSgMcXunehpuu8dBJbp0btbnFfjT
ZCxOr7gKZZUbGBaCIk51PaymbQrayV19022kNdShjnVnp7hJrdfnqu4Wl9NfCwoc1/mCPDNb/ij0
4kKqqym0xaQX1kEzhRSPhd0+oIFVva5Q1nugXiLDghP6/MmwfHOOfk0i/jnwYltaciVXojQvtdGd
uy4qMt2+FMHPgyxSh3+OstiZtYIiXTR8x3c6VDkSUj6InCAhA/FfDAjeAHoDEsHulDOXBAUexx+f
FBE6uMvwVxEQn//800pCE3Rqotg/vlNzt2J140XROLm9aUGRAfEdBLIVoBgM/SLX0sweh5UiQr4p
r/RmY0hCZsPV5STq2soW46HYZZK6txrgjuhgXKVC9SjMvL3cTN0cKvQgCMyF2sJ7MRpxYBQGNLE6
IYF2B3r4WX03QVHAlaYycs7M7tfbxb9m9/dbLswFk2JjHEQ5vgOy59AcUah2CbGHfUS62/FZeoCW
+BlYwKI2988RF3aDIRbfdfIU3ylXqmkDKSsQ1c3diJgH9Bab96Z87kuee8eFTQjHrOoqLsV33M2f
eBC6o2m37uBlW3Tb1jZICd1xIqgacKECPtpK5sxtG2gwpwFkG3qQU4PYz1Z1kPn4NT0Ijrw51374
nQH5SNWh61yZSaBfV9tkdmLMGjxjtZ021h4pizPVmR98iqWJMkGvwO1fA017WYgMABmH6kiS3AHN
a+s+QIU7ellcVq9NSSbCbcF9AUeA35gP0waCKIfmTkKFrJs8Npux3TWmp6/Go3yF4CAp7fEuckJ3
SEkIdbuV4ElXwxFXT1Aa39Bx9oDuqddKdajkXqDb8Ni+0mNIUtJvRlISVNxFxyco5Z0xwsp3tv/z
Gy7WchZzSYS0e3wH2R43XnUOOwhk8kDNzQhaTdz+UoQ6yzq+Mlez2KM32SGRndxTn3VS2fEjBOLw
b36FNhGCAuEzj/ehPvHTB1h84nEcJ6ZKYXyHuq/tuBZju75F4avfBU3hIKFlNv6wltbiFvWCR2sL
1unPe137bh98np/FPkD2txe7ECuAknKrruOHzAFV1a42/ZHa10YAOZKN6VD7rlrXDtSUsSj4GvIP
63oXe9VmuGDPx6eX4SJzEy+zU/seNUeO8mDmmK14IOmuuJMv6w0CxOWu3/wlnXDyaF+Qe34ZDrC9
4HF+QIJmXNJngxzLFKwZCETfNU7jsFUlO7pvvWie5DAv9QwXNrl09avJbQ/Ja2M3N5Hz/vMMfmu7
0GwJ8Vo8wxwv/foIchwJo6mnyV1yK9/Kb8Kl+qrHpFmz3EWdqIp6MAU4wTP2a1Gz/teLfxp1cbmY
6ohqSP8kd6lXHrRAIMd6CzXRdb85t4XODjUf+Z8Ovao0SnBGMRSUqhqS72ARQi9ZMTfcw3Ceg3/I
367IT2+2uEFwxQLKpmDJHSSB1oNDnXAf2o0zbAF5sIX98Cy444O4At7GqUi/qq+oAz7B3ZmvOt8g
/tiYn55iccMwxjybjBwvjU3pQ6YtmPzsOT7Ez9Y+WmsuGhh3XYrlHe5F2E7/59EXXax/fV0EPgEU
hG8H1uzXKWcZG6Q8xBygqsTJnPQA5vMmc2IHMmN2+d4/cKd1QlKu5U3kVI2zM20xOrPEjLl24M85
mEtl5wKDWbL361OMrRUB9Is5uF895yQh91e751sv2SNS7mDF1TY6xcnzavdskE1NcDtxctuVibv2
SxKT40q1c/sg26Kdr3Nyr/uPkFHzcv8aNiT2Ll1qB9vY8cAux89bHV0V79eR59vIu8rJAdU4+Jve
xkbbmVMThewiDFGTx4ud4W0K//GCksOEv6sRzyCao/oiuQAEZjt4u0Pn9G5th46dEdsfneObd3y4
fHHHA3CDsjt5CdkdRFsjQOCRTefo68NOdR+vY1sh7xRvurt9dDi5vuX475fKGe3DDjI/q5wEBbnO
CMYnkqeQey9cCW7+MQGSp9uxg59a46dO5O3waODhLgonJ1f7kbzuHie8grMRHPfyQCqyBTeIaCvH
u1jfFqQnO7zPK8qCvZvgNfJMPByCxSS4ae3Qfr0P3dvHcJWQwj5qOL4y+woNbnZhHzCX8+oYNs/4
Hmg8JDneubAFstLIxe7K6ZzdqiHX/kAeR/9xY78CYo/fehzwUqINBTUHZzl0jZ3aPzzCU8Ody7K9
3PYnvCHdNeQSsFJ7POr4KbmtOth3Hn5+Q1xoJRM6/8eLq7mubxJ7WCu2feWu9zqh/uroDeQhuMGj
Krbf2auaHBEax7rd3u2vNpm9J8fthOW8DdYgy9jccdfbtXu5Ncnacu452QQtuarcleZuMYiNmxax
IetB3p9Mp7ZxI4XaGfEfVKJixR3R1LA2Ccz7riV7RtxAw10ConB2a++vZBK4MXmdPA0TqqxfYsfv
PWGtrInsPZH9DZoCryPyCNECX8fEuZf4V0nW0fztUnJrEeSUCLMB7iLbN8N216Ufbty1ZM9P9lbY
ngOpAKez9cN+i4HwnHZp7w6J4767ztp/my867v5119prVLGSGxg0xNWPLnP9t8lOA+7u2vXFaO86
p/M6R/IaJ6Ak2EHiwpbXt9jdI5bV7nDdOd5oj27l3NzuDhq5DwzsiM4xfdF3g8YxyO1uc4Enpw5u
ZG5pMzKSTesebqlDCuddIVf3r1jJ8zYyyHvuuMHNre0e1yMW4N5/wPTl5P02uO8JZhdaevunbUVM
sn+I7IfRG9y121yAJ0Umt3MFv3Bikm5CgrMd//iM4BLnBZjsch2TyMFPnX9ea6PJzBHmB7pxb/B0
jbsO7auL++eebAanxoQYBDvPq0m1ur4V8cV038QUXhhOdiOSLCj31ZrZ63Ow2Q9BkT9s/Cf7tii7
kAVTT1QO+2bAvNwLm/vJed7VWDW3+FLYsKvY3qm2jKkv7Odrv3Hz1QvCBnx1Z5LtfHdFq5Gn2Fd/
71YIvNCsxAIAlro4ccsU6DBBQBZeXLOV6EaQffHLVYTC7avUaxCA6g96YAKr5yo2hBPPGP6PfrM/
5uXT8IsT2IqtWFdZPd8J5YvHYj+sDNhBP3GVfRjoB90r1/TAz/j03zk7kDwADBPpNOifLN5ZjGnS
mUqf3NVVUrqxFh4tGQ3XgsSfGBrMCJtKiGgPlXEuyjefpcu3hSoUSiPgz4PCIH895fLcLHpJwMC9
O63Ed/Ndfejv5Xt4JOXOOCJU/evK/R/FqP8vCklmEv4T+wdpq7en9h/F+z+u5toSKD291P/9pWD4
/3z9Zf3r19ApnuO8X36Bbi/EfC/atzkrW7dZ86/46vx//r/+4V+R4+uxROT4pWgZZPj+zPHORK7T
aSjvKaPZE3v9TrNr/pt/pZ8045+GBGUEdOD8ijHjBvKv0gTpnyh8F0H3RrYWtP1PZcSCJiExjEpY
EIksVCB/TvEKGjJayEoBDIQfOcuA/UdVjwtcjjBXjeEpsL6+LooqabOwyynQJYN2GOKJk7KhaCPT
EqRCmkp5FCFWdGMo2XCf0JJC9HfqvbyU0JQSDtA0zUbLF6cSBYpiKN3SquPOp/k8/lqfn5lBC8/x
95Mt9kkspAgpmWDHZEqco3dqLLd0qHALQKR+JzOKo6WyNGgkGCLCRWN21SjTTSfEkieLETjmY6hB
f3XKIkcUIfAaygl3lKKWfKMwBzdDRP/yzJPO18TfG+z3ky5cFLFo9bixZm3NUDJtpWoRphegvAEw
ZPwiZmq80dWhcLspBl9OC9XEaSAdcAa7s4h9/x594ZYpZh1aXQw+hshlbRZ/7B1UYGuuyaH0WcVN
HsxkUEib9KVTSn230Tm4CT+/+leb9nvs+WL9yWMq0L40oR6XBhOLIAINEiWaHaOiXgka+nq03hIv
EyUBI7YxECP9ecyvAY/fYy5chs4qRFlAzi0oaZt7fd7qBGWn2a4IxdefR1iUK/4eYmEpUVAGvu2E
xtxOiuLNVKKVdaCsuM71pA/SCR2G0MTubCsaEUMrcxbkU9d4ZjTtadY7lja3U6ps2Fm0fmZ81s9N
ALqRBCk889E/yCvfLbnFiS4IWQEeMfB3Mk0HoIkTMIPNooZgmmIFyBxDH07L6DqyrNw2Qj2+BhAx
dSMJAthFC+rmGEY1hG4yw1foEK/FXpL35dQOG4WX40qsrdam3EBEdxibM0iqU99t4WTldZ80mamx
YApRX5eihMQZhrTz0ap09fN3W7Ri/+u7oWrm63JsY4oOwbQvgqwTszUkcCC+zkwh0LJy2HQ5Ovbk
Kil8obYKZ2IjkBkVz9ddLqG1dWilCyS5R/TExxpkkjmKOOKO3jUMDJOojKFTjYotu5MlZodTxH1F
ywQXkgedr8USJA/qVnJpNtpclQeEtUPZg04Z26hdiz6IEnzBUsMrV7U0bNRI5aSmRem0EY4JlMvv
5Kg1PSgOKWc4Ud/PNlpEvk5FOmoTEiN6EbBwEu2iTAxn1KeKiOVoeD9P9wnLg9qgr2PwytBltCxj
uo209pKMi04HW21DOXRfRvldH1YPahMzpwc+kpi5Mp750Iv0yO8PvbC4pRC2hlqpRUATvR2IrqWo
xe9VSb0Vo7h7yzsT3BEzRW8bKjVHCnpyKaGt2moiTrg+aCLSYxLaUc9MxGwX/tyNuNV9nYhyMKEh
VgDayspc2fYT7cDmrZM8GEfNQAeSumZmlKEFXIGj04KEL0iUgoPJh6BT8+bcY8yb/7vHWFjjjkHN
JxelIoisKAnYfKuk3VjZVRTecKVXnITl3B3FRiBxz013qizTN83p3LV+nv3vxl9YZlT3qkKXCllg
9p1hQ8AKCrpFxjdMNDMH1S+R+/N8n1rbC/MM8hl2FspAgg6Vun6NxiIc9hZ3RIlf/zzCvIK/e5OF
ea0yCwyc0kKHZ9OmDhqJNCel6FLlmgTAsJJKbiqP0t3Pg53aR8vG6RYCXVPOpygYWK14I9XpRUYN
AQcPrA6VdMh7mUq8EtTyvW3VytEHSJ3/PPZC9uLfO2nZCwkeiTmOvBH8JInZui4FxRYLc3oYUY2w
KyWJuRqISBOQVFrlh6UcDZjmDs3K6InTnsUGNzLSYOIjBy6NtYeycqg4lTa2QQJqlSeoLAqUPJFK
e1Ct8pmKZn4P4cfSt1oxbmxBznFV44wPlYM2+CEiSl+OBz5rOvk/v+JHGeW3X3N58gxpC+lFkwXA
CY6vUK9lEeF4c/CYJsHyag3zTiio1QZ8mCzbZJFopk7ThkNLStXKAGlo9MGlelnpK4h37iDTiMUH
+S3dzsCj2A1ZBf6ZlI7iiyY34RPPQ6l1xFhJH+hYtw8xWnGdPAYJTmt1EdmWCm3TM2ILvI2+MRjU
3llsUV8PE+MomrNeYGGFEqDwpoECp3GQd3XbjXslzGQESrPWWmVjbeJ6l0jCBKkNUGWhAU/LAUBC
IfZ1Jk+SkyhKexTkkiN6bDDjEGlmPmJ+43STWABw24OeM2Tla1m4AyCdvlumkAM5bxkFSGh8iB40
XNs2SZsO5r6zmOSC/aAqyOTnEbINSoWcQ5v2qW5bscF1CL+xyFOGImp8OS70a6VNC5CQWDG9C2Eq
IMGGRmQ5FEwARqCFecHNKYIkmyVAWzbVreuxRrMlhMHDpMSgI5h9UZeDV5AVbXWvWSEEX6wYr0dq
cD/QvGcqlbYdp8hWBKDma7mIg1bJ1pk4CRnEiBLkyRudG0BtyW36BD3G4VpJcnqgdVeuOMsaX4tk
oSFNpeHLZ51SAm+WlTEk4dGtmwT1WCeCA4BYNVeTdJo/USbdA0CMdHtfUpPavaTTg54alrCOG61+
Qx999t6npbWpuFFCy6GsGcAZVuGisq2rAR+rGqSVGERP7FBroe0nVYN5nUNpFj4M7bNLlkPChWil
jKAHisD1e2FKCkoqcBN61LBZQJ8bnZTf93nCQnBUEhXiAyVliEPLkZAH1hAr9+moQ3PdpNVNytL0
SaK6/pKrQlqTNipGdoP2fP3FggYoaAkocmuctEM/+YWeKNAhkEqhiG2amrjPy1QuLtU8z28juWCR
PWUyRQscb3lpKxKa/MOMMnXFu1peUSESIFfbV5M7a4MiPjsUybbWRguCPQC/IuJbJh2ImWaPmRli
sb1QG+x7wlqR97aZ1PJVq0I3ykka1GQiFw39x77UEJW1YsDYgUbaaFWBghplglikFPYNyj3Q+Wqm
cE6Rik2nB2sE08+OrUlnNkR9myteaowRTR2F1BPbEtxBU419deihJqrGVnMRSVjXdhuaWOxQg3/X
YoaKR1XrB+BIpFRzq4JGKKdvJz5Ds3JvqKHucOgbSb9q4qG9r0ShbFxBL7AOsXQiRxsUXIYADU0v
6jhOUK+V69Zzgb3GiZFVxlXYluxdUGr9xYw6qXFioAze+AglO3Cn2wpSGrztblKhllPg9A3ruelq
SGqhdZW9FZGa3iRAAaYkEkelhdzcgJIe4KhGlDhKLXviYtTuW0mR78ahbT0ZwIBrHYEmCL2GkbJq
zCIE0UETQskOY3lv1qYbDSXyeGXbAiwTaSXY3aZGgAgq11E2DteNlEcVGdKcPxlYThDKzMWKB3KR
px7tYxQMZIWpPHQ1wIkuiwpwX8R4xZuwktAVI/EyMIesIGI0pkPQqJkh22ErTc8URO8mGOsUhSVy
lII8g3pUUEqnKL8MeTbAajaod5GQoVqLZSjuklaZVryNG0QxS6O4VesUH761RnMr8Yk2Lq24p5pC
X2Gdh8leApDLwYfkgcb7QUcXc5EgRkunFEAOAwIGeZLBUDRjEgDk0eQEbczWm1aISejmWS++oNyd
gw6hJhpdMWtonzk8AuaZJYwnKQ0JpEZdFbLdaBUNSiignoUyo6ZMAV40YhyWwHuTHiiqB9Fq8qcu
62Fts3oWN7Vynsw4c4r1XKNDA2y9HDbTBj6qiokYx9rWGlTsw5+PwBMXpmUJIe+VVmvLCvfTZqw9
jSmgGIU6JGsnJXR+HmK+Y35zY1rSz4Y2r3OeF0Wg07Hy+2ZUgigdx+Dnnz4343z74xcX/mSSC+gz
yCwY8iJzJUZFH9cJlbRaNNoqLeqrDKw5b5JRE4Wwg2oPoaKv2wpXQ6uAzjRFO7hjai1aZdRCIzFO
QU+d0uS27AzJB7cNEK2sToJUM8CQL1OcspCCXXNQXPdilap/84o+9yF9DpgMaY8ahGaC0nPbp1tx
0oAZTdEDlMpAfiXTKLl1VMy7DYQjjmuon4V82EplJ7s/z+TsCn/3nRY+AuQ5qpyaPAFbLBUPaaeG
u6Ev03uBC1C+ncVUkkiJAqFlsZ9O0XjGV5RP3KiNhW8wGmPWxa2aBGGa8lc0eDaal7CKoASrL7et
kuuAt0ZtyEnH8/6m0dT6qYG7gnhkO3YiaD1U6chk1SgOA9IX1UpSnyS2qHYJfiPs+C08/6okqObt
RndAH8e1kOURHPs4g3ypHnf6gwBuzibrjQJnsKqEMCAqagb/3rwufBKmlilQN7iCxNCbxq0nngNF
4J+57dDXGpn1rOGnymWkQiMoZK/QPSjO1bOd2hwLb2WqCtboCvwHi+n5gx4NkBIRqsFJy/Sv/uuT
dSgnXLul0ls1JEbFzRoZvFGGVqKQ+zmTcJEVktdBGY0zk3jiRZbKqpExJULEwXFLOkXdRvXQOVWO
63ev45L583daFHv82+GZ68k/70DGJl3IlCEL0AiBwp4ebQ9Zgr59IDslAy30OMcHLR2PjFkV1l5h
rXpzSufuvPDtzCPMa/6bPbhsqDJKobHQ459hlzXFCiJOYBlDafMo0Sa54FHTkBYB3RsmQW8Q5Tja
LuW5djFxyu2xhk0tw+wvbMXJ73piWy77Kxik3LAwGxoIuDYTMxOpnYuoli2yQrClvEhdAyLwfy8m
BfTJl6lHNMygaRMVQYv8l63rkWkXCmBFShUWlz/P7akVtDAzzShBa7pS5iBjKns8oijeQcuWQ3tJ
PLNIT5x0yzRaCZYqZAzwFlo2yERJ6sKByLV0Jlt3aqMt9rIZ9ogFGDoLONegWWRZ10WVW5s665G6
HqNzmqAnjoFlHT7repNxePdBPJSTKzZiv88iYReV47QFFQXBtBHbW281XHG68GxR6onltlS7YUM+
gK3FiiAPRX5LzQQvpAspPBMhU6f7RNHFmICbF8Hp7aOkI1UWFgr66wDuskMu0G2TVeixC8OEvjOz
KG6BR65BMda7SvDToqMo2flwqIURtnhiGSy+ovHCHyEYeiwBybw3hiSkYNYwcSXLyFU4oaHGkJAB
xaL0RVrDNzMEDgi0bI7VhUQBkyMQWAbia0CP4UUStvSWjbPgrcp4MZ2xSydmBi0jX/aG1fTIZmU0
RZ0ZgiAZlDK9sm6mrZJBeipNaHrP4yw6s8i+T9vocw/rZxuoS71SFmaZBFSe3hSluZgmqYb7ku4z
oZP82uyzR+hY0zM75pTN/ajO/ZQmEvV0TAsTKSrWxlvJbNsLschFDGiGxJCT0muh7O1lFn1Ct71w
b2lUJC1O6+PfMgrLwkUqhVk5DSkN1BqRLDEDMVVqp2Ql51lyJiFzwu58VJh9esMKKRdz6FgcIBXX
rsJEFu0mT4oNxpqcn9/i1ApZmLbJZDQvWyEKGiVXSNSDVQYbQbdlJZWrgXfQppVU4eXnwU69j/x1
hUAm0oTnbkYBfMfaNntRX1mKZYHbL57rWjlh6ZboqhhyTNMEFwg0T6M4orwfirBMoaRBZ6EfNt25
1fchFvnNcasvwn9Ww7VBqHA9kkKdbdJyVOxahxCFVKiqxwRF2LVmTde12B4kbPyjoee5a0jobW6Z
LD0VPXrxxVh6Y3AxwAJE0b7ZiNdRn7KgI7oQlgGKr2sSR/RuShLdmxqw0eEkM7sXoBw8thH1hAo1
q0WOiFSZa24HGh7iHh09jJL2kiIECw83aeB9CFbQFZFCRCPmpC1wARr0OL9g+LxuSCscx2lPN7SF
nh2gfboD2a1HA9Rhz4APemahndqu2iKN1mTgC0P4BF4ANLIJVIULSOw1lW4DL6Y7PEPWIK5kMaiE
PvQ6ngkPUc1BVM0z8Yy/d2KtawtrWHR6bk2KFAWAakaPsjGxq0nmmS23ogShCAq3vCrU7syFbFGN
+u874ZIfb/BOKJqRRkHWGOLO0OvCVUI2BeA0VaseZdd+o9cyvMZadlSjQ4nogJhgLneAqSb6zBYp
bqwYunF1Tiu7RRe6p/aD6ta5Oj3qSLXMKcLU0eRMduCG5wCHFufKiU9N1by9Plkeq7NqAbqMUWAM
Q+1CaxFdrR34vVOuofWeJhdoCEvOfJaTK2M2F58GG8eIpnnJo0DO4Yurylj7YtaMz0Y3dpsEyOA1
dAnrTZzF4BmCRWGDDlU7PEnOve2Jy9dHlf+nB0iplSSC2OBtG0F3xgRyp3kSnRMlPJWJ0RY2lteV
1ckRUhaRFCF8K0tJUEx95RrTLAA5DMamRBW+K+dTuqo0bhBJFfVfiKuTV/ETJldbmFxRmpISiDHB
F7UMJQ3twByRponTM7k6c8k4YXK1xeUSQadUnUYBPVbjKN8roTxAbj18qc1Zdh6xk3PxpkWB3e8N
tTC55shQTgQt0IAaKP5AL/R4ofRTvumrpnHkIpR9U8tEr88iyZnSIblgcotuGz3BlU8voXKoI7YP
rQRhhNiHoaxHTWYOKP7h35vrJR9QiSKlGU0c11nF0gsIxSDuPcmoPVc06fZvnaBL6eIEALi27Nok
aGJq+VDx6ewYmOaD2qrnsPonrnHLSsK6z8TBQMc5OMFpvTZ6CXU4ArU8WcstXy0TGao1UusiZ1Se
ucmdWKPqwtgIucKn0mySAJ+vsfVBpmss2Rp4jzI/c5M6UXwDXb6vNkYZmqhTMwsRKkOIrxGCzf3O
quRjVkGJe4wEQBJ40V1hXL5Ckj0O0IbLbS0yJ68yWOsMqkQhlDyoUM6EGI/KAH5GEKFxqmo45z6d
2EjqbJ4+maHW4k2P5FAC90lDNLfXqD1ClMwrdGR5jGTi/s+L6NQ4C3sU6lyQjQj2u4KUB5Lp+biZ
Ckvy0LeIiq4csjA/j3Pquy5sj5Uz1IhxLUH0tp0gSYPeNiG0QB/qs/yM7TlhuZf6XwWygY00oTih
6/rQBf9N3TWcje7fe4GFwQGTZmBY9Syo9EQnMxrMDWWcEOaIrP3fGuKj6OjTN6e8aJQ2Q/1SyiLk
lMDW2AMGfQBeuD9zvJ74Ch+w108jRNbYmtWY4SViyzyUFCpBVlFNxw7KOWe+wokF9Ue7dJxMoBpY
eRDxsLkNQ8jMlwOVVrpYlwSloM3q58k6cStRFoYCj14NLVXSAHWWV3pd7qO01olUCJnTlSikB73t
zBudmrT59z9N2qTjYOlHuBEqQz5AZslEUoNLiCLE1pkhTpUbfZC9Po3RRDJrzLJLgzRFHV8vDOFa
HNB3nXZMBkO+hnbNnLKRZw2OhEoNIEmqvK5y03AzyBGd2aQnanXB3fz6qmasISzA4EbHBYcoRW+Z
TW2DgiA9hrwoSyKPabXq5LBFm0vVPuVQvn3U2hrl5F2rKi/NKPRri2pQZKLwOVAal8GNMCMJAZSf
v/rHSv3G1fpoK/80UYWQaHDvUbOrtByiHJN4NaotcvfpAH1LWgFcj3ArSg9R1KsXpl0ro2Ujj9x6
VtSCjpppmoPSrXGfZPiMfaYyZHsNftdGkuk3QKQTCB4OgNF3k5OHEM9MI+CFoTiyqfp6y7scDQz1
hJygOksfKtO2GyP9To/Nzs8jhXptVG3wBbnfNYLlqEkk7wexdqTqnI04cSIriwsW1KFSuZSwUJD/
l1epNMBPsVLU3YoVnMVJfgfMEr57VVln1oQqnrCrf1DlLFQ9mkOcBv1kQTwacvTmJuEQ7oYyAB2g
JShCqEQzIcJkl2hu3ElJ0bUI3CO+5ypakjhwH1GSYiJlXIHYaoFiYQwlTtQ+nSBwBS7+Gsm3zpY1
wQNCdqZzMsytLURZ/5hno2JAJFsI/Yaa9UpO4BeQHDHY17gLqx7orao6alzoDihrUq4yRRqOLde1
15izGHhmsctquwGOetcjDZ0Qq6nbGPxPOTzklqAVDtS4+8sIqdXOgdB90XpC9IIsKSvsfAxl9GlK
6EqH24UchDzla9CDyxQCZg0H9F9BsZIxiqhQT5A+HFwJghvQjjChG9hOA7KCgiFMkEgZJWpA2A9Y
UWIKZv6mI5ADDUZNQLvloNQPFXi8T2ZjopBS4JWFfASazEc82hQ+iVI73BZiftnocb/WRuRXa8mC
OGOHfqJplIGgqOK2tLtRF5BZqA15W/RMRLcPIIAdCa0a+Xi8X/IKdRZpG6ZRqNlA3wPahyKZytN5
ET/JRlUjr/m/1J3ZbtzKkq5f6HCD83BzLkgWq0pSaR59Q8iyzXme+fTno9ZavUuUrcJu4ADdgAED
NqRkJpORkRH/4MdA9TSkAUOEoVTpWWsr9PvDvNqEodlUWzHLKVWgJKfENpJoteSYpV/tFIHpRENX
GI7J0RVeZ0QDycn9LlYcauXjz0Is2/4W5GR1G+P3QqvctFJ/AblYb5XfpNh7aziZBqKKkHYu6T5O
ESVmG6C1sC2/RMs1/ZGXtfacTtxCsaZIENw0ZjV+NONIjOxBDpOnIQo1wxkHXC7cbh7Mh7ZoRzyJ
5qD8HncTn8qcpDOMbCQS9ihUKR1+My24sUCrZA+IDjbn6SzrtCnpwqc2G3J4niSpCM4iqTcfStmP
fglAnyJMabIMsmzW+LuxzWP8BOqctrw6AcNYpCti4A6m5qe2HrSduk2TCeFZpc7BMHVRFXvcSLQZ
hHCmjttkUCNbUXpF3izidqqjhUZ0GPRolripDeLNEISz4RR6a+LCZ4UPAdpm0cGUcugRYjmKyr6f
Z1GykylI802RWaC3qkbIv0etqlfO2LXWt8GwPB8NKTAkYz5dm9Y0JXaSWsa2R2pVcYJIHZxYb/oZ
rYy0uRjScko8qlrVy4Rj5GsjzpEn9Gm8VLHC2JH1RrQwRomEApsLg0cfaIOeDZEk945CpeOmM4LS
3JHe0fkyawFlu64ueaFEb/W7FYfdg+A32WjzVRhnsSyNo5Pk2LPaqPHFV3qhdc9+V/XntBxrhATM
GjdPuknWXRA1QgLeln4orW2rjm+pNBfbPBa0t16fSpe9IECW8zPEvNqkih663Dd+FJ2GShf2kCNL
YjVoUERtXoCSrugUeK1VzgFR2y8PwTBGiacIaXMTaLk44Q4zwjWYE2vx4zPrDi8YqA7YC4WzBpai
G5J7oYJlbFO9yR6ARAsqivSh+d2UCm6aia5WM1SFBZ/TaKp2NZsLiL9Ieh0+stH6W8ByeAQJlq8h
p0Ax8TLNxgQPGSJIZCfWjFKEVvYC7JK0AU6G/iDEbUUoJTdVYA1sitlsPVX0y3soM8C9e9G4SJQh
Mb3QytoffY9uhT1LxuxNkSXS5kFVhsKC2iDcoMq4hcgxu8Fqe+rkSjscerUxI5vfZzry6Ae72m9i
+azr5lLdMHVggyUmIz8sqx86NxukzmsoOr5Yai0SupJ2YoWqvjf3igo+CqE0HLFstm9/Ps5JYNqA
c7QrEZMfGLJ1O+wzZYwj27Qi7YavvgJCGOKA6mTsZFyzAnNwijnv6m1AFf+7pvUHM6seA1GPaldC
2ut8lIXgZ8bPsxMA8yBAlEdXamYobz6SAiP6p4gz2rEua/sAeL3hKSFxamPNER3YXNSMm3Jsksgr
xKXqOaaYZ+n4GuV2WHa9T6qD16zf5JheWVYc0HvPJAlZ9MoQn/1pkHF+yfyrKlKMq0zppfuooNs4
J2JY2JVc6mxFTD3BCVD88cFe5epFSreNjV4O/vUophrE27aUXozC6gocBIAagaWqrhpfbg9jND0A
WFxgE1ac3wvJLOBqq4fNj3TUC8isALsg53ZJ9i21Uh6uiJJJcnCSrM+oMGazI7FlXdxaBdTsIlNE
XqVNulsQacNtGFvjt6BQm2lrtoogb/REq/FwqqJhIvdMcVjiSBdpTxWBuMtZAru30vz7GNX9/Vzk
2SUm460KVCxApDLHZzFyR8EX4O+ycXZi0UxI3CTFEDiiMYadE0VdpGxLCGlvId/uC4lBLdsZeOMS
mF3jgzjs8eJa8LpJjnQMXmEALgx/r3Y5xT46ut0FfW2I20OjbKmeCzaAtYuox/wZrT25uf0/Vs/G
IGswt30eZ0/gdXi0UMjLp69T0D9kYGtBgdgnSnaibm1jk2AlRdKbOqR4yhK79lngqzS3OGn6pLNO
1Cv+cP94F+44SnkJnWMeLgNyHpU3CUDgX9xzdeRFo7evp/SnquQ7CehoiEFUm1DVNGtr9FTFckUR
3SILE0+PpOZ7qxs0oNs+xQKkqXGPyXS3TYvx+4nB/5BfyqubtQhKVBeo4m17abgP0GPGSSCEzJIM
WE4FYu/KvRZthIC9LROV92k1iOdDNZibUk1yV2lSwUvE/vXrx/nD630nCx4txTjLZVb2g74Vh4Jj
J+h1r57z5tKKwmILcDF1fDHqvIAk5cSIf7gxv5epjkbk2GwTXU4gSghx8ijDE3KVbCTnIGDtQe2P
/7199F5KPRpHKgbsoOXB2GqtCtU5ldMDuWWPYyW2eV8v3h+26vu98miIOfXLBJETE59xjMtaS79K
xwmIqz+fQtf8aYTVZbyJM0kRaB5tdVN4aGNFuY5TKQfEMoknCgt/eh3LNj2aQ5XlKT0zlQZAVMkI
kjU4Y4+FhEuzVWylzjwll/qHAoa0umv7taI2ZTgK2yDBqVXt9oI0gDXOwh9VVEz7RG+NE6iY93Lt
by7N71WHoynpdVqLgPLDnY9lMX6SaXBtWHV/RadJt+e20XeK3oFObeL8AAdNcYo6kDZyGKJwweHx
aKXWr2yoyVmiNrno/VF6jLNBgeOjDOi6TsbGDEAvqIUwuUHXZhsw0fpGTiP9WmnH0sOMKrF16tIg
1nJjPwhx7bQTwm8CXUivkibg65acXuGpE20Vo0wOPk4RTtNNw0UvlOMmNMRsn6UJ7eEUtz2O0HmT
DzGyQEDVXaMDKsFNtAVP2Pytkf/HZsmfOlHv/360aFWArzb4X2Fb6Tmen+SZm2JMQ8zPu8ZVMdB2
c3OCaJskwlkTteJtKOEGkJrhSRGBPwTG92h99ASJHFRyjXrdth8a1HRNaU6v6BIqtV3DptgiC1rJ
rtmmlgTasGlee7nH83jUu61ZlD03iCmR3CHWtEsrpj59ogTzh6dazBeOvw8lDJpWFYZwh+GTtM0j
ziSwnLL734og77KYR3NGSFewRp+vT4MlgLJYaHHLnlqPS/ApmMNK8eq/ekfvTKXjMSD4hko4J7sa
zWaXlzp5ZUCBHZ/N4M2vwecW8TzAra3mTZH7wUungziORxHFGxlHvVTmYudjvLudhxYmZmP5Bz/o
Io9iBZzMwLouVPz5krZ4qzXrlDLon1pe78DXo8cOCx/1UfwGQZ7N6G0C23OyPhm8v2jYc2tc14r+
hh+XcpFOqrazIlozMmZDnNumda1IFja0wP6c1letOzXUEO1pLOmEAOEfwqa8qseaAZaxs8Wi+mZp
3Fh6B9iCWqkjWzP8thrn7a83yB/C5jt++2gVkkDEPlKXjW1oTdfI5xbbxGo629A13+YlbucAVsPX
Q/1pSquTIDP7TqoL2d+K9dhfIHPYONwVB082RXiHkD3+Wrr/SM7iEL3VRVP8aj8qVbyrT7wV5VRH
Qdj+3/+9susL0OLPYhdOUfwjrdwcaysvP/W30AXe3v9SFo11WTfhrx17cIC8/hdCrVjD4n4BFXfR
d/9HTBktZRmNdSBEqixjI7voM/6XmDL2XouXAZpzOJZjMPsfCV0s8e/fhyyuQyLPISkovi+mAfK7
jOLRBjW0EQpe7Su3jSCPNgXBGiJQYVBdtv3aCUSDO86AEuZ8ypLuY0B+H9gwWB6M+hTNQNXjY2DO
JjqdTVCrt0ruF25hEDpnYw5PpEXLb/kwPendigv7NORE0NJcpS1a3sf4LrTizSxgF21UP30JXVGk
A8+S4Qd3sfwMw57N0Sa4/uu3Hyt0fPwAmdlqzNWHCBupht4uivCdfDsLA2OLQylBWwyuzbI+MdjH
wPLXYKpkYGOPJLyCqfbHZSyEzO9bi8HCfBBdK+nUTUX9zgU4MN9l5FHe15NbJRjvA6JIinIkCt8q
c13Nru8a4MmtId/UQXIr+2pzUfvVPk+SfSAM9zXUsj3iDjBFSN8utRZ32BMP8DGXfn8AQ6OJszjm
IVO+RosXCmHHagv5hqGUi06VLyOrKLeVMBi7AYwBqhuN5Yh9gSQkKqp3idfLHVocZR4/RVG+F/bA
VtsTwIlP71yWqYWxKgRTeTGC+vgaAhm30zKFrTqrXYDF8zTZbdrAxCiNGb5XdWqPrXSeWQUGRGsd
OWIKT4t60ccB615vdLOa9WtI7shXmNEddjbnEmAkr4ynwRFaeb5HTXC0w0qgnBc7xjDgl1tOJRbK
Wu2KWXEXdIbhfP16PsUTnstAvBB/cFx9jDVSTZTHZACrZlwXYrXpU22vtv63LO6qjYgT2jbUxYsO
J87dlEr1ibP8t2uyWB7qiy+bjDz9ak3SwIAWzNhG0FxkRvwLqL7yIAWjx9OOT4bVXYWtnW9nrVY3
qqIGGKr1WyyuC1vppwmKmX8qMfzdvsBog9BPqLNMcfVIgkx8JS/mNZV1co2QKAqqQfczEdSXHMLy
iV24XnyMm9gNyhLrZPzr1qSzIfJ9qvmKdmta3atVyXtK2B6V2Ht8R7+Fc/uAmYPb5vBFv37p7x/9
cZi1ON4o4yPLhA26DBj248rTyihLv52lW1K1yChw2A4QQKWzdxZol71wUbWbvmttDdNlX7VjumxK
/3LiGdah/v0ZZJXTFoUoTEiWuHF0khVohajzIEu3fWebB0PBMeS7KnudfglxgL3wy9Axs9jpghPk
Dj3gcI815Wkm2zo8rR9j2RFHj5EimQJzgMcIfiF0U79JHVaWbt07gnEGDZdWUVw56ateu4Z0pgru
iVVYnwfr4Zf/Pxq+LQKoBBPDD6C3pF0gw8t358iG7z4Iu+BBxf4HBYz5IcWl/TlPr5vQDn+eeIgl
2n3aDkevYrUdujjDpFsVpdtOzxyteullHMbRou/Ht1y8gatKF5ha8KSeCD4rNh1f2LIPFWk5gBVI
6cb6cBJJSKcolSFpbxKMRRG69CG/gsza9vOtH0xcz3YcDbQDD3Ez2vXwbS4u0SOZBsB39wZKe6qy
65W7kE5BeRah/InVuX6Q5d3XS7SSp/77SfleaA/JHGNr5Bj2LB1UakW6TWpvtLZzb1/po2uODgxY
CE/UMMfS9ZNNfgeCqnrrfzV7LUd6cSQvS70y31bdJagOJAdyOiSu6GmPEG/oFXeGrUqO1e3kU14V
K3Glv54ZBy2CzLvm8TqZWugJGQYy8m2SbxGDml5r+QJGoZC/GCqEXSdC/nsXqTz8pkJ/CShjcDMP
D6Ow6XN3PIQnop36u212/Dyrtz1KRZgXQsfzUP5HqzRwjEuzPwTJhu6fbmwgjsTJoQn2SoMktZdV
D7Gyk+gdmd1V8C0jEKU3mXiO+g09WUGjLPsUDQCpN3J1ZhibvlbPK3VbRuhHuOlzYt6kqCAiGXR7
ksPwu9h1PJNV7LLEtoXfwcpG87fW2lmGB6PNN1+76ZGa4ddb71MGh5kvil0ck9wvJHSuVsuGmy+6
OPTLb+nc6zeKl+2Krb+zDtY346w6UcRbyYyzZ1aDrWY2FKVqIDxFKMAMDWsyBXkJgK2WnRkbozhb
0IL5WYIGQXLe04r1HYH8aZxvERYrpjMlvuq7y1baiKWdXCA7ltFEvREv5mQzYk5mUmCjv2hLd9Ed
+mNVYTfPiIvRW9YPMc1Iukjoe9w3ym7uD2GMSpmbTRdK4PLD0ZuOjKlwK+cnSESf0pC/pozzImkg
V771mU+2qSLzMkm309aC5185GbLkb8rzoDsNunvRtsmcHihFeFEl2IyfyI+1T1/FsuIcwvxFPCRB
/ngCCMCEgNiw4lawjRU7bh1rdpcIDNDJ59DZTPFlrm1RXYq9UduFqTP+UBeIg9tK0DkOQ+WFvjdE
lI/iR6FE0hB6me1DuuhdlW8tvZibR+Q41Dt5FyWOkmzqnxVt7OzZKm4DWJKFB1fDN+9n6Vwsd3iD
gpE4BTT9HIveZ0nKqCCUtHgKfZxlUzaWAR1buk3DbTNj7O7KryLR81GHa1I6nXSoAk8ez3IUeS+7
HuUTW5nBm3ix7orNli7g11/VuyjRhzNv9UCrgxeCjpQ14yjdmhOyBQj5PMbqxZC44RUd0D49VO1V
H131kPDjc0k/y2eXmpN8p9V2iOIywsngMYifgdv4bp5zdYHpYg+5HVyZoYMUQve9eTTeSne6DW+0
Vx2i2B27y5/3nj64E9LPpl3fmp7/rEPCfJQSXLdt9RdHC+IVw2N2SQ5gXVnXMd1KVALBLwl4W9hc
ksoz4cfXa7Gq3P/90aOryg0NwRTqFB9fjozjBGpXg3Qr3FlXEHp+WIqjfc/k81bdi+hlC15HuL6o
z7SfdE8DjCaumHv2SiJuPYcUNF8FJMUv21tlUz5m99Ve+1VfsuVQXM+fO9NpOXTeotv8wj/HkUm4
aS6a/UlrknXq/v4ZW6JEhx3BUXNdOZYNOl2jxSRYXPwxesXxazu7FEqA01twAqDLeW3Gzxb3cUSi
t6gWfb2MK1Olv5ZxueSpmIlz537fcke5HGV0IdPDUL4Nf+Sx3TyEiMBvkw4txa2PUNJoo/CQWh5B
E7CJ+Czb5nlzn9/yQrt9Vro5UkEqN5tD+wCAwsQPXdh+/YQrAOjfT4h/HgUkLlzcoj6+aCsz6hIB
G+m29gBqiKk93nP+azebOHKa6/bhFKzv5ICr4FanWUf7lQHzmquErf/MFzAhyo1uPdnzQQ0ROkJu
5EReeXLY5eJ19CbyJPfNbNkL/sP81sr2cNn9NO+lm/i1f7Ue0xP586drHKEE28N/VnVN0BP07O/R
gkf8NlEgM1/lH1oINMyJThppnBpsBdEMZoB6jcbVbYIKim9R5wTTVVE05JWVPRbPoZHZowo0zNgU
qRfB5BKc0vQiTmD/vjN2hXxtwQzDDkED91M/qvlBZbv13Ly0K7+6K8ZTxMXfJjDH67MKL2EsCJ0S
EWorw1Vwp3mAQF3U7gAubeJc12IMfd0TO33JU9bh/XjM1UU+H9pUD0LG9HkPkj1NAKC8vLkjxxT8
jfIANjK/RWCQqWvXfnnqQ1vewqfhDV2UETjm5rRuNAnBkKvdnMm3/i/xNZjO/BdL2uTfy3NJtYX2
KspO5Nafb/TLHvz3gGsYLUiCHFXQSr7V0Sgz3TFxNMvLpvucuWuIkvC5R+02l8+NBfQl6p5cnFjy
JXZ8MeU1drivrUZVDKbc34Nt4loU5lhr2lNy//Wr/ZR7L+kDoQwnwaWi+Z5PHX3bIYjNEZU+8W5A
0i5EqhhfwcoDWG2XoWxH1n9cp1iNt/rggNrkmG4yXjJtUnPXZZu236YVcqQOgNo0c9Hekaub1HAT
Ls8P/U0DYAAY/Yk3fGraq48I4S/NR3xHvDOlMxPVffibzZkUvES5k5n/eZRZTXr1+WgxoD8/ZDTB
tM3IqUYXcd4QlJlm46FsqZtev8oOQOf8RX9rL74AaFWCA211NXQT3+ZPIIIHdGmzQrytJEqalPGd
Uva+3g0rbwD2wepJ1Y+hXkv8HnwmT5p2DpyuoLwIlc3cb1HmLS7DZh8U52WwnSqnmW2l3uZ8EGMv
29r0VqmXKrgutBi4AWeuAldYrQ+DeTZXl2D9e2BtAmIxKXH0Ipw7Owu2aD46GgeX7oyYxOmQhoEQ
psIOUrUjclGtjLus//H1DN+hGh8+rGWGOhpoCsVq2j6r1FkTwriLZGbY51ffSgsz6giI3r42XE15
UZI9Mp/TfJ2OTnsKBrNCbP29uEdDr/MFE0BnKDJ0qG4MMGkDi+B0rWthf8WngOmFf+ro/hQ5V7Nd
ZQx5Hg1/v8/0ohD3ojNCyrU8Uf9hhHxwB8XaGM2JcP3O1V8vMYb24uKejCH5OnMLBTHSxXiS7qjC
tdVeFbfAREOF4owHBtfqlkvr9CgscFlXjs7ixEMgTaISR7tWtfuWUxMAyRbQO1Ug0Nmx4Ph4WsWu
Otja7fBiHURz76tvwrfpJWAvBvxqlPNSkI+2Ktv9ba14Kp3gzLEOYGMpMzaAid8T1QicqHlhlYBe
1Sez2rbBmVk7A+rs5olPSV8+6s+roNPfkxWME8VVpEutuJODVhDvIK8wHg3p4KL/pTv57Bn+FaJk
Yu6yC1SnD793xXaOXD6f+mk8Gx0KBOa9cJsAccdqODyQ4KnhRjR3SuN15i56Ce6TQ8Z3CYxyE5lu
2m/D6bxrvNGEMGsHMDrGBwh7nfqrE5DAxMrZGToPqbsI/PCWUhF9fvUp1CnH//TzvckdjarwqV78
p+SKzSdja/HPCqyCbGs1dPtj9nsj3+CsV/fbSNjp+9cqM21J2H/9Ya/E4P76uo5HWwXZUIDdl+us
N0WWff1m8KrNbDMgm/paBEQyBxdQ4Scaf5Vst/lWJmk+447Jveqt/oaQIQeN/z05VQH63SZYQo0h
0f7AlvRjPAWuLEZIDEp3tQL40e4Dh3vJ1xP/nKwsy4yPIZ6JoBnwhfg4BujbVMrqUbozQhuArmAh
cme3P9LvgWzHeIgN7owRKpBfiOxPX4+9guX8vehHY6/OC2VUrFBFxucuamz10XgSf5ooGZa29tQ/
YZiWIZ83IdhjBy9UexrJCZ58aiq7hLWGlHVCS/53h/rxQqyqbYElFkM0DtJdmzlz5hTYkToQuurA
OdVq+nwlWq356hTJLYjzWT1Ld82EkHBCMY+v0RU7mFMXBqe6wMXFE8TD1J0IKydHXh0iSTaF4uQz
yRqbcsVGMjUYNsPgNNxQZFst3cq0NTyRTt4Cl1f5KZ4dverVUZIlMQoPGgPr37rH+oU9pr/Opo0w
rPAo/AxFp6pcFDjJTL7eY789sY9f6xJmjlJUrcli00hYa025VSRXhfsFu+mSBFK5ml7Vn924LcFX
ifOJ7bRSwf5ncy/tdtHQaOquIriVGq3SD6JEP8SJa1eB5jZ5tb/VrNadvulmj+HufV085wYuafFb
FNxND3N5VisvlSTZmXQ9JHRg6MXSCvQVzD5B2sOXiGpHkRs6LJuvF+r32//fj7uKNaEP17Bl5Duf
IoDqlJwzzR4bFtqPXXWqzPu7xIIek8o5DxSCOuTHl9KmQjqUaind5e2m0iXYYaMjqfQKgBpchKj3
+JFXhmcnS5/vnORP2/Bo4NVuqAQIRJ1WMEvSdjgx2DyPTpW4qbwxdRQgUctzs96dn2iEJLLXCo7e
uXgN50h2zLaobDqIhnii5m6Y7KcRK5mN2m7V2FP0C9246VU4S17c73v4e91hHrd+cyJg//ZY/PcM
3hs7R/vZzJHpRh6VbaU6LZXpmv1BNXSKX9pxNwNJjRP3653xuSS5hCsdzAge9AZ6yUvV/GjIVJrV
AhVWhjT2yqzZdXzRSDDqtNxV072M7GzgGd22Ep1aRYQXYWPugJLi6JmX1l6aP2rZIU0PFN3k1tWi
q3E+oDfeC64i2zXy2cPB4NZkFE+1+BJ1h6ZHlvw5Vfd1vpfNXWpC/50vSuiIZVptcvgjskxNRboN
/YuouTsx2U/fAQ0A7CNBA0mKjpvSKjZPuBWF+kgiYJUH5Jrg/3duhyQvrOHssbb2RnsTl1d8rVl2
HmR7I/bmlLbsjdbYpW77iZOXzhC51s/WcpRfEh4gmZvIbkeuRhJG8nApoIVAoT3n3nbebrHTqbwU
mdHaawBMP8vnos3Ry4K0GB3kN19P772L++EDWE1vdQAI2jyhAc301HGDMQsyLQ22vq+mI5xZ+z7x
gsrJQ3xLbqgiGzILvwmMc1WjIOWptUdJrWRuqmNqriRv/MCxhl+x4NbypmOZlG2hO7HkNMK2LLfM
Ha2BETL9XY3AXeoMzQ69ZfygxdDVLjNsHWKHpalNVwucbPb05DXrNq18oMTeRG4nu3Rsa0hVik09
LRrthOX7NiLj+o3ray17SLHZi2SS6dXaU3mKhfM5NVrWSlctFYIadaO1ik4N4wekTUBqpG6A++K2
BoT+Og9w4wMSpG4LFeD6dVCdwaS36/FMb08UM5eX8ellHT3AKjere3lo9Yr8z4x3ZvVQtpeG7hjy
+XBKafnzKbma6joTKzVExE2SbdHftFwtp+lZ0m9kY486VlecWf4uqc+NyC3gB500pv8U0laDrzIv
ESWY0V/2ZDU5tKPhSlpshvFMFLZDftH0ey30tHHj+2dRvZXiy6De6rVjQQPjWDxVOvt8z149zSoA
zLWaS34cSndZft4aO5PuRLdR74of4PYq4APNqZxseYtfveXVJwmiR61nmekDcMynH1W/z6BL6soT
TPB8cqvmpsueWXVSF39s9l8HhM8XH3AfsgiwyTJ0ELOfgF+NnI75rCZ3GcRTkm8TSQfkBjetNb/4
RoGzdTqDK8+7b0Flhed4GSGRqcEGaYxF8VzTtO1U+5dDneWOOk2/TLmYbEkSftat/o2cb9oq2fQW
Bl4/D8aBE+t+RgntRLL1KbtkEvi963BANUXH+/fjCbW06hEvkpK7Ol9AFXo1bkaOre3Xa/W5eM5l
VNKpnFpA7kHgrlK61hgVIQ6M8K4y9ZexyOaNErUAfIuWFlPiY58gqRcWUQ14Gp3Tjqa60p+a6+ew
9P4UwEc1jQIU6nkfJzvWZhEE/hTeQQChutcErlnpMKa7Rt/j6FKYwKYsVRk23NCzYicIF3B679Ax
eeiGaD6xe5ev4WjzmiKQFuwfAUSAGrLEdSZXjWPVhr4f3I0MgjpbehciTGAjq/ZrqGvhRPLzTrlc
DadhF770zLC9BDX6ce6JmWviDKnjTu+VC12OJE9SMDSoWvnBRykxLVEFb+HNbMo8e60SblKKWAjn
cNqfC4x+7LI3BBuFqWoTpNkbDdCg67AQ6VE5yBY/kojAImlDsg+x3ziR9a777staLV0Ik71D2iuu
JdOmqTAAsmjWrTzS+pgryoe1lKue5Sd7v00PiERI+zwYW7sSstA1g0zwgpoeUolcM7yH4nEqKpyW
RXkvl2awVcxzPZwwiTXQPtC6btNryqn3+87m+Lji7zArGVyLSKl/LeA4TH7noxsl3o26dIkSpT1U
EKIGPDbO59i/F6JEuEHDLqDrPhqoV5b5BhcYEc7scKnFMCdQugsd4KUXU5RN+w61iNLXDtBNsQAX
xfAav4zMgXFOFoDe+iVmHsMlunzY1mTxKUXcdbTjFegAsCwdTDFStZ/Ualu9i+Gei81dH1vVNg5Z
/UBoIpKL3NhodQQQK342dHjuckNu5AcAaQxoKI4OUY7maDeeCcJANYrOco6+72UcUYILZt2LaHIX
WLLctLJRkARNmQfL3rQLofZdeeR2fSIYrRJVoNKARS1R5/uzjAXN/PFTEIcRvcastG5jZCDPhWh4
kEk1M9241NhIiEiUDWrk3Q5fIpp7ozZcZiGAFkUyk7MUWbMOct6ZgvsHF9XCBe4UuzKOfX895v8P
pkv5M79r658/28NruebEfPB2/R9i5soL+TO/xYvi6JjXsvhk/MNrMcx/8flDaFlwtn9Zt4KT+JcO
8JKoboDKMZfCzT+EFkn+l6pLlkkeCi4Zd1di8BGhhRSVQwDE1HIzI2D+Y197/ddXzGL9mQG57Jmj
jx3rZBGeBwfcApuQIbV83FOVmUZIIzXq46RU0xmkhOa5D1Xhe97U2lWo5PNVomcTKtdmdymw4/cY
Po7OUMnp9dQOdDOPluzv5ztmg3w6cHkeTdZ1SQTsqUNCWaVGHLZhIA6C8ajKMYYzatHa+NUU5+qM
dUOPZpUtCEVOaVo2N2m0aCIIJZYwbZKdqMSuEwweZKEKGLwcuj7G+5l8dAX2ZxkRV6uTHv28Tjdh
EDZuMs2nzLU/YXCBqzBhBUEOPmxFXfdTpxQJ4Fbu/UeB08xRNSWBJizOSJ8aoJz81tyOentOYJgd
GYebn2NZh67va8Zej5MYPFmdeplUddsxC8BB5XOwNwff3+W9JW+RRkpdP+vHcz0VRi8pK9VD2ax5
yBASzhE+iq2NmtccjYocnEid1oGXnSWJC/FlIXPJ6qfUSZtaOetpIT8KeX5edgJ1gPqykKKLCiMb
tBZ3kkqrFmHCskBmJoxQlgEy19EpH6tdGJCBi75HfLLl3DjLssKLY2OHYeZdC7kRD0d8V7g5CCca
vZ9f+/LUpg5VTNOxXF4lfDLxH3eR1nwMZR3TJjOx7KmsTrW8fjsKECAV3ArkFHF1/8lGv9DNKDcf
J63THCMGfTw1xngiU/uErXzHQpHpkyZT6v8khhkoyD+hGhw+9aj43nQSoIwtbCugo1idNjf4glWi
p6Cy9DjVmFW4ljzUh9AUa8PRE/TpN20tDzMUqQo923LWs2KTWdMcn3jO36yGrILUsFRNlQ1s9D7G
oCSt0wbsgv+IlIuwsQQQ3fKE7cnXoeV3nxr7UGXBRZXEYv1FD2WNvWcr+I+QQiSEsjGKq2SxpK+m
tRzfGmkKSqibOC6b7ZyPpjOhkHVnIVbyosnR5Apkos5Qh5E3FfmPKGys3cBF6jpuse/Tw751pk5X
aBY2IPZmRObiUpe8qcty9IAg1WXTPJ7JsXzSu/m368c9CPdvvjkyzo/rl2eRLAN38R9FPx3O6omZ
6PX0nRMo2Zp6njtdkfZeNwInjqukPuR42NhFkaq3Qgy4EkdfOE+IPZ9Y8FW6YpgAReBayTR1yYDF
dZ9JGwMqaTh2PAWyGpzjqEdSKIjKuYne4PlU02MkrNWHJms69+tXvbqi/DUygG1Kl5T0YPp9XBCs
vDs9CuPgKTOzi1yy9DtDiH/WuQ+bDYUX5+vRliPpwxHKPLmBAhKQgR0y3sfRtAFmAjj/8AkHBooU
BeZg3aAEjl8g7FMuWouYhyu7rwddV1BYXO6+hgJkdMkd1hKZQUGyYRWW+ejDWL0Mo9JwckXFdkLN
i2foocZmUvMnpZvnrdYP/YkvdpnSaspQCVUK+tyyLU7Jj1OOpTlp2qgkfgW95ih6+i0Ui9xJp+RU
N+dTKXqZKEwtHXKcbEnq2m2iUi1JS7XIehT6upvh5zX6FoGW4TtGd+EOY9oLYzCNnTRU3026bDe4
w+3metRcKzB+9WJWufDfimslkr91oz/vhEp9Ia8yvFmQO3uSsXdBNFXwUjX5lahWdKmo0M7wCNOQ
TNNkZDH8+lzrlKdZ/H/UndeO28i6719lvQAXmIu8ORcSJXWrs4Pk8Q3hGdvMLOb09OfH9gDbohpN
eJ+rszKwN7rEil/4h1HdFW7cUCqjCaC1Cu6WtYx2o1MVd5NGHU2f7J0p2mdE7qtbmSlwTWSUfRul
5W4b1WpuZdUHmAAWiofkBOqb5mSAMR/XzGXe2JEYrFLChPfv6CAjL5enFtgIdsUgTlAXEXTuKKJn
GbYlY5lNxwmrb5QwszWg4Rs7EliYQ8JlUF2C2Hk5aGwFamEUtgsHQ9r3Q2cbniZyBXfzfLiVeBlv
gwnk+wykA+nYtysH4o0t6XDVEEKRGVGZWJzCBk1Fo0FF5KSEBv4fmd48F0bwgguRXIkMr+qF/H1H
nwOEGRLEQ7KImSv8VGx3DN0TMn75s9OqiPpEyCrVSP9v9NDq94lA4b93UFtJOsChdtOPK6WF60CZ
H2EYpkOoDPBQLEsLA47oPRKXyimVmelVjZD3WaGVh6RCd88XRnXUp9S418dovKHA4O7bEE+bWi3D
lUrcG5ctiw7ymgdcE2i5XK57lHTmYMlCnIZaSw8moenGjaV8xET8Q4N04e79i++NvQ3G2zB47maA
xLIWBlvX7PLccE5VBOS/gA+Peo9U7xVjtA9pPOqPvWt/f3/MqweWzzLJwnjMgE1AXb78xD7Fl9TU
eudUq6G9G6P8WzUkzsqjdVWRJ6GH0sojYrGms8zA5SiNILlPmj46S4W6rJywaGkSY7zte9v+4Iuq
vtEMdzgGWcl7VtXRIdR05VhEbvOYlTDZO8oUa1t92bblN8HF5YWcyeu8NYtwOFXzvNFlTWiBzzQk
tbG7j7t+8rTERxkPYaZDaBjjzo8Qhysjpz/W6A8eKBCuSXO/sd91S+MRmEUgiN2WIbOUGoZ8UkZn
kc8o5jRsbiCyd0+krZiYWDrayYPID5Ji4o0VZskxRxoRrkG45gR9HdZQeYZSTnmM30KSfrlM8UCH
e/DL6GwpcSm9sUm0T6UWkArXaThIHFuyHA3nLAjPjdNKYyXauOI5OIhAzLBmAj6wzeSOl+PjFlIG
HQ5wZx8Nm60sdGPXSxBLjklfj+i0v+kVvztTmKXhnUxwH3E3B7eaO2eEA4f7dujqr5btFk+JqQcf
21GlJY4x1rHGed4DyJw9R7VTe7kdKpvW9lHoHYfqpkx1iEOZpR1iF4EAPDRdL04rLGZwCF6JHK+v
FIAC3CjE6jTiqDNffqKGNBB+emp2LqU/eEWV4vgQ41cjS7c71IM+rMzp9fkmsSZQNVC3JQlfVvmt
Kp3qAmj22cq6iJrfVB8MJVxTtblOx6D3UFJwOd9zZikWh8ku0zydXEOeRxsB7aC0jnrmQo+Q07Az
kOby0INr6RjnylNm9cGhjOrvPWZQ/8RJGt06TZbuc6eOTrpl+H/8epKhQ4PjEif7uYqyZJYqDeLL
yVnHwNPDhzfxZCWNF7WA0/b+ZXp9fuixEicTJzAapLvLxa2Mthh0qefnaczz576Sxd/tGKMjmxX9
IUSc9EXTG7ygkUVYu2GvbzMQ6xQmQK5DqUJ44XLoHrxDPel1eo5QRPgYWFwQhoBwqzb2qG+GXv4d
+6AYiBzl98b3bU84CrIuNeic9+fgeoPPyRqsQ1AWBnoj84b8rbhU9lZodqaVnxUNuVut89E1hWAp
crfY1GqxhsW6rsVwAVo2pT66fdQa1UWGaOFVFud6lp/xqhzOjYUlZZ2pzV1j1PHGckT3Umo9Bz2r
1F2ox9RWBgRt1bjU78WQTjeqjyqAixvPLg8z5RgVA5FN3BsbK42CB3pfqH/atnWwMmf0Yjj1G9wI
hjvDLqqXokRJ4/3pu44BuMWZOkulModWyGL6ApmqPvzB8FwPffqpjgWEKjNwvA597UOn15U3WbGz
FnHNk3SZ9FA1sJDLYB75zyUoJpOOE4V+Gp95LJNnP9XEUfqYy8bWV8f+u1JzXOWVeLyLp6x7jHOx
xnC7vqUgOVEkdHgAufdfM6XfNk3d6Go/i72deR8bzxxx5e7DoluZ2+s4mlHAsrE5wcTw1lxuzTFT
xYTvfXI21RqgSogFYhIX4qCb9poaz5tDEbmq7gx4plF2OVQV2gIv9TQ9pxJXq1r4iCDHxucY75+V
oPGN2MomNzdNS+P+nYH8l0O5ETw4a0yycx8EYq9RG9grbVnfCFQON06i2Ie2br8oAq7W2IzNc5sM
9LTbPtxVthnt3NztV1Lo69W0wXlzC4A6IrhaEo+jBP1tM874RX7tHjJqeDjOKGuJ+vVJgbIuQDbZ
0A15VBdTLDRfGwutz87QNKL7Dk1I6GhDvq9lmN24Zmt5ygBK/v3jebWuDrImeMsjbAMvRiz7VOjB
GekUOuNZEcYP/MzCfVcnOgIDdfPh/ZGuUzGGMixop2R+NOqX7QtVxSVdTeR0bnFj3A222+Fxp1P+
Dsr8GEyBtlEmIH2hMbT3eUvPsu3N7Pb9H3G1kmjIcJNzKG0qFVe/QZ/jUsc39XMv4BzkogO2lK9a
Dl+t5AxImr/TVWnV0B653MGUgcpcVYzi3OlVdKvUmnWvDmPvgYSY9kHs+DdNWcQr5+bynSLCpNHE
vKogH6gfq8vpTTSzr1rHrT8Hln2vtfFL3c8slFA7RXn28/1p1C/n8ddgCKxpjitYUH735ReO5thk
WhG0nzMkh9KNaKwCYEeVHGAMiG0j3fGQOg0Wgqi87XCaMJ+CrM53iVCsWx6Z7m6yQUaosW9vWqzq
t1rY1YckayooWhAwK5zAP2gidbfkTvHByUfnUFqIv5d1Pay8FQuxDb7FQYyOpVKpiAAmcxf3TcSR
w99hak9joWTHTEmUXcAeefAxpNpgoK7v3BHMm6GU2U4GVEnAutSIz9ASMTErODUYm+5U0yx2uRN3
IFV5Q5MsT06qSPNDW/bVI1vaOaaD5eyauk8+KgSwO6eE5DmZUK9jESl39DB+YgY/HMrcN846zjZb
auPxPw4gfJD2QykpdInkaCI7decE9Lun0NJ2UaoWIDp74dkadcX3l/lqlZkZYCzz1pqj4CXbPW16
bcRUoD31dRzuYrsxNkXPUO+Psoi15wUgymPTkk+rNHKuGJl+mLmN6aunsXN0vh8jOaS2Ta/tZPdl
GlHgz6bI2peVYt34kZOSAo0RYU+KEDX5x32dVdm+am2Q24jWrvy66zkwKRMTR7Bx0Z5aOpU7vlKN
md3z41xU101t0LY0vNZsZF4PzP8ELL/mYNZLBKnDs0ef6fJA5WjcalFrqSenD6DTcYcBhm8r6FRm
+kSrmm/V/NDZ4eGLxYjsyq+qDuNwUkbIfBYeMBNqh1ucAjR0Q6zkkTZDvzITl0XD+SdSPptLDBZi
cBrB8OVPNMMIdxRH0U4JUrYemRmw1KiHl6BZHQCXfLjxSys8YFz73ak5Ju/vksuH6tfoBFM0xmh8
z72ny9ELX4aKtAP9lDpDfGwFOJwIB3kvQ/3rT29S6lXErOjIUBvVSHsuh/KbYqqKNDdOJBPZ3mw1
H0O2NN8ahR48ZITlKxM7wwd+i1Zfv40UmiAOOTWXAs5iQIOu78BLb1Ci982/xsw0btXKKJ7cGYZj
UUXw4hFlHhr7xq2iTOZWrzJ/P7VJ8pwk1ZoQ9tVDwudTUwBHgzaE4KG8/PxQTZSIyTFOUV+MHgVw
azOQAG2MpDG9vBX5H4Ug/349aaYr6CmSLMwn8LdYGcctBBdLYZy44P074kL2kBy0R1Oo2dpMXya0
v8aaO63qK6+B0vPlWJbfOlnXsofbWoqnicKw1/XKi90H9m4yewHAqVDPqojxpsCl56bEj3BLljpS
qKk+6YAKvfhv41BLp9splpZBxtPWHqQ3fyNnTNPAfaL5tThndpqFxeSb2qnvdPODiW3PQ1/LdDcW
bbB36PXus1gKT3ZT/Pz+GZtn+vISwswO/J6ASmDRx1mshELGFJi5q3HX6fq+T/R+XzlTdfvHo1DA
UAkGEduksDCf9N/W2xLgWfGrMU9OE2qbGLu1TR2mq7yI629h+85gDfrICLYszhQuF7EbBiniYdQq
d6bMP1Vmt1YHfuNSMonXHeowVL+ogl1+iqZUUnP60TppdmjfBiqe3dhy5Xc2zlkvfz5rSMsZHEsu
JrF0phsTIEHGxFBNHvoAKGlV5kbWrrz4b+w9arazCKqm0axcdipIvUK7rQbzFBHooOEsxCGTsfXS
j5hRj7IYYBrTqTYqV107mq/3ymL32bgBEpVTUATZsdj3McZKcQfi/4TGuAsbw1dGfxdnTfAtTdn1
m5BHBZqWVsR3UdTFn6tGcT5QuSqPdhY5/xASlw8F7mdnDeWDfDt1mv9NyWvlJTCs4qkpUqdG0U3s
G1Olpx6XIvK3eRpPf0O7wzkKp6/k29SMubazAUNiuZPY1AXo1hb37qQHe6PsYh4BzFeLTVw41Tek
hylB4oTn3OUdPpSoVsFLdSzS0bH1i9BrpmKoZmsd6x8/8sXfbtlVxqaeDJSAAqsZjfswxLvVyCll
eqnVFujvi9ou76qUEvo2cir1m2l04ruCL421G6ahv4niTGm2iSbL1AvCpMZ3r4k+GmZbmPTwpP/s
G/VDiNdLum2MES+UqjHFP7PaLOSQou53BIx9hEJ/QMk41uqkQIVAxneulfQuLmURWix2rjX3SelD
nCgpllfbQc3FX2PPtty0lY6dETwnwD+jQazsp1097ep0QIuulEb6WBKJHYqqJ4Qpa3PCJ0lY1RnX
OGpQJR3wcI9pCM+pNfj5tymbHeVojwW3ea8zf74xGt+7oaHYRVjH5Vvn9mNJCy+CUNLmmG5nPcIr
0o3xNIsAfvJCTqEa3ehq63/smH7YR0nenYJOsX+6LZoDkRHLpzlFgVjOi37bBXn13fBnHL+RFTJB
oqDT1U2N29lnPY2xYyYvaT4X5dQnh0Zr2i/O4Fg3sT5YGjKLlfiehOl0bww16rdFga0eIPO4izdT
kyeE7dEYomAIEgfql4WXeWEiZmV2U0E7Gvm05yprDmIcTP1mjEm2N2brGxkI52r80s02sFs1C7Rj
GhhyQKfGAsOux8HQbdC7L//S2Y/kyFqDqnSmWeVWKFUVwcYt6p+9HKinachENhtVnYyzgzYrui7T
5EILi8z7JlDVxOtwsE080x6cJ70p/K2qifCLlmVGsxkcfFYCnNTaLeXr2rqV0yRXksfL7Pj1Deal
BwpA90ydGweXl6YydUpHGRMYHW/L50GOwNvcEruizcDmh0bkB7s2N1f1+t+Ia+i0U8unQzb3yhYv
QirqYgh9yz+h62Q9lJFfnt1cgaTXWdXPsrJ8UCBtvAto5HlF35Zel5r+TZDp5otjRTliMVD9x5Lc
jyPpHBNpRCsv43Jm6CVyiws6l6bN67vMNdrK1w2ZJ80psbroMQnqdOd0sdiaUw2XK5mFDSt9reD8
1qAWDzLlA+qIVPculwOxdkBYbdYR7Yp4G+tC3cpAn3ZquBvdvejy7+8/ZMtlmD+SqiA9ynkRrCXU
qCt0LACVsjv5mCdXDpn9EKNa0EqtugEKtPKgvboW/f6qMNycuM29SMqeFBYvP6/EFXo0Oqs79VPX
7017ajBrs9WnUEbdTczLsK1hIe8MN6rQp4n9m5AcD0E0Q9/GRVx6Da3rrQhTd8cPh+BIq3GrAH7f
hVFcP7i+GL2pHceV1/CNRQG0MEcvr021JWzBTOvaDa2oPyX6aCPZYzrPWqhrHPZcu9HL1t/h+bKG
7XtjZYw5kqHqShsZDPTlVFF56VOcmvuTW1blzegoyk0Hwm8D6rT34qbLVgL/N8abMYREnDP6RaiL
6KlL0qY2wno4BYH9IYr1kh5oYG2Twj0G5litjDb/+sVGQMfNoQA1Z/HkOIuvQ7C9p0I1nOpKgSMc
htAG3Gotw3jjm/geiklE7xT/lgTgzgCWnQzlcMqbst921pgdm97+wHPQ3JGirx3eN4cTrBWCnBqw
tsXuJlxTRRDpw2mKqwydI5SeLEDQt6NSfKfwJFdO0xtzSJEMPA1RGoW/JXpRDl3f+1M+nnrHDPdA
lOVeikD7/Mc3BK+DcGfFIm1uoF+uFEIfjp9n1nhSG+ublbbPrt79CMbhhxi6fCXXf+0/LbYF0F6D
64iuMuYTi2wkCB1McMGMnDIxtp6exNkGFtK06+LaPIyiCG/wN0Lywemi266L0AvNDcxmwzzY1mlk
bAvVCr2cGOH9OVhmFhTc4MGQoFKeZ68uzdjcKFUqlFbbkxJ03b5wYsNDb8bByo8n//2hrsoP81hI
i8xQTBg4YOkv55uWHO7AvtOeWkLwDVBt5VMZ+vF9X9jFzqglUAVjAAHqInGiutp4HMy6OPhTkd42
ROKH/83P4V6gUk8biB7o5c9JET9WpRl21AOU8nbSeXoBaMwEGXPYjBO1p7qT2DBlIPV0f0D5tp1K
r9Xy+iZq834FMnVV6n6dHctCdZsbiuBhMTtFJ7NANArlYfDVd2oHw8IaCGVdYAieraM+aoZZflBH
/DuLLOoeh8h3D6WDeAamlLDuIY6KqckOLh3craMk+lM9pc7OKizlsa3z9DilOlx8qGlbgH8DUtdQ
mTH261cAQvMPvdzpxnyxU1JwEZKALHE5r62bdZ0CCPSkpxP8Lekaj4lJihWGjbpxQtffprQQ7szY
PL2/ogtJcMhcbDBoGfM9xdtCPfByZLUzKl5o2Z24OtD+VsbpE6BUwuNBIOkD2curK1jsvVWOhxqf
hcOYYUkZ+/pLOxXFWVqx2OFtZW7NQI1QU7KUjZto+Nn1tLodQ1HgImBQqVhm7eHgauKljF2otNFg
ntxQfnbS1kGzA2PfAa/SjRZW7Z0G4nBjiHDaFTaWu001ps+KrteHEouLlbju+to0AWTpNPTpfxnG
EkyShA1w2T4aT5YzokhgyJ7EM7JW1vf6yphtcyiQzkQFYqwFZGWspNpnkT2dAku2W6XqxAbwUX5b
Nr2ycmW88UEQ7kFE0MabQ/gFRgG+KRlzo6qnFhwnKsUdIglOtsZ7f+uDUGrUZ7A217M1P36/FYpw
lzLIxBPtBOAF4RtYT5upcJ+dDD+t93fo9TMKPhr0rbBZKDpoizOeGKKi/1FSfe+0GzXBWNfWspdi
tI4Ib6xp+V+fQ1rbOBfSs4crTDRy+VkulV0NJ1/jlNiJ2CjBqOJwblezCWSw95tYvRmlKs+pOq3V
WN74TOB4YKiBR9JYX07opFQtOXxonNw+EJ/qwPymhar6XcH32MN3ol+5yd9YP4ISgMZ0WincO4vg
pDZzpymC0Tipmap5OBiIQ4SNIwLNdvv5/QVkRzBrl7ebSdgFx85kV1AlWyyhZg9BNca+OIVOcFeX
Re7soqoJ7htJsQo+iCk+DXFTJ1szUZyPsgE14vValzjbqbfzo6v7YMrlSBDaNiZBLzmQZVAfcJBY
cweZh+T1avwX5drgcyUgaNzUplZpnmGSv25jt0CWuM0QxSorp0ODIh9QxQsiiTZ6ZOORuDNnD3oe
UVj3+HC35lH0ifgA/JG3Sy/cTU2n8dQ0ETDFMZBUewlVgaQrN0Ut5AfhZ00LOSG0oKqU3YeiT1Hz
CHomfqNTl6o9ewr1L7bUjOFWDKP2JTTLD701JNXG0ps4BTCkpH/FZhJjSwjVoNkEPKUpapUjGPoi
4rcFQ63czjRylLvTJvKw+CEdbtXmxYqB4lNzGTv9xuQJ+9QSqH+nHa0890OGV70jCv8zVuauS/6u
dnC+AWwd1VISToVhhwYn8H6Bim4FJr8C3O9uQ2paGk/O7FtcShfdabzYW0opCSXXbWL3w8tYqhTm
rCkq5hpOkNy16azknsjkL60dlb+5HSjAQQMruE9T+0ZLJu59vbD7emPJJBw2rh5nX8EHUYuZ657W
Vo6T8lcOBPRTVeJaC5Qr0vNNyssJIqia6s+Ub3uQ70CnPqrqENw1SpAeqjFoPtaqM33VhNJXhzrM
NcyMU7Oi6Gb2k31wgHrGyGqOGBHi3h6an/MpKv0nq3cx6qB8Ez4qcWevyfC9cZfAnQFPQZ+WV3bZ
z9CoPRcwaKZTHtXbRtjFDX5Vzr4JDWU/cs42NK6QilHjlaN9/QBYVO9nVC0sJpVM/vIOKyNLpkOo
uCckBqqbUU1sYsRVbsT1fTXTXSm8zh1RoG2LM12YExbWslFOhGfNEeWB+qD3UkHfZjZMsMy1SPj6
wmI84l9onnMCt7QuwWg4FJHTKafCAbfsS0Rtutp4rCEZ7tfuq6vriqFod0F4cuenYP703942zYcc
OlRCOUW1CO9CV5t2GhVNTxUNrZ3SULwgdoMPcRM1T43Z5D+DIsg81+oNL7YLZcWKeIHYniO0+edg
1wJcjv7qsvNDp68lTNCVUzXZo9eEZfSMSfp4hBMgNqXhl3uOfohLfWAdKwQatg67e9tM0VpN4K2N
BfCTV5gsk77NIojRciWJAj0Izr2iJF5rThQq0ThYqQW8sdC8wSQ9IIBgQixpYFSpq6gXjX3CWxd+
j5GGu3rU9YNdINP1/kq/8UEIGeCBiPoJSMBlyuxb9qhIv3VPcdqat3qQJ16BedvKBy3AVa8LaM9l
FBvEHN3Nmbv++35Cwj1xugRGj6njzae2CEAMWVbvuYLHnY5jPUX9UN9NQa9tajlZCEKMykr78K1d
NCNGMBUg2qUvtsjc4rJKEiOowrMfdmD5a5H792Q5iC1kkSkDwAvzM6njtUNXpC0+TxBp0dQTivNZ
dxUoIu9P/XwJXYYEM9EF2gkEfRwgl2E3shxq4IcSUqNAwmcLvyoo9/pUWLM9ih9hwZC2jXqsy8AN
/nhomnS85Q6lRDKfJTU+0J1hyLk3T4qGRF1Ez2oLVN3d1kn2V1IbPwZpKrv3v3auilx+LUID7iwP
AICYp2CR3sVKq9rTzE4vh9H4kQIFnpkNdXkKzVQBweCjo0ILAYPBrW1FerKVOSixP04MoC+DXQT5
CoARwOTlNrRl60ZRo0MPVpG3Npu4xgkM9sH7n/pG0eZymEWFaLIBnsQZw5RuQafKFsVGcHXciVLX
noWSpU/J4FSfsxQcrI6yjEfGIjZpEoWPRWVD/GvH8mksY2clBVtgV+djyE3K00jTWee9Wi5CW/va
1EYqqpm6Lff8v6UPJpI4wPDC4j61J3eXQEnyoiirtnnQphR0p+GropcDXOQ49rSgD1aSz7cmi7L3
fM+B8kSQaLExqtL1p6AbZoqL0R8SKCk7f45zlXREC2nsaLnkuAU2Tv8DBLH7VJi97REncucPiO6Y
Tp1uGtfp//hiJH977QLx5rpcXpdbBRdl3abDRBuoM/oN5dLMK6DirZyK1/r+4liQOc7BCokBIJPF
gxJmsBuHqIBHoGTxJ6WclJ96pBfjLiq1VAUjjyBUSCsZI2FjyhHVzduDocZ4NRWhEbsb3azdZ5d2
74sCWkR4dRHhkBIPKiJc/iBWqk1v/VyEBpgY+C1Uq63FPa6FOK7niROfjTFxHqeJ9pwyJsEjtztK
ChMAGUMo9QcMWKOjNRIwhGOXHU0VHd7ENuu9LNXioNpwmK22ipHFjDANHAAqrBz0t3YVNWdUP+im
Ice4lMAeBaWuUB+cUzEiQaykGR5QqV4iFF8rfweD330Ph8r8SwZpg0R3Q+xu1dgQUJaqZq0MyLqW
pI5DvejPoOrzGeTCBUhF24pyl7giXU1xq5jx4J6aBCqllfe5F5gKbknSDVf28IKs8WssgrjXSi2y
n8tAIlKMMnTbyT8VqpPdJjp6xIVZ91t4FPaubBErjiV+C1U4Toc6sLJDm/rBE7iBHsay7RwMgYrq
oCHFpXawBOs8DI8Z1YgPZYucbEoE87krnQZZ2l4FEaHylwMn3rmixewxyNLT+xfrdbBCq8xwQHcB
dKc7u7hXiy6UKvIpyTkBPHHTi9A5alJ+e3+QeQtfnsgZ6EWsKcCdAy1dbHHT9LVB6dXkHA6Y/IVB
ZnnUPVuv0pxxLcy+fhQB/9AWYRtwCQDCvbxk9DjKRyXwk3OhhfambFXdU+K8uq8y2exUzsaNQkx1
L4uq8hRjUI/CHzpKii1mklxfu2DK7CeoltrOyezaE0Ec7GrDRSeY9tjHQJ1WOfRz4L+YHer9wNOw
WUMzYClqQuk2DYp8is+EjTaAZz9Kv2TouOkbt+/6ZIablE9gK4qz1fIUb1Q3SW+7qh4AyJhjC7nH
LPbFIMP73h/9T1YvfKyDrDj7wD0yUAG1puTUhb770mdF8qAM3EObaaRoscv1IvwAr0KFup+U6FLp
reHfx65fZnifNWjeBHUdfaO+mYWALyO2SUPRXWOObc/NomEr+BNHJ8mzhnS7yz5WplNiYoc6bbW1
mwFvALfW4U1xeDUFxEPXPOVa2v6llgEmU1GKJtfKPfXWdBKCcf8DGp0D8csNUKO2lfIsxmcr10Lc
crPKK6hK/d0nMtwx9p+i8GfwHKB41KCovMyw8svxlFmNTTOVGOKPbXtGiSCrgzLS1jQrd6ePw7CS
iL8R+NPSnBuAMCu4gZbodTkoYiq0uEG5o9Yp3IyOew5bMX7q+i4sd4KG/wOEfoi/WZoqQH7UCO2e
Lk/9Nfk/7fqwuRS3ETWhrU+HwV0cbP4i6tml0p0prFS3uaman6TTu/uiL4425KEj8Yf1DG1A3Ugn
+KcMwW5jm1Hs1baqbifNCnbqyFFzB60nZpb1gbIo3ob99JWsZ80I6OoaAuDI8wAagdxMs5ZmIQ7A
8iGNGzQQMqJHzL1kMm367N+I+I8k1p7eE09D/+sfibN3hKDN/3mI/qlkLX82/x9IrM10/nck1n58
/1F9a358/8/Hhv+q/yN//uf16/If3BG/i6/Nf+eX+JpmG/+laAghg4BwBtyzZv8qsBniv7xMs2IL
fRSOFqnlvwpsmvrfOeOlw0RRm/8xtzf/FWDT+L+gPIoQH8j9V4DLn+ivLdJJ/gBRKpsWjA7cYPs1
FvitZDOjyDK3yJMHtY62mtPsgkTZdCrVw0zfBO6n32br+deN/7u62uIp/jUaCkizthzvgTpfbL+N
NkWjpoxxlzxIpbupWgOJrZWiz9UItG80TqotIGeSJy+uqqErSwB1mflg+Kq+DbMeT5UoXbOpuZo1
Xl7aHDOemVsRLYjL78gcoXSWkzYPhZViddpa5q6ssvbQt0W4KydKt06pmWth9BzV//aKUpWi0sKA
lA3njucS1NREeVRIyFAPNZHSvebnPwsxpl6CCg/C5f1IsIFJOsze2BsnDifBPlLzeWev+kPN33f1
S9h+BpU1GmXuYpaxFe8VOr/VQ5NHzl5OeLj6RqV9URIR3Ph9E+zcVDf3ZmT4HqRCenYZjjm900mv
VDvtdhiSZDemRnInrJnfHxGVYGBXIBTSfZG5iTWy7FEAKFvnoGXgxjaRbXZ3Ni2mDz6GSCHtadkQ
Rzj2vYqU2cv723R56f+aaeK5mWvLwVii+VInJsCChf9AIFztDas/S4BNG04wdcygCfYxWlYvrYRF
n/kifIR2DMCxozTug77yNNS6dkIfP4HMl1+oyY/PPsoaHuq5NBFQhb19//cu4gF+LhkLWSfbfhYk
WQqmZvmI5gM3zAP6FfahF/gWDWChqF73LhKjtBjfH+/6kEHHI+3kauKZpjF7uf2tFNbQlJjRgxpF
2ymPNui7eO8P8QoGu9xil2MsjpjR2P2IRHj0UO9wQ+021h5tUS/YKVv2xUbbGjsdR1LpIbWz8nXX
szmLyAAcpHnCv5bRVaEqdjBMVvQQNXsxhfdRTo/HGe9Gcw299drJWH4kMpO0OBBfhL65+Ei9CZMq
GfXoodnbh+hD/Ml9yu/tI/td+xLfZxv1kN8PT/pB7Is9HMgf7oP78lg8ylv9CZsas91aP/tu4z9F
K7O/CHrYUEzBb79rcb4TAIZRCZ/hwejvRoRbi9zeKVWDj+m0jyOxCUGSY/P0/pJf7SqEASClIXTN
vYKI96KFbE5KqfttNDwA1/tpJuPBgh71p2v7OgYZCGA2zszSpVBr60LNjXR4QON+o+GkZWHA3pnP
Q/Lj/Y9Zlo0pg85f8z8j8YD//tTFcQjeumIkYzN5OGffxN4/1rba1k9r2cDVYjESASosQ15yeOyL
UlgAYz61fUaK6R0Zfg8SHe7p+K2bzhHGFulsuiNWaoJXD8DrmPCa5qIo/PlFVGymk+F30DUe3JTy
EnBjaFw7ET447sc6xe2vXHnW18ZbBg5KY7idxngIf2NcKx+6Kd8H2k+78W8DbDP0ZGXAtzYjgZlJ
+kG4xX9dLp+qd2IobTk8aH043Pas9lakzrSyHa+WzqVNy1acgY4UWtzFRRqksk17qy4fRVfSUoZr
gDmaCyEEdjw64WjqyPAWuZyV/PFqNl+HJfJ7BQ+rS378BA3QHOKyfFTc6EVVkn3jc4+Lelfq8isi
gpsA09z3z8MbXwrqF8GsuZ0DIG9xHEqhaChz8aUlVBSqR7e07va1hQqeWm19PXtprfxYu7fvj3p1
lZMFg7WB+gUOkPrj4n7NosptAPyNj5Hpe/C7d351ELiFxEX+z/sjLbmunL+Z34OigsYjyz8XS+nI
tDJDYzIezAflyTz2j8mRSof+yeexCrfaASL1zhSbFm87a2U5l9Hor6HnQTXThXE5z/1vUfUgjVF3
a8vA/Mfe8mx6FiXekeSvzkxwCer/Zri5koNGMt2gZRjqdn1kDIFiPASOuo37ZxSHDmk/3tF7SvRy
pa62PIev3/bbYIsVtCPE9qLidbA7R/mq+R/eX7frvz9z6eZ/cMhB8yyWTRdFY0QqKr5l77e7Vk42
6opwkN8fZZGWsznohhOw8280rq94ezOmJtIzGTzmCEjt87L+KtMkvYnHyNi/P9Ib38MoBOAkj9wr
YvGISpAA2RRO0SNco+ghBK3kdaGxVtBbnitufXDFBroh+syweC34/7bjAm2c8Ypj/hQqBqJ3oWN8
mrpC+zsKcbAv1fTr+x+1vK8YbhbhRHCP3Y1E1vzRvw1nVl0cTkhaPlEAB8USPvWZsaGq4o21/rEv
NCy0Vo7zGx9Imvq6XOTlREKXIxZlOJVx2dVPhpHiTaj1t1YwqdifiruyEyt78Gp38HnEmXRzDWSf
qK9dDlZLiQODX9VPDdexafTjJjZRnHatu/en8Wpv8NgA5UIrdsYF8nRfjuMnBQBNo66f2lTeRe1d
prqH/7cRFqcJKbo4wVenfioFEDT1ycmTlcvnjbmauQ5s4/9L2nc1N45kWf+VjX3HBLyJ2N0HACRF
qUQjVyq9IMoCSCRMwiWQv/47qZ6ZEpMc4quZh+6KCnXrIv01555jIr2F2TodQ1OPnjmmfbf34Lxp
+q3ZbbV8iR5BrXjKBMtHKyp5Q2l0IgkKWLGfm72nh+JzUUdaFwbHHFxoIf0JOaR6qcx8do0rRmX4
/2GXg+dqrpHB7/ZA86L7TjNWCSphQLotvRcXjhPOLqiVgD/Fv9RXsQs01vlyv9WQq3Wn+mAnGoeI
WxZyUEhpvcFCPv64vjPU91/OKMpgAa5reB3me+Xtw+Cy1KCgGRLt3p8jE8oiO4vcdGDeSCFJGHWL
opOXzAEiAfINoFMA3lDcDVckgO05TosFdG6aQyrCYG3dibviPt2ITbG1boNb8ab94IC3/6w/Xx/r
pXP20bhyedhtidaLEcZ1tHpa9QFkrPF1C5dWEPg4ADEkJXFwln9Kaj6OJSzgPYkzBxw0oGC1UifH
zSF2yVy91VW+cAlfOBRopEchDdR5YHU4i52Q0PPN0dL4fjKMmIrxANAVVPm62IAq2WhypA7tdVu8
TXqxcusg5NxBX8n2+sjPz7+DbDyyMqA6AquU2s6F/pFxhh672BtGFXnQOemnrRMsbNZLQ8WLg9ZB
gMZAdHnmrbb+lGPq571hhtBsDIzItkLzu/867XjIvo0v7XO1VGk4f3Iwsg82lV3TGQVIcniKkaEL
pwUfQon22QqJD+dwfQpl7vgke4dUMxpQkF6Bp4rNo9YPmciR0WwMsS9x0UCAi4WlH5s/vLcR6lpl
3H2ynsUSAdr5mTi1Kdf1w/lPQICSFvosIOkB1PT0uemX6J/f49yPyRR1WMrzZhmo3VMAU/YWUkXW
HbufQm01RogX77StFufbKcw3Mw/zOsy37ab8lW2CJ79aOJpLA1WewK5rUgQJk9gHWX5rTjeAry6E
pu8O9tlAZYpEAtLQFaE8FML0igF92mI/3+roC9/UL9mPsd1mNSDYId/QR/9xZ6y0o/49GULtqB3J
rn0pnlgcrCAXeTcsuBVnqY73iUcjKpCAgLSeMV8LZGE95pT6vnhB1gGpuWYlCXseLS30viyFdBfP
JuTW/mlNWeaiAbM2SFRg7df4w7G2DtsEHeB/oZ3iDQsBv5hv6nydLAQiKqETfALs4A92lYW1Mt8e
LA675a/8wVlnazsutu7Bu8se80/ZnWCh/nlaOKrn97y0GaCHA64v+soVbwfo8mxONdjUf9nep2K8
KbfUesRjbS0YUiE676MDVhyYTuwq2cNxej4H5tR4tdx5P7326/yr9yS+B3f1Q5GG+Z3+PLcxWhzA
ieYCFf+6xJx+6cjIJi6UbJAGAfnrqW1HS4Ign5N5L0w3nLTIFEte41lCXy7eRxPK4nk2bTxA1ua9
fuvEoAxez7+aT9Unc9PdVluytTfFDbNX1q4i2xzykwtO69IAFQd/5llplm0m9lRQLWwmbc0G6v47
RsCfK51jZD1USQSfgqe0gkLBXrNxHKDk3LEFv+bS2yv5pv9hQRmGVoLIoaG4d7r2ReTFHZ29G1bq
N9efpwvvIDJF4OKBd4Mso8r4necD+ErkNT4Eu2BeD/xzW63QmHDdilxw5Q6VAGY8gwiHgFdX9rvw
GanJnIhdmtq7OV0P5BlM3cdZfAo0e3Xd1rkzKr0lILdQKwT/lBp3+YLMBgkqZ2eSAFy72fMUbPX8
LkgSFCghfd1XsRiXUg4X7klghADmkpzKFkpZymqxuehbwoYB1CXGTSPEdobmROJrvwZtO3v9quzd
Fa2q9dh+G00/BocNIp0l+s/zxUQJDdBdqEAAjXrWJOlmFkCGhT7t0Io735mzt0bun0U56546X1sq
W5x7NlKTAIUUqUwgy2HKy9iAOkbjk5nuE4Si4dTbqxocLD2ttj5NNhnyVXNCQDKXbf30YWwHyGks
gaTPDgkqJ8BlAu6I5xDtx0rkkYwE5dDUDnY583EG7QaVE4ela7tI84WC8EVTQMn4QMcDrKcSNVkV
m3gOZ32XOMJZUQpmTL1LoHBfd8WfbmFE2u9NnhCDQ9io1hjo1Ov5kOrzngtokqMSNGU/8+kZLMef
9HKEpuQ+6xdKDGenRpqUcb7EAKFCplzZNrPMFkCCed8xsO041c0UGHFuWwdkUKLZ7LdzJzaCL0n3
yGNxcjHIrL/sZZSZLTTrK+sHUSaPTgFv96PJzGjWxvEuoIlYTVlmhoToO1BnGNvRnev19VviwuaF
ZaQd0GIghahUcAQqXoBBUtbBcrGpc+/GgU6ZZiAsT53sGwo7q5To6xEMo465GRPfCF3AnK9/xIXR
Y07xfATYNyB6UK5F2rXTnHms3RdC00HOU9rFinZBAzhn0P2A0CUUKfvGOIxGu5SVULRKsYchJiS7
X0GjCzZiRJmKGzBm+lDQod23jpZnYeBqdFN7RbB3vLq6N4AdvfOCTEC5aS6jBkDgkPcCvYqBgaSF
F0AUcM4AMAR8WLQQPoEGgQ3pSZDT5jVJI4EGvW3RulPoNSXbXJ+2swdefrq84sBvbsq0+Omngz1C
ZC1N2n3Og2EFvFUeT5obLJwIFRb3PkNI3CHsRZEBVpQZslkjpipAhoiQAG5SbzQr1xlei4IYd6MP
CXhbiGNa0TbixPJXxG/ZH9Zo5RqBZxgwWmCZ8Ifiqom8Aq9pond7d2yGrWhptZ64Txem8/zoIyEq
DwFay2WiUh0nuomZD8qvfde59godiuVXnlRB5M4zfyxoMYC7Zshv/JHyXc1s+nB9NS8dApxDQB5x
7ciiwOlqtjZn/QBk7J4T2964FUN7Wj1amwbFOKPhZO2OwJFqtjZH1w3LX6zcPbjOZZcJTGO1lW3k
awm4nAru7ooeFZwhsNjG7PgQJdj3kUZ066Ytgu9/aBO9E2A+ATYVD6aL83c62BJVLSPzUgun7pum
3ec8idAcGRv0had/xsuNE67YUsY38arUhiYx9wFUbwvfvgtEd1d7S0X+s2l8NyMrjaBJAm+5sklr
kfrGAG2Rve2E7s8U2cY5NO6Hz9cn7uz1VawouwRM332vE3hNI5tu6tqL8vE2S8VCcH22F2ElwI0I
fAhoU5BCPV0exEZFogvQa/B27Yqb2bqdWpz8lVEf+iUVkjNnDUlLYOQRcqLhx8brd2pL62eqU2/C
iF7R+ODQFUiMrO31WTs72tIGuMpRkAWCEZDIUxsG+Pi6HhO3z+xgDpOueC6gke0DUyLsLkqMGpR1
s7mt2jS+bvj8eT21rMJLkBwaDBEwHfER+mCGOr+BnxRp4ntb5g+17oHxoYtNV1v1QOYOeow+lAVS
bjl/J8dbfgEg0kDWSLJW1aPB6+4X6dQY+8Cja09LV1nweUYT/VAe+9RaeMnP/X9pTd7SkhwFTbnK
arZwTqEow4w9nYyYe+6mIXTVZWbMe/JiT68JNV+z+tFBYzjXilAMIFiq6YJTc2lLwYEDoQbKTsa7
jvDHtF9VGnVBwPG1hyR03HVvVpmHXvdD75bIOy7tK+A04EHhwkKzpuK2iSLwSdu2xt56JJCabN9Y
flf/oMkDs/eA+FzfS5dGBaisgXgGrzBKk6ebONeNuSsKw9qDIfPBE/odyBvv+7Z8bQtv4bxcuGVA
8PbblLKKE8mnPJhMC7Ua8wHkIeuhn6BvvkSDfWlryqAFIGV4MpjD0xGxEtwNEFXEzQwyhQhd2q/J
CNqC3h5erILfMAjNLczheUoGsSm8PB3TJ1vG1fgU+r8DaFBYv9fBS/pKZ6MPxxbygJaZzVFalu0W
1+FPqhfeyivsesUrqM1n4ydQDNVhouOpSvIyFnXO7meoPdw3RfcdBKP5Jne68fP1BT9P/oFcDeAO
HY/KOyxRWXHQiJpG0tMeryRE122/+sKCvlnVPdQnU/S8RzZc0bsRDb9hpvf6inrNuJqZGMBWA5aN
AcR2YTmAcqumgbm+/nHnayd5APFMgKYKXoOrlPxbPA+8KSm8pdFHO0ZPPhHQBcWjM4mV5WqQOyXN
Qjj4DoA9vcqQTZM6h+iRA6Rd7TMIMhM6cRLvin4c7y31h+wHL3r6OHMwpYfIxPO3qbSCOhKiLL/U
Q265YU+0Amlh1G8eJ+bnO1+zqy6sgSZtwxnUXM8FJdpbw3SjRNjjAReszUH+ZuWGaEKOTRKEaWKa
R5L1OqCRmSluOemdo92YWhe1EBT2QY1BMwI+ryJ58sGJgl88mQKsrK7T7SqtQTrTMPLiC7LnMwkL
X/PebGLyY2HMBeipmoF/mzsXld2xJOWTjrQ28LrUHV8AHim/cT60Y1ixMt1PHOWMhROh3iooyQJQ
gQdYCnKjX0DxjvQm7YAccdkeV3ecTqvZBJdT1kfQs7u+YdQ7RTWkHHau6byzGAwNvg4CNrSG0X2Q
TAvDkZ/7cYuoVpQjUyHPU48VrDg6MLTgtkCLyMKbrs4YEgTI3eGNQ4MSKEbVVCFIW4y+Msi4pyXZ
pRlIcPOAgJoY2idlgeza9WlTB4RSK5COOGVQJgCJm8pGQCpA2Bo6jvs8Q2Zn1psu6nzg/a9bOXvI
kF5FggXxFfoIQd6iTNvoutNoaDlAGtm4ajuehWPvPfSMg5TQCudRoBzpVxEopP5wVyDOgmFQ4IOr
Vba/KoGAz92pr1mJ4NJ2w7qtQo/l4egvDE/de+9WAAZAegPTiefz9KFBPAcQm1UhyaGNsTnsfSMP
ayB4rk/i+VJhLB+sKDuc5Am689waYSqhINoLks+oPSwJKKndwigPw4oMEWEJIZSaQx4cwfXMJ4gT
+ySmxNuzWoR9/xN13KgQDbRF7Jsm4Li7RIYXaw4ta5rwE37TaEtH4XzbwPdB9RjlN3wXykWn8zqX
FPICdpIdJo1GVeCCybeJRQGIlNlHiWOvWX9El+LCkTh7etD8ArlcUGSjGwB8juapVRuSHjNKR/kB
AuROsM6nWweMS/a2/Pyn64mnDakHiQqXCV5lPe2y7Qyz0vIDNXptrUMIPiwdcyn1d5ZfQYSF8Efq
VSGHKwGOp8NJXerlFC2He3TDTqFdmAZQPnxej7IllYNDGO+WjfRO97WbEbHkdbMErFM3Lr7gvfAB
j09HBkwVeq14zqBzavT7EdBr8DqVHPzbZb3gVC5ZUe4YSP4B31zr/X4K0LddAuDvoSNnYW9cMuLY
kuwTRIlwyJW9MXG0Zk7I4e6t1MWzWehV86xBpXp9fWuob4CcMTyWoCAEqTBa9hUzHpwevwZrMQ6h
V63Rot5CPUVrY3Tx52vWMbZwgZ0NCy4WSNLg8oAQQ1Z1TveI1djEqSyD7VN3xNX8iznP1wck97Ly
bsIA0MrYCJJuRjnJ8M3dWh/RD029NAxy+DEoEWUv/5kRZadPbYUdAKL1fY5WfcI+c/HIvCU6hctT
9XskytJAwbwFtSU8AKN+A7NbmIs5vD4M9daDj3EyV8qbVbLMBf25xfagc522ZRfaOKgEVeow6Vd/
KDqPRIxiTY73A4YFUrA+BciK7UvrSeol1PwOCYyFY6NeqaoR5aozGugbELn8zXeMR2yZDQZ5ROgL
ZpbWRrkCpGBMj5YkEMaM3ywADvOlEGFpG8txfpgsK0f/KqT92B6alaFWHjznyfB/XV/+JRvKWUTr
d5kTChvpDDyw/9UqX5xhIeO9ZENuwQ/jyGtXeGLEFiMlWs0MQLMgF7lYjl5YDhVwykVHuibASEY/
R1t9FjJ7iTT+7KI83b1q6xPtMIiGmWzvGeSGeRxtCXtuggu5+XZ9VS7uYLyeUuYV/aEq1FPvQZTl
tDj2CC1WPmo1Dn/zZmvlBQ/JH9LD/nUkP9hSToufo/2yqmUo0wbR4H0yxme3zOLrA7q4BT4YUc5K
q+k55aa8x8CBSa0b3dci498J/9Ab8HvalAPT8yJou3crZhY1IMTuNDOE6Wio/nxLA0CJ8gYSkSiW
W8p4XM1sg07Tcfm7TWRD/wHxcghBpuuzduFuRjIJaCIEtJIpWHnH2NCRpGk7trcCVIwRXINIGtJ2
IbdQVY38pXDzwiLBHDxyYOKQlDgrwYHPD/V4ju3NvoCtKiysAhot6+tjOkuqvge1H6yo+21yKEUy
iO0hmygjl11zKI5kDnXIJo8h+y7us6O5FHheHBo4g6QnhYqG2o1c9LmpmdmA9QponCT8pzuMsU2r
hfT0RTMf8g/Kc+35yJCjEgHHg3ydgPWi2q4YflyfwAuX0EmOQ3mwTdsoekeDDZJQSCYfW+O568F+
XdIFz+DySn0YjXKcoCvNx77DdcdBbGCinBcKf7pvufla0zS2ah9VvGGDgvSDA+0ZGpDb0bM2o5ku
PLRLI1beKK8ukFbl8oYiPZRDzdjq0b2umxt/UWX7LCB9350fxqy8VYZf1AZaVNi+y0AMGFdJ2D91
D95N8ZzQyCpj1MHqMqrXyR8SXMpr+OOyqsrUhaHRAuzLuCEJjXuahON8vL5xzmMzxYTqsQ4QKUHe
gu1BdhC8DiI0vhUsLHr0nMVBui6dhQ20sG6qSnxqGPUcAAqxtyYnLuZ7My8AL63WvfZv3Vy/V02F
XuZOgdszh6XcZCs7v2XFuDaKl+vzt3C4A+mAfHBjynJI2+59hSBp6Qx3kCjZ6ktaKxde/pNtoNyO
idaZdm1hjfSSb4yxDYWbrsyBh1qxa410c31IFx+YD/MmV/DDkIymzTVHztsIavOpSIAB3jSijgP7
GepVUFFIABtaimmWtoVyrYziH0aBY8e1ss/4sz99Ft1Cs4Va9v3rQKFmJpmHZD32dGyQx62qoYd7
3lf1unD0EKno0AXI2QugjNvXu0F8vj6bly1C8A9xNP5R93uNOh0rqcD72QRxQsinppqjqgLLpOM/
gAI7Yv0S2OgMOP7XKH/bVF6DPs0D7maIpStbi7j1Cu7g2LdGkJfn67oG8YK5NQKIddxai02sZ+uI
bk8gE0GVi8oTUkvKY5fVnks7U3N2ffPFolBEQlcuyPtiYOtXfzixiiVlkEFAfJuXqbtr9UPC9K3V
YYAEoWqfP/dQ20B5YX3dokobj7v4dHDKYbdml7tGApP2JjZvuxdTRKiZTWBR6UIASULvJl2VESoy
L87t7D74aBu6y+OlesZZhe/9MwDgQQsNhIPAHna6iZlWCToKfEb+0n3lv9q43XYP7WN69B6aFf06
bIfH+gDjKKHFi+Xviwv8wbjyXswTF4lrwrh7z5EyB3+IEVokglrJeNfF5WHa0Oe6CqefS/Qh57ta
zr7E3koZUBMIptNhF1Zp+RC6cndTG49jGGTx3Mettsr7VdKHTmzeuwtb7OzeVSwq775OZ4gW1rDI
5uBoVk+GgBR9OsZt8iIgu3J9d529JKfG1HKjHlQZyzq5n9EFBp5L32PxFOgLl/uSFWX5qCaqpC0w
pLqDuDy4OFG6q43v14dyducpQ1EuAQ5kslW6coNm5cYEh/BQBTdWO60gZhi7rA2h5beA4bu4LYE4
x8YA6Qtqp6ebw2eiRV0scXbUT8KSTpFTxBq9zZaavC7P3287yhWQU2qOQvjOLk/R9mTtGn1jsoWA
YWks8hs+PMC8psLo6gB3aP1EyyEGiWvoo8GqchYutHPH9n2hfo9GfskHSyLRrbpDvWwH4Qf9GHzv
Hys9zD+ZW/pt+M4hMBn6ZTgsebVLc6i89dCZmPQWdfBd1a2ylocQYoDMx/P1PbhkRLktLGakBHTi
zs7WgpWf52tS/uyIubpu5V9cSr9nULkiNB0wHMiBOLuuWo32Xmui4Kv/A5GP+1nT4yFfu83CCb6+
O0xduf3rDghuhALOjtUbK7ij0GZBwwHoCK+PbMmMclGIubEzmmKRnLSJwFMJFPBrNcVmsMTAe+Zu
nuzBs1qXjjYsYs1YKLBf5mmI+0g2hm/AWaJrUVZH/9mwlHui1zW9LnzMXm9/T1z7tmHfEP1HvLXi
64bOA2WgmHz4e2CtRd/QWWd2aVde1XWTs5vQv0fGqHyYwFEW5j+CMXbDR7pZ6qSTV89JgUMalP37
6AdBoVtt97JnwMhb1IZ3gQVBGJAE4+xeH9OFMwULsk6IFxiUi8pmD4AVh34WLOgZS5Cxo916rkHK
5xXO0tO7YEr1cbTSHe0MTUa70iVRxVbEbCMr//UfjUfFOfiQ68kZMCw73azDAmq4btdEpbe0w5fG
ojyHJgGuyRoxFs/jkY3Cg55/rcelBpnLGw5AF5R0ZaOhms5yA1GCGF13dsZjuZPM/mCKQDRvxw7U
l5uwZSGUfkGV8+/M4W+ryj1bi1mvwYXs7GoJTXrqnVd3iYbvkt+NfffbhrLvZAOU8KBDsQNS7ZMD
DeRV9ejtsrh9pGs/7uLxF/nqbKyoXJvf9D4MvtTf6pv/aJgqytVOAK8w2OzsZmNAfBrECE1p/Xzd
yOUT/M9xqqJstcGSokowTq69zBn0xb/82e93cHR9xKCAPEt6f5VMGxIXSZ+nbDh0RNAYzYI/tUlf
6jM86zeRl4PEHYILDjDEMyiKD8CgQTtjPBRapU+xPyXam++342sxi+GLbVaMQE96aD8TWiIdOmR2
jsAhKce4GNLpJecGoOUzNfmb4TbOFAGCkdKwQTfrZ6vJIZw0IVk9hyUItqqw1LpeQ7c96xd8WNX3
l6MA0tf0cJwA/FDJPILBavoUelOHDAqIT2PFxpC0rEQm08uiCsLgksZz4SypfvO7TRCH4L2Qujrq
027RoaxZYPUH3OXjT4MTHgEBm4cVB+mkA+2mL4U+Pk+Ws72+Ly6MVRJRS30FCN2AmPPUDSSB0aPa
r/MDCIGOPMurdVYSgJsH1BRAYZZtzNL7+ecmMbPYhWBnRESnuBczBaaSC4cfEh+so1ky/tRwqKDv
9NRb4j4Z6PiHDz/mVi7lPw0qlzBxQMTLLI8fUD/JVpxqT0Hp8tCc0Y7VdckfhiOwhkGB41RqJekg
PDqdUcNvXJLqEz8ESWZGxdySBzfhLzX1kh9dOy7xlqjOmjQHjiMgtGEPKArlEsYDY7o0rfjB8cAM
ZM1DH6cggovKukhirWb+gg965vaijQ5QOiBVgWpDeUiFm6WO0zWZ5lsH6v3KrfTBAYdn0dg3hQ7f
LTHjyfHvTF7eE9Z8sqEndH3znJ0ToOhQ+AKLCDAq4H6WD+6HsCVofUcj6LQ7WDN5m+wu3c562ke8
6l+CxoJUaJN5IWmWWJjOWh0w6hO7chk+2OWJy+k8WRg1MT5Ps73OHOuOayZ6UptQ1H3YAY7bdsmW
cAMw2MlCM061cEeobwT0v0D7ABwLxJPAoariZFrq61ouPPfgFLof15ZThbybl0pjF61g0yBlacN9
fZ+JDyM1sLqtbFM7QA2IbarSgvhMgR6O6+t4Ru4niXVR9UM3KHi3HWhpnk6o59fWUA9afpwmqDya
pe+TKOGJvocOXlWHrKzcrxXp0NxA8xoKfZT2kPtrvKp5SsGSeYRM5LQhc79Nu7pYi1Rnt4Jo5K+n
4I9Y2f8l1/oJI/tV7nZp75/k7d3/vZO2pz/r+Gv/9eQvqwo6bfNx+NnODz87qBT+3//g//z7f/n/
+8P/+vn+W57m5uf//vf3eqh6+dsgIVmdsKnjFrzCyt7+rL5n/3VAkHHOw47/8y8edg3qH3+Dipek
g5KycO93+V9E7AgF7L/JSgLCIB3af++o278zsWve38CQBaJDtCx5SOtBhOqfVOya6f1NqqKjlwlR
Bv5Eru8fkyC/Jq0rzN9fk/L3v39kR39vAPodGUm0L8IhwGLf9zPgGor/2JPJ6HMADu95PiRrBgfl
rucEINkRx7No+Xg/TD1fGQaUY0G2JW6Hqq5Wpl7QmLc+C4nTTDGiHVDe2Jm+1lw7DwdBy1vm6iyc
snx4yktXi0klXtppeGZz/pWTaXiCUom90R2EfZqGdoUPi3FhWErpDsPCPYD3Go2UrpTwUvspOaTI
apyF6Z42wt+CAVF/a5CyAUmWtnn/UB3xRtrl2cF28xmhbr3U2aYQLeMT8AU2FFpwFSHOBV326QF2
czcgVmPo9yIb168+m6sDuudJfTMW2qry22ltTImeQVPHTF+NhGRNNPpJ/1kXRn0kvKqB9nJnm4d9
HYibsgCMOgTlaPU6QMf5O0h6yj2xiuGWW50HMU/dIdvJ4sBvZIJs0Xxgf2pbVtchraEVEvYDmbqQ
dRQcxCYNIL3Ua8TDJbyUHFESZ+/jxi2MNjuwHUv6NcV9aVk2zAZrp/vSCawHmvZMQFQs0Iawtjv2
y8gzUK6MlPI1rj7Ajiae2LeTg3Z+kwWhAVwSMGhzSb5AbdMaF54IJRKUX4fzhOMIZkdIHYDb/nRV
SJGTgHLDvCdgb/la0YxSdIcVEKJhs/0FjUfOvCpaK92TtJlu6Qjiusg2UYBF/Avtdg2BMS5fXiQL
0JXTV0V+lwe5N+wSdCrCyVWDqC7vArdoO37f5uStl8Wv0V/Gx8oE2Mlpx32CzjiM/y8pUNxUH1/p
MXFSdLozca8j/IjalsMZgqRTqDvZY8FYfwu3Qvw0MlNbZUIH2rSkWrsum758Kmmd5pEL+RoXczGS
UOhzMsbgwQMTc2lpG6sXIzzUiqGFJPDIzgUbaGwZcw+S5so/ltDOqiIQLH6dnRoUGFM2AzbZGbn9
aE9++eaV7VvuoHazynIQ16NPU+reVW3MofBdhIDXEzPuPA7Dhct+YOMVMZ5huuRAXdi/uDZw9aIF
Dm4/akinc9QKbtYkm/R7vL/9q1nMttTMrpwWH2tpkVbn3TpBAc3uSONGnhi8RzdjJYg3IOUVxPyp
iqyW0B8LN5rcmKdLB9Z77A70/CM8RV/Y6Wd1XdcXvAnm+6oBObOWCPO+mN0yTkxr2JZcF5Gmcb4V
9chfhKghOkcc72amRfm68CXy4lK+RDaJgN8IiGTArBQX04B4KakaTYfmUY0qZkKdFCwAFhaJdDYE
sOHprUlaE4h71Pr8hmiuNcO6wwQWk1M3q8LFWQqHeXLj61926uqj8IatDfcPjFIAegIvrdy4vUV7
qKQl49Erqq+NiWnynayIwGIOb3MyFyJD9cRKdhnkLpFOCmQvkOppa5MDXTbu6sdustgXe6LZuiRt
dXN9TGcvGQJ2uAggeEBAAS9QBZlpmukUA0uN46yDvHLsqLbqWAnyrwQ+7jyiqquX1lvjJUXYgdPq
jZS8Wgpp5Ip+XHF8g3RGAJXyHfT1qjGUCOB3dNUAx2wKpo3XVc2a23q38kzswszzd2Pg3fudS248
dMuhLWNM7j2/2JX4vWGdBAAS6NYoosROlkiVlMBDLjpc/XdRYywHqKKU+A5lbWcwaUKPQWVwiGPZ
uHRKWXSeAZYThOmRW7B61WS985B3bRmlxuCsCgrSmhHu8cIWlO7S6Uzha7AffLhtIPtUm1rttJqm
Urfo0SgNunFSkOWh8c+I/XiHlIn76JQ26m8QillaIvV6eJ+GD4aV+Aupo8EyiU6PaIJoQ6vp9NWk
W1BRLyv2nDAQ/OYVep5mj+mrocnbKLeqtQ9p5KX9enYIQdeJfQqiKzinILRRboepMOypmrTs6DUt
WpDgFcfNVPU3yWDVx4pUdZxmQLBXWlJF1fCldvovHap3U+v2z7wT3oGgc/PeFZNY84wuZQPOj5Nk
E5WbGUUA0Iq8R+8fordBQw4p8Uh+tNIhi6fEa4/cEjfO5KZ3BuG45Ft92BHSB3cA66GCD73ohT0i
d+TJHsEnoBsNSQkPXjw8b/z8wyf4eUUyq+agwbcTlM8d/cFO53qF+DrZdr1hhPWQZDufec3h+l1y
aWkAQEH2RdJjIeg4NYzufCctRQLDzOnW1oDtkZVFHkEtJ1sjSUIX9oKpvhSmHCnYs/HegxIXmJdT
gzMlZW+3hBydgAIEkRC+ZW7ihCkr3W3eszlsutZclQNNQ9kLGLXCzzdcr0Q4aEy7nXT+xggZ1nPL
qpUz8iqykQGNdVLbMW+S+a3LSjd2pv7FbRtjnbpWukB4dXHO4C4ihyR1eB3VY8rRCtzmQ340hyFf
aYUl4pySVwKV3NAobTu6vkRyRs72hgtibiSs5HumzJg/6cmgCUqOLPOe0OkxbprSz9B+ln2rSfCp
DqwlKKDSZ44LFLyWug7ecQRKARpalQjQKXJBMx004MRpkUZIzFdd5mk4eigAqAZLQ+714NitHwJ/
Fzj1Lud5/6nuh02LFN/KDDsNM399Fs4nHb2aiAl0INFk16b8+YcTUqXemGk17hCjm/zIrr0X0xyP
os+MWCT1kiSOkmr5awZ8ZP3RB4pwBcz5p+ZAI1/0w9znx0oTDo1acPCAy8lJTT1sJ9H+sCvjgCTx
WmgSkElNNKrmyPB1kd5lYjPmGgorpnMzprPzjPop/YrpdpaIet6/4nRrSB56ND1K9kDwHCveDRzv
kuVcEIC9S2s/ToZ47keebbOADiyqkAIvQ5vW1AoHFO8I4qq8WNUezlpsuMR65M447IyA0u8+6hxI
jRnQ/Ck6d7Bjs6us+wrYv0+pq83Hijrm6/UVfWe/Vr4eyH8fi4m8BsorypJ6flLD16/SI61mESbM
ZyuK6sFNFQgzygfDiuHKm1E55GacFsUmmbl1N3fz/OomRnAzc9MGgUpx07IJxbqBZLFu9GhaQBXF
zTwvNP2C35oaByxT66OuM0SU4z4NpiSJ7dYNwnp07Aih70/kgrVbp33woQ/8CJLgJrbtYooZ1R6n
ojd3WdVOkVVMzQ1npb9mlUujuQ/MrQmVw40/IAJZmJuzM48mAqj2gA4Jfb26Ix3ND7sdcqJ66k1C
O8xNOoRm2TVx5Yh8ATnz/qyoK4CABlUnNJTDQ1Yi3yDtjNqYyvTYeWyObafxtmZVQ8sNb1Hcos0o
bArWrzrNEI/gfbJA5pkPe/SbPmVJJe7ROljf0oACBW03X02vfB4KyDjjnX1y5+lLwstsJdJypXeM
b5jZJ5vERHLHHrEkEKpjC4+onBRlNLi2ZKwMQVLPUuuBvj7MLXaUdrA6qAeK1qSHQGR/T2/+y/TY
BXcB95BMpaPpHzUv9XJMtAZZJt0tD3mOg5WMHpzadEJ0bFV7u+vRU5B5axCFNbFf6vdO65QL74/C
kisvJ3wBBgihJUAl4OGe7g69B9hxmp3yABGIp7zZoFauJXPofSM2dP96b9V5xZ0hVgGahtt5+mSx
YMOn4b7JfqVmHk0kWMhUKBjLv38R6n8gDZPiLyppoGAQKEUBpzyItLduLJR/Q2POzbUgNtAiEK29
Q3es/jQyVuLS6apN1bsi0hMo8el+P6+sqRhjXgvyQ0N16fb/cXZevW0zXdf+RQTYy6m6ZNmSnZ4T
IpUc9josv/696OfgiyjDxP0BAZzAAYbT9uyy9lpDqiA8FFgwY4JLwuGK3f98VqbHhOCFbhZwxnPL
CbTALLXYTK8S6OR26NCVFh6wrvev8V2QxEaRyiXvxTDQKUxu3z/XOFFhYUEfNr26oaz3cdsF60Qz
6o0/tO7CUPfvIxp4k3tN+4HBX2dnIpTCVvPOi66jSIONPgCTDny424WjR+vYUJd2/I2p/b/xwE7P
HkjdjKJK2iK+Rol7FK7EBhjNQx17h9DUtoURPmZucUqMYg04ZSWUQymzfWcMK1eWp6Dfvb/QdzGW
TiJ9ekVIp6N3Nm+/DtKmgTKySq5FjCRzYZFVMiOkHnMZHnQ7xkcUbrPCzbfWkdL72/dHf+P4w4OI
mSboJ1tHNHy7z1aF5m9p9dFVmOa4t52q+uAPpfPoGN0phDEPmj7deOxMpQWNobWgO4fuKc2U4JzJ
GiyagszzaYgr7RCotbfKfBjblWIIHr0mEudG8z++/8H34QaER3BFQCRCbxw1g9vvzQvbNwySaNd6
pGWVHQSGLSNrk0HHtg6SbNzVjnLJ3XyprfgN40nqAlWTia2H3IEx2fB/boSTZB3nA4IIEnjDroPz
TLrm+ElK/bfqBuOXRkPC2qhUYx15wkf1wEoX3On7g8sXTCdlkrL3KIjefoFe9rQ6yDG8enX9khWV
fqXfEWafLMsWVvkusQwZDA8rUR2znbonZndyiKKuLNqcofr8EDnQNChubDy2Sl4/OGn9VMCQ8RTK
dlNA5Agj4SaoANeRsH9qB5j8/vOeayrEBEQSGrHXK2ron5XXO8ceW2MQVwMpVBrT4/rJtWPrWXfH
r6KqD5WdpR/UNIkWekimHb19lXFi/gdEx8UDkn673vAXlKWj19FV8y1rr9h0OHi69Dbvz+7e/LGb
U3qBrBi4ndeI5p/ZAfP0x9jIwmtU9fLoRUG3Js9XbEfb/FBrw4L2wRtnCMtuUkwn30mCafr9P6OZ
pR13tMREV6X0PiZZFe+GkfwliYTu+P687oM/wmSXGjYIQnhq5jWASi+7voaR6io77Xfe0L+s+Xr1
GYbeX8nQqL9BFi1pZLw1OQaFXlODYgjujNvJ5aVI9S6C5USLDOVsG/XnABLcQ2Krf96f2xt7Rkad
gib0EgQw8+6iMO/lWPM2X0qhy12RNPbBFnRC6F3xMABXWrgAb0RLU3Kas4GLMqECZtdRKxKfXJOu
XcYwcx4tXat2bijGJ6pLJDwsQV9kJA9h7IxnqmTuqaRW9NVri00lSudYhb5+qAJrpJZROcGvtmn6
fVv0f42wj19AbtTrdIzFAjLmjf3HVE2HDBfCY1duN0MPYaC16Wa7VJVjbgpZRM9Kbp4bB2czq5Sa
ngfoI9/flzcXCqgBRWrSlaRPZ1d28EWRNW2pX6w424MVOTX1x7j9ayj6HxyqQxNCyTz4KzNNURv2
mlUUQKeYn0x/X2fpKrbkJ3dUPGyMvTZ97RB17YJNuV8VokYyIhOCx6GHfLYqqQ8fEkRYwVXP1Wvb
ei91pxpPpe6eTbVKX7qsDBfcq3srNsWpXIcpuCCnOjs7RVGjC1v6wZVEWrTKvcyF6Vxr9++v/Awo
NPnRN8PM0w4ZHn+X205wtcudXjWb2EtO0vKiNdXCr3Yyfh3dZp8Gyrky+5/IdSyVSxY/YLay1iAC
Q0gvuHI6dkoHQMcSnroiKNy1hb6TXvyoJN7X1D/5NFWm3rgkUnFvFHBLOO2wNmC7oAK7PfCdX8am
NHKsT2nAWQUFZDq0f7UAMe60/vL+cr8mG2/fJlacFA+ZPGo2dwW0pDEiIXQ1uBpl9KJqOGFJAbf4
kKU6PRZGvjOHqPpL5BI8TMnob5paug+NaWcHs8YUx4gAwvVneud6CNS/UVPYSBclih2tCrf8U9Q+
OfZ2LD+TX+hqeASDveLEMAqaZp8+KF4YxhsfjsYNLIPRVgQ6hHF9MjxGbujtdGuIn3Q3KXa+TO2f
hlIm66YY/K9wivlnl01aMDVv7T03CqkGCnkQiM/dFd8oWy8uhLi2wI9Odjr+AThWnnxd2RlSb0+W
I0nAj4LMlhPkWwrH2qfCKBYyxPe+KdVMwmpCbBRnkBO9PQCNapLwrbTwanEMYRCP/3pjKfay6uIz
UU650Zr2d5o06t/3D8Mb4+JAgL1xJkVJnr7bcXV4KoOslsE1QKl1FeHoP+ct+gz+oF9VnLhjDxf3
IYsaZ4Fb+Y1sK2U8U+UE2rgU1FBvR86Vti1LagpXVad0B4rwb+On0SY19KRYlwHNOEXS+SevUD6r
feM9D/qg7wE/A0hownBr1QIcTmFeItd5fn9N3vBgyStiX0mFwjALF9TtpwkFBmRyRN4l8vQfBbmQ
dfFFpwwPah1157iPP9hNfG5tos1OT0+tE/+pYVN9HOJgqU33DQs8ZVxIdSIYBiZ72r9/fK6cvvHK
RlIWXcK4/+HlY7xSnTFeOAX3zg91Q54WnB9y39q8FpQngqQvUlKXNG8vMgn7cx151b6TlS0WnpQ3
HjGkI4lWSeFi6OagVz0bDWHrnX9JSbdtY09Gu6AMslXp2HJTGrlcJ4W+REn4Ru6IC87qTSJvyDvM
dzQrdWFXNGHRHA8338qsTGtd5xDn5ab4BvLWWaXSDvdJO2B+o0z3N3SwPhujGx48syyhJ60cb103
hXLSVAcdpsJV/9at+Xnh5E12fmaagciRm+EmQoOnzh7csVNKOaqpewk6Oz3kemmDCx6jdVPp7RcM
yI9MM4pz3wzqia9yj26JgnPUhr8WvmMa5/Y7JgEKk2IIviOlgOm9+ufYeTEdPE3pF9d2zIovNsQr
RwLICFes6jYDtd2NTbB20G3/k2IO3Vbix2/k0K8Lpc82aTFs9T6yzp0C02szJmLXFyikZUOvPCRJ
uMSnNX3NzdeSfcBbBB8KhbILP+jt12oWWfMcY3JVy75dq31F5r+JPnnj6K370fvPR5jhYLbHTuOM
4VjPFicmVAB/agSE0G0EXHBMd73ilhu3ypKdHWb1hkc3WbCXd4ZgGhQYM0YA7L8z9xAqjrADPWNw
7cjErMlNJ4iBpMPCM/Ralp8t5XQrp0QBtPfIsdwuJXErBHhq4V3iOtqTJiGtna2gJ1i17dETMAQE
xiYN9l37J5EPuXLsY/Ui5Sc9z6mzFA9KH28CqHh60e3zMtpZxSe0XFemkPw0Fz72DqCE68KdxuvF
eNlggWYJnSpDVqxMc+XSUDjYOqmED7yK9lMc9BG8WnxIRKtshsp7cYbaOskUCuQs8aldqb2akepX
nYMAQH5cuD13Ng5ZILaL3SJehtB79l1E5HHXD0Nwbamm74LKF4eAIOkIph/qZDs+mAXVYEKG4MlV
o2iPiEq3Mbuw3TfglYJV47otTLosWjOIPwHVyGdgV+P+/c+8uzUm79vE/0CidkrYTCfunztuBkXV
aKGmvwyU5ndp9jOApdQYM2DUXbp5f6z7J3VqumYYNgtvngTRbLB4jPEWieMKxbUvVW5eHNEj5xlJ
3MagcE6hXesPk79r5m70ADGFSlux+tNoBYTU1Bt373/QfbQHbyUPHcpNmg40dQ4BcMfWwwXRvWtr
1t6+b+sRqgA1IEkJduilhQXjsZLeN/TV9X1HZ9LWyUtd2dD1yB6WfbqHedWH3LWsP7oggn4VpUI2
mN6pqtwabeCvBs/9CzoYZvX3v/xu2/hwUojUYPDitbsw1YyRE9NU37yOYbcde+GsFT1/pkDHc0EB
6L8PBkSSXBZOyDTg7bYBx6K9qbLMaxrHw9m2smztZ1QbGwQsDvAs6Avj3Vk5JkfyxUQ+jFvKWbkd
r8k4gGnXMjkE4VaFDueWI9UlK/fmKJxCtMU5ieDjbkdJU7so3co2r7CZ9WtZlABwPKNcSCi8Zqlu
bCkWACoKnlEVfUUyS7fDgEuOYEnsnWuq6fKsKk37KY+DbtPWnfXiGpk68UIRYUTOqNBeFHfrBmyj
s+0UkDHbVms1SNdNW15znJNgNYaD/9dpBuerO9T+h66tYFoLMtVuVpPDuk5C0jdEcWqXrWRfuVvd
QfTeidP4E8BqMD6ir+tq1RPSH4agt0gV6shqq0Meo0PrWekxQnp3FSj8ew1ksvjhhfJQqKRx155f
0Vs7BnpYrEobjux1JBN9Q4HE5wEE6xgjtebkmtJsi7jXdr6ZADIvAtEHK+kk9BfxbAULd/juJvBS
0XUHIJCwHO3TmW9M1DKGbeGpV1NkYlsDuIXorjb5qiQG+rYoEvzaunyzoQDYUQiji3PKw0AQe7uh
TWrFskmQl9WkenKdb5o0vjetexZhAh64WgXRqXS/5+Hw0iXxSgNQXUbJwYD7xffWJEy3utEcdDSF
FIeejr+J+YeiMLVinbqwWBVlsmuoKgtf2ST6s0GNAt6Ah4JCUkbSLlU+uXJooNPXniFc3OVatlUT
ZdN0C/Xxu2BgmuVEnQImnMThvBGixXnv1K5AA3KQRPp6VZ/7oEx+i1F+fN+6vDkSPQn/K4xQ2r1d
zy4wQumG5niRkTN8ocj9wMnOjmPTJNv3R7qPNpkUCeVJVIpehLteJRCBmm975XjJrR70o/mrTpJn
1wYImMv6IGRurMyh+SsqlAqtepVEybXjUY7DblO4JPDVcsHS3WNtpi/iUcSPhAeJkOh28rGuC3VQ
0SUNa6dZx61uHnNdhiunMf1gBVyu2FZ6b+/TRHPPkUyp1dinOqU9wOiVbONoZEukXbhPjlHom7xL
qoWC+52VpDtRoysR15pvxC7ffmCuEvw5uaNdlNGLjpZb4gHG9XVhY6Zp3t4pUHhcZHaGOgk9iLej
yM5r6HbQURQm7ttpetfFPJ2JdezwRVdN6Lvf2ty7GrmnH+xE9Gt/VMHI0Qmyt0VIW2hTtM6jDP3f
XTghooQI2cpYi1dSMdOFY/SKQJl9LZVDWo14EoEjuzM3Jo7MQjNDpb04Nq+g9CKxd0xh7VJ4Bksi
jzo5eZYyPAoEMVaFWat7Inh44TNIpP3AqK4JTE371KhsrBRYOq3P4LKoKlQ4tKod1mEBpcWotela
UmBfIUQY7GXrKM7KCDKmlJukzdQEMlwzT/eeMe68LK1/xXqNADNQEP9YWn6wyZqh2WdeklF37ei7
GRyxI42gHznn3TZsomrTD7o4UXz8kw6i3cvCaD6IoXN3qP89u4PmcRALTXzvetW7NEWe7yjo91tf
Wk+82ufaiLx9q8CQ/v5xeO0ini0w3R/QKbwGn3hot8ehiCuhxkbTX+xc53nzrCZ4DpAT7QJ/BGFf
qhvUQz7XWuQ/UX13LsI0kTZVbXGtxtK9GAVRZ5s6Yl+Gfb0fUUF5aNqQ3ok66J8K8CUPgx87f1AU
MTYk/NUVqrr1wSP7unCw7yJodGEm558/IH9Id9xORNp9bA1h2CFa02nbEGmWDcdX7qtMU/9wun6V
jYAKshlks4v7SltCKkz3Zr6QgPLhYkVabiJnvR0/Lalx1MiDXvQocj5rSg3u2endU9/hkeKADHst
EuWn1grq77VClNLCmFVrfrcKWndJG/a1tD77GjqggFxBSD4Bb2fGbggMXbZF41xol4uOql2Cc3VH
yznb/fAyuq0q+boGGrRIGqTao/pHSs/nL61NhhcKDvVHQ/r2KsU5fIwq1XsuQbI/DEbmPCl1mk56
ZvGOVqx05RZqSoe4He2aMZJbuw8IbbyB5tCiDqmqp2ZlHXXR2N8BgIcfsqIovIUzfOeWTGhNUOh4
5+TS7kq/uRGQ8qzc9mLAkgijUB1dwNxEexDA2roqu2ohM3AfBnuQhfNYe2CMwd3MpTA6sPUFCg3u
RYMEcucU2fidACJ4FF6BkklcqZuo0todp1/uzX4sYdE25e82dPIfoPCqLRZVX+sIJi0sxN0DQgJB
g+CP15ac4l2kMkgjMjPkrC4F9IU0++X2sdC7JUqT6Rm6OVpUTaZgm1oxYYo5xzQZWhapuhi9i6c3
jzLXlc+N3p1oGtR+vm+b3h6ISJEEIkiKeSE1SkMrkSHCotC3Z49wQuZrxw/rfVHr0UJofh+dTuI6
ZF+otr8myael/Sc2R77FGFw9cS+KHNLfWRYZz8Sg6je7QiPGi8bwnAziq6FAntiX+eQgpt6HQB2s
FQQv9XdFUSKQuYV9GNIh5WlRoq92rshDRxAuVwYpRUgxLO/P+yt095a/duJS2tY9Dj4G8ParhzZx
0eps3AtyE7D7qVq9sgWSYiBwZXeO3cF7VKxs+DSW8ZJyz13KhaEnyPbUwkQX75zaTeZWSKCHXq3b
jtFW7V6c3lE3HTxvVWOHq3jwl7JPb03W4apPSR6w/XOTVlmBMOJYcS/czngzSsXeyCILnthWJA5p
gwvPLrWlZmWH/VKG6T60ZLrk0Gm9B2Wj8hW3K91XkRfGee1eGjFoH9QMgjQjhNBhrNz8MZatthO1
7+0Gt4L6O3DdcWMlWr7OjDpAKKbEbQhKee6silJdOajfaR6iTUbYI6QqY5sSRpYhSzfSetjGjXoe
LeS8rCiUaJPyaoX+gMqHFcLoNNIxeWia0HntSAi2HIJm1YVDspN1NVwUhDIDkjnINUVKI5EbQlBe
poq5KhApGFegJMWhUoU4heNYrK2RNl3T9Y9+VhbHKJDNY4Se2DovO9NYkeAQ69Tth7XdqsbH9w+v
dr+hNJ9PSCGifvpR5pqN6LZpImlj1P4Uw0I3SNI0iCTTo0hHxJ+sRo/XDUv7gE//qWwSbR01tthA
PiOP+IofRKNH21DLJA2jLTgBP+3qR8c3xVbV9CWwwr0t4lvBKIB9JLGmzWmcNGm3Si0Sql+Q6Pzw
3WxrjDRPB6N4eX9V7h8zihAw9EzyLri8c4abfhQFuJ/GuGjjFWcVkGrnOIdGLz4OtrbgMt2/Fwww
AUd5MwGrzQ2sk/d5aCQWyo5dKJ+0urHWqeyVzX+eEY8zm0QqHQjOHOhj97pJFUExLuWg43/JFsHA
NPwZmugLOD7Ig/eHe2NSYNkp7WPKQeDMqX1LLW3RLaJOOSoddU6n9Smp+V27sE/3EEOStMwLSi/0
CEGHzPzNIa+61iY+uKhB8N1qQwD0g0/jX6020Uq1iwcx9NFu7JNqC1eG+ayH8Yf3Z/rqZ9y+xNT0
JpgIHjy4prmELTr1Y6eVo3FpxjjeGmnSHcZMuNfG8p+BUwzf6MjjSbCqPPmsFXa5tsna9x4t1m00
GI+VHn4R1tA90sHQPpRD1++URnX3BszqO6/w62ug5cEqHE159JOOxJ2sH4bEXDVBRUN0rRdrV6YP
UUxrTgJgO9864GhWFa3CmyoQ4SnKtHzJ95oM7WzOkJ9Qh+CdJlqeB8lVOJSV57XmRaQtLPeO05+T
HBfLiBP9Ejhu+aVSvCsZKSwelQJgDZojv72/8HehBt4A/Xu4WgTRNKfO0plWCI1PlRrGxaU56dha
FqLVtFc+5KnbbqB7+9FYTbYDrXyxy8FYcFXesESodk11N+J4gCszzz7X9Eh0TmFcktA667LRk1We
IfhsVkCS35/nG1eJyNuzwWhR/wLMefvoaY4YUJjP3UveDeJn4GXfS2TrF07xWxeJbcSPnJiDOMST
RfzH9VLsQlUUJAouMDnTYJN0CghHXr+J05ASUh2dHUXm8EFlzt5K/T9lTN/O+xN94yUiKUQ/BeRQ
uJrWLHaLI8VwWyP1LtD6n3VzeNKHNH22yVqvhzJPz17Ek5gicvr+sG+sL00MU74Hf3piYrmd+djU
wiTb6F3yNNZ2hRdo26BAUfT/YxSkLLD1HFYwwrejpFoqw6r1vYtC4+k1EerZ0Prk+f1B3oiJaA/j
fk998FO9ZLaEVht4ddvb7qVIjCtVQrRHaeA5GWFRnAvbLF+M3BweTUd+joJefbbC1Nr5tVPvEjPr
jrETNKfWahYeuPuLqpNSnWRfUE1Dm2W6S/8crVIbqBmBy0JgbviuyLp5iEraB30vl9E6UhtYueyO
7vAIE3RSfNNdeIvuzxWvq8fwBt3zrP/saFeuGmixRlRhItF46rIu39RNKVZG/FzWsGRn2Yak5RK0
6d41p0cAx2qqt8BGMH+ZklCo7lBqzsUZ869JLIGbQRyRd9ELpdsfhiLlgkm674QnSz/12+pMcaoL
zDY/lrEW1JUyXvDN2v1QWWJfeCP8UINfPWp2sHPcSnswI5Fv6FVIty7SK5sOHMOawv2ShtU99mQC
JuCp06IyEaLOoyJVKToCVMxzW2TWFtV6crmuiNLvMZWVhzobikuTudpv1QtQ4AVcMozxxut7oEY0
kBufTRUuG90f021pquG1MAxSSQbv+n++mDrN6nwfjgqGb97gG4m0Uksdn1IzhX21vewxadtw4Qq8
JvBuH0wdRxIDPj1a4J9newPouI00qmWXIE+RUw1D5FIi0fS7dGgewjjNNlYzDtusVfWdZ7Qf6hGN
pML0vb8LFuKNY8lziXIzB3NyB43by+grEODphaJdukGLj0E05sfCtAiASCFFMMcrhfndDwd4eLM2
3ie1M1yFUR5b2ge/1UHhPnoFjDHEfBVhzYAw8THQ0/TktUtR9b3VwLWAzp7EDlD4e8pWCr61Emn2
ZdSV8U9QQ1SUSw2BGXM1GM4h7KNPiVaP33M4phaOxGvy5Ha3GHti8oXVg4LzHFmjtKMRdV5vX1BS
WJETOTelUaxiD+oq5TSOv6r0dyn7X3nkrgCoHTO7PbkkJFbZiJ9HOwt6MX306DT1SroPkQ2pAAI8
tQWRo7fET3nviHB2IVsAQgvZFXmT2/0MwxxsYBCaT6Fr/s2kKJ7SJCg2ninD4/tH5z4mmqIHOuAn
d4e+y5kfogZRraRFB6+7Br1fieTArkucfFsDuNhOgfuCO3BfvGIsKKTA3uBlenQO3E7NUhsKIk1i
PFUdZB2umpp7JRH09IrE/qVnnnWyyyxcdZO/b8WTqIMfbkmJmB8TO1RQCI+cXSVLsc4je8lpuGP3
ItdDozi5CA7IBBmaPWoK1j0fjMa+BP4ToICiQpl9CH+F5lcl1TYCgiMZ2w8yy86ojfdriG9Wsf6z
scZnO6gfauVgu3ALfVSUD4FS9CtPfar0R+E+2xLEbZgQiBubyqM2Dt1SDwq3rw9NvpeKs3TY3/D8
mAleNFq3Oi7DnOGU4H7MbP6QYAs/h9UkDjBWiKdFbfEc+G68qeHq+NraWr2GAarY14Wy0GFzb5OI
JNAfpWDwGivOThZsW7oXRLZ+sTuhnYtEeUbHfdt25qMmS9B+ovv0/lF+jQ3mF5xTBfAZsB/8AjOX
INAauwr7gGjYSk+mVW0lhYoQLZa4rrdx++KC9jcVIOmq2I1Dtm5DoJF2fkzL/HOg2utyfOndYq1a
p9A/56a/ipTiMvTbJg7XbqMfEgN1IGTUs+bl/S9/4yFhreibwozoYCXnslelmjtZGBv6hbC6fwph
MX0JZB8hoVNra94yHnhHBlvLVNR9XZvW1he62NQjQPT3v8R8w0CT4OEacEGJfedPWq+LDPm21IS3
bQR3YD5EaBQWqX6NRbf14hctek7baOMq4aGEhpJLBFJg2CpWuSVndPXCnR4qV1l87pUTyEmr+hwp
+8qCG879JdQnC/664orGyEc7KA+llx06R/8ssqOtKvyX4OJE9TZSn9qK7FxGYSUIAUI08S9ft/al
Pj7TU/8hyVDUsBrqIKPifM5a73FiDiB0WerhfyXlnZ0o4uBXThcyLDQb3xorO5+C1UKqlwpuJlPB
7I/+yo6/KH23bnF9hHMdoo8k/GqKjShJGAINqXPY/x2NLz26ToG8kE3ru3BXBHTN00mdZ+qxdY3v
cOHZKydLnuFzuIyogTWfcmiFVOvw/oa+ETxALkFnBCEmps2YqyfCGwN7W9WOFzO0xnOo6FAeEC1e
08JPd2LUk31U591jm/vRXlUqHzB6nA4r+qnbjWKpyYMjk/YYBtJdala4D9EAMOBJYmkhrrPnjPed
jI2hABF86RtxilDvWwm7sw6am7ir0XAUkrtp8x1HdNjhxMlfTTaKnTVG6srz8o+5n/ZfZVUvGJG3
DCdFX3prQTFQuHi9IP/ENV2v+2aU0NKGL6SdalP/hnsbQnCbe88yDcXetpHgMSodjBqZ5pMTGkt0
hvevP6kPqAOnTmSWxp69/lLxIis3wHcERnzQoAkAI0DH1sMYhkuOxn3f85RmIalHTAO18V3HiOVD
2ycbf7jU7iBPsG2dR7NMThZta49BDBNd2dEmg8pz+C0ATNuAAko5sDIcH3iF000WJbyKhSHaR0/q
2g9PCZyDXgX2szqMzqMhfHXhXbkvq5NK4EiDXcLM65Dm3V7KVouFW5Zef2nV9ERbRX8RDYXvVajq
5AOFtUqw0Cu7d8znWh3CB1VQOPc9NOUbGQcniAjFSnfD4amu0v6ipZH71FkO/FlOc0YpqNwSQe2D
oIa/ICvja9soPwMbYpYFU/uW52UCR4RODCcPwMjtNNJ2NAGxtcZTVKUbSBL8DTCeixyNdu0V5sJg
93cNr4s4mToWkCdn7tgA3XNDqyyNp15ptXWpGM6mrKs/79ua+3NL1w/lYmwKUQ8P2u2M4miICqCo
ycU3w+xSuvXLIDzrcYyL/xz7TwNRIiWvBfO+OsvT0fnuS1Ovk4sTKNnBK+XvKvFOUSeidafF5wzf
f1XF6X+mcQKublEMpHkFqCyn73Z+MvdjL1LT/CIcL/hsjNY3fQg/mkUMmMVz20Mc5v7u/SW937dp
SPoAjElV5a6Xzqcr20nHJr8ogWufof3Rz421BI6699QmBCDxK9EG/aKOfjsvtTNkCssHvg7Qj23U
DC451zzaOnaqr3pd71dKIuOFa3zvaEw0+DDk0K5GMDgHPDpuFvjQeheXbLC6PU+w8lIXZvtURe4P
rzLPlMc1ctDGcM59UhwL9+G+N4C9/Hf46fP+MfPCiZQxiuviMqrVSqbPfvKogMrqJDKBHQpUqvUR
gYaDCdw9b3/mriSZBndQlX0okV8trE8lvnvc7MfyLFGrIq3+3S2qqwch9brVXkJvia7xrZNAvAWb
G0V7Gqim3//zwZ6aZYU7CBTqO6iaG9/Tt66XL2myvXUUqLgQ//AEYlxnN0tVaZG2QrWABicOjokI
WZw4+zy4abYaora6OqO55Ae8MSbURXSPY85dJjfbCr0c7Hq0rfQylfdt0K+mVb9YSroRxrCNSn9d
QaLcyp+QSzxFxYfUc19yqax5vE8w7l9NI9xn3dKduLfO4BImtBFHEyDfPLPbj/nQFrGWXaK8+9LY
Tk5GRLWPo5nCqlEWi2Hx/SKAwMM64w5Rg8Gw3W5voVelYM7tJZFm9iVOkmBXle74WQw6kCtd0Jue
mFH3FNe6f2xM7yXjQn/KRIk35MAzWPlgzFaeHRgvaZOJY1Q444/Us8KP7xukN0KVCUCP4cU/gjzJ
nhmLXFgAwaoCLnGcl0Pt6P656Qy7Xpt2/LX3mquf1bsqJ8W30hQ7+1SOKJDnxBsLb8D9BhHY8nLi
0YJJIxd5u2CRqwVdUoNeVCvISQ2lU3Zt7ZX7vLCoFmr5ElPbfb6Z8XA6JlNJjXpemAJxWEY5LVkX
IVFs19Oy2FqNGz2mlblr3F475x28Aq3oo83Cik/+zG0QAgaFgigYvKmCYs7upO6MhuJKp73EQrW2
Iqv1vRws5eTXdHikTac8h0FPy1DRQJFGS+83wW/BSAjrMvpFvelSb4ku543TSnwIEApQFIdgLmYS
I22ophRtLmmj2wc8Wf9kWWW2oUqXfwNs621l0n97fx3uDSBvBZiYKfFsQZk1e32bIejKXPSSRDgh
qavFznrU4Dx7f5R7Hwak0muTCHSn1B+n3/9jZqMSoY0qqcoLZBk1+MG03rtaoT6PoScW6q1vTWjq
H6I7F4AAe3w7VNEk5eC6fnHpBX6DD6aFnFA1LryzryWJ2+Mztf4Cr8C4sm5zBiv6QQlnMtV/imqq
0PaQZEccqHOWWvZaRyJmW+TWz2Iw+wcJj9wfr6Gl3XCIsJMqpnODKsJWSdJ6bVvjjx7PaNfpvljR
Qm/AJZBAB13Y6XZQpPnrv+4E54qwhIZhsJ/kDG+Xp7IbZwBA4T+hJk+eJqZvL7ezet9VpG/fH+qN
oA8nZHIoVfYekz/bijqFzRc4THmh1eNHQ5T3Iirpb7s4QBBcuN4qwXIfDFWheO+OExdjUy8cvGmI
f7fJQMEO18sma+eRVJhPt+lbp8qspnki36nsOlcEW+EN7mfpJuLQxbk4SKuuLzI0zrlEp3BpCeZX
2oDJabIw8Btzt8w5CksMwhGF2zlPLZTPD52rl0dRBrven6je1GibRdzq0DBHYvP4m2ht/6hI2v8a
4o2XQpGI/iRluBtC/WvvZ90hF1q7fX+b7j6RpSHwIx3OMeZRni7UP3fTCwJ6RgZTXKVX/g67ziLn
4lZH1Yrzi1EBmDVE1n59f8y7+tukHEYiFR8Vh5Mfs0GDDNJzesqja2qYwYcu8OgvsiIYZBJKnm5P
7zV0quFBMfRm3ddKdoarPF3H9lhYq9AqlgKC+bP3+jloYP7POyHaul2DFigBkDxXXDvF+xnpzdfU
sPZIwKKZVeZy4UxOc7s5k9Pc/xlsdgWJmQXpekdczVa4D37cII2ewZX7/hLfT4nGxamUi3OLU373
smoy0IdeiqveeOlHN/k/6s5rOXIkS9OvUlb3qIEWY9NjtkAoBkWQDKa8gZFMJrTWePr9wMqeZiBo
xGbvze5FVVs2K+mAw/348XN+4XIH4Ss7JR45O4kb5cJSn4d4yhwSwEXSGHYayjyzEC9TzwnclLfq
PO1p1NToQovq3PEHYemYfHekqX/DFZWTax7hM1Xg/tb0wS0uHaZmp2h32XHfKqPN5TF0Pp7Gs0D/
+l5kvaB6pyNFnL1XF8HkJMTDHpBqJ1fCjWJO3asACcGu70dndJv7PAJ1RDkcJo6x1rxhJybjJk+i
62Ec4FdQFMd3yCGxsZFV2XiKd4WazD7wooWkf55NTc86Ec7VCZDHeT57VmT0DDfUreDWzwcZAkhq
3o+1nK7zFh2KTAy6VTZo7lrN+6V753vfhEaXhpQjt1n6gKcbKI3MssReLrgNEk21pSZULoPYdW1P
VNPfJB1NL0lneHpPkCgc8adDCaM+aGWADJcfGAl2sr3uCFbXLXz380067VIgeSwzssR5W9P1I6EO
Wy+8zeE10iyISMNgEm4+Xl3vbVKOBq5nLC0ETKafv4m9OiKHUBS74Na13JvYc9tDSU12XwhdfxOg
o3bx7ww38XRRusBBZXYgA9zBXSRnj0LzQIhU/0mKWawtwXySY7lffzzY+bnCDFIfp0+mgZad1z+Q
W5XzsBcJc32r2X3ovxRigVRXE3bbODFvQ7l6/njE80WoILXARL5WmEG9ns5mO8q536gdbXBVB1cc
9+UG6c/GbpWiW4iuZ5UOEjTscVSKHQTYCWZ9OlbUahCqUlkDsqFs5Mrd9FRBV71ZQUfu6r3Q1cLK
9M0nLTvKnrzrg+tYvc36T35yW5VADtW9BIZZ9imHxuMmEHrZKY30kzTxwqWu3pixgpJUtvDYZ/dM
Hpv6HrXKSaYPgM+07N8suC4P9N7ienmIcKSxw0TpVuiUk7v6obmKCi3/EqIYaOt1rd9IYtvuWwmV
l9Cw6oWV/8634pIDLZerh0YqMPtWWlmXehghzo2JmXQ5teZ3vRDAaQW8vfDS0zudnrfG5CAATIHg
xDVk1m5Cxl8rrEToD6nvodiEauCmF8v0y8eL73wrn44ye6HMy3O9dL2BMqYJNl2RMXAwpW2k0NRy
vSX37teO4fylJr8zqOm494FKP/2QkoDwjllWw8FLpY1QuQ+5KbtOVEEq9PEE2BfdNyH0rhrpKg1v
9W4fFvdB+HkID5p7JffPnnnQwlt5cj4dnKZonVy/BSZ3iPPHKnqqyn3S/fBqD+tfBHg2svzDHJ/G
Bil7PAbwQTdNu3G/dciLD9beMtFzqRH//lrnt15/FVhPnaVgUlDCuN7ho+dY0lHR7oTxQRTX3GyF
7q620AsLt1rx02ovOukzsvkt5UjMN2zD/ylYTqYleI7s9Eln6Cn1vnRCZKfhM/30yIfCUj0awUua
/kxgyJuuSpqxH6q9JH/JrRuzAQElr1KkhAXw20Z8ge3JQrZzdreZDCsBmqJiTF2e8sF8/k0t6H3u
UqAHG1qUjSV9RoZfe66t3rssZN9DHj6RLqBLqFcZsD4b3V1jydDlNU2erQKuFRNakMwdhe9pl73Z
zknUm5C53O5QlzhHBuI+zHeDVj9iIUGhyI9faALGqzHWniUsEUXpMRyo9KV2AxCnwLNO2bfBeBVX
X83+xyi9WNIuNuFzCDeN+iiArMjG/DrKLvt6E2bGFzWT77Tk0ejpHqOM4VC2W4gK5wkMEGHupjQ7
OHLPqL6a6PtGp8fKQQ7gXyv+g0Dl1Akg6WzUVEsv0ey3FavQFoY9a+cqr2068KCTCxsgh1lKLhUp
EmdaPxwalY8UGlWx7UfEL2PNrbdqCCIP7eFW+hoo7rZO0vgYNYp2HWRxfhtlrXpdN43r6EBjf/vA
piyDLx96o2Caz4CRWRRpfowD7KFCkDZDvHqjtqnpUDOziwmI9nEIOw+UmLwQSyj7KdaEAD1dTRi9
e+IQZIyG5O1myJsUAmy/BIY4a44y2ZzShP5JQhPB49nWMaDnylIuQ2tPhAuXiFxfAGXGlPPYJglr
sPVppWl4DwmeE3qgM0fpKXTTZz3LFTstqyNao9syip22h3OvjItG6+ehfGLWcapTt+DiNL8NBiE/
rgfkDfJc65D4UoQHzRICx8XL6EiLRfn58byfn4X8QqYeKVOQyMC6T+cd4Y1CpzQuHmQBZnZt+dWm
9bJ+rehLufM7+wuWPgeVRiNxorecjjQm6ugLHrAFA7mzlRcAa4T229iuP155/paimvvcac2nj9/v
DN86fXFyDlBEgK0BgE0T/iZMKUkGtsiPx0MHO/xzAkjxktZXhuC+NBxSCtoHPy06TG+446uC8JzV
AtpVwZA7teIBpeCet21hpF7oMOBtMS5b7KK66PvHj3mesJqcp0QCaiETrn+WJwS4e4RDpaPdobgZ
xK5KukuLSr/J1TFwukAL10rbLHU/3/n2FEFAIIO75jYz15ZMkXIr3U7ii3BjHnvJpNqNHwRQgHZh
lZ1hBPkKMM1BQEK94fo0F3IchAGYlmmBWZFDfSW1Ira85fgpzqMRxKVVqy9DhUaXlcd3dABsHV/K
b7ml9VsVXcVvZR89KF5bbtpaUX47Q4OXonOX4/GoVswpZDIG7n7V5+WB1oaHNpIm2HmfJwvh7b1l
OHX6Xs+W6TvPlmFc5ABntKI8BNUIqij2h0sTAT9bgjp4XSuCugn7Yi3KdbAhEdFXgdEhBZ6WB7Qi
lDWgrHSTNeI3aGejE08OLEPU90sPeR6EJwUs2gBwLNihcyy4UctIc2tlfvChgX1StS6/Gc3wa9IH
1let9KPrUDceJSup7wWjVW8qI2gAeFbtHeLUX8KgpEdRiPHS0XCmzoV5PWgKSB84GU4uCrOzwawb
oOF6kx3q5muADtledstyr8Za9zVNQfKkngU30x20qxGPoNsaU5i1mOT+10bs9l2y5Dz53iyxXODm
ge+DUzZ7nKbG/Kap6KjGnp8/BFXmb9o0GtcfR4T3RuHuSt0HKgbcYfk0bjVguOsCmP3BMBP/qhkD
VH/1YclyY1p2p0kcyLCJm0WjdpJ5mcWdOAblIBZZARGf+xBkymJdmNq40gUfkH0f/maDZPqSjEUt
msRRAch6+lKdZuZjn8vZAXex+lJsRBLAzljoI56HNeIMTV7ylsmKZb7V5Fr0uHnrOSIdngexvLrL
eil+tlBg/PgTvbcwKTtNLSz2yyR7dvo6sjT6RixY1YGDDBGPRnJ3shFu9bAathmaED/yUt4FdT18
b/shcIC5Nk4jKxFK0cpDaKRL+mRneFnmd4qxkISZZ3gMs/Qmr8FghBi4Hiq/2zWqZpthjkwXpr4u
ZOYkEp0s6ZSjz45ZZZa4FuvOWo1i03zBd3FifqpWRrM+62zLR7fGQn33ir9r2lFSt+uwQxCXs1Fr
v5tJ2NhISw4PbW2JF1WGU6EY1+Vo+0oAfC5OlKePJ3tKD05WKt0c0pMJzk3PlI97Otd504+ofQ7i
QayAr6j+GCAFmFn7RkInJEnM4KIFjfmQSXlwEYjCuFCTO//WxEXk0miUqxPxbV6UM2O/tMYwlg5x
n0QPrmnt8nDsd26sbEBagnZvK3eL3Nf3NA8jR8tafWVg5yCP2OUNY5cuNAHPFjmPMzGWaLNjRXDm
YuNJek1zKZEONO/jfSx7/tUA/e+xSNyl++ZZJJqGot8I6Y71hfzN6cy7jV8PmpVJVBey8VbQjMrp
ZXrkH3/fs/SQUUxcWqnJwJSASXI6CtSC2EfeXjxM5GAnlutkp2RSh97Y0B/YWuWx0LR2XSC4vnDs
nXEEOPIo6nKDpa4GTWBeugYsXrSmVVcHrJOxlUui6quAS8iqTzr5sqilYWf42pdUBIgYZh7YSaz+
DkPjm8fBwFKWZnKLdYjnHmPExnd5i69uVhbfwazfcksXbSmy6v1g9clB8CvOccoyP9V44psgkCjv
cmSzNkqPK2uXC5schMQqTjXhG20TeTNg2bqwlM9yTV6XKixkVf6hWTJLxOMssFrcpek8FiWyqNSv
VsaI32c4SBgFKFaDrpURbRc+7xTaT/cvo04tGqCEuAKduWkaoxklrVodUPnbguowqs8aFUAhb4FI
rxty60KNHDnbJuUDujh21+1ryBhC+tULwYYnd15VraYwm6sqtc47t0MwQs4n/bOdEOJlZT3mnbyJ
6nAVZze1L+CAsEG+2W/ofkjJLncVrCwR2glqx1SjtScz/T66h9dwzr1Ic4Q6W/lttwmNcAMTb2fE
3Roe7go1vAR4gl8i+Zn6u15N11UYr6ZEMUYUMeavuRjV9rta9QB8AlcBX2yuFa3cpCbG0/yv14nY
LZsbNQ5WrnABensbG5ITeU8iT9Or20aWt5U7bBNqJAhIla0fcjBCjf/4I5xffylw0B8zuFdOdeN5
SzrVK5FeVSke3Ga0c2Fs7QiTQbTbrCtBGbzDwGxte9BMK1mPS7gv1YgAZVTsB934KShFdhFrqbFy
aVE4GEN7awHGwaoqTeWa69uSqPCZ5gVocmS/KHWxZgj9c6MNKzJdSYhlSkxane3SPCiuUGmVKBp2
wqU6etKNL8aB7QPpljpTXYtl7a6rWJEu8Zj+BsThkBq0yCcxmcIZo7DbuIqV3irJuHTynsdIMAa0
+Cnz0nWgD3kavfRRrZVqACuVUy1YDUnvbQbZKO4+/n7vjTKRFmjWkHjSuj4dxcpFrYUY2ED1M7ES
yxDC1UUU2j4e5Z2jjmwGxBrSSFNJbJ4Ulk3qu6JSNbfYIBl7OmHfZLwQ7DKRX3oRPp+iJvg+tlvq
ck5UVgjYGOFo2YkXBZfMr7RaeJ5p8k5DB3Aw2uRc0kDpIt1w+tpZUmqlJ0T5bWmliqNkUXcwU1S7
08DTNkHhP+JR3K47AH5OmpF6YWBvOEFUHz9+jvPZn2AczAci19DP59OiBV4f4vuS3o6W8WipIY5q
npgtHINng6hA4XG/QMaJHvNZkyS1Kg+zj1A4jIhuXsFHpPpX9dlCND5LpqZRkDVk8UNQ4gJwOqNh
wDJVpEE4CGo2ruu4zdeNnrU7KwcHYZp+uGmCTr8QBtPYgg8UFjL0Vy2Eky+KZxnA0EmenPIMdc/T
8RV5TJVQ67QbrQsQY8ee1ZZ63GqKzPdWXPFUGFrUCW0roIJvDqinBcmPwWoVO4jiW6VCqqySo8FB
EOdL2LYAiTyhxV6xNOTb3gqNnUnb+TKq2s4eMHxff7wQzg5Qbn9wuhD2wnNm0gE+ffqsT5K6rrXo
ECWFtKL6lMKnCikYdfW2lIILPWjEpT15dnwiOMNZPWnJ8sn4cqdjlmpfMo20eBJclJwaO5PbLkQ6
xOgz9dkIlOCiz6hNS+OoXeOHgc+lq+cX1RiY2wF5R+fjGTjLPqlNsgkmzVLUxqjtnD6Nhca+mwdj
DtfCxG1FC5QvBYLCP4VBUBd2//mGoHEmY6NLow6s5HzX+b2mupEAXKEQ0mhD2QG4EjKKC6OcZZ/M
GihdWCjTV6WtcvpCDfyGgdpFeHCNJt2EPj6oEfJlG2TOvc9F0gVfosz1NyVtr4WRz9uiCIJhHIrr
FjzH6RZ5OnTUd67a6HV+aLpaW/W+2FzjwBDiPxhuMrWPNh68TruM/ezCwOOgRazRCVO1ffr4k56H
hEnciAMXAA1F+DlazDU6lV5NlRw0DZwIkiL1ttYMRwqH7i4PhwEZdBo8mdohsexW8sIsnG8pLlVI
5AOefBX5mOWknYxLxCh2yQFqjW+nEKa2aqO1K3bgfdhG5jqVwiVPtfOaHOAH4o8pcquhxjKvSCOH
OiLyZco3HFzqmgQ1X5Pp5cmqjlTvmyeIyc4XRwj+GZKnNmUf3876Bjl2T4+u0zySnawec5qPivhd
yxs2fZRHyqUSi9bv7reJWY0kBuxqGq7Ayk/XSDimrZn3vXijCvInuuQtFScV7R63XTh+zr4D+Awu
QcBbKNPC6Z5245tquZCAl8gzBhqFg5Ek3wxsJ9MM6YmyjD67ibvUS55+38lBMI1H52EqQL3WHk/H
G0s1LWn1izdQT2vbN/rA0b04Xnirs3A1jYJkNHcdys9UX09HSaPYRSyuE28EIUEHG2+4C5mIbVNm
HxcqXOfJE2OpUFleuWwEkllozPtASpKxEm98XT4qE7AWc5fIUUFEvahN327bSrx2c/kY6JUtg7Mv
7Kj0rK2X0C1Ne/PHx9v6VaV6PsMqOAdSCpoLpI6n7640Zhn0ViHemF4+rFLdd9dIgYR7KVMaOxZd
axuKfrQbXTH8mes4Y9pwkv3vljwqKLfXibXGUKvalp5R21iPpxuXVsVWN+Nih9Lkj16P/R3wSWEr
RtqLG0X5qijlgTAlKJdaFyU3wZj5j4XuDl9LtNt3cSZrl02g6ocirSWHeI79qtoWVxxk1oOUNovu
OlPsPp0BmpiAc8g3YLDhH386A4aRhWEj57ALpUZf6R3U8a6V7qJQdqys02Al839XXYlun2J6TlEK
xULCcN4rp6yAVxNZF8igqdx6+giuboSyl8IFkVNhr2jCVaN41boojf4yQatvX/nxYze24WUqoiGI
wWQO7yBU8NqIkuAqjplQxRulLc607U+9jtWVW5UYNMfQ78Pc25UkOduQI3tdkP2sO6kXryozyfdF
oNSOKCC974wDjMpxUPTr1A1U28wS4UpSpAK/xZRYb6DZFKS3H6++d0IswiDUySc9H0Tb5/Gk6IU8
bIoIhs2gCBsVJXpXVyqENgKpIFwGdXOVCFa5KqNxF3fjsS7iVaxgfSu2lXaRhPRgSQJr90j/01pR
1Dg0ZqcsRNfzoMdDwgHhWkWOwUFw+nVMDxxVaVYCWHG12FeDj2RiDHMpNMGoBGXY21WriAsn3nnk
o1JL04mSl8XBN1feC7Eiyic+xqHwvPGIZlh5LfrhUotvWtsna38iHylgMic9EATQZucq+s0FL4GA
gsj6lwe1W2d9F63rLiwAlC56EJxHP4oKNI9Io6jvA2mY3vrN+WHqRFotHqRDGOXoe+eVTk2k6auv
WacK68ItcSZQgpuhkuSLUPE1J8rQjZeFvlrJYdwfgb0tpXZnX3d6JMS8yC0IbDRUTh8prdAAMQaU
dJCf+8o/iRMnefKcZMBUPFUMPg3ukhD72bd9HRJEO+I93HNe9XPfzAIG0b0+ZK50GALNc2pkT1dh
n3W/WwJGBYme5STySpOIovjpi4kistURDdGDWkrexhxj82uDdPsuETLl+PE+PksOycwYhk4UEwhT
bLZDwrwLkR1GRk8so+YmiC4bq8QI0LKE2EFcSBEdWuxrGbX3PSThhcHPETKYfL2KR1INot0yx0SM
EX5mgV4nhw75uy3Si+4u0oySgoQkQdzE3kpcd4X4IJp+vm6rWMKlIGvXCUVxO+801/E8fVgI6edp
+/RQwI6Zl4lSOOesm1ErcLD7ySFQ1OqCora4yrLM2kZeqdkRTaOLVpTvfa13IjFEtSmIdq4cL5VV
z7FgPAbVkUnehmsEF4nTRaAAqcTgp4sPaSFdD2LgXaO1qazJsgEySUW2iuF0rKxGjFZ9irl3HKUL
ydX5/iKr4OrA5YFqwplNRjJ6EUdLC0e8UY+qKngXdYhqluDn9Qotr3WsFEtb+p23BqcFQBqOjohJ
jjolfG82WIxcZ10lWXwY8rREhjW3vpe+gBtdHVG67EwReAeVg5CKGYu0KtZVb1Ek+HhTnO/y04eY
5RUJNaKoLJv4IESBsCl0IVzHWeh9+u1RIPfT46FBCwl/Dg9LaksSoiT0D3Lng7ETJWHVpZCYPh7l
lY16elBQhqFlCG0bEUBqrqczGgyiWtRD6h88q1txmNtJ9DlWghVcpU2vfbXk21Db18pntUsdI1Rt
QLS2FTerQcBquLkx3AE95gCfQtGug0d5jG6UdK+pL42nYhh/lP1Pbo+rRAT0sukcswJqUsQ7MvON
mXafIEJdmV77OS+/Z3ikrcv8CbXj3/9eEAA5AwERcBDMWcmQfhqvCWTvgKfKpZkIMl4R1WLGc1as
BKRgAiJESnAiCczzbTRmezKUwj9ECNfvcm0wHBeG3m6wso0vGN4ai47S6czQcgywdLs0liUbgEO1
8EXfWZ0T6wt8M9hZLnOz06FC1MNq0Bc5dG2o0NzAbFCcKqQfr5vzzQ+3jHUzRQDkaudRMG+s1guM
1DukY/nQiaN1LCqjfhAIVLigBAZXHBbw/W8PSjoNHIS8HvDWPKH3K0BUvom00ChW8cWIUcQlwHL8
V9x+E0dCuyITXXI6PX9RrsRMJFdV7LQht5/uj0rtfbrCdYqqCvhATQ+1z6I51isz7aUVy8i7DIok
3n78oq82HKe7klEBJwE0AY+DSsXpqFZCH60YyvRQW4cxcx3Jx99Qi1EcS+wMhsHYbRo42ulDDwZX
7B5igducuna7i9zd5dSq9Oimbi4QbrEN864NvquF5ejDsIuGnaTgTgP9C25Wkm2UzrdD5Sgl14p/
Y1iUgT2tutNHaTOIYNarGI3Hyg44Vq0g2bh1sq2QymylelUjl2lU0WMC8Hk9xGBmzRLAol/jFtSV
3e7jKZluSm9nhJIEFTrcZo0JeQNA8nRGjJG9LXZBd59yOOwKEV+0AjPInZCJCr05NBRqozXWSaMu
hcjXrO1kaLRuEVohaZ/8HCglnA5tWok/cijF9whlynaNAO2xibXbUq69C/xbaKF5zLVrJu5aCdne
etOpu7AGSZ7oA3JZbSLjyqsHe/R/VIcgNGwKQqaBeetxTLDd6t3PH0/WWb8PaQlu/uYkO8gqOrN6
7Hsv8tVSF+64eu8QUcn3mSEEh9yPq7WQa+VOaKpVrIn5SuhIYIZeNNeuKki3oRlYu77G4bihpK4P
MnbjraQcB7MtV3XmRbeJHMoLy/0s0ZsQOxDyMSchgtL8mG2yTLCKxmhL5c6VPC4KslptIBJkX0GY
fxfcBhUyRAwcUXaza280NbvQrcaJgrZZmZURbbBUah3cw8PfPIKB7dHZm66xE4ODSvHph4+yUcis
rJfv3Mzz16EuVKvG892FytE8YL+OAkUGezM4+HRpT0fp89hPu3Gy0hiCfIP9HtuuKOqLj5fEqwrL
21UMwA/gFdBuEH6k9PNzoU2kWKpjQbsLJavY6KU6ODlKr/ChxUeUAfZdpETryIwf9EmjY6iaddqG
+XroEf21zLpcZ0kf7azUkvaIrXwpcfGxG//o+4GPVLL5KdTEftUqabanzq4THbgBoaxSOLIn+etU
NYory020ne/nqSONQrShOKs5qpgYKHfWqL7hU+2khao+mJEeO2pkFOjHmfHCyXW2nZkIZoGOAsGV
PPR1Mb7JIYO8G60am8A7cp21tkHv3Rmc9iJYU+a/7J3s2l9B8Tvk3+uX4OguHGHTkpl9hQldD3Bn
KkdySzz92Agt17Jf1vIdgM8dLE61NFa6upW4Lnz8vc/IYq+vCeoCQSqI6CC9T0fCetFM2P3yXX5l
bvVtdNNv8gtpA9Pa9taSLW4SR9nmn9u1cadtjb24SrfeyreFzcfPMT8/548hnz5GrzdN0IqFfIdK
sK0hBRdr35V8W8o68M2FNT7fSeTK4Fqm3IvMBCmR2SurylRN8VFb66VUuzZM73OVWtbC7fv9QcBO
U9bjYJ57XJBQFaUbJ4CnA9wUsyAM1hjIBQuvMh3wJ+sEXRIgEPT6J+k6jp/TadM6HynXMU8PeuPh
3gzXGjnozJuY+e4KsYzvtAaS2wLMnCNE49LiOX/HCUv4dzWHsvacsUdxeICHyuiFGOmwJ4dsumEt
ubjORgHsNaEM8N+d2uuU8JTTd0xiKj8JwhMHKrhJY4/AjncxF+q7j1fgHBz59zjUwNEAoRbGnj8d
B40Rl92gJodeDPsLP+07OrWZk2WRwXEu1ZiL1nnplK5WrswITVfA8ONDpYnuVmrxpKuTNrNZCdla
Usr2cvAH3x4jqN9F2ehbL+8vGn8XtcFTh9efU0vlpZlHR2jh4TaT8+dBd6OFPvosGfr7jegL0cOa
ENBz+YQB1rhbp0pyKCzvblAp95Z8Jw0iqI2KT2CrHhqVuSSav7eZX8dV6RARwcmoaM+ezuQAENJA
w5yCTCVpn+IkDvZ5w5WuVhPPjgvjS5Uv2UG/s0hApIBQpqDG684RC5HKQdIVQXyoDdXfucNoOrEC
Nep1jfzHc/+f3kt2+/fOqv77v/jzc5YPNG/9evbH/z7kL+mxLl9e6uvH/L+mv/o//+l/n/6Rv/nr
N68e68eTP6xTuKPDXfNSDvcvFaZCr2PyDNN/+X/6wz9eXn/Lw5C//OPP56xJ6+m3oTeW/vnrRxc/
/vGnRUz4j7e//tfPbh4T/tq2eUzm//XLY1X/40+66X+R0BIf+fcErif2dC///Am3HLJG9gnAqz//
SLOy9vkryl+kkcrkVYoJDq0Mhq6y5teP5IliA1YLVUKiovznP5/pZNr/9Rn+SJvkNgvSuvrHn69A
tH/FPWTrYDRMYH8ejpOZ33y6wrxX9EjnscK0vH4wk6bZuaUSPkltWZq2p7Tpl0A3fGvHORBfdGNX
4O/bK97aCkMNh6d6KHcBQs2DD5epqCPvPqFYea/AMTuEiSV/GWD8Pkha5X4HRqWscV+wcxoVN1Im
Du2m91JHGyL1kyf0zWUttMK9IBcKHsVu/0ly63C0zR4ct18axbMr9hvKgfVd0EcRnhylygVEVtvM
dzptNPcJvSccBWq8KoKuK640HQjZv7Fwr4PnMquyn/XpKj1d7f/fLW82/UfrG9xlUNXJY/XHRRU/
pj/ervXXv/prsYvaX+AaJk7ALw76/yx2fkIBl+UGDGBavgTZX8tdkMS/pgyNO/iED6Zzx6P8Wu/T
z6bfxf2KvjWdI7gMv7HgX+GvbxY8TiCTtzgEJHYiuhKvBKo32SheqV7EXU3aFXml7CkU45lWCInh
ryACroDs4n+YuklQbqRQKTaqFeObJ3LrbpXuKmFTZLZUiU+AV/MLX/duEc0eHPRb761YpRLaYqp6
U/iy9dBiVfrcFr3kaAjEIzKjDumF6lbXWdtFf8tl/FY4/V9NVZePcfCY/mE35ctj80f2848jrj58
tuC5mq/Vk3j7/0aA5S720Qq8een+cB7jlx9ZGjyeLL/p7/1afob8F4VHWqGc0kS1SV7tV6zVzL+m
FTaR8Ah7dCHfLD/zL4QDaNvDNkA++JU09s/lJ8t/TVhqim+vhAgaiL+z/KbU583qo4w+GZUDKGUN
ApOYJxKZadSe6uXufZI/dSGg0i9+tpAvn14AJh1EhuA9eWKwq2ddeIFC+eCrvXuvBOI6zL/WFrKQ
1qPkPdTtkjburDnz92BcdqZ++7SZzigLgdWxayXhHgNB3xlurGLdF1t0Rwwc+tRdupWXmMXvvR70
FETfOU5Bz84udGJYS7mKPNB98zP7nn1Sj75nLw5yemv8+7UsdDVJhGkFoK55eipqediZSqq59zmZ
T2t4QG5LR9UwTvOW7AbeeR80MqdCJ0g/soTZUC6NAg/kqHtfi6kjqJ/y+Kue5zauvZhmLkE0TpO7
1/eijwP3Ei1jQu1cwcco+yzPcBw++iamuCXSX9nCNXi+wIFMsrrplcH65l+vdudvwmuH4H/a+4N3
zFGvBvEletpKaLr1m43/K415m7ac5uMQ6GajTJP6ZhS1kM128Ebv6LZrV7B15Yt70F/FJfCf/Hio
+ZRNQ5F8g4dmW9Hdn5bKm6GkyoOWZXn+scrb0omiTaHhAPnxGDMT+L/fhxOJRH/STeQ2cTpI3ylK
GuaJfyx/4C8x9M6Qb8r0on/KLuQnhBj8zPF7W/5C7RjUXvd7CkW/hsfLnBoNRgpnREsZgEJay5l/
bONPg1oc/S7bZVL03KHUufCm03J+GwBfp/PNUNP6eTOdHFXcaLrCPyIGByPZuKcucig28lV/nfxW
ne/8rWZfripbzUhArR8lvb0o/dHx6iU2wnzz8jYkO+SRwCWoT8y5o6IO0smKS94GM3pz0C61gLol
qJpaknZ+uhT7zjfX9H0oUBBoJ8zgVMR4O3mVpuSDInvH3peRbCG41itriaf93iDsWxAPkzoHtMvT
QYCH0u4qiRGZH/0U5B336k+k0wtL/nxbgcSdSJRMHAD1OcsvNFOKaL7sH4taCx9UCZ6Lb7iC/3e6
fnLNfBso3h0GDhYZAaCUs8NQ7IdSgbjkH02U64exMB2J68vCu7w3Y1ygptQC4DS56umMVVYMNF73
iKpduW7iGz9GZ9FfMoN+51WAO0Jexwka1OMcN5wUoz5qwPiPUuxIWJs5pSosdRnn2TGBlSLbm0Fm
r1IXSQ7OgUFW14cHZSertvWlPSgr1fF2T/e3ozOsgF+s8r16WfY2sleXg333cYh49z2hnk5OaTK9
uNkjRKWe+T6utkfF4yJXR9mNl9br/7sxZvHWr+LAcsWCL6bGOxOfmrJbqBgtvYVyuiaGkH69X+fB
savNcu1rzaouyyV94/cHQUQYMRuAvXPJja5qs44re3BMo3IXBs7op7t/Z6L+NcLsoK37kC7E0DIC
Aa4SPcdPFyZqVjefwvREuv/XENNZ/yaoGUZjYT/QB8dyI29R2d2Oq8B+SBxzFby4ePHeB59un41t
t7rBWuWpE2333nTU39Ib/PUQMI5AfFNWAeJz+hCa37V1KY7BsYmaCw/jPU/Ifj8UTbzefw4xF/Py
giITfLRij5iTm8EWE6mFYuGrHPHp2cpM0kB7VRnA5WOKU29mUi1yI3Q7hc37BG1yCxVzU23xAb/W
btwHY/38bb8zVnxH/T6+jjbyLtuUW3892D/+jTXz5jFm566fhJUXRFJwNPVj2kxp7BIsaabX+etz
vRlitixjSYLoHRnBcXDcLWbUL1UEYdkZa1othqPb4K/X8TrfgpuZ1M9MOzt4myXV0Hd3H6UJ5P5f
M7fZe451KAR9pwVHTy+2XVMkj5Su3JePJ3P6JWffFMIRujqQ8SnGn37TOm988ng9OAbZjauETixc
Do3iZBB3Px7o3bd5M9Bs8Ugp+ppZy5TSFXUUM7ehVi4M8e4ClekJTA1yGL3zBkTvp/GocDIer5+w
n9lIl9IXr7fbnbEuVqOjOHjiOEi9rZtLbxU7jd3Yd93O34uXu3/jjCGhRwWILjhPM3vZBjtqzR+T
8Khm1Y0SJje9lK0/ns9XMvvpl5vgExOGk6SN0uosrulZE1C9j1CySlvjpRqF9iiFfV3aGWioztHU
rv/WIvD1M++7+OswouhWRUr8KVfb8FpXevke7dhgX0IXRgtiEJTUzsLWfcZYsSA6jlkC3zasi+vG
DcWfvScNz62eiIGt0+C+7kQNfQJUtZTRKU3iwv/m7jy23EbaNH1F6AMbALYASKZRZkoiqZK0wZGF
NwEPXP08UM/8pwjmJI962csqqSqIsJ95jRc3g4IAF4qWp1zq2F/gbFN+EKWlPuki5J+tZjFcH0Hv
CqZEXjuZJ1W0zVdc39QCDtfK5xD8OwQdYzE/LrKIn8ByC6xGJmq0uwmiXuU5eQN/QR+HEIuvRh+T
wMQXKPfcfrJC+haruQHU0+rz7Kg0w3XOl4pEpTID3UQB6vfbi7DBL3JRcGRAhHKlUxEB27NZaKQi
cug8qXvKBLpqrZSQAXo1NzxFuspT39jmC2dWeSzidHlqDX4RIgHuP2//iqssAUYIBSmHsgxARhC+
l2e4KM26TJJ0OOpW+DzXHyvT+u3mszfGzzwXf/uSaUi7rfgpFKCICLYI4iVJsnicIpXBVM/WoJbc
8ir6Y2x5sbMR9V45RBAsEEVkdi+/R61NPSoqM0FwGlN2b+7y+osAi/ezmsOu9R2zVD8qRqMMnjUZ
jeaJ3LIfmjROfxdJFr3vXUlgp3cZwgClMufNuY+GNvWTybQ/hV1IvksjrvoZOnrxXpmm+nfXC/Wn
3i791xkBJNcLw8FAR9+a2skveqdGz2npyxrtSCv7KKRrSQ/WDXqMrYZQY2TpxQf6jNMZrVYjBlUp
kTSxYqPMd3Qq9RLDo7p8ipqyy9FT0TLrMCUk415PmPiX/FJ2JPcf9Ae2Imzgta54OXm2Itu4k0Ny
Upx6flId/KpUrW982s5VRd8ix7fNbpUHJ6xUvwsxJYnK6Ec0ynEXu+IWP/mPjvblWpJRgOAiPVqZ
S1c/p67cXsoqO2VqBsOu0NC3DUPnTplVDDw7LXqkj5z5K7Hy2NS17fWzUZ0NNZWaN5l9u2ulMzw3
VjhhqgEIeKly5Yglbrx34UNQDBztYxjme2Wcqycj1Pu9Okltn8/W/MC9iPP02C9PQ267QTyag2em
nXHrJr6qOZCe0/cmcTbINEnVL6d8RKeocTtNPbl2vl5Fldn9HpzVi6TGt/4xqRTzC44cy72hNXhc
VnlnfhgNOvJ3jQoQMSLlPpXO3HzrxTK/X7Iy/sTrpp3auUbScEYiZvbnakQQqyh4m2cCEwOx1aHS
TjPyJh+sJCOatIs+exIqvGVvkWGo+lgIO780w54+x80qF0wRJvlFMyuqfeHEverHipSAnkU2SB+l
nQloYLtEv+qwcv9RstR9H7e9yDxsivUOIyY7+6wPifxBxy0cPa2u1U+SOupxVNLuSc/63vQG4SpB
mGe2eauMeVUJXm9arF3wSWOmV7uVy0mebZHIcBjdE1YyiB51Iq3ap9aFvey1eT+c+jmbk0DGbZ16
S0+VEHGJ1jEPywjTAeRu2H96+9a9CmjoMQElo5lEAQ+q5SZGXDKzBig/ZKe2T907nisr6Erbfv/2
KBso3Xqe6dLThaV/QCnjKgfDSj1RrKQoT2FYa54ce/EuTIHGIllwl/HU+BD7ijkSh1BfBVGWDpGd
Iiz9pJ0BDsSj9b7lDO7f/lWvfPvqZ40BIsIzaz5/uRhVF8UWss/lqRwdZ990lbVbluKWns91PEfX
hAY1NxmlFZ6dTaqOfo8WC62uTmj7tY+xwCnFUSJx56xJez1nx66SxTstss3dmCusu5IYuyKyCr+H
b73DeXvypLGU/pTriKOE8IA1VTGCpcg+Oi2epP04FXcCDbO7vkUSZlCG+rGzpPQdDMj8BfMTGIZh
gnePcQu2tkYGFxfj+m282PQj6RpxbVxOYeRElkQitjqN8MaCVtiK35pq49motR7eXq31yt8OxeRR
0mMX0dPYPAndwjY15VKdHNGljy7q/jgSwQyYUgSOhhyNjWLIs5Orha5fA7a4f3v4q83Cl65q6rYO
dY0exKZUIURehTO8+BOBqeJPYsLAOU76G22pjRTFGopxQuj+chJRo6A7dzmhdZ2obe128lQvPQ37
DlcgL1u6ZZdJER/0IkH3lmLBx6gIBS+89gQMAdqqZip3ep7PD0UPUxBTA+0h7yYdQFBi/07w+/Sz
RU5eSRQd83oXie+okb6f6vKWxPhVGEdmzUanxgcoGjHzzY6A0lwqZTLIkzv1i69ZDdxOFXKW1VrH
rrZiT1e6G5N21ef4MyQgnHVY1Dw3SxMbYcy7vchTplgG/GZ075xuMXZwH5gjnCA87lfS3SzXbtQ0
X/tYyAag+sD3UYbbrFan09KOJFwDNys0zwk7BwT7suQ7synrIFPN/lg5en1j1Fe24ioPQG8KzgER
5iZcV5vCVFtAXyeMdVFzm5LQN+fYupGHXh9t0mnST+ywgOiijXK5E5HfNztMPrQTOjMpwh7x965b
36MxC4O3j9b1LKLByhpiE8v5sq31e/9VkemjdqhFbBmnqORouW4a7njrl8OsFMIXQB0CS8Eo5O1B
N9zQ9aSxRSkE0f2GxAd2/3JUPUJqUoyVckqTCZVBxbpvcan03BCaQofaF7LsWtyfYD/vu9CRHlIE
H7vQrL0wu6Xgcr2gZNcUxQGZU5WCyHf5UxqjNROoc8op7mhsIS3xe0r6W4YH6168vD9h269aa5iS
rHLtm1nODbVAvwdCGCAhdyf0CiEJPUoCo3KK3ZCG0eHGBK+/+nJACzox+5S8Dq7vFfl2Nh1FtTr7
1CbiayWNQxQ2mZea8YcpPMLF91qqTiWmFEmZaVgZoZaWyRtH5fqj0RrggILZRk8URZXLmV01C4nJ
hX0yStdCoG1eHiAP2HQFqnkVjFJvvBKvBnhwPtaMb2VRb8H5RcnzxWvpnOJEnbUAiob+pQRL8b7V
l3TwMB8tP5rzgqpdbkzW4it6hXl3mOTmz453/6/LqSta6A/QaBUURDjx8vsLiRuQbdXuSSCa66mR
ovhLrv1+e6X/uIlcrjTNbMB5lN/oAF9Zrc6N2uRJaBbnJKwHMvahYF85aQfnZ9EW38qH7h6jZM08
dGZvjn4m7Tnziras6KUmqYA66wzf1RrwnW/G8RQFjjm6uV8nOr0uUtcXNa+AiBtN9nkpUFDwrL6m
xh1rVgRuXITOe5KzEtXQZpzQrxCNG4w6JO7ZmjLII3PzgsRTowZdjukm6XQy3OtYurdI5oXKJ1Jo
vfTTpHW/JKZioDaqYSWA74JAfEXJpAIeftHPlbuAJ0X0Cyf5Ng5LfllY91GAeZnV7tsUN1Gvzlz3
ZdZlOvmcQSigcV19zFWp/nx7yl/ZZ6t6M5sJpR7wjdamboYnuGgH2dXnyLX6vXTV2ndRZ8fgnZPo
m6lbIEGcV3d2mj5YAxjCKK2zswy7W22967sLsC+ooLVPCaZ/Sx3AqrSwa61Oz1CRosdZRDC/TNHc
ukyuslPahmTeCPIA1mE9Ni+tarWq1mRheh4jO72Tieo8RtgHU7tZ5U3RZLoLnaTdJb0Sf9T60fbY
aLe0ka4vkxVXB5oGaBJIuy1XpQpzYS4VUtQqdPMnmtnTeZwa9bmo3JMxT01z4wV+ZTxq5sDQIWbw
MGxDzhpxP8g+U3IuMmi2ShwNd4u+vkRwWvZWFN/qxl0DLHiH/wgErPxwmoub24IUH+UDxNjOU1V0
d3PbDX7fmtEOpK3w21LicbKMHD63Et4k3HxfhQ6KlOGAZooDvnSyk/I4Tl17H0dRHKQkDTf6YNeh
3voL/yhjgTe6mhL4OnFPZSw9OxpLYDUucCqG9wn1zLtupRxMQy+xrb1Zln9ln6/wSpBOJMuriMjl
TapK7FlRSE/PlKziu5Egc09l8VbD/w8W4vIqdRBKpg6+cjuph25iOxGrkzk4AjCBTRlLqB2MR+Su
9halggN8YWNfD7bhZZlo3s1Wnz1YUWoHZawawQhyI3j7mlkXfPtrgPJDMKQ2DHV3c8tIbZKNUpbZ
OSnclymbfwunOokw+oIA43NbDd/fHu465CQOhLSPMBIl7avmPQSr2U4gQJzHxaofhRJZHxVn+UwJ
U7vxYdfJJPBHUleYCsDXeKwvV7OLQqsoWr08W4v7NYvU7r072vlzOsI/a7R23GmhMd4XndYGCWIP
u7/+TjIGagFY6eF1tvWxd3qnSjI6nWd7sdWHYrVBrVUBZrywbmEPIQZerSFmGvBLgJGseIGtyLlA
3xw5zLA51xzR+k4dEiNQHWl6RpW2xa42kbL0q9IYvy7WbKiHUFl1ZmSfVt/KKk/7RzvM8+IwJoNe
BPWCl5+n4+h61BwUzGdNWaKdMBZ9b4gKSxo9GWFe60q1G9Q+NnaKWebPImElAr0RcPqG0fyd5tQq
Bq3G+ktg+fFtysKu9tBFIae1Yaci7YTuXchZJiIIosZJvrhVP/cHewT7N5IVf3d0dJ88B+Wm91M/
m/giZW6CsrWT7gphNI3f5fb4zqhLd1wDjfljGPP3vIEU/6NbpsYpJ81AzCcP5bnF68UrOY5BvOLY
HtS6REbA4tNaVICtofcMYP/CH8bcPraVJZ9sq7ecfYywxOBNvR6iNyvLQkEXeMjv5pplwIKIJfZi
+ib3dt/rDxGVzlMllfA3CTBCvcnUq1AMpTJ8XrSentNiZfmux1VhAT9nT4WP6x3/RgUyAxkAg93I
U2HQq4dMq8faj6ou7n11Hglolm6OCTCr0T64Cs0mVoH2QKpl8/LSRJnyRTqd2vmlqQ09ACKJlCWN
JtT7xyrV6bRYqyYG/bZY94gYYd5Sgsp2AlHFfxYrFPCoBxJMRCzyULxHvYl+Sd2muu6VrtoPHkRe
PAHxKBJhkMUin7xwwFSMmxox4l6fcttzBk3pdhW1KMfrRjk/hmi+f08o6H4PB7N4mucoRtDYbSqx
s5SolNDHi8X0shLiUNCbFirqbq8AMy3M5MwbgZvVkDurR4c9GM8uwWWJvVVFbsrGKL/kS5/uUV1Z
7tVpandcAdZDBA/8tLh4V0Y4VgX6YsIFneJwmdHomJ45fCoi/W3WGN4qnVUGSWVnjb8UTfLRpaV3
1FFE6tAsW6KHGJ7bE1Cn+VtKCRWf42UqnLvU6nHTaBUbvcSon7V9q5XFL8cqQoStqa+fGjd0WUYn
ij90HLwvfRbaX+reke+Vbs5/9X2eI8YvEmDCkYnZFAxFN1BEG32XXRv9Q8tSEYFTl+r7BVBz5bUt
vhijmR20XFbw8A2gfD55V/HJrsz+UYo5PjiyjnvPRK/DoTahJoUv23r+VM1k80xRtgi/ic028yId
7aPZnenpTMQ12N/V8mOV6epX2TZuw9ufNB9l06Ci0LQE6d6Chc2T2yVN56fOEu9rUyjlLu3MXTN3
2XmGdPJca8moIJsNl+0l0RYthW1ZTYwgxuRrqTjiJVrK6HuJ5QxnXxEG6vHol7DQ7gv+TuJzSDe8
IeRRNIoQyjJ9pYtKzr44U+2NuNGnQZPnwqWUpVUSOetsQIp4quafEg31x2FK9TunHZmGWcaYwuFM
OA6J+i4bVfEzbpyyBDbaG/+oxjLiOhGy8yKKbtZuUoYWgcWoMj4l/FkbuGrlOn6Si/60TIT5p2xc
tNFvO3f5OWmZhhSYm/+MdLdCiVvU9dGNcvukhu3y3bYmk44bhA6/K4f8MEcIb0SmUVKilfXye0Af
oi2U5yF17121QA8BBsRPQd8iMAsElXXQAP9EZiakz8bWMf7qkLhWIjIb8OOhfCggpKmkd0lDw8/R
Zoy+owGpNd2Z1d/6IMP3RGvjMQqV+VOhyfnBLYnWPWUM0fubqM9RRorl/CvFE4fpkz3Gh5PFrV9X
+qT4cFh0lizMEWqLKolUGvFLGgXmwt7jjkPFxOOeTD+UTpa8U8e00gLWrnS8xOkQhtRwQ7lRvrkO
BBHmJFRwKbv9YSRsHvC0UzSZzfIcirZ4iFoL9UvHyQOWDjNHXDCCfhzmuz6ybkXlf6oxl0GRi5IJ
OTsdSqEhJXc5dDMJI4vmvD9nJNepH/Ls3sUmbj1Zr1tjoFZYpFCa7eDhTvPMk4ZcFZKVilHUfl5i
sd2Gavakm6mee6NFqUnNbJzPB7e9n+3WHvblqCFTQ221qbAHtboXl2vaDpiQVfdzbJJzHnXl7Os6
8Werwfj1KHojuRc7k0CPB80ppOsnqsgoamjRh17kYrhRWLkGpDHrlKfJiAD0koBucgXTRLDQxQfh
rOt16PXpLD6MnfmtcI3m2ULgcVc1VekbskwOqTF2QVMUkz8WNrpcVco5EHZHb6sz3pnjwPOZzznO
A7brwSPQn+HADIca4Pxh6FN9hxasc99NUf2Ruk30YFJfvhEPXkeea60GNi5Li0CNu2kupLxy0+xa
zXlYmM1srlw/ifH16wth3Zi5NbTcbJ9/DXUV5Lo60iCRYjdnLBtweEqQfHQX9Mr/NsREY27VKdOp
99FO2AS4k4qCcKla5TlU6m/j4PYvkeNI31AU6/fbI73yPQCEYDHQ4wOovG0B1cDi+ygR1bnpJtub
KO96Vmbe0p55ZRQi2DUhIpil5rvJRJIwdaSA/H2OJ564Lg+JnYT2tzQG8d9GBOjloTkF2HJztGdV
CelWD/JTxkvhVz0m4XUHAOPtGfuTxP17CwBuYbJQ6oZSCqt1O2VL1VndrIfDp8r7GkgPHUyv8m2/
9n4jSeHfBFNsN/d2uM3cCVEnqF0xnOpbnu4TqvnJTtlxlzNWuntQvWT/9hduKxfriBT0AU2gUco9
vekdEAiAqzGj8ZOo3ZfOIDI36vR7nvW/lLa6UXLd7oztWPrldRymOHzqpjJ8Gop3pvUjSU9vf8uf
nvx2tf79MWuC9a/2hK6NVBEnpu/R9aTnel3Q74bg/rvp5x6Oaf7H2D9wtQX6PvayQPVuEDS2JQGy
NwRYSBO5ZxHCvsIqQQWpRKkb0zmTpar5YVbNlPlmWOk+os9YvSLzDCILmXUcaqsEExIzm+0YWJGa
Y0LRL3jZqu1S3khiN3YY8Cv4XdwvxMI0Km3KYpfzojZJHCqVnM/wQKfPvdb1XmaRytpKvNz30gyx
PzDCj3aVGHRx3O6+q3Rs0JV2fJnLWuwRbWxepBw+jFqbv4Mi3QWzVBHcN7Ps49truNkjf34qSk1r
hwl5gitZwoX8kqhOTGd3sZWgnyXokonU8u1RNrueo4w9Oo8IST1sP7HVUG3NwVAQIbbPM7H2h6RQ
VD+rWySBKLvdhWL8v563f8Vn/V/Ksl67U/9/FYFP38r+W9dfslv5L/4fu1WFw0omiTkUhwbg1n/Y
rUL8F/oryO6tBS0af9wV/yFXG//FdgYIAstmZXet7ar/sFv5H8ISxWkL7hkIY1b2L8jVGxksoPMO
FBseTHATiCjCZrw8OOmo21ldOM1xsCbxD57NMy6vqnlQZpgJnUMpJE4M413bZvp90vTpY1Nm+jcK
I7o/UR7bKUorn6zUXl4i060DIzKWF0IA+wBSqNot6dJ9/9fsvv/vu+7f/KDNxv7zg0E80J2lkwdt
cfMsRmSNdO4B6QJAWoJ8WpbdUNVQXPTW3Wt5fIux8Uen799X7jpDAIZWjx1qJVd47rS1egRk1fY4
JK76yZTuiyiW2ZsKZdz1k/NPlpvVQ1fm6Z2L6WOQgYCBOT7kJJ+249XK8JR1Ueun+YgXse3274YR
geumyyUVE6f1KmSp9+Zs2ocUycJ7I9bnu7enbJufrAqEwGFMrgIqmmR2l2tMSUdwCxfdMbXIp92i
x/ojjRLfNdocWTr7qKZNi+Nsf3x73KvGEAP/CfloMgK+oGB9ObAypUOxlFN3BK7SP8yowh70qE4e
i77rH3A2bbzRVvr7KgrHu3pWlKBYnDZwnOaWScBrv4TxaQ4BmKH9ug1Bc6QM6jCX/dEqrfYuzSvj
nRMvw7uEsB9rbrN9T+FD23et2tzbVgqwpc1Cz6woa92Yk1cWg54BCh4uRbzVD+lyTmpgVJpa1suR
wL6nYZCjRTD241mygw72nE+nZmptL0Fvztd4m545TdmuSAhlQ5Ln+14dnA9jNub/0MXXn/K2Hz45
Sp7D23WNW52u68NGyATwAgw0l83VAhqFreU5sN+jI8fkyY5l/SOuCwA0ZdI+xcYIBWBqxKEP5/KY
1qJ5EAOuo1RnSm2vVtm0Nyqx7Pnj5FCCgnhREt6htyd0G1Ai3kX3i3VF7xYs35aIq/SRNCOKqEcz
aY1DWmPHsei88qmb3eKOXvWk1rE4R9zI3JWgqDcHiTJt7NIT0Y+DNLFrd1CFXzzIb2DmO5R+dD8F
cnQa8ALA2S5S1Y/k4JO9T/o5zXdu3TTwgrVEb2H3a/20tyNpiUclcbV/BkMaP9+emG1bAYgwvxCq
q4kkpIXO/OVGa63GWroYYUKUuJJDM4TLPjaH+qB2M8KQQ4p/X77M99S3yoDCzU040tVGXyVW1wCH
8BvRsa2wf2/mdZ/jaXI0tMH6ks+g1B5oxre6V5WmegQoPRteWyIMA1jJzMAV5uTEgZ3m8CZStbW+
FkDuy6DDpvNeC2sr9yZ0IM+Gmds/XES1PSzLrUfATrguimxGUzMWzlSCJovtH0kjTOgoMajAXVs4
/RPDG9Ar3DFt7xva9DUEB9wNvXHJNNQCpmFcgq7Xl8Vvq7IofD2czNOAqX3tRQALO2xm+uwn9Wb3
p61HbeiFM65evuNk7cmGjbYAFtKWXxnYmcqLRqHLoDZnJ0FIvcvUA7DihW5lXefD3u3qVYxzLOpD
NDjUgJ0BHTOMHVcs3JKDL95pw1ppnDG6glzea1iPR4j/PtLkU+hpo/eTewUAHmyHq5S6cG+3RhYk
YQJktmzrEwaKCeXoPsoCU2sM+naNroeHoUOxP5DZkir3tTWm96PaNdVe6kX8Urel0/mjPlqqX7Zj
fisgvSJ2sKfpynPpWVQDuFQ2F19Umu2I24R9FMXk7mjVqF7RiwRpytr8WoH4f682fPNSWdYRSbT4
5xTnf6f5T7SDWggJDEArZDQ5zZszoVVVXMRVZx+VQmYHfaknv6RC7g1RWd0Vtj4Gb5/Bq8uJ8Qj6
VgE3F526bb/Lxgd1Rs3QOSpKMt7lcZ4FVhXZe0qbt6haV1c11G+qBFzUQB0BEW9ST+7YVLHQbTw2
VQwyPbaifaZAqJhaPdoXOg3yv/40njECR+IiwsatlTDozT4KJ8c9Zguti0WagkOb/UKcU79xw7/2
ZVRbbAouXLq8mZcXmTQB64SFGh5Hyur36uhGQVQr4d3AgxCMTTjdSnLXsOQi4luR0eaa4hLwIWu6
KScWdabaiVsqRzPXq7usRTR+QMmQLiOntBS8aJhz2J6cymUnc2neIaBe39g520x73aqAxcD5Upyh
U7rFsoSuNrRNpVjHGbR6juAR0Lb7TEq1CcA3OWFgTQXq+k1o0hkETI0oX8cmjHwc/ozz0lkJTNya
5uatH7ae083sIEq4IjF5CBH332w0wyicLJWhe7SSXviTGyKo7Jb3mhTa0YDi+VgNie25RjgEqmLT
e8Uj6XkQsbixAa8Dc+K5lXDOticZAqlwuS+4/aSoEic75V2h/AijNvlsVa75ImOj+9kzGXOgzR18
IIl9xje94prz1T6JtMB2XEX77LZu9inuclTaDSv6lCqJhK9sKwCZkW9Vz4bOBwZJbNupT6pGlU+d
C6a5zk0j8hNw3aX39pm63unscXRyVkN3ksatenff1N1Ekh4elRgF6lpUhtcvgtZdXPZ7iFm3zvBr
4zFv7HNw3tg/beKZ3siFWiwiPLp6g/tQGwYJ5Y4lKV6azulvbJxX1msFZnEbsm/Q0NsWNKldtXqM
RvixdMz8WBld8qKHEcBy7Pj8sp+j+1i2CghtvQkQgB0DYyIvMHr9R8vN/BR14O8SEDaHXLfyOzcV
TurFLrXRIkSQ24vn1rm3weru8louoL8S+RmQzC2A8GtzxnZj369iZIScl7uuIHRQeyWJCPMiLHBE
+HVIl5/toH+nWb17ez9cPx/MGN574HDJ2tAlvhwrNUpdjq2lHA3wNH5ZGF/jsYYOZxlf3h7oOj/i
gl3LemwFSvX0UC5HGlEqK3Cyjk5VLLuvcq6Wb4Y1j5GHzd6o+LPExsov07BNSLSHYfEirRNfR61w
F6+gnV7f4ES+Ei3wgwgS1kCBJNLcHG4TA6ykqMvolIvGvrOVanzfwbj1xwbInZq23a6Tav6O/nq9
c9zQeSEtqW/09Uw++vKmAxQGIGc1RFj1W7aTEqcpeqFxfKJ7imw8II6dlcx/S0qnkoNHCSZEVInI
X7Zc07LFJjaTE3CADInnmAAsSGj+3jh9r2xbpLpXMusq1U334nKBi6ZCXFunIN21iwR12h4B2FAF
lUOg9fOvt7fTRkB6jbPIPXlCqXphiwO77HK0uRS64jR1euLFDspILaN349RjBgqcoNEOTdxZz2Y+
0EgM87BIP4BMRomvQXXv/SjHRt2hPz2fc7123w+OUn3Xy9q8F6EvbXkwCtEaBMsgZ30Q3c3d2799
Pb+Xi06Tai3H/ekgAVK//OlCGxSXXnp6atX2IRV04CAVnavcfFSt/IeuYY309oDXh3wdEP9CJg1I
6fYZs9I4W+LWSE+jMyUEFUq0D/Ne3dXh4N7YBK8NtVrVr9krDdNt+It1elQYvZadxnp2vXhyRDBq
jeXNWn6LF/LaUJDMXLaAQA91S2pu9BSR1JbHmfg3DRZZRQfRZMp9rGvDjQn8o9azXTLGoCKocR/j
BnG5ZFMM7tYwu+qUmbL/4IhG/4wGvv1d0KL40muz8dMYeuUpLeMKaccis6FvKoAFigzNC+DbiXIe
KqY9SxtaFWMTVT+ybMFyPcI9ffLR6Gh0CvWWJA5cxu5dWGfNErAljWU3tkn7vsysyuQcmSmA7rxr
vgilFt+bJhQA0I1pKP2h6UDqpIiQ416qauOL0kn7Po3nIn8XiWF6p7YRPfolEiOZ3dwIjOdRXohg
lMWjXyyLLvzEnfT5UaV3avs8ns4HAOYAtAY9LLt9k6oor5qill+UwoT1q4dx/BVrMwNgeVo1+U7a
ejV46MOMv7UxMni2ZL9PFSqm3lC5OC4qfZ1HfjHP1XOj1C3kD7DrhPbRMDReITJFBknqtu8M2SkL
HPJpes40ee6UMMTex57nx7yr1a9vn44/jsGbxaVNCyOSOuxqvrkpUOsGxnOZ1tSnIirixNPYq6OP
rALWc5Nl2SGOPEuKxMzsCCgNk5N9D0Uza77Mm+ZDNTQjN4aB7vJCzE63rOzUPbjlNPaGcGrvaVwZ
9yXO6Z/yaLB8lXb+c9bEFYTe3uieB9ih+a5zjOFDIlL3RwtPv/X1YhzB2pl29ktaapJ4FULdjj/G
nTbtbLzpPydTp9xKg/6QgDYzQTrJXNBypoSprkfuX72/FDJSB06nOZmZ7v6wyo5nuIEqW3jaUNcD
vyKJ2UIxvHRvVutaPQhlxDrUoMjv+qaGlUlRAETyc7eA44+YQ/hDsWkIBVUjdeElhvqlm5COBghk
lk98Uj34Zk0M76ULXgVepmTUsLs80gzPLKzyuWMBPAmlRty/verXlzDEIPKfVRIUia5tconVZmqH
vVuf1ElX9ppbhg+xNvzoFKPexc5sP9oZ9Ie3x7y+sSiNG2vFyqHUSUPkcnoRH2k6d2irk0bVOpB1
E+71wrR3ajPOx7eHug4syOrWKiKMGNqAW/poMyA/UWmpPEUa/C2h4SThTtNyI29eQ6TL/cIoa7lS
WyeRcS4/iAKy1VmxlKcJQY+gVZ2XuMe/MwoBCsXd/BFzOhqzQzbt3v66V1JX+lIG+TN6P9S5t/fx
rJl1AjOmPbWEHd9Ue1Gf7EqNn2YbuQAcQ7T3ddblO8HlF2Qic56plbq/0ji275KmCG886K/+HI6M
Qb76Z84389ANHdFjLroTsLzpYCbFSW8aUFFWP36f65g9rjrzB6fSyn1j2cZhWubhQxFm6oNeJ+WN
wPaVpYd8jaQOEjMrC32N0/51iEUKG9Oc1BaSMlSBQo5xoJbDLcTNK3cFwuV0fVe9Coea0GYzy8iB
eJIM4wkVE+1JjYb5B7psBM1oHne7tBIzqjZKhAxHZbYPBb91RrrfjRNfqj1mzrma8xAJFQ9K31H6
xrmHU90VXhwmy48+b9s+sAT0JCyJZSyCZdZbEKLKXAQOGFY90OOhzu6aorF+hAletnqnFK6/zE16
i0q4bf0D9UEGA9KRalDxRm16E9n2mjOYUTJPJ1CF4UEfWl7NrDXkvYyXfUcd51AabfuOFTnjFZ2e
i1KvcR1QLS+mK7YvonSmZCGrhyksh30Vt9rDGIVVACpzupFQvCI9wAZaPUA5+DT/txRAd9ZEAvF4
OkWqPX/K5TT4gPfy3Esy/GqbNlWCzFHvlhTQnMZe+QjIVLlvnbp6kHbkvuix230B2dvt3z6y27tv
ncP1bHBkQTThOnG5K+uhj1tLlPNJlnHk1TIZHnt9AFLSz/H/YCj2I2wD4DjEoZvlihR8nZEunU99
guFWrVrSH42wOPRG3Ny4ALevyPpV9D1QcOPErQLOl1+ldkCoLCD8p/Vl9Ac7bk8YZDp+lMrhqcwz
50kTBDVvT+U20VoHhQuHZjotD2gOm0FxDuqR3x8YVJo5OObJ8BpzUnZDRD1KlfGtEvPV9caAq8Y6
WTs6NXDfNlkqSn151/adeipad94bBCeTb0VYDtVDYwZ6FsqDujYTFrwKjWXQzkNT9Wd0UNwn3BKb
G1v8lTlfiSSrJvc67Vtmb1+7GOpQxj39H/bOa7ltLVvX77Lv0YUcbpGYKZIKlnyDkmwLOWc8/fno
3vsci1plVZ/rvcrV7rUcQICYc47xjz8AV6bOEPfTpQRzsMcxl/y6kSdPm8b5i2f+T3vA1UIcFhtc
CtSu1133j13VbFQllStzedACQdgtllbYqRrXLqZr3apF3+NhblQ+VE2RkQyXig8tozcXLKna9WN3
EBh37LRGFc99JXQbQayWPZV+6da68B9L2SkkeOuvRk8mjk+39SxeNIyWjXJ5aKI4f0rKXr5WV5bf
DG31xVK7vmp/FgC8GVQZ1M4KrwZw8s2bUUoTG7CaSQ+q0S8bphTzJptxWtAyZAXhPIj0GGRATEH6
VZTW7SlHoc6IBYMM7IkY/d3eJFQSEezZWh70YRa3XSPPJyxWXv++0j7fHkpf9i1SK7GZwPj745c+
Y2xGi5uJD0WV5u7Av34rRDW3iaFJfaWtpm1T58MxD7vhiwrnJhKUL46t+9qrX6tFRPu3Lg/zENYQ
zTAZqhZ1djtTUC85tF34+1YvY8SnxmnjLssivhZtSOXclf00uh02ChjnEOflMcMURacyB+QvyxRV
j3IbaeuJ0X/jlOHC34Rs9qgYJULhpZiX90lGz+NUSNAwaYz7e8wCXjRtyU5mA3PB5zUI0SsjaXtX
F63cWXBJlm0XG+HkB20af+9DId40MdwGR2XE+NTNGv7UMQ3iXWYZyAQUKCv1FyX1b7DkwxuIuv+q
bMPYTGVMdMu9NLPhOonT08ekFesdAhqxdxOtnPbGHGch9lj42t0JTC1yVFZqfs6NIhGdMshxx1Dw
2+mdaclLzVZraMp20AlF52C88irkPTGM+YSCB4eLWLCnoijcpBgmy2Ycn5c7oeugTcxTmKAjyuvh
smAOEPqW3GnoSoKwsyVN6GIHvKddM0nBEkst6uQLXPWz3w7KaglzB0594LdPXuSlkI9kqHT1o6FE
0a6q8n4taUkZO0moFyE7UFmSDBv19ZG2JlmHmIkRbtHrpJGqtSDUdgnpP3KaOVJSW1myYR2i9/Cy
obYiG5cBSXOhkc8Hs8ahlASmtKxcUxijN5W5VOeZTZr4wwJ24gSF0dylowTGmOuL2vlk9KpfNOvX
Xvzj1w3Yx4gXLgYHH+v/44pkflENaWiWj8NQNz4uaOwzfHPRNogtdcVbUno5EUxrMYzUzsYzqP6i
b/yEY7O34n+NZvMa5wbn/Ob0VTGDbXszHh4tLR3XJJrXXml06RrJmeYuodZvhDHFYtWUOYwzpXTG
Uk/OkZHPq79vTp8tPXBg+feACgrGlX718VkM4hRjD1ZOj3M+di+GNJow5rpIS1HUmUnmhJXG/GiS
K/l5ERcao9BIyYo1ZHnAay3rzrkyGI6Yztm/v6T/ZWr+FzzXP76ka5zUh7ynU9z9eI2b4r/jcNoP
lM3rH/03ZVOgCP4XM3SoPnB1qSkMquV/J5IIDOf+BS2T5XyVpHOucfD9D2lTVv5Fv6UzL+CkZRB/
ndb8X9KmBqHz6s3OH2KmwXjlP+Bsfqww8UAlKQVghck09QPekTdvFuzlmoK9WI7aVArEufa22GA4
WkxwRTDV+Go+cVNgXq+HtujKNkVRgdjltqJt1HyKJSuSj3gpQfbGgNuTYxT27aAfl1H+LkpZifq+
S1ZCcMrzZ9pKat5a/mpJ3TS1V/PXqwvQ1R4O8buBJePHJVUuOWY4bVkeK4CLepEXOyhijCPzKdrV
7WubF8FKiSP8AFWghKbR3sN2vC8o11116rVjYbTnvqQhzJXxwSjbGBKnKl1kNVh3iVj6IduFWzdK
4w0dGvYuHOLN8iLrFflC8Vh+QTOAmf5hu+R+rgHNCMxNiUki8OZNAVNpdZRrUy0f8shhDto3WDXa
yg8SlG2Cg1V524trNduq6SYE4O3WWXuOMf04WdUm6dGFrjXB0X+VKO7splm11WtreovsNcjjUof7
raFWEV5E7P0+iQkTdxh1M2Al5CBUXc0LN3rtKoYTUrxYdhMyJ7f1wpd/ailQn68T4XccE8j86+ib
9B2e4mysYij+80HF5KDelJkz31nFk45gWCl/FNJW19e9sYG+pBVusIbeaFQYrrjWgGBxJdHjmSul
8fPI7Xus4FxjdCfNz3DD4gxUnQidU+xWl/7UhL5u2tm5ejRelBdOujm0DVTxttjSvPl5+y01bStx
S9Bf8PT9gAf5GwFnqAgNW/pWnoVvlmmL5OHq/kQks+DN7Y+p8wbZLaPDojgd/DC7Dqgl3HxXucH3
WlxrFh669qzZab4CHdEkWz4kB2OjucY9KQSQx4JfLdQd6Gr46O/CN7417b7lrpI1SeY1/h8Pio1r
4EpdRasEqt8h/raEbjBjZbhJStu6G5/84GDt+x2msoatPZS7zs/207Ml2eqhKJwudAfILW/LaJvO
vG18bRNcMpUhgJ0iea4OLQOBaaWcBsGWsIZxMR1J76yXbCXsl5f8rTiY2iqvXBxfGCI58mp8x0Y4
OGf70bH21ibyRLflpHGq7/PG9Kcn2CIOrGSPe9ykrCmAHy9lqk6Edu5U78m7NdnJezFD7dkMpqNt
Gzv0yx1zYRbfckoOaunyQF+KlebEm7pzq8TpfclJf6YbDIOTlXUx98vKOgzeuLF+DcfsaJ3JdSAG
ITsuryzbxgupEfCdbez4JHnFuTgzeLF6d1IBRZwEawBAJkrl/5a+/e8x+F/Q1f92DB5eUUS/Ztk/
HoPXP/o/ygXpX9cMHYN2GvnC74Sb/87l0sV/Xad6nH74adHHU+b9Twqi+q/fMlROCkjOdJTUX/99
Bqr/uvobU2RfR+nURsTy/H+fgXQTDISo72AhiVyLiOKPRwHEgywf0Y9fmklsHKnG0lo074dRVxhr
1uYXxdxNp/n7asB2CMgY1OvGZ9A2HKdMqPKLEbepn5/lJbwb0dXDYTmUClMpPL/i9R9fyunfVfOf
Ood/uKYKQghwDWEd5vX11/+ANPIkiOSePOnLMBt3GGaVZI5Pq6qNPXEo2YjldAdx+AvE7GNp8fux
wrCjo6XyoZC/fayDjjizhPJ9kRdtWQ/dVelqfesEc5fFuvRFF023/OEA5HLUSUx4uOD1uX6ikoHZ
F5TCon6x7rTBN/F9wKor/SlONi7Qdpv8jHXNLornPsSI/S7pj2Z3pxRrzqcmcFBnyZ2zSK9QUJLA
7aOfZviT3mOqcXs4icOmG94VdYMJB3O/LvKz5EFt7/Rol5lOrXnx4Bg0VvnKbF+WjvIJs6ipceSH
vtm0kavuk3NJ1ILycy4f1OE+Ko5ZdLcYjHZXS7UyzVWgXRTDreSzqF6uY90WGnGND8VYnQEeV4xc
euYZq0leC/gPCdeh7cUMNgpJ0koV/t5jjTvraXnV6ci0DkfVbfyifkvf8GhMhdOi/ciE/BDDjcKQ
ty5PTJodFQcH8WU27zXztWZrn/EDKaqzXL/VSeq2WFBU8q8h+N4hPC8sfB/8VtkMJXxqKjelfg6W
c4DkMvLRxTP4ZojZaI4wP0O6tiXlmxDvmolTfLGzBX60tBOrbUUNcSpi+NC2LoBNhE5o+bwLYeU2
6U4NOMVfeuoQdRUKuFRsvozz+l0G/dFV/n5LrtMySBloWAA5P66EOgmbMB8t/TLGOVHkeqDaKla8
7oyumBchUH2zjZV9QQauPQv1Q9mRdf/3xfhpXbAYwDGo7vFEJNL6ZjHORtel6ayrl8587TCrcKhD
F0evRsuGnyh/AWf+09VgzbOtXZnSwHcfb1gT5K4vl4bQj956DKKK0C29hyI3JPsJ6swXV/u00dB3
gx5fA6RY9wBpH68WjMYg9MqUPUzQmG1lql21Mx6NKtjAUN/pVvw4N0XyBTL0m0P74UvlqowbSEYC
HUH2dK2N/9je5iAEq0uN9KGZtZfOWEf5YD5aXYD+10xrT0pahtuRPnktfTwiOt7lKnqI8+Gsj3g5
0OQrWCKlpTehv9en5PL3L9y4PuMPn++aQYB0gjcOvjjUuI+fL5Y1IU/l0LovqoPRr/i2DcpGc63J
5Hc50EZUcT2na8mfYCTD1XEHw44qT/iF0Q7cGrG3B2Cr+24Nb46K9dDspG290bbGCu1YD8GxdqyD
3nOPDr8Ruzb+nDS6VEKSo2OqkdnCVveRRKtkOtjCT2Hfbss1YgT92L6F99FW3jXfs23oR6vAqz3Z
gMhuk6qIM0lw0V7+/jRubSZEqEk8DdwVwIRwArs9AMOKWfJcp9a9+TjOjvIjrB1wtZIl0DBFc4J3
WL+PdBfyKdvxICamq6JbNXgB2n1pN091QHyDU99Xh3GX/CrfuA+jsoev3qrfgrLP39r/+5w3rXET
iuO4DJF1n2yqvQr5xnSiTUPFWq6FdcE2+o5RjfKcHhc/OA/P0l2xn7e9hylvcEzlVRA5wSHaWOuQ
4vmibMCH5tiPy7XVe1jaMCvKCJ2N3CXdJ6pjTo+AaQWzDXxL8GgiR0FzB9NOPVpQOIu7YDOepPN0
mQW7M+wq5zfS8Nhx5Nb9irYHqaQ67RbNb+kKytMcvIrlS9cxmHeUxlafs2Ngl766rlbJuTqUd6QY
lvfNgT7b//v3+zu77fa5QTlGWQ6V/yqi/vi2pyg38iAazPv4SdxKd9JmuUv27TE/Wra2Fr6pT62d
n/uatxW3NyxtbIKkl9YZLF+QnATZyPd88jJGxaXTTptmPNGPZhBGiTxrcdaws4bezzNif9FWUe3h
R2ziOtW7dAim5qDF6QunVj2Qznaf7LTULb5z7himJ0TbumLR+dn3+l7Y9hvzW/Jd/yYdwPV94cTB
o2AudabhITJoZPO470VbU8kq3ESay3qoy7WiukLpC8kKhY81eFnqiR2Yq50c/v4Uf9PnPj9FqhYI
SwrEh5uDak6ocXJqnvvgEBzip36rbKLHwKncbI/fjzh5gmiXpR8hVyocK7fzg77p/WxX7OJV7Vrn
cjN5sq/6YkFwJMZj2aFc//0jkkVws6/BYgWEAnGwcG0GS7nZdwlineolqOdzZq7ifFVK28SyzcbX
WY9hJrP/71I8VFos8MNNGG6reJMZZ304J8VGtLb6uGurF9V6NLtt23pGeNBmB6xkDq5pZvWPyvRD
SGYIYt/nuyhwhcZWzgXiKWx6aHJ/ppgWvIan6l3W8Rd7DOdns7mDNcWvK41DwkqCieLomL2nGc4I
kiP5TenG8v1C7kTtzuO2TI5K7jWZG8SrLPLjcN0ZBbVN5EgsO0u5y8rtID4aueTMyXFJD1W9ikh5
Zjdu7/AvsBd4S3hp9ORX4LmnY9iFQWvtDv0vPnzdrQwyePGyt/u3VrIV/T7td4nsl+l5EFb6/DZT
K+rFulhaF0Ir5FAFrx3qEOCDTOUW+TBq2fBIqQQx5MltgT1S0Rxe0QJ6Fiw9ZNWhrbk4aZEnI9mN
sc+nixGdhv7QmuihzKfYeJCLiawgntZXro63xYVG3iEFPkudgTgt1M1SD3K51Res2y6FSrLROCUb
WIqKVwcy9vy18cXJ8elqhKcQHA5rDYEBesCb4kLMExWNRtpcYC3+bBGr2EoKwCDWEC2jSv5i+HzL
ryBFh1aVeRyw6FX0KF7nkn9UFYg99BYzkPA+0fPa7qWaZLqi+MHU+Frnb6NEFZ3Y2BTDoOzDuobj
cTWOCpu1VZF3g0PEF3XjP3wgYFNMQvlQUKJh0Hz8QMKYqLEYTeJFMoNvzRhpPoWjHRn6PlT6DGe1
YNUpHKpCfrZS4RjXxlnTS6ZhoXg25i+da25rPSo8DnIEeFRdpBvdssDZm6YwF+XlEjTjSl0w4FPH
ztbr2ofzLLjM2gKbR/wfzrz5WqAoGBzLKNMwG8Cy4MPXwiQEKTxugpc+rlpPTFvRGSSIlFPFm/f3
He7zHTIIxkodfPzaNP/mCv/xBghhpkbguP2lg6Vql4GHEVBra0sU0Vl+V5REd1NJ/eL8pFS+3VaR
2Vp4bZPTzL7/SVg4NXKlMP2SL2m6LU0nTzaR+tPKFIdcjSXDA3ndW0cjfC3ywVageyUQMhTxaIoH
zbqG2rxo9YPaXYLqCT+9adoV0/1cPc0tXnu8JdN9BITXvcX6Tu32VMtpsUuXtTmvi/owL+sKOFD1
ElBxSWntWM2d59xAkjw4ycao1ykubWpLh2feLY0XL+sGC8DqbMSs+lPRHzR9nYsvhGtyBgvHelmr
8yEV3kt6jkXWnFaOSS7wDY5e9VkPL72Fj8pTbdAJrQ0+iHkHd1pWfmTlkzZ75XRs8bXT15xxg3HO
xI2l7ZrclYp3CyFV0+514hQNbho/62wlxgPmiVt2/kXwLOEbprbycpSjCx22obsB94SYOxW2svor
6Ffa8CqVx0I5x/VDRnurd5CqV6hi3GHeJDwrgYO2wZxvD93XxdjCa1AAKRoYuN//iErBMYtXSeKZ
at9b2G5AxpW+YtqM/3bZnouZZmfdxPhtbyrTk9UN/bNuPAz9Q8RvjVP8CZX7dnYm86nHbkLxZGUN
RhEHNM7XvbqtPCXZjdoXVsOfTm3Ksms6DOw2HChYTx8XEOlXWE1rgXqJ4jCjYddBZysTa9JSqYCs
hcaJJTjff19Kn6pphkxQ6wzC9iDsXG1wP141WsKxnwpRuSz6z2Kw82ZxysUTa4KTy11av7fCUUxt
deIwDc9Ktw2VbVCspOCg1k9d7rOhtNOLYPqZccing5wfY1nElueM91etnWfpexA6qmpX4AkUjc12
zDwSnhqMH5NTqyaukvBk521d+ighhq1s7EmGVB6p6pZTAGxtna2h967x2oqL3HVQfDlAc+i05nYZ
CnxKt4W4ndpfYeGrmgfjlIQyfSXy7MStdR7Sw3FhUDXeRclzCe4PLcauY9jU/X5RzxW0Z6N5MpRt
ODhxc5cpvoGxR/zFFAhG7qet4zoBUnSFZhhG6K0tvtnWVTgXCuGByjaFkNDYwz7baKfAy5zxfYAx
e1hgtj+rBgoDYpeQo9s43MFfP4vL9hr952N050zGoYr2mfp2/ZcwiW3YRYFODo2bFfZSuXCwiFG2
qNjv52O5bBPjEBWHuxKsLUUWSbyaqm4w0rOV+dc0dF6qPGMNbBslP+3LaZNLla8MmNR+t+LXOTlY
YD6WE5Qr8lGj2JOntfBWnaT2gKkRGWThgDnpUzA/Dv3gmGFty/NrqJ4VeOpae1CXlaDfVYqtUAeI
Uu7kRDBUzd08v5r93ipFGqaLEDPZxC7FLWsn6C6iAGZXOkK/LUwZnYwbavawuNhPRIqdhw+tVnpB
/4bHp5sI12zEB/GqAMVjg36wT9cix0BDcCJsdnp4QhdDp8Z1QDfc+Una9/KBVAh5hPN6VONL8zq6
oXQa8f1fetsUDtit40V5RxxgkIxuPKy05qfC3hYd5H5ax7iTB6O2L5pTqz1JYbBO4avI1V3dea8a
sxutfysnbd938SZikmRONcE4b4nk5sYvkUkbKc4Yoka+VK6KBg+22je6H1LsGHnAvu5DBLq2QkGz
mhnw6Q17ZjrbgvqQV9tg3kypW/Xgen1/CjH+z/W3KvupKQ+y3QyuMK20dNXH1MzrZHZDk7OAMt8v
TfuRL3NVfH+S34TKj5ZVHvhIqpOL8NiLrvSTUZtJ81L7yuhZpWOlXjMdUpJ/Yns4d0cI6+aEfN9t
XQ6abBVt5sQPjFVJomWZe3W6nTO3euzSHbCqD8l18RjqYJWqhBvR3VfZikzN0CHTL2wPce9Fhq+v
Lbf12B+iF6xGy+/hzvLLY/oqnBhNkWozXCav34zrHnT4rgdL1TcGuMsl+o4WcxJscV3fY3wwnGeV
s4yRVLVLvhHXFzjzGTKk+q34oue7tQRhK0YEKmNxQRIffPdbwklJLZ+nViFfkiYxkYlXoj3Vg0OD
GNlwU/ELliwvEQvIHwa4Vki+rVVauwxyrx3X+jFSpcdWMPatmH5xZlxr3T+70St+iKCTmEDUZUQV
3JSeVt3ksRDAv0yirMdmWIbSXAzxfzga4Src9NXHCj4cqt6bMwIdUlCbySxekpiqotL6JzEST6o4
0OQvr524nMbE+mLPhEr6+d6QlGFrRpQZzIRbJgAhKoKcJLN0yaFOL45ouLmI76kTo0YN/bpwwb8J
ONWldSEfE2EV8Z4uTxl7LCh8tSHEL3bf2H4qvDdKp892hnQJk9KZhBeDrLJpOMYae8Zujn71+mkZ
f0n5s9HuxOxt6E91ciqTp2J4X0zfxDsicaTGMRYk+jaThjRxe82h5pRA4W2j9nkHksjHIrXB6Wfy
SiqpZBs3m8Jw4QTKvZPFDitmjNl5bSYPUbY1gZV9zVHXRB3e92sKkXPr0Uw64IUu0NUKQw+n9ga/
9cKjeQ6+l+/BY/pePZdMcssdcxR+H1Mjv/Z0b3hJv+Vv0ku9kzby9/ks8LN2QsiDMt4UGaPYEF35
UYTrRfLT5TII67nYKMZ+Gs/FylTWVf42pD/m/DDJO3HwcbQSk7tuxDGqsCWmX3G1HrT7pN6L5TOB
wPWeBY4Je1xjB7izAHHCTRavC8W30tU0wSChvbHFweF/h4v4UL+kUCZfZmBunCfBOyV2NrZAG/Nu
4yV++3tVQ6P7+eWB8oGRxBUB+dyNzB3WBmbWL5dIcpV6PenrJNmrqi9BlbQ8ikr+u6q7crxhBGcT
ZsKLrX63ardRvaF6KIy3vsQeeW8uh47CerZVrGFju4o8BAcahi+0b3huV057yV6E5yp3yiMulw5g
KJugjvONN0puknvyXXA/P+uZgwyBJFHtrD4PT9J7dCmemJEr53BfrflA2/oQ+Sl/gfU9gzGBcGMf
3PW+4fEZN8VT9ao9DavSxyhf0Jz0nu3+nWm6wQvX2BIGBpLbY2jPB1xHd8Y6wz8GVqprrPVN1diN
9KDf6X61jb4XpQPXIPPaTfcOEsjBKdnti3bA0FE7KAfNsxzoRqt0pbvY0eyvmd2YdvqNRwcjvCLs
aFlQiYOyULPF+2AfPIgwNnh2P4mC3YQrVHpXbVli14dyOx6V9bDWf7bs1l7py2/yt2QHD0Q7F0Cf
DzVO+c+sKdTdyeKmqTfOW7RmleQtxVpkZjX8rIzzPGxm5T6qlpU27a3IT1qHX4tV+3oo4MF+EV+K
b0R4vuB41vOVHPLHurb5YVQeP5rA1YW1XvqT5GAj35KQkzo1nEAuN66tdjcIO3M4lKMIWvfcztsR
DJP9/Y3865WZO90Cau/h502KwXBOO0d6HH9qv4YD4Z6xaTf8TaadM6NMPRAkgXBS3UFhGQx+la5a
bSV3xzQjUNY3VJffXKa44tvRr0i1cf7WEzzuXROaYu8H2jawXPx/cPLRJD9QNpLkm+U2Gs8pEGu4
1vt3NaaeulcYEQ/ruF616qEMHKW9G2lNEq/rXP5jj/k92pfS7Ua2Olz+nTRwALYZImIJZzG+YxL5
RRfxGQKBPHad9MB6Q1zyiQipagQqGUG+XPLegLU0ssKDmGTUdGDeEaXGtksvUrPX5f5UlB4G9bIr
8I+TixoQr5J+cWJ/QqT4OBwbylWExXztdpQHu2sqxz6SLhiAFNbsiVrFhLVkrDGZX5xTjPo+bTWY
61IZWNbV9OgTGiFmgTIQkbBcJjdf19v+OO3HJ9lLfMsbTywN2GuL5OTRtp8eqtRpZE8CIn6UTyo5
tLZ5AiVPhhOpQvjLmAL9CJ2wT3hWWzh46ZlQgH8sj7NoO9orllWKZuuoOw07K12wzJZ3+yQbXt7d
Za0zDkR6XA+oPvGm0m1oyzpbPCXv14V+N7/0wxoNeqge58FDQSWe5lO1k1+adbjJ9523bMNVDJ0n
XQlet5tPqpuuwFa/8fvu2N6fitdxXx1lf2RfUo4qnJ7kaPBKBm6beBpMvWaLCVyXHpbuNKWHXOVz
uOppShwQX7W+boeBwvjLE4yzxJEDmR3pJX4PJ+HxujcexBMfP/xeUoY/iifma+Kz8i6wR2Y7cGIj
tIOXZXGZw9AQscfoJ+Wiu7pbOpKt+cue+tZXbc5brHGX9wYeo2ULj8UbaZRV6/B5CXph3Zl2/YsH
fd1q1stWf44uLRHPDwR9lgzkqjMU+egXem5OTeundcIaQ5UcEoj57+3bwKbFKIlcOdnu30uvONR3
8TOwydY84ne41i/Jr5Dzedw2++xB+zFv5UP6ZikAx9DbAIX5WZi2yaNCcqTlqjCpmByhTFGuS3XR
99lwboOd2R5Hkhj8tNzCB5+n/TSc++4Uq4dQ9ePGx7SGRNZK8mOTTYftwc2EldWuLOKR+jVecHHk
j4YDiqEic/4OYK23bNxu3jpawttip98wt7syCwRb9+buVPUHbOXn3pdnyJKY4zgREUzcd7EX+kPW
IWYPnJT4hfipCgmVto0vcN1/WLNXlZPFmY2oiNxeltkfoJ7ZK4YVTN1yIRK3uhOUuNgNuXSN9phU
r+60+T/eI6CvXzmmYB9kDd0Op6/yyGQchfQSACg7SO3ZMZt6W4rpz9kkSO3vFcmtB+vVdRVMFcYw
CTLiVTr18fasBJvvPjLTS9IGFVrK/E2Ti/6kXBM/5u6HKLFhznRJUVd6FsQHI8LlLisKjlSd46rL
ZbCnllH9LKy6AalbZaEQtML2x98/6O3XwJMHDbqi61gUITe7QddrUmKSLsnjS7VYJaOdntdU1zuX
ZseBCNxv/n65W1UXuiFcknFEwrwQGgQ61o/PJa2sfKlIdL+Y8TLusnreT0lg+mkbkYSEDrXGN8Wb
EyX2ZnNh0BKZhg80TFqemjW7oaFn5H4aW0hg+JKj3QPrVca+itMvzrjfxkx/9lpEL8CfgEXBqcKz
0W6eDHkZdZA2ynIvf4fFK0h2NtjZg3CnrrT7YGVuc688My+N7sNt+Uv5xlbPUDT+jsoT7iz1ShP7
enJSEehTgBXsJp7UH3MAl9gXYqIoXUoSjTgZoB8p5vy/79WjOqytS57sQmlHPJFW76jy6sxJGhu+
pqL5BIQMi6eZgx1lG6nz+4Yiwmf0CY9WUN06PxQy4O1ZCC4j5X7ixWglflct847/qwh2/FZ68xli
a23YA8yD9spCHeC4MkShXKKW4zz6hmAlg2NlODGychJQKAI1pxq/eMS/SS+3jxhjb8Y6/APafrMH
YLBvAL9m4v1SNfuiz1Ooy5PmZBEHZSVMqOhK/XUoOD+rlOoqF+9UKXjHBbTcMBQ5/f3VvMXs0DLh
ESDi3Yw3ASrWG54BrXCks2SLeyx1iAsNsztVHYdVEP+Q5J6q9XEeynUyTl/52N7iwL+vi9iNzQm7
U+t3a/PHRlgoVY5TB8F2gyX4OCRloEjYfuBCZecknwBm6a3391v9tOi5VbS6VG4gCagbbmAEQZW6
VlLq/B6nycFrjN2sEK2EVApuSp76//HFrgsJoT6ME9QGN2jCFE7Y1mkazzWpn+MId1XsKX6VUv84
Z/FXleltccZfD4gAtYFy8Hqs3FB8lFohyEoJx/tgSYHcipZaW2Zk8/db+n1YfHxxyfAAR2c0REjL
J5Z/oipTiznecG8eAN2AXu3pIUrIC7IxbxFyij7HpOmN12Z20lo3FD2NegdCa/HYx5uy2CXRRbDu
qmlXaV4SrErCY7XMzzTvmoHW4UHtjvVRaR6q1s1CV2pXk+Ba6hoDly72tWDXSZ5Bo2jtQtWbyUNa
1lbgWRojald6p51kaj1RKnVo+d34IX+QnowJ5jxxIE51pPbi17OndLDFEoK4J9VOSPVJGmPnlIwM
s2OpeF2Mhu6Ij/X4u4lfQkwDnAHqTe1jmhNibb3r8rUYrNJxhfR69ZWr8u3Uj6/yypdTIB/DBYOp
9/GkUEUBb5hM7O/FFB9Wfbhjxmcvljw5Q9c891p5FwHn//2L/cRLvNob4a2BAgd87YpFfbxoYURj
kaH9ukcAltAGTu6cG5GHGS7crqFVXVEhnbUfpjURbqFXl9VX4+XPt311kVCgaCN4w23runb/2A7E
cCF4U5uK+0xQn7IY99hGjQInqYva6xJZdpPyvTfK7Is7/7wlsAXDx5QpyCBfX4VOf1627ee0iYeq
uZ/1pt125kqAi6dFmpNLofAFvvgPT5mkaAVrAh3tlAHP7OPFhE7sg7Epudho3teitG4xymYk8B6N
p1IoKk7bPnMWixFSVpVfFIL/cHWYp1gxUn5QmuEL+fHqJed9VOBZdi8UosXMYnGx/TsovVa7Whwf
5v1YJwlDwPCJydzz31+wz48Z6xS8apGnIyZj6/14bVmNK+yBiwaNSYu+SaavEYnSbXoCTy0s0P5+
tc9HGlcDFsOz+crqvwWyrVFsoPhp7T3Uim4NkDV2mwmXXruX9ScityIHE7aZATPSm79f+RMXFAr4
1aThOgSTr3Jq+eONRtyNIVRMwPJ8huTWiA8RfOiiv+87YVc0CqtYZiQ9dYZgWxwIDgxR01PjjW6F
UDCrTPS7RfT/D3tnuhs3lmXrV0nk70uB89DoaqBDCg0eZUkO2/mH8CCTDM7z8PT3OzHYwZDSUWne
BniBZhaqKh2yGGfaZw9rr2W1unlfUmc/8fWezAzpfVpJue0p7NPrfXTZr7NIAozryXd9XkEe0fXf
/SYvL800KxdqSHUfZ8ACuk4p0wk7LHNFEJ37H6pApdilx/olZJp0vpq4e5l2B3llvSxiEG/Z+sRX
fbJjgKs6OOe0KULMS+fieCKbZGjNLjGzeycDvz2UVEycLEemRQ2/IqlWnVi4JxeowGTTyc8GVSCV
2xB+Hpgfp6zRFPSs9L63Og1IObiVyK2jE2fQEJ7d6AKFq1no7NKDiD4RSzEeVWsUWlqqUXCfA1aj
U8xRP2lKd1ei7OLnQfrK1EGref1AEVjPkWo1+B6OFGmvYRx860KLf5u6TnjpDsB7kIR60Zhh+yYz
Au1lqJBTMIePiBRS2i3W5lvHp+e6HmrlclC/2gB5Jd/94ni+dMPXIFtKUliNujfQgpPtThxkd4oe
tIGMo1Lp0gspdNM7J6YVXUM5AwIA/SqzZLoOyY66ld28G6xl5KrOHbCC3qjSWyuv+jdVcMI9fRo5
MWXAEOmP4Xricjq20AFEOXUZre+HKl6fe/DnnjdynsL3oKTn8kDKL1hX7ou6Dm8x5g80/7SLCg4m
uZJfh6q71Dq9+YAG1vlQkAcoVKe4RNHmFBv3hoHqeGUJ64DT4IfRMnt08HM18WrHToJ7o5WCK61t
tLdKRU+r11QqBHNsp9pNQRNkyYICOdDTqr4uc58NDdvfeUEi4NZLPsVZFL8YnOBVbDXVTajXVwEE
Ra90yXuJ5Jx6/Wtz8OTOZQvSCUAzKnAMuC2OgnWtTgrJN9pGILoc2hmLxStqawtPBrpuOyhSR3Z3
ijr3uXdiIIW/QVM5RvLoBKgGCF27Ke7UdfV1iMrH2I8+RG54E9sulyB1L0k+xdODqveTc4e/z8sE
ls4RFmX81lDTCtWMqu4uCS605LWp36NeQmfOCp1Kr6ihgP1oxK/pQ6oQfTTB7IDNDODyd4hRPRpE
82UQeAuPfp4e4mV6MgLEPTQitRJNSMuFQ3YAiqF+sSrgv18EbX6qvSxI+NH7ozZvGzUkIXa9ThZ9
fKd2bxrQPXBKuf1tFV1Y/TIJiTUJhFYlSipN9j5WvrT5sqR8Vxs3unPp+N+B/UY+mUGaMsmox/p7
M722PySwXiYfNe1lS6ONsgAlVd4a9hIC4kUL4Icyqbk063NnvV7U3XcpuwvJjtMZnHQ3ofVaN99a
xXuX/J35QUfTyg7fenzh4o5u/ia9zGip7MjEvumzi95eSJ+wuhS8Ajo5rUtLwEz5VcswobmC6xwg
5JWyk2L62v2H95g+0zn29BZA0YdjpW40oCCbGa9bhA5vX5sqFlLTQE50JDfd4I0HrDZtm/Di18cB
G/zMNhEnAbIDWEzNY6bewIhjOcj19q7WL1v1HXLs7vAWvSA4xPJzo1waEYkC46Nlf3ay1yhRAsq7
96uPfv2i1D5p+qOiP3YtKa7s1sseI+m179LbvdTDD0N9BeatTl+6MjWY94r9vu8Rj11/8GBOq2pn
4bjmZUCZjJb3yqWiAagCwqFFG9649V3rv07VK8/+CI3gos++qTCrDBr5C1aorANBr7Wo8oz9/MFx
X/Q+Hb9087RILPYJeXUyKV1Z3TS+tNTa5Lw/bwHQ6W1N6qQlKUdiOUQirAEeQS3NSelnoMO36slJ
yjr4YLYOBIWS9qgY3wIJVlDl1vnYEUwV9NZKAPkTsgXexzyNrxq+ek8+u+BTlRam1pXJr65AxSxk
xHflktskpMDdfDL+onWgJRdfLNarBrBSdK7CAprdrcNvOsVjaCHJB9zYSGPA5Ox474LiU2reySBm
/I9wfzrmy9wh0qWhCKBbvEaHOl7oyLymV3X2CfgUMObuItJAT7Bj6yvJuLDBpZOJzm9sdTGsUu68
cxcJIeecPAt1tPq9+l257/wLKuCKDrgrfKXSqaCfW3xhf1ln76R3VAWbL9pLRKTJzwdXEMrpxbLF
IlQLHRgH+RrQazRmg+TjkpQhQPvSqivJWabekloQ3eJNe1GH9Amf5/6FifD2+jpKrhxiY/dFAIyx
/cspSUneqNZN3l+ui8tWdOPRwt1Jr9abP+76t1UBCJ3+uLL7IPs99bhPdfqpo44LChcOPmvVfqMj
nXIePeo0F1KgLdQHJ3zhRucJgtnVR8++iYa/rObzwM60aV6xcTdErbr2lyF2jH1CVdS5SusljJp2
9xI8PKaQ/yTNq0K6D0FGhTfEZJ36IowADryK6+U6e2MCFEnKL6GoJ3cQ190kyjudLy9l3xrlXRPd
u939mmJjaSxpFrGLG5MbHVn6xH+duG80BUWlKz9+oXtX7vpVWL9YRy9y6CQNukuuQUcmw1sleWmi
gatfxsZd336gkU9r3tfRZXxTp297+6rTL7PgoQhpDbxT6tuawr/7QeV4DN2N4Swd+xVA9ti4VpNr
hxIpMKgXJgXJ9ESiSRe3/dgboC2Ya06g4BTcvSfea1qlQdVD1UMBMABbGq2rhZVU/WWvyPdrBLRu
htxs3+pVriNR7L1KOjW4cB0XsVmZLEpeq+SFQyiAQhXEXI4yzMJqUB62zBgcQ+xSQlnUTvNgr5OH
yhX1WzWFuBYRCaSKOLSAtarY767yziMD02TyZVNyTUWOHJ4b/gen0pRFZsU5aNmGvhN7aeaVEGEG
7zmkV2EDNOvXxvVp+IlPRMehiAPhUTI26KMDD1vKjHKt+BJy367c3pp+c5FryQWEFc0CJjcu44Zm
Ftv70tVluZBlrz4VfT9ZE76A6A8UvY8i+j7Kuhq10liDYUT3BG/6Ky+7JRvQX2aV/j0ogQ5WFewj
UUFyuOi79jwJh280jVNzytjov54Lsfqj3SG+CVzpKuUfxwL0M77V2iGCLQpm1nu02D55xsDd3RNx
pbi6V6aKzC92/ddvfOqeilea6DEA4TcI/44CcPj2o3JQdVKfJaLBdpogsRFaX7XMsW9j3aNxolZv
zCKJwcOW7tLVi7dFpz5oXIYvcrsH0WfG7z214K/ZfYELlDTnVREuHPXR6ri06H7uTszSBtU1nibB
7413itMPJu3YpQ4GNwj7IA+BwbE/GiXxr5pOhq/DrWF6b4NqiQLRsFA9wiUTtO7aib3bCoiFR7mx
TlAn0j1Hueplub5CvX5h5GV6Htaecum5pXlpJKlzZVuiByZeA8Yoq/KqVDLzuk9BXfl+8LWHZeVV
D9lH26vyidHpT/aArtCSyZIYOm0cx8K7ZZ91bqoP4b1KU8WiteFzlNfXJ1b9iT+jjV9ytOpoSYQq
rIkAaUoo2oLBii8D+KfB0fBfuk3HH6rQl6YZkYqNzGBpls7HvH6bdFF2ubbk4jIi4lZa9S306smi
bYB8UXU6l4EyXAzrHpwrKF+3o3cphswQ7L59nekebQmZZF06F6yudvnrISlPT7FIpqtksWwNJcNN
hH1gRrLANn3DH6Q7swLYlFo+ujVyQ3LA9tobPyNoMfELau+V0Yn0rucVtNXaJgCt1j6xhEekNzaH
SVQuTMCSooRBlDo+x5Wju4hwpdJdnUdXRqU1V3nFLEqDfoMIFE0KatZfDqDy9NA4VyFvf+sEFU4C
fRJLZD6ihRFTaVlbp4CMz34xtDDBDnLcNUgqxl8sydpkDWe4dJc7/QAVS3unwduCfxBdYNto/k2q
T03tXnQuaxj70kuZPMI5tOfAUqWuRM7av0/j7uOv1+4ZI0QUL7SzVdaNYP4o9ivqJlj3XubdR66d
vBmIZ02tvnIju305JC6iCE5xkYW2d95BK3yu81PnZpmZLw1DWa6ll136SqNKqsuJdO2VVYyvYH5P
HL+/zNHkPu/oi9h84f/lVfmTSPhg7Z7Qi91/DpLqj+vH6DH5/H/++O/y62NSBmnyx+fk2x8PRVBW
n5M/vn3+47xO/M+H1GObX7ujHtPPYD2n9kU4BUQJVldO8p56bEOgQvhPtgT5pQ0fy556zDqjHkoD
0lZTUqXo/oN2RdLlM4MkPQEhKhOwZ/0T1pUjfwQsE8yXogoIZTm0K4C5xmdk6KACi1P/hRz6TXRZ
wuqtRhcJ/aTJdZEoTfyeyl6WfvFCvaOJ1Je0AtdfqXGz1qrlg9M/mOBnIt0jw0a1h75CzgUpY5pU
RB5p/H3QuOhD26G/NPJFc4ad1/juzTqLC2SetT4NvkpNaUP+kcKeCVyhHAwHusdy0CRSYFbqJtKy
MxFXAJ/knEKtHCVQkKKE7w23Taj3yCSMjuUiPSeGWrMB7p9SjAEtD/tjjvNfWX501ePoSkBsfCo2
IHsFEAWjY0R2frtOos65hEhaQKE8z5ZPoGmOInbgCYLZAEQa+WyZW+G4HU+l8plIZvCiSIwo7ZeD
XOvdKyl0aorHeRtBVUITjjoQyNZymOQrrJ/e3ISKE1hokjZr14QOq5X6AZSlk+QCLduX64dYiawP
eKRR11yExToAj100Rg22yFV6Odp6Z/8DdgZ6Z/7zn+I3f02zvggAymyoh37+298qV4/+Uvlfm19C
FkYc/tG/LJOK0ORd/Vj0d49lHW1fsPvJf/fDHVvhQ589/uvPrylaFOK3eRiRkb0Q3fl/r0f9kCbe
2L6In99TG1raGXlhGIVwA2jFFGJDe/tiOWcAIx1QVtRhSMfiF+3ti2KciZ+24TdExlCw6P+0L6p+
BpO3YA6xyToJTsR/ZGHGLp4BhIaSJmgajrQAeRyXMKwwWBt+0BnvOzt1XpHmLW+cdSxdJGs6Dw22
1rUaysmDHmi0T6chtEh6onY3fUEPHD5NcVFXA0Q8vlIMJ4IxpuYgAOGbUX+AD5L+efwXuIyObF/c
ZbLnBVL13pX9gmw+mbzczJVbSvvhZSHpp8TZnsyEeB/LQUlMg03gOPTyGxAlQ+81770yqZdRS+dU
vC6VUyZ0XF3ZDksIc4q6HwbBOoq6fcRsFDfxm/eZBcw6kRxE5wrfliDDcNo7ux6g0Fjb1atYRZOm
ssrmXMqL+kTBQszdz6iFLyE4LdEpoLyLEBnbc2zHg3Ctl65jpyvJkPrrEjWoj31O95CNcuuHvpAr
kElxfavmqUwfD0DRgxPy3D3yZBIoXhFUCv0tIV51LK0i6UY5KPBlr5KKJk43BUxbq519q8mV8iY1
rOaiNhDM1fKye7Pu9I819u3EQjxZbrjW8O8MtB7p2gFsM56CpAqloYy8alWg1ArenFxGVVjmibeI
iRxPNG/h/OJ+W5ywYye369ZtrvhdtcpNrbhRgxCEvl8bV8Uacb0Tkyo8+fG7ULyl2ZtTDPAbQOV4
REPWtEqq9/2qV0rjwuvq9SW0cAoYDdt50aiG7y/SzAeGXUkfzZY+vgicxHUAy+gH13MRawzQJzzR
FDXOIoiNBtoHhCXs2ngPaLqNv5NO9mYd10W7MjXpr5raP00AyfW6M95B8Lbwg+xUWf3phOMpARMh
YMU+PtESVW2ofc0s6ldptwarQwf5hae2XJxxYJ3YxU9eha+BZ4bTAUE5ldKjHVTlRl9yoTerqKab
MA5oGB2cxqfprjylRTSOkZlGXkWYjOAWHV/gVoWtPAgokyxfZ77b1qtaSuLLznKkF25twiVZGMZd
2pvyUrEKayGl8an+/ucGSQSM+yugW4B9xm9eV7Wf6WHRrWJyiNdKVUsQaaTRpW70/vLXG/iJwWeQ
FPjogcaNE5wu41d1HsgPZ1C7lau7r6wy/Kg0KCt1VgDHYKl9+fXLnmxM4SjSQcc54aplUscvszLV
iprGrVdhl9GcStdhch6urfI66+Ps1RBI8cs6AYf8j9+qGGTuqBNzh8POMH5rMQwh+RpfXg1h7H4J
W6gygoJKbKBK11JdIkLWS9r3X79TTNvILOBgkLwBLYsuAXmqowuHb6E36GrLq8ajs9pp3fB84Bdc
/+O3qCCUgUbhUdDodZS4TJqWIKtyh5VZ+s7SN8pqYaMnevnrtxy1f24OAvNmoOIkAGh4LuMJdPtU
azKjMVfrzH4NKf0i82ipq7LbKKBzuVgqGuRmBly113606mSPVtAeIsee7mPch27166/zzOEQngJp
HkE38kRKED2nTIrS2FzZoHBLYM5D2l2oQ/I7oxZoRgIbZJ7g2xiPug8tWLYogq1g1QARgVKQ9jJ4
bd+3+lID67BQb/Kv0Jx53+gjcE9hYJ8b5OHLj05KqlhCv6w0V4nzWq9fWdYbzz/RuPP0FcTQJNoA
I0HcAtJ9PL4G4nY5ktbVB62ToyvEU+JLVAObxToywn+8T9mkHHz8SrDo/L/xq6Q21nU/rJ1V3prt
MlQJY8H0n1JjFC7/0aFDXlQh3GNn4MHrR/eegoRhQJbfWdl2k4YgwtPqEbEBgOPumsrlhZtSH12Y
6ZDDwhDFV1lV+d/zJKJI5ynd2jpHzUb/JNexQ4bONf3wAthB8g0ROMgpk0oBfu/qfk4Wyg6D6so3
IsulhTNEq8/Wqv6lnuXNLcg1oOk2HQMg6mAObmspla+9IGevlLrg/tPgbvtup+QYThi6p0aH8Ws4
mTR8UkHYNKkdXFgGWtFkvFtrlZRRusxiV6NGUbYnbownbiw1cGy38NsJZMBkjhczgTW+UO3SWfUu
tjN0FVgz3Cq11BeqE5BpzfW+elW3NEWv3VCwHJZR/I8gYMIgUTkTCRF8G7CDx1HKQPBedoHkrQxE
/246CkMXqhyG11KbJsvQp/L4a5PzdGIhbyTFocpcx6TlzfGQycbnsVJU4QoO+vDCGiBYMtHVPLF8
TyeWt/DrUV0Bmgg57fgtaqe43Votw5XPTQ2mRMuMy3WfQ7PQNsZt4jXFSy8hG6rlwEt6z8tOGIRn
3y/CUlA/hMDHdTg4KvVosJJwhRh58Carmk9STvdEkOLkmLEEgVjXwWShpdJH4EmnClFHiSSxqAwf
oK9JXho2reN29y5qbcn3zfUqoje0hVyW67V4aXlyvuy0PntY+x58Fj0FYDqlENnNh+g6R4bvxN56
Zq0pzUKWBdaP3NamgHtwiFQ3041MYhXo1RmuuqAC/1in5dU/3lFouVHsFMwKItE4Xut28Jw8R7Nj
leZVvCyjrnuRyetTVGHPjgV7iyQLEtv0cozfErVIzRh2GK7MinadtvVhTY+tcpuk+lsozqYlauzs
CF8OAQVZ3qYCx6+p3aZym0Zer3optCH5TMvXklHQV+2VxnkdxLcD5Rd14fS68yFtc/91FDvxexNu
66+yA+Fv6rrdUksg2LS65ruF8jhck60FpEVCFui7Ekrqld5pA3wnJJOWURDCa+TSFOw2CuCWX6/M
M6eAwQD7FqMR4fp4MGrnUalw6/UqHqjd1BZnvXNJtpSSAgyiV/VzyU2/oK/3Lmv6Uxi4o1zv5hDQ
bgN1GY4jq3YcuqUxnWAI78K8EBXGkrkDvyNlyk0h09wUZsr6qtc667rNa/kyN1rjTdq4/V3nysGl
F7r+b5wF+vZEvYgMNGrK47kwyfw4bZysV04kWzelHKT0PujJibMgfsuT7YNvsHkPKbYjX7lxrK5A
5jVYDXYbnrthB+Gh48U3QRwPN0NqdCfe98wkC5plppgTSMr52G2mNlawXYty5bTNp8yCRyD1VWPR
KmZ/M3Sa+VGpmo+NDsNXk7brG6WW6YeXm/KlVqThidv0qNogCDSpdJCmhpxYgFlF1vEwykQfDQhI
n1QrD5nxHBaXqnxBoBQvPaf0r9j15QcmLrk0PR2wVeYLEH4un9j0R/3r22/BXU7tg+wM8e7RSucS
6xxqViVSBjZcIXn1AffUu2lloD6tTCNfnND2oBdxctkbYfSlqrX+wZXUx8SJb9O+uuuNwjmRMNuU
SQ92BneByGWQxRfEYPgbxw5d2toJ6M/mo8Vt/8qrs/VHsywBFbp0rsH7Y9kwzZUFAO0FcEDjtWdH
+Ucz73WEr9YDjEN9pEVv8qR2//KVSnAjWZHx2rR8rVw0Ld0rsAhFJhhmr1EeYr0Dxij1fvq2MocI
9CaYmI+wI9fdYqja5CF3UgBhkmZEt2VbKu9It4FSCsDEP6hlpnX0I+YQcxWpl//lBZH/Fb4t/SGK
0zWN4kMJXK4jTAPslg1gflTDze+aVkr+ShAqXvW2A2uuUadQjeiaS7kE7J7/WZWrAWShHzov085M
XtMj4n1tYi3hVoLs5os2wNyeKr72jb4BOqrXYax+0Ro7gI3I7PQviuPl7/RBhgUzQxidEnMm48wO
7CXI4zT/a+ZYMVQeLc65ZtQCUeQ4xYNUpqD84nXmDICCBvjmUj9bf5KTvXDt/0CF4232mNxXxeNj
9fpzdlzomGMJw+AQ/X0J4wPqFEG5KZxe1lWdfB6VP8Tf/VHOMCk+iFgNUDQ5KeEY/Shn2GdISIsS
h0hy/qhkaGfcxpRXCe2wcaroWdiLNCn6mWhAQaKCfgaTSqXyjyoZT4JIzpnFKUWHl9P6xJR6rVUH
gSJX79f1mg1eaHH0pksCSz43cMuvRMPNYt15XrhEMLf5QukSGllbLkELaSjmuXmVv4k6Lb6jeDZc
lVjmE/b1yeVCroBCIF8OtTS6x8QADty5FnyKXBCNvc/X9PjTuPoCogkbKFCc6zcH63e7tUuHYhZP
vC3xKhIT5AwIq1mv8auqxmrB1QzV+17q4VtqC2/pyf76RHJ3k70+MIq0LwnFLllklSj9PmFbbYEH
SgUQvhWXU32lmOAEY9rEOsoG57QE5PSo1HQmV5UbPihRb78Zcul1WEQvC9+FO0PxEm60cFjCj2vc
xzYzLilOeLHu+/DScu9Ci/aSkPLy9dojUZyVvnuFdJ8BqzT6Rr+esaOmKNwdxsK2AYAG96IIO8ZT
1ru6VvRx6a8sS/K/WXWi3eKklueOKm68IHNA6CovOh2iz1rvs6smGs69PpQv4sqglwVOnAj5bbqo
Hgy9WS/R5Qu2i/q/9ulPBGoOVusZpEecHtkkfv6HTVLOSPMjHqeK1DHMNwc2ST2DBFmGCJesJBnl
kV3SddLNlFfxMGg55AQd2CVMCKGKjvtLPynsn/9AOWeT6hkdEgMpG0UIs/MlCJePMuj0sw8FQpna
QxbkufSJZhbnbYBObgFVkUuZP2qoOg1u8jlpwoyW3zg3Lguao+hzc4fsWxa4EF1VhrFIVb+Xz205
L6JzW+FvQJavhoJdWc5bWPOzBBIfy4GjrG3jYVFGpnmrc2UiVSBrZXjuhb1qXazVPr1fD9JfCODC
iJOobfpFJqDpBbkpGRratqQ70i2DLzJMTbxQo6bPlrVs+N9iM7NxThNwDBCHF/CxxVWU3QaaHl/m
VdsgLa02XX3Cbj4xZrj7dALiJZNgoRX/KHQsWNiAAEh5iOTAhR23Ls7jWG8uDrbUMybziXXmLXT5
yyTlRB+HxjY6tM5REVV1ngU4XwgGLxM/LS47rawvJVoxl1oTn9IAeGZfMBQqsIIbGv9MQI8OX1ir
cTJo9IA+mHLWk05Jm0+dZkva5Rrn/3vIhRqCx1s7Vzmmm1VWrDZelFpG802XkvjNKneNXEWif40T
uXp05dRBYwb+Beu8slqaubw+1e/1QIhfqpnev6+t3qAjTwOnswwyULRJ3xblkhwj3Tdcz2GKhK7S
m4uwbofq3M+sxFzQTrl+WyoldGy6lvXwsyHdIDl07F2YegZjkWvld+HQdp8lE8aCc6mstc9GYBbf
9ThcI1uhg+Be6FRa4sU/XDBRAIClBokaeCCZxPH8tXT5V3Vndg+Vl3x3BxTiJOZmUJ1rugKDy83L
/j+yvbuvKozjE3wLQJltikR8epuCi3uA7egIIfNv/dCvf9G/B5gRjdMjZ3PzjTZYnV/9gugzX7j+
BhRHQtpzo/tDaQ70OQ+XcQTOZvc5EBjYkWm4FTkJ3nQwNX83+F+P6ymE6Onv+dVXf9zM9c23f/25
/UJHi/EPhq6BFzIhVKBqwI3GQwx+MHLTPFMFNw8wsu3HXGnzmgBRkZu0+PqZzNAUU0TYByOXLPUM
w4w7qzM94sGAz2voojdg0tAN7QxYJXcCPTmbZzwFKrBTGlPI0Gjbj7kx5jUD4tKcNAOSIp+BvuIR
JYfD5WduRCeKLG/4yPjf2Q2evu+pozfO4KshfiURv33Gdk/R9TPBj0YwjVmY19LDeTxx9Jpyhl4F
3emgrbfPeAdY7AzKicRpu2d2c7C1SL9v/HXlTCw7cPL9EEczoDhn4s8JWJB7Fw+RxLw2gZBbmXT+
TRXVUvLuBF3bA3BkBRzzDI9ZAba4NQbzswKQ5kycA0kjarUEyF703I1soHkmg2wHzDPXDbB1Ryac
AMy/gzQD9fwfW/xgBnTrTIA1BaLyh32c1wlQRfph0hHQSbHC+ka8tbvlx5uApCktK+KG3BuJuRkB
UUCeNAOg3ykTk10W4JyD1ZccdocBmB44+I/dMbPlZ7EmjZ3IRxAJyUK/avuMpoAZAPgGdRMY180z
uytgeylPsgAbyhXyctsRjgMgPCBqoqKTAvymeLYTPqMIUDQUTtoChiy6y0g8omy1eY5mQCh+A1ql
5rl95jcDk28BCkNEwIBJd4eAXX5gBxSL8B8G2A1CeF7nXwAGJi2+JJ+Jky2IDreLf5wBUBRiBP4Q
N3G7/NvtNqMD8P/AAVJIgtCFA+fhbhJG6y9Zyhm0OGT1tdnlAJ4UWv9p7osLgPCOLMfudB+lviSb
DQKMmzqHSJPwzG4KRNvlpDOgmWcGOQ6Afzs3F4fi8PjL5MjwgIAmbV40o62Pcz5x7Ip5xtUv2i3G
Y1bZ8tTcNYF7mpfJe9Kk/U93vKTpxLUU7H9s6fGFJ5l8Tmc2ac9dNnh26y4oEidteZx+kdoQnF6j
dVfPaGPSyAjvDeHWt57RlhfwrWlD5zYHCQ/jzXjoBDpU4wCjabtUwOwuOhJVE8dORgfQBHoHxnjs
ItktIh2KxTsrP7s8/9RlV+1f5rpI9vOAXDm4Budl9wRd1qSNr3LNwTJCtn+3xuNrTnVEJMgtvy8G
zC7hPTXOB6XMEMFsgNf64cseXvRYBqBSUE3sfeHNjM/I+An4+aQ9QCgjmE2hkNpl/DFyBzMg2fYZ
VoCEsAnVo3i2m25GUyAoQKZNgUPBD+i6+sQGku0BWiaA0T92x7xMgNDEmDZ20t1gFyBSGa+7Ioss
nw63tPAH5jVowW4ybdAU97nScXJ3z3jskuGc0fQAVvSgDjSvKQAAPnEOdOcMjD2CR3vHbnz/UwqD
fRjIExwRm2d2aT6Btpm0CyhmQ0hGMZ+A5sDikeDUAcv9zH7PL96ZmuCXVOOMaEamkvnzXjuYAmL/
M9DLCm0oW8O33WwzsvlCDn3S4ltnHG9wDD+8O3bT4QyIQqfA4AmQ7ryO/u4b/X5+G68PxjGcmv2N
Ps5tkvwl8YmsFdwwm2d2sa7gOpu0+BKpDMhfoDcdr7okCJHwdADyzjW1iR7CxMEr1HZ1UKy0E20t
+9jpl2yDo0G7nejD3Dyzs3+ClmPS+nO46TQTmna7IR5PAYG/0PlBK3R7BGYX+wrOpklTYAJmQlwH
9p3dKR9n+7ggaL6G82pvH2d3A6hTnUDh44nWUpDd22fsBqiUOTknSJ3s9sjsHKBdIvb3LwKJ2I8G
e3Ss9k7e0TkQaU8CABprNrttRvc/yosTDwAAXgCegFyU3fKPrwJ4384QAWJydrHf/A7A5CoHNwG8
a4JUGft24PxwPQqFQ9odtoZ2RutuTY13DdIZQt6Lpd2u+xO7B4e2w6nfXw1z2/naVM9XVwGwCYSb
QMkcrDomHw5GQWE6uwt/Z39+39KJNJ9CRzfAxe2qc5oPhs6UwN1CyWuPeJmdrUePZ6K9A9YPokP0
Lo0PO3AWWIiEDMNcixw6+3SSrwNgB94/QRb88yo/WH1FZINEb/DuTpmRucMFmzh2iSoHpU1SWaK7
62DUHHeoP+HW32HGZzTq6Thu/Bb62Wim3fl2hLAHQ+coYAxQzNtXc2d3t4tk7KQtbwj/HVJBZQ9T
HS++2BM0nTrzwy/AIzRx6Gx44bnLP6Ab42vO1s7gyRPy6ztrMLsEz87r+v3bTqJ0yXUnGhKfNXgC
4QlToinwLdtnM+UzsgCTs9sCwEsWUxD6PXfhU/UGxI5y8EHRi/M2oxlQRKv4JBPg4OZR4zDQ8Nk+
43vfwgRQzAPEtvt4dr4+GPSJU8AYbTieLYi4tg9n/eAekATHOT3xP7PAs0t1Tt4FlHkEhhUxp91B
GF+FnBP0bUmEzfYqpNNm4i7QGSNpLl3/kcoZ7QJhKuBzpW1ie+JmZATIUE4cOxAmQMr0c4qg7nDr
iw82tG4AfbfP5k0zGvwOVvr71yBARlifbJEwPxy5qXDqbUHQs3MO+Xxetl946pNMPxENVO+WuOHG
YwfMgcIM5f75xfiC7WbaoHF5RVF/Q/B0sODa9qYj4bO76Wa33ubUe458HYBtJATGVzydzIjY4wLs
+9VnF+cAPZu46pLAsG2Bq+ObDQAD2RwxLbNz8AWz37StTg+WgjojdcrR+dZsrjI+wbptnbr5Lbgg
1p40dqAJ9CYxRDrUNs/Yp9Pw7OGpVeB9num9RkwycQoUG3QGpSkFkYLtM9oFgIJpXkFUBX68zZtm
dKlb29zy71/qcHMAyuJS3y8vk3lg7CVjC9sVmd7t1Mzu9AuVpUkngB59zrctMvWjsZPJBaxIW45Q
PBHP9kUzWn2BtJo0dBwbnVtc8D/+MHCHq48vD24JZ3d2rvxkZg4DZgaajiGFe9buCdYSNgW1vLma
fuLPqasvg1qjGM0mH218QdmCUDEpfCFHv3nmZvd2lvj37R69CqBVobncl6jGZ5+SLYsvWHt2E7Br
gZ/R4Yewder6iyoe/g2UzEfrb8BJRSFf3/U+zmjUOyP8+wuPT0d3DhSNYvoObB3teBgDFBjQT9s8
s7P2G5GYSeYeCDq8mmhN7Xf10bmnmG+iUm7v2ahm2Io/2eGxiNiFgBmdaNtn7PLTowNgETTbru9z
RlufrOLUA88GIJwnvhsPWrIJ+gSET6jibp7ZeXkYo4mDV+m8FLEcdZrtGMdGD6JQGArFydhhoWe0
8igrThy8xAKjkoS+zG6BxXQeWD8NADuuLgZ/ZxpmaP2mzgFUQ9CZo9v6fIcGNSyR2AWj+hPHi7Wd
0zbYtQ79/uXHHqeAQ5w7Wnw8ScFAQB5TKLrPa8yKYMyadOlx7qGRpy8TgaXNMx78BqIOdpu03vbj
+Zm+6f34Mr6NwKjt4VqEdOMdIIwfUw0L184fnt8+mHr5wcGGSBw1mn1Mgz05sICGALAC44eq48f1
MK+jYE5NdJDLgRhdCD3shjg+CRKJ/U31ds/HOUMXaHKzjoapE/3HhxfdwS4gG4r/L8R7ds/W+szo
EkDTa6JBpI4nYBoEeLsCztgRAu0idLYgJd7PAdtkXicBL27iHOia6Eg1UB392Yl8sA1Acm8L+Ps5
mF/i35x6L0rYfNGUtCXGPxg8fZzgWskJ73banDb/9PZ80GyIAPLsr4HRLSBZcNIK2LIAvG2ebdgx
qznYnsff9wJhY0K/lJ7FvwFwiAqvAPTPD8ChTO7REZTExPfgdzAhB5ueOaHKBQ/jzgucX+pjzxD9
++uuo+ckaOaRGN3u7XH6ByZ6xMDJ++6N3vyCgcl87AjL6EL/U9CaH64+FUAY2qCs2sV+8wsCdsR4
v7/6ZLZEiEd6Y5/yHk0B0TFdCwLKO9dCH4mribe+yP3Ctc6td7T8lLko7/70iObn9WlTiz1UOfF2
aNCkzL15xvbP0qkFcecJUaPNM7/DPzkJRp8CFS2wmQc0JIdGwCA9DsYZGoftFMzPCEwn4hT5bYaP
rN7Y6wflrxH8kiLZAwFm5/QLseRJmSBynAD4xxDtg/WXBFmBAQ89NBa7Z35zMDXwAd5FJw90FAcc
ZAdzABSGeABqRlH2F8/sAh9lci8DvTybRg4EG7djxNofTAHdHDuU+JycfkGlOGnzC+A6dzsL+1Np
4GDU6BA45P7wD7dzMsOFFxikqZMgkJ1UQVS4SbfPeOlhKab8qSGXvJ2FGe7+qVUQiSOO3jGTKXoh
D3YAhKX4xshl7tN/8xu8MdUJIuVhkuYm7sW9ORi7ZJIhB78uwp8fG2NmOa/JTduqUBrQZQ093fHg
CQwICaiLHpTE5zb4qdl/rDoITsFBfbTygpgCug5T/DO3634DQJ9k9dHVI2eC7voRMxPYRlDsCvb+
Zw54ZktuTHX3iGhBtglGsl1OZxz04fGKFgYkXOe27MpkQiZsuS0IF8nubi+yo3IfiGahOAVby/Y6
mZGng1869ZJX8XQMAXLZ+bBj/446vwpJL2mg2Xo6kyt9aGoLplXI5aFh3TzjaE/wswsyUmuHnZ/V
+k9cfq45wcEsGChG1xxCYwwYCBDS1JtnfuZ+8rkXMqsq1xw0sz9b0Q/8HAiqSHPRunrAUjYzsz8Z
4EeVWwXHJIjItus83gZ0p9LrIFKdu+M/v1yfvf1Kv5/qlTbJPplUPqRzm2d89dHaBuAHb5+Cx+wu
v+ndXEjKCYzjUfceFpGaNkJc+2d+8c1kFkKIlmnREzzMuxrO2OwLXD8+gTm/Thbizqlmf6e0aRPY
bp7x0A2o+eCvsZEbnt2Od6Z6PCR1RU2HsHZ8zk3ak4WyIBLLP+ZkZuZefONJEQ5ePKTbqvmjcDue
AqGuhMa0ASn77kjMr7Ah6AInzYG49jUF+mG6c38s9MG1LwHsF/LbKM/MzumBMGXq6Al2KFpg1fb5
i3G0I1lQczF0A6dw6xHMD9PhbK3S71/5wutBsBn+1WeDXeIB6Ht0IoLt/phjeneq10OrMvltjMET
2Qlye7ZIBewL3/Mr7O1UQH5//aGf2wjI/mzkHQU/dDsSDkPJuNdomJ3Xq09dfnQWuQZ09NT2+JUj
B1AQ0xD1cyHunOLZeQJ8r4m2EG4eB0MHDeEu+GGrH1wEpANN8K2Exz/Dw3k5BEiETJwCSJaho4HN
YC+0NZ4Ch+hAcJNaB6HR3KZgqi9M9ypQJtPc9HMcLD/gZ9kUXPV7mYb5nYDJtDWCfxW9BUHasb3s
x1UuskNQVMPgtU8Ozm8KJne8iC5Ogh3o6HczcOQPCfZefgBDOTtvEB9m4vGHpsawRFljPGhB4kG9
Q9Q9tw7S7NadTTlx6OA7kZdj9x9R0+L8wU2GTTTnCuqASnji2IEvmZb4Z0/hMi7zgX4gGwbmea+y
Pru6B+75xCkAwkyQC5vDPgPCfjow/giPbXWGwbdt3jSnpP/kvh4dvg4UlgD37WzeOOsr0e9BCgCd
9dniWybD20TbBpl/Iba1fcbrTyIEeW0L6PMMrf72OP5++CN6WWCkhMRpfO7JjFELgb3Jmi2uY5eQ
/P2x4/BAzIva4n6IrO/BuZcMsF0QWygWdDfbZ3bHfzIbP4lvxKfIA9LfuXnGx19sD1W2Z0xos2FZ
nJQEFDV/ujs2VnBz/o+OP4VBYC4/RMrmpzuKisjEG/CIwGsv8jCni26yzJLgJBR4Hu15hV1L9Lca
JoimXbJrfne96L2ZtNNxc0nxkOvZ53vHO51CEIaOBrbdNTi/XKe666z7fZsvKnkE+Ajr7EZJOHNo
8yHl3bS2khGbnbGf7ugK9JLmoCU2XnjuegDr2o/Kvjy7PC8F6Il7nyQ3YkvUsvbpq/EUcA+S2oCB
fU9Dz8czy25Nl1hGTxOMCxxeuwM+3vvwPBBOUuqhu3t/D85sCiZ3MZPHZWgQ+vwgsxgdfwOwKxxX
9g8Q0PwugcnRjhgj4S6Yjq3DJzANhxYQVK+BGB8BwW6XbG+dOfkCk4VJMAaAPA0ECZ7tZJEcIcsB
MTu2cjtJ2xTDrOZgqs8H1Ik9YCEp/2zpG11Oh9yX6GqenyWcGvVCYsn6Etr9DZ8fHd3iM9HZvH3m
NwfGNg87wRPSyHbTzQ+sc3vQx7cBchdkBkgMKrsOqjlt/smyVILKRbC67ckqjowgCHgQ4BCdHDT7
zewqnIz7Ev1MaMvrjiFgkwc3AKkfXGQIL3d59X9r4f+NHyr/6z+3u/XcD6Jvy6QKquCxfFc/Fv3d
Y1lH1ckf+Ptf8Mej+HX9zbd//UkST/Byy3+Ofvqhzx63v3/7k+Lf/+trWieVeLsXpMmGsO7gwz2B
3ebb7v76bpRPBzB613I3tP0fXgePxefiq99vPuh33/XN5/jxX3/+d1F/+b/cXc1yG8cRfpUtX2xX
RWUBokXqEFeRIEhRJCiagOiKbwNgBIyx2IH3hzSYSlUueYicc/Ihtxxz45vkSfL1AiOhZ1cAhGmL
Kl1cgqzq6e3p6f8f9dUq+u4HHfnnrxiKKybwWpg4f1SoSCXD6Eil/WLIToA+f/+Zu54wKkwcM7CU
gAqFS9iqoc0cpPI+IXtD4fbGGpQYq6lioGmaZyjolppPVRKdZTHIzaCT3AyG7nEHzRUOhXlspyYx
A3Z5NBRJCm4SXetZ0Y/NwMGka6RJ6KEnnKY6UZyZqf4rGGyhhjq2xUw7WIQwdbWFQn6pIOMcmIVw
EiD0K/Cxd3/QZO6Y3eVGR6U5OOPXgtEBaV8B0DbJM52mKnewSmrQxNhQGl9BgeQ2ujYD64ARbLQq
uZ+7U6SrTJJH5ybPs1KaXupbw944Ol+lTrkoBoa9ySZ1bYdSp5fiRodqWKLfs3014lSigFrwGUU6
WdCnBb60WZ0wRFlV+EGL67gxyQAol1+UQ7AvpIJJNL8ZStaGftlRivebjaMbk45MrZCH8Rx+zJvu
2hMEGPnIJsqk7F03qdghlECtIlUDxVmKgouhcLuKW0VoxxMASo+5XWS5yk3BmYWam8NxJvgwYfLx
w++xns4dSBJHWArgfgaIIzqgo3CCThw0Ak75KTE5tNAC0TcnqcI7+5adgyr5jVqxzkZ+Nw26ajkv
TH9nKn/8/19eW0kGRPW3M/thICe47orJD//kPRf8YAdaVd0C/m+YfZ5VAK4Sg+4dLsjqX7WXnkLp
BNXSwP3lWnv/beqZA2jhc/fmuG35ydu7EPBYcg8s7S0PhJv5Oq6qFz4O03aRWm64oUmTRt28v0jy
cT4O6KXFI44Op9onLEYcUdlBCOxDCKBUxR4dsDYmkLRdW9TjXM7nC8P5Nb0EjjFSKQd7aA7YQ3XQ
/gFyCpQXD6HLlcphnPinPKcQBai+h6LLfYgfalHgpxTvXXjI9Hf50XUPBjyjPEak4TV72FOG9vZy
bx0megscdKRivKGoC43DrRNMTcdjQowJrUXYL7DYnRD8XR2d2ZnN1ZRfFYo7kNTBXIPnT7GEEB2e
VRbegYgdNRqnuu+oRAIYUxKx5BjsQHVDmBfWpAxy8Fe1VGr6fTBgdKlh76UVR5tymshn7L141gSH
oJHl+3UWyIJJ6qTwGtksqKUW4snJ9dXo0hrNUlEsa/7tY2mhuF+REWtuf8unepgMLdxGB4i4TMCu
L2UwfyQNAQPzSMcjU0xXkaUCrQ++gC1pcGQziMXS33mp03s9srcmYSSR8OKAvEo9s7iiklbkxLbI
F/EID5ihS/NIQ4lyrJOpSicOEDEGZQVCwZ6lIEMydIBKsAIM185yX7XRuJZQbFv3ejDmtJXwZE5M
4hOBOuxDsT1RqdV1wYG1+mhLPlu4Kw7JUk4IvOhT04etlqt0FTC1nYfS4hRRqyTTcweJEKaW7mC4
OkU4moOVoEOq9YCFDyhjFopsK7VwxZloQNoxHO7LIoHMYUQoh/aF4ns2qAgHpInD8T3LVcyxlQj9
vdKpx2Aocg1H9hUMsY6a8wgEksjhkC9UfutxA9U8hd7ahcnHhW+alNNQQyF3Y3urJj7KAjS+MJDr
CPJkuTYs0tPYk6Bz8Zue9m2RjhxxSfqUef5QinRsPARNGFyaRxcON1E8vt+gKVXBYEm2OzAlESQS
YR9wU9BN4Y5yQZnive+6pZpDZOJOcVkhoZqvrK/w0e8dju0V4ijFSMUOUkniFwIP5NpCy/GHV/aA
hzIEvWjtA24IMHC3lJpIxvBYuYTX0Z0hS7VKYXjB7ufujNa9VXDoUmYJN5sC4rh7p4dceTQlnKTu
ncnvF8EB9/HEbWV7SChXvJmkIDEzfxAncsfsTuM3icn1EPnFZDS03G2sBnA/XlbcwLgagO9aqIxx
yJY0WRsf2VIQdRBS1YkepZyhJbyark773tum7vbQW0SJho7sWxgv7LVgizPV+odCX4SMO2qgh76n
h70pEvbcuc3sLaP2C8yixNaRcOQf/kHiv841Q4ksCmGx1qnx7ABbDp5hxcOm4x4vtEZpjy8xsDZC
HoKZKQIe3WEygs53d0liYePFIuY40nZdYP3I5tmd4rGphgRc6GT2aKkbLPTFHhVpkQyNA0QkoFrn
ULCtsWJKU0JRuIIqEl9U8tCyuD2HKiFOpZqhiB/rqR2gQgcJi83nCXBgCwWQqbXsXvcEmKVlpzbl
NYQSRRot0BexoOiwzLbWF7lJ1DO11ExHNzodMntjbd5rS5V9/IuB18cL0miOaSjjtEfzWe7AEDdK
FCO0fy1UbiH34ui0gPHFRNVzATZpo7Yn5WAlrIx2PjZ2xsW1REUMlbCeqqlnGNEgmtDrO1V9/ghp
sGAw0LGnBjbbDZvVS5URUOwdjmvr4T+5joZfn91ar0YKfWDh4M91Mmfci02C4VAvTN+3CjC8TAAu
csj5mCkXGJkCcE3fo4JEgV4H5cAjlQ14gL4hoUYQ47R5zoQwJgSFE6KjYnVnHBwSl2g7dz939yUB
1gMq8Io7UKQDP+4mwLwdVVBlJc82YnGwBBkIsh8bKsd1h4q0jr0n+euXR9POgVDQlwYmvgNTsoSE
yiihck3UkEgPLsTwkyOTZapgWEvUzF8//F4k6MfhgAWIfA3PhDcPNGnWWejddfV8MNZxrDMHiy4Q
Q1Pcz93f9LKkq1Le16QNVOF4I3rDQ7NNiWRWF91OqYoutPUiZjSeLxhpxH390jkagRYMFz1SjONQ
RRQOtWe5l4a1IuFAuw//slHPTh9+LytCrtKHfycDw0sgscoi/KAenqFXJYf4jwBcldz7AhrN6OGA
34wqD1wif4g4wQT1NtGJyphZhGkR4TijC9B4Nj12jYXDbSMOQ808DlIpkyQU7M8VHwT7z9wpu4u6
n820r/p3zNzCoJpwwAsZ2q28b4lk3JFJox6MOZbfQilsONaH/blmd7eP8YSYVYbZFFjMhRLVmnLh
wksmPl4ctqwT/wIDsQkKgSpF8diLvOm+H+8m0L8Ox/sLvIq6InqJPC3SOG9tPFmmQtzFkvR8jjwR
+spfYHhUY+/gAI0AGx2sR7x3ijF8gdf+doS4kkEHFzPWBPTPIXLHfWV+4YAFFPxhOkXygsV/NvLN
5kjYkUpGMbqWs/Eqi0qUd3XmigprGVgJhMeFf2kCyv0IGRyuJ2kUYqgzgMRE3w75nUkYkt3URBcq
mTBmkIjZoYmA59wkLNOXyDFF5/Sf7uG1I2oZm5Dwms9Q14+OXU7kRqPhDtrdkgRkH6qAfHilZlw0
YBd2OK7n83Q0v/fFGey8cNCLeoRz66U4Gs8ESLywqWtgCzzpc3WvJuMqSQTe9YXiWUGUNITTGRUf
ylaeCE1nChVDqLBBit7jZQnfEKHiobnl8SoswRLAGKHtuf+mJZKBl3rGI1WNfYGru1JoXtdxXdlL
40AE/qRiqmB5bjidrzBAycxmlZEHa9vttkwSd1GMpmYQGw7NMnIgMdynN1bGrzJtNgXedU/9YqqU
hsPsPmF3ZdJTBlFjB6ckhYSF0UNIicxCX8yVY05D5cab+76uIYfEOKIbo/NE8UpFCVH3Gi3R9jY6
y1GSM4u+i9rI/Nu8qPHCMJRNYuTK8sDzIlHZGFGc7yL3R1N3KOahCdgQ3Rmqa+J5nbxBN7CE7dMx
wyGKHNsqy1d5dg9T/NYppGxL2bCkWndsJugyTkC1d39czL9aPRSzAtBsLBDWpYTpXOGCUhP/7+//
zCb06zSdI/ULDF6iegHjkOqIitjHcyzzcUgFSAGDiqInFxrtGA4YiQJamYLFcO6vdoff1XAKJo7d
s++OjbJz+Esm+hEVaopFnWlLX1MiO3hsJ0MLAvbUBG6kmSr3HfRpmAKOxnSByztXhUkNa9Ns0LaR
/RcCtuKVehKbJwN0QD7JsmIV/+UZAnePwv1RDWQBtXWhZvnYM2sWpNmouB4vsLQQJaGRpVX86dn8
IWNRMPCPyvbZ5QlcW2s+89qkJd7JKdwezIlIzYzhKzHE7AyDfBhQiYTpWZYqzfIe2JPiTtldEgLX
Xx0UkkPlJopQg+iVTb3srkjF/3lxh/F+DFuJ1M+FxhwFr/xBQo2+RscUQ1Yiu/YjhrawWCG2yLpD
dueCriqGJjpMlZ8ZXTuUZUsjpjtHUanDsbToJSI5bxatPIRz1J4aGHrcv25KDGj8CRYIBowlTJ1i
uIv7mt0p/hcNd8SBKYkiMUzh0kZguq+zyHf70EniDtsd51PqWYy6RX8IPwqDmthT3Gs+lRDLqIHo
15mWtC+N9kKFf8Vhv4g6RcY4cgldgEZ/vW5329c37eO/RcQ8mDkQVfgf44Gw5fsZssq0A5mWgW20
+1b1d3s5w+zTTM9ZDOAKtT8+v+k5LZRL8+I0CZmP0Zi6MspDov+2o3/z5q1ic0j4Y1gM+LyiCjJd
Vjd1qNwSs8kd6FI0bU64b06gLeV1tzKZq0nLJUItjne9IjUT5OCVrnvY2/ri76ZiOWxLc8nNPv/w
FyzgP+IDLr8/9AGv4k8a5I9xIHRs7pnHL6HEWxZRPxpXzES+RFy/HUddFd9igDozySTmvJ6iGUej
9JLhXB0GWXglSJvfIbKMQ5rGx7lYQJRcgsCpwhh8Bnnt09vSgLyCqObRksbmyT2rDPtpNeZi/GPo
g/v8NOZhOiIxzRPfa8OcW97vEZJu3hwaiQbxo1Td80pBiWrgFlJBTERJxDtbNrZ+p5lEmL89wKR9
LpwkrIYTrAUYjKlN0Os5k6jxPFHxhNyXOi9gf6OhvFkAnhYouOFCSiSNh2g5xBRjDez6ccJwd6+L
kqaQqnMHqTQ7DgRc0CudFhyoQCThTVr4yDYlXsgNRl/cwzJlF4cJpO4DPkTfx1MDdfN6v0ClsDC4
4eWqqWWXI9HacoThev4yHYF0fpfEra1dLyBRCdSytJPhm3MNczYZfVsnyCRaMcuCIwowYIA8CeK6
cyRGgbWsdeW5zGqUmAd2Yn4x7gmTYJOoMjnBuCMKBw6XY6DLETRmkFbL37Cz6sN+25bGy1IXYp7X
vFJeJ2H8LuGXFWB02aQZD11dPFU3DtmlSCgG+B6s4kAiwvxSY7TVkkMXgYbBMVZkxO7v2EdgYnP4
xZwjDdpHS46DVOpNiTat1jhF/BObrZafww8QwPxS30UtFdfMNZIY9nRpvHVDEkMYblQCh5WbExIb
RC7Rt8yhSrxZIvDPGs41nzuMuUvuLj9kTmw2L69MPsDml1rl0pCYHnGlZlg1R59QM51BJskf+13G
AkwNJZUh+V5f/CcR2FiEMl/qGCvL/hQdZlhZlKGruRQ2WMpElV8RClhaRTJmdgq2D4Tfes9OYJsy
Tm1KmBI9lKRybCXKiXsFZg16yApEgH7C9ZrFXqqTIkell6MriV4sQ3A/d39cFSOzKZFzalFtJ+00
c4/WIUp4f48NB/v7WHfwPYa/PUWRjsT0TxYMjzoYUplGrwuUqsFerDXj9qk86CmyRgdoiMICkM3z
eB7R8alZIRLq+Kx+DbHP+vDz6r92sb9y44/gVom6/SWf9isXuojiUe92uzoE1o2MO9UWu9XY25So
vb4uMq8QvSlRqdd7+C+awed69UkiJel+fkiU1HHAp8mX1i2acddS3tWSfdfEdyu7R1a/5vPg/roN
N1/gV9as1/nyvrJum89n9pWrD6BGoC+1wSCGk/nD/wEAAP//</cx:binary>
              </cx:geoCache>
            </cx:geography>
          </cx:layoutPr>
          <cx:valueColors>
            <cx:minColor>
              <a:srgbClr val="46E9E6"/>
            </cx:minColor>
            <cx:maxColor>
              <a:srgbClr val="5C46DD"/>
            </cx:maxColor>
          </cx:valueColors>
        </cx:series>
      </cx:plotAreaRegion>
    </cx:plotArea>
    <cx:legend pos="b" align="ctr" overlay="0">
      <cx:txPr>
        <a:bodyPr spcFirstLastPara="1" vertOverflow="ellipsis" horzOverflow="overflow" wrap="square" lIns="0" tIns="0" rIns="0" bIns="0" anchor="ctr" anchorCtr="1"/>
        <a:lstStyle/>
        <a:p>
          <a:pPr algn="ctr" rtl="0">
            <a:defRPr sz="800" b="0">
              <a:solidFill>
                <a:srgbClr val="170E4A"/>
              </a:solidFill>
              <a:latin typeface="Montreux C Book" panose="00000400000000000000" pitchFamily="50" charset="0"/>
              <a:ea typeface="Montreux C Book" panose="00000400000000000000" pitchFamily="50" charset="0"/>
              <a:cs typeface="Montreux C Book" panose="00000400000000000000" pitchFamily="50" charset="0"/>
            </a:defRPr>
          </a:pPr>
          <a:endParaRPr lang="en-GB" sz="800" b="0" i="0" u="none" strike="noStrike" baseline="0">
            <a:solidFill>
              <a:srgbClr val="170E4A"/>
            </a:solidFill>
            <a:latin typeface="Montreux C Book" panose="00000400000000000000" pitchFamily="50" charset="0"/>
          </a:endParaRPr>
        </a:p>
      </cx:txPr>
    </cx:legend>
  </cx:chart>
  <cx:spPr>
    <a:noFill/>
    <a:ln>
      <a:no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35272-F19A-5915-C9E7-04FD250927C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C0BE7BE8-5BD8-5B6A-9CC6-BCF05CDE27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563F4BC-E2D2-6330-F30B-7B4DD6562E6C}"/>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240CC3C3-A042-5F98-0043-1FF6185019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9558F0-7E3D-78C0-69C4-E2BDC568BB81}"/>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3542815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4F918-862E-1DF8-D0B3-870A06F8D09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0E5C866-2B84-E70E-C2EE-A5A5A7C573D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D268548-6568-42FB-B948-9F3CD4974E4A}"/>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EAE93176-7B6A-7ED7-5FCF-6C48207DE82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B8665C-8BE7-2E2F-BDD0-049321D2BD01}"/>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1504669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0F4B-0B5F-3486-CD85-1090C44C60E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9F44001-CD01-5D32-53F5-BB31422812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9623C39-F2CA-3E6E-EB06-F0ACEE66E1FD}"/>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88686DC4-007A-3F30-9848-9A123872068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5E96B0-2FAC-AFA4-9D05-F06C0DB77CD5}"/>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3047655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F5DF-DA79-CD07-C397-95220DD8769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C9F1ED5B-A1C2-9F37-DFC7-F7C962B0988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DC6D7CDA-C4B8-3CD8-C0EA-156C9640B58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69A6F23-7461-76D0-2029-525E842A038A}"/>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6" name="Footer Placeholder 5">
            <a:extLst>
              <a:ext uri="{FF2B5EF4-FFF2-40B4-BE49-F238E27FC236}">
                <a16:creationId xmlns:a16="http://schemas.microsoft.com/office/drawing/2014/main" id="{24F385AB-55B7-86C7-2762-32B0151EBC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60308DD-E124-0C33-52F5-E2A99B7D9944}"/>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2425059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06D25-C3B2-703F-73A0-10F5F2CE1395}"/>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37985EEE-01EB-366B-C402-18995E95C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7C0BF9-9ABF-0777-7204-1662D5333D1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965B6BB6-4875-25C9-C967-6EC8EBA215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DE35F57-99C5-F727-8130-5DC09F12B2F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8F899F16-31BC-0575-8C51-DFBB66EFA4A4}"/>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8" name="Footer Placeholder 7">
            <a:extLst>
              <a:ext uri="{FF2B5EF4-FFF2-40B4-BE49-F238E27FC236}">
                <a16:creationId xmlns:a16="http://schemas.microsoft.com/office/drawing/2014/main" id="{BD435B5C-A964-A2DE-6FEC-A1CF8AC066F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B157BE3-6619-4477-286B-3C4802642AD0}"/>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2495249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FF18-C42C-A001-5A78-2D6CE19C131E}"/>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93F5848-5232-8EC5-5C68-1172E0101B4D}"/>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4" name="Footer Placeholder 3">
            <a:extLst>
              <a:ext uri="{FF2B5EF4-FFF2-40B4-BE49-F238E27FC236}">
                <a16:creationId xmlns:a16="http://schemas.microsoft.com/office/drawing/2014/main" id="{D8749E08-2BF5-E599-CE2B-A15D3E8A4BC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817BB03-2EDD-9D98-3F54-4B83AE5F8B55}"/>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3646117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80C121-F22E-C5DB-3422-1D098E0C6D11}"/>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3" name="Footer Placeholder 2">
            <a:extLst>
              <a:ext uri="{FF2B5EF4-FFF2-40B4-BE49-F238E27FC236}">
                <a16:creationId xmlns:a16="http://schemas.microsoft.com/office/drawing/2014/main" id="{080C0C6E-8AF2-F5FB-0A71-CA6F806A55B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CE4810F-415A-6B39-C074-AF71123D6C41}"/>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2982626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973B7-8C9D-3BFE-0215-A93DED9FC1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99FC383-B7D5-DB97-46F9-60AA063676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E91C35CF-138C-57FD-4519-A220CE9367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BBD3E8-F3A3-8F1C-C1D7-7F2B80444ED6}"/>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6" name="Footer Placeholder 5">
            <a:extLst>
              <a:ext uri="{FF2B5EF4-FFF2-40B4-BE49-F238E27FC236}">
                <a16:creationId xmlns:a16="http://schemas.microsoft.com/office/drawing/2014/main" id="{163215B4-BB34-98DA-E9E2-B47231058A2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73D5F33-BD0D-A500-C2F4-3CE6D7ABA4E9}"/>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2308266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7D23-8B11-084C-C945-817353B607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07EFB5E-58D5-5205-FFAE-7ED55831D9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47BCAC9-3D04-E280-3277-20A0B5BB53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E53F2A-DFAB-C5E4-CC8D-EC8DBE3F7D3E}"/>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6" name="Footer Placeholder 5">
            <a:extLst>
              <a:ext uri="{FF2B5EF4-FFF2-40B4-BE49-F238E27FC236}">
                <a16:creationId xmlns:a16="http://schemas.microsoft.com/office/drawing/2014/main" id="{CFE2B60A-4CCD-9115-AC1F-C3F930270D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31784E-DD43-3F56-F8C4-8E8F806830D4}"/>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1230350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85A7-7C79-3B24-9BCC-AF52EA4D131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2F5A0B9-DEE1-2823-1F82-0E36595C648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E62FCB9-3253-A9AA-E400-4E9D3B5524C2}"/>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72960E7F-65D5-62F9-FE6A-4F4AC11169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52E4E9-4617-7150-DE29-62279AD4EC69}"/>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3159539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9C40DD-C964-99F7-9313-C6184DFAC9D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33D50A0D-0C93-19CC-8842-05E0B4DBD49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6E422C9-778C-90BC-7852-D52E7234A28F}"/>
              </a:ext>
            </a:extLst>
          </p:cNvPr>
          <p:cNvSpPr>
            <a:spLocks noGrp="1"/>
          </p:cNvSpPr>
          <p:nvPr>
            <p:ph type="dt" sz="half" idx="10"/>
          </p:nvPr>
        </p:nvSpPr>
        <p:spPr/>
        <p:txBody>
          <a:body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7B4B8C34-A9AF-BBEA-D720-3CE7594AF9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EAB745-3DC2-1C0F-FD99-A5D84B0676E0}"/>
              </a:ext>
            </a:extLst>
          </p:cNvPr>
          <p:cNvSpPr>
            <a:spLocks noGrp="1"/>
          </p:cNvSpPr>
          <p:nvPr>
            <p:ph type="sldNum" sz="quarter" idx="12"/>
          </p:nvPr>
        </p:nvSpPr>
        <p:spPr/>
        <p:txBody>
          <a:bodyPr/>
          <a:lstStyle/>
          <a:p>
            <a:fld id="{1E84C3A5-B975-4020-B22C-B72B2760C8A8}" type="slidenum">
              <a:rPr lang="en-GB" smtClean="0"/>
              <a:t>‹#›</a:t>
            </a:fld>
            <a:endParaRPr lang="en-GB"/>
          </a:p>
        </p:txBody>
      </p:sp>
    </p:spTree>
    <p:extLst>
      <p:ext uri="{BB962C8B-B14F-4D97-AF65-F5344CB8AC3E}">
        <p14:creationId xmlns:p14="http://schemas.microsoft.com/office/powerpoint/2010/main" val="5057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7A159-DD0C-6CF7-6566-81EF6B3C60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65E34215-4120-13D5-DC43-02A2A21397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CEE81A3-7F94-0F19-F7AF-A7534970AF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4FCE84-E54D-4A60-8C47-B5FA2ACA7A68}" type="datetimeFigureOut">
              <a:rPr lang="en-GB" smtClean="0"/>
              <a:t>03/12/2025</a:t>
            </a:fld>
            <a:endParaRPr lang="en-GB"/>
          </a:p>
        </p:txBody>
      </p:sp>
      <p:sp>
        <p:nvSpPr>
          <p:cNvPr id="5" name="Footer Placeholder 4">
            <a:extLst>
              <a:ext uri="{FF2B5EF4-FFF2-40B4-BE49-F238E27FC236}">
                <a16:creationId xmlns:a16="http://schemas.microsoft.com/office/drawing/2014/main" id="{E0A544F4-72D5-7964-4AE9-714A6EBC7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5357C23-B2D4-E003-89E2-FFBF04D059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84C3A5-B975-4020-B22C-B72B2760C8A8}" type="slidenum">
              <a:rPr lang="en-GB" smtClean="0"/>
              <a:t>‹#›</a:t>
            </a:fld>
            <a:endParaRPr lang="en-GB"/>
          </a:p>
        </p:txBody>
      </p:sp>
    </p:spTree>
    <p:extLst>
      <p:ext uri="{BB962C8B-B14F-4D97-AF65-F5344CB8AC3E}">
        <p14:creationId xmlns:p14="http://schemas.microsoft.com/office/powerpoint/2010/main" val="261580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B1BD7B7-59DC-573F-85DD-4447C108A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67C0FB6-B035-EEA0-A26B-2D5A4634DE48}"/>
              </a:ext>
            </a:extLst>
          </p:cNvPr>
          <p:cNvSpPr>
            <a:spLocks noGrp="1"/>
          </p:cNvSpPr>
          <p:nvPr>
            <p:ph type="ctrTitle"/>
          </p:nvPr>
        </p:nvSpPr>
        <p:spPr>
          <a:xfrm>
            <a:off x="850489" y="2200121"/>
            <a:ext cx="10854813" cy="2143279"/>
          </a:xfrm>
        </p:spPr>
        <p:txBody>
          <a:bodyPr>
            <a:normAutofit fontScale="90000"/>
          </a:bodyPr>
          <a:lstStyle/>
          <a:p>
            <a:r>
              <a:rPr lang="en-GB" sz="5400" b="1" noProof="0" dirty="0">
                <a:solidFill>
                  <a:srgbClr val="46E9E6"/>
                </a:solidFill>
                <a:latin typeface="Aceh" pitchFamily="2" charset="0"/>
              </a:rPr>
              <a:t>Analysis, Key Insights and </a:t>
            </a:r>
            <a:br>
              <a:rPr lang="en-GB" sz="5400" b="1" noProof="0" dirty="0">
                <a:solidFill>
                  <a:srgbClr val="46E9E6"/>
                </a:solidFill>
                <a:latin typeface="Aceh" pitchFamily="2" charset="0"/>
              </a:rPr>
            </a:br>
            <a:r>
              <a:rPr lang="en-GB" sz="5400" b="1" noProof="0" dirty="0">
                <a:solidFill>
                  <a:srgbClr val="46E9E6"/>
                </a:solidFill>
                <a:latin typeface="Aceh" pitchFamily="2" charset="0"/>
              </a:rPr>
              <a:t>Recommendations Report</a:t>
            </a:r>
            <a:br>
              <a:rPr lang="en-GB" sz="5400" b="1" noProof="0" dirty="0">
                <a:solidFill>
                  <a:srgbClr val="46E9E6"/>
                </a:solidFill>
                <a:latin typeface="Aceh" pitchFamily="2" charset="0"/>
              </a:rPr>
            </a:br>
            <a:r>
              <a:rPr lang="en-GB" sz="5400" b="1" noProof="0" dirty="0">
                <a:solidFill>
                  <a:srgbClr val="46E9E6"/>
                </a:solidFill>
                <a:latin typeface="Aceh" pitchFamily="2" charset="0"/>
              </a:rPr>
              <a:t>for Lakeman Global Online Retail</a:t>
            </a:r>
          </a:p>
        </p:txBody>
      </p:sp>
      <p:sp>
        <p:nvSpPr>
          <p:cNvPr id="3" name="Subtitle 2">
            <a:extLst>
              <a:ext uri="{FF2B5EF4-FFF2-40B4-BE49-F238E27FC236}">
                <a16:creationId xmlns:a16="http://schemas.microsoft.com/office/drawing/2014/main" id="{E6F89212-A911-00FE-AC4F-9ECCD6E31983}"/>
              </a:ext>
            </a:extLst>
          </p:cNvPr>
          <p:cNvSpPr>
            <a:spLocks noGrp="1"/>
          </p:cNvSpPr>
          <p:nvPr>
            <p:ph type="subTitle" idx="1"/>
          </p:nvPr>
        </p:nvSpPr>
        <p:spPr>
          <a:xfrm>
            <a:off x="1524000" y="4656666"/>
            <a:ext cx="9144000" cy="685800"/>
          </a:xfrm>
        </p:spPr>
        <p:txBody>
          <a:bodyPr>
            <a:normAutofit fontScale="85000" lnSpcReduction="10000"/>
          </a:bodyPr>
          <a:lstStyle/>
          <a:p>
            <a:r>
              <a:rPr lang="en-GB" noProof="0" dirty="0">
                <a:solidFill>
                  <a:schemeClr val="bg1"/>
                </a:solidFill>
                <a:latin typeface="Aceh" pitchFamily="2" charset="0"/>
              </a:rPr>
              <a:t>Insights on Sales Performance, Shipping Trends, Customer Behaviour and Operational Efficiency of Lakeman Global from January 2021 to January 2024</a:t>
            </a:r>
          </a:p>
        </p:txBody>
      </p:sp>
    </p:spTree>
    <p:extLst>
      <p:ext uri="{BB962C8B-B14F-4D97-AF65-F5344CB8AC3E}">
        <p14:creationId xmlns:p14="http://schemas.microsoft.com/office/powerpoint/2010/main" val="2206003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F2EBDA-889D-A50C-BD72-45CD910B3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AF510C6-0597-75FB-638F-967E14359A65}"/>
              </a:ext>
            </a:extLst>
          </p:cNvPr>
          <p:cNvSpPr>
            <a:spLocks noGrp="1"/>
          </p:cNvSpPr>
          <p:nvPr>
            <p:ph type="title"/>
          </p:nvPr>
        </p:nvSpPr>
        <p:spPr/>
        <p:txBody>
          <a:bodyPr>
            <a:normAutofit/>
          </a:bodyPr>
          <a:lstStyle/>
          <a:p>
            <a:r>
              <a:rPr lang="en-GB" sz="4800" noProof="0" dirty="0">
                <a:solidFill>
                  <a:srgbClr val="46E9E6"/>
                </a:solidFill>
                <a:latin typeface="Aceh" pitchFamily="2" charset="0"/>
              </a:rPr>
              <a:t>Outline</a:t>
            </a:r>
          </a:p>
        </p:txBody>
      </p:sp>
      <p:sp>
        <p:nvSpPr>
          <p:cNvPr id="3" name="Content Placeholder 2">
            <a:extLst>
              <a:ext uri="{FF2B5EF4-FFF2-40B4-BE49-F238E27FC236}">
                <a16:creationId xmlns:a16="http://schemas.microsoft.com/office/drawing/2014/main" id="{5B509F1C-9998-7364-85F5-1D27BD7179C9}"/>
              </a:ext>
            </a:extLst>
          </p:cNvPr>
          <p:cNvSpPr>
            <a:spLocks noGrp="1"/>
          </p:cNvSpPr>
          <p:nvPr>
            <p:ph idx="1"/>
          </p:nvPr>
        </p:nvSpPr>
        <p:spPr>
          <a:xfrm>
            <a:off x="838200" y="1589651"/>
            <a:ext cx="10515600" cy="4351338"/>
          </a:xfrm>
        </p:spPr>
        <p:txBody>
          <a:bodyPr/>
          <a:lstStyle/>
          <a:p>
            <a:r>
              <a:rPr lang="en-GB" noProof="0" dirty="0">
                <a:solidFill>
                  <a:schemeClr val="bg1"/>
                </a:solidFill>
                <a:latin typeface="Aceh" pitchFamily="2" charset="0"/>
              </a:rPr>
              <a:t>Introduction</a:t>
            </a:r>
          </a:p>
          <a:p>
            <a:r>
              <a:rPr lang="en-GB" dirty="0">
                <a:solidFill>
                  <a:schemeClr val="bg1"/>
                </a:solidFill>
                <a:latin typeface="Aceh" pitchFamily="2" charset="0"/>
              </a:rPr>
              <a:t>Problem Statement</a:t>
            </a:r>
          </a:p>
          <a:p>
            <a:r>
              <a:rPr lang="en-GB" noProof="0" dirty="0">
                <a:solidFill>
                  <a:schemeClr val="bg1"/>
                </a:solidFill>
                <a:latin typeface="Aceh" pitchFamily="2" charset="0"/>
              </a:rPr>
              <a:t>Research Objectives</a:t>
            </a:r>
          </a:p>
          <a:p>
            <a:r>
              <a:rPr lang="en-GB" dirty="0">
                <a:solidFill>
                  <a:schemeClr val="bg1"/>
                </a:solidFill>
                <a:latin typeface="Aceh" pitchFamily="2" charset="0"/>
              </a:rPr>
              <a:t>Research Questions</a:t>
            </a:r>
          </a:p>
          <a:p>
            <a:r>
              <a:rPr lang="en-GB" noProof="0" dirty="0">
                <a:solidFill>
                  <a:schemeClr val="bg1"/>
                </a:solidFill>
                <a:latin typeface="Aceh" pitchFamily="2" charset="0"/>
              </a:rPr>
              <a:t>Dashboard Overview</a:t>
            </a:r>
          </a:p>
          <a:p>
            <a:r>
              <a:rPr lang="en-GB" noProof="0" dirty="0">
                <a:solidFill>
                  <a:schemeClr val="bg1"/>
                </a:solidFill>
                <a:latin typeface="Aceh" pitchFamily="2" charset="0"/>
              </a:rPr>
              <a:t>Insights</a:t>
            </a:r>
          </a:p>
          <a:p>
            <a:r>
              <a:rPr lang="en-GB" noProof="0" dirty="0">
                <a:solidFill>
                  <a:schemeClr val="bg1"/>
                </a:solidFill>
                <a:latin typeface="Aceh" pitchFamily="2" charset="0"/>
              </a:rPr>
              <a:t>Recommendations</a:t>
            </a:r>
          </a:p>
          <a:p>
            <a:r>
              <a:rPr lang="en-GB" noProof="0" dirty="0">
                <a:solidFill>
                  <a:schemeClr val="bg1"/>
                </a:solidFill>
                <a:latin typeface="Aceh" pitchFamily="2" charset="0"/>
              </a:rPr>
              <a:t>Conclusion</a:t>
            </a:r>
          </a:p>
          <a:p>
            <a:pPr marL="0" indent="0">
              <a:buNone/>
            </a:pPr>
            <a:endParaRPr lang="en-GB" noProof="0" dirty="0">
              <a:solidFill>
                <a:schemeClr val="bg1"/>
              </a:solidFill>
              <a:latin typeface="Aceh" pitchFamily="2" charset="0"/>
            </a:endParaRPr>
          </a:p>
        </p:txBody>
      </p:sp>
    </p:spTree>
    <p:extLst>
      <p:ext uri="{BB962C8B-B14F-4D97-AF65-F5344CB8AC3E}">
        <p14:creationId xmlns:p14="http://schemas.microsoft.com/office/powerpoint/2010/main" val="1220199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697C633-45E0-0E8A-F19A-7697C33AF4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28E82AFE-F4B5-D76D-C3F5-CDE1DCF8ED0A}"/>
              </a:ext>
            </a:extLst>
          </p:cNvPr>
          <p:cNvSpPr>
            <a:spLocks noGrp="1"/>
          </p:cNvSpPr>
          <p:nvPr>
            <p:ph type="title"/>
          </p:nvPr>
        </p:nvSpPr>
        <p:spPr>
          <a:xfrm>
            <a:off x="1042218" y="2695367"/>
            <a:ext cx="3146323" cy="1325563"/>
          </a:xfrm>
        </p:spPr>
        <p:txBody>
          <a:bodyPr>
            <a:normAutofit fontScale="90000"/>
          </a:bodyPr>
          <a:lstStyle/>
          <a:p>
            <a:r>
              <a:rPr lang="en-GB" sz="4800" b="1" noProof="0" dirty="0">
                <a:solidFill>
                  <a:srgbClr val="170E48"/>
                </a:solidFill>
                <a:latin typeface="Aceh" pitchFamily="2" charset="0"/>
              </a:rPr>
              <a:t>INTRODUC-TION</a:t>
            </a:r>
          </a:p>
        </p:txBody>
      </p:sp>
      <p:sp>
        <p:nvSpPr>
          <p:cNvPr id="8" name="Content Placeholder 2">
            <a:extLst>
              <a:ext uri="{FF2B5EF4-FFF2-40B4-BE49-F238E27FC236}">
                <a16:creationId xmlns:a16="http://schemas.microsoft.com/office/drawing/2014/main" id="{22A1037C-FE49-54B3-AA16-B5EFDC38C37E}"/>
              </a:ext>
            </a:extLst>
          </p:cNvPr>
          <p:cNvSpPr txBox="1">
            <a:spLocks/>
          </p:cNvSpPr>
          <p:nvPr/>
        </p:nvSpPr>
        <p:spPr>
          <a:xfrm>
            <a:off x="4771101" y="1396179"/>
            <a:ext cx="6565490" cy="406072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noProof="0" dirty="0">
                <a:solidFill>
                  <a:schemeClr val="bg1"/>
                </a:solidFill>
                <a:latin typeface="Aceh" pitchFamily="2" charset="0"/>
              </a:rPr>
              <a:t>To help make smarter decisions on inventory, marketing, shipping, and growth, the Lakeman Global Online Retail, a world leading business that has existed for over a decade wants their last four (January 2021 to January 2024) financial years of data analysed to tracks sales, profit, customer behaviour, product performance, and shipping efficiency across all regions. </a:t>
            </a:r>
          </a:p>
        </p:txBody>
      </p:sp>
    </p:spTree>
    <p:extLst>
      <p:ext uri="{BB962C8B-B14F-4D97-AF65-F5344CB8AC3E}">
        <p14:creationId xmlns:p14="http://schemas.microsoft.com/office/powerpoint/2010/main" val="2829983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1D25-F1A2-85F8-D387-57DF823EA000}"/>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C2BA73-8E9A-8AAA-DF23-C452433CC8D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3C0D0BF4-BC7E-1868-3FFD-185153E797A8}"/>
              </a:ext>
            </a:extLst>
          </p:cNvPr>
          <p:cNvSpPr>
            <a:spLocks noGrp="1"/>
          </p:cNvSpPr>
          <p:nvPr>
            <p:ph type="title"/>
          </p:nvPr>
        </p:nvSpPr>
        <p:spPr>
          <a:xfrm>
            <a:off x="1022554" y="2685535"/>
            <a:ext cx="3283976" cy="1325563"/>
          </a:xfrm>
        </p:spPr>
        <p:txBody>
          <a:bodyPr>
            <a:normAutofit fontScale="90000"/>
          </a:bodyPr>
          <a:lstStyle/>
          <a:p>
            <a:r>
              <a:rPr lang="en-GB" sz="4800" b="1" noProof="0" dirty="0">
                <a:solidFill>
                  <a:srgbClr val="170E48"/>
                </a:solidFill>
                <a:latin typeface="Aceh" pitchFamily="2" charset="0"/>
              </a:rPr>
              <a:t>PROBLEM</a:t>
            </a:r>
            <a:br>
              <a:rPr lang="en-GB" sz="4800" b="1" noProof="0" dirty="0">
                <a:solidFill>
                  <a:srgbClr val="170E48"/>
                </a:solidFill>
                <a:latin typeface="Aceh" pitchFamily="2" charset="0"/>
              </a:rPr>
            </a:br>
            <a:r>
              <a:rPr lang="en-GB" sz="4800" b="1" noProof="0" dirty="0">
                <a:solidFill>
                  <a:srgbClr val="170E48"/>
                </a:solidFill>
                <a:latin typeface="Aceh" pitchFamily="2" charset="0"/>
              </a:rPr>
              <a:t>STATEMENT</a:t>
            </a:r>
          </a:p>
        </p:txBody>
      </p:sp>
      <p:sp>
        <p:nvSpPr>
          <p:cNvPr id="8" name="Content Placeholder 2">
            <a:extLst>
              <a:ext uri="{FF2B5EF4-FFF2-40B4-BE49-F238E27FC236}">
                <a16:creationId xmlns:a16="http://schemas.microsoft.com/office/drawing/2014/main" id="{427FEF62-03C8-7300-B8B8-F05F543ACF96}"/>
              </a:ext>
            </a:extLst>
          </p:cNvPr>
          <p:cNvSpPr txBox="1">
            <a:spLocks/>
          </p:cNvSpPr>
          <p:nvPr/>
        </p:nvSpPr>
        <p:spPr>
          <a:xfrm>
            <a:off x="4771101" y="2185451"/>
            <a:ext cx="6565490" cy="21074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GB" dirty="0">
                <a:solidFill>
                  <a:schemeClr val="bg1"/>
                </a:solidFill>
                <a:latin typeface="Aceh" pitchFamily="2" charset="0"/>
              </a:rPr>
              <a:t>Carry out prescriptive analysis on the sales data given. The analysis aims to help the company make better decisions on inventory, marketing, shipping and growth moving forward.</a:t>
            </a:r>
            <a:endParaRPr lang="en-GB" noProof="0" dirty="0">
              <a:solidFill>
                <a:schemeClr val="bg1"/>
              </a:solidFill>
              <a:latin typeface="Aceh" pitchFamily="2" charset="0"/>
            </a:endParaRPr>
          </a:p>
        </p:txBody>
      </p:sp>
    </p:spTree>
    <p:extLst>
      <p:ext uri="{BB962C8B-B14F-4D97-AF65-F5344CB8AC3E}">
        <p14:creationId xmlns:p14="http://schemas.microsoft.com/office/powerpoint/2010/main" val="3780957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E3618-585B-2D1B-C2EA-1C83B2CBBE8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81EA6D-F89F-ABE8-3AAA-CC1B2C27EB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44D5A83C-BB80-A71C-7DD8-C89B51367346}"/>
              </a:ext>
            </a:extLst>
          </p:cNvPr>
          <p:cNvSpPr>
            <a:spLocks noGrp="1"/>
          </p:cNvSpPr>
          <p:nvPr>
            <p:ph type="title"/>
          </p:nvPr>
        </p:nvSpPr>
        <p:spPr>
          <a:xfrm>
            <a:off x="953730" y="2695367"/>
            <a:ext cx="3372466" cy="1325563"/>
          </a:xfrm>
        </p:spPr>
        <p:txBody>
          <a:bodyPr>
            <a:normAutofit fontScale="90000"/>
          </a:bodyPr>
          <a:lstStyle/>
          <a:p>
            <a:r>
              <a:rPr lang="en-GB" sz="4800" b="1" noProof="0" dirty="0">
                <a:solidFill>
                  <a:srgbClr val="170E48"/>
                </a:solidFill>
                <a:latin typeface="Aceh" pitchFamily="2" charset="0"/>
              </a:rPr>
              <a:t>RESEARCH</a:t>
            </a:r>
            <a:br>
              <a:rPr lang="en-GB" sz="4800" b="1" noProof="0" dirty="0">
                <a:solidFill>
                  <a:srgbClr val="170E48"/>
                </a:solidFill>
                <a:latin typeface="Aceh" pitchFamily="2" charset="0"/>
              </a:rPr>
            </a:br>
            <a:r>
              <a:rPr lang="en-GB" sz="4800" b="1" noProof="0" dirty="0">
                <a:solidFill>
                  <a:srgbClr val="170E48"/>
                </a:solidFill>
                <a:latin typeface="Aceh" pitchFamily="2" charset="0"/>
              </a:rPr>
              <a:t>OBJECTIVES</a:t>
            </a:r>
          </a:p>
        </p:txBody>
      </p:sp>
      <p:sp>
        <p:nvSpPr>
          <p:cNvPr id="8" name="Content Placeholder 2">
            <a:extLst>
              <a:ext uri="{FF2B5EF4-FFF2-40B4-BE49-F238E27FC236}">
                <a16:creationId xmlns:a16="http://schemas.microsoft.com/office/drawing/2014/main" id="{B4C0788A-A91B-3B5E-B231-0CF0930B14C7}"/>
              </a:ext>
            </a:extLst>
          </p:cNvPr>
          <p:cNvSpPr txBox="1">
            <a:spLocks/>
          </p:cNvSpPr>
          <p:nvPr/>
        </p:nvSpPr>
        <p:spPr>
          <a:xfrm>
            <a:off x="4771101" y="1694563"/>
            <a:ext cx="6565490" cy="36378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GB" sz="2400" dirty="0">
                <a:solidFill>
                  <a:schemeClr val="bg1"/>
                </a:solidFill>
                <a:latin typeface="Aceh" pitchFamily="2" charset="0"/>
              </a:rPr>
              <a:t>Analyse the sales data received from Lakeman Global Online retail.</a:t>
            </a:r>
          </a:p>
          <a:p>
            <a:pPr lvl="0" algn="just"/>
            <a:r>
              <a:rPr lang="en-GB" sz="2400" dirty="0">
                <a:solidFill>
                  <a:schemeClr val="bg1"/>
                </a:solidFill>
                <a:latin typeface="Aceh" pitchFamily="2" charset="0"/>
              </a:rPr>
              <a:t>Uncover the insights that matter most: where the money is made, where it’s lost, who the best customers are, what’s selling, what’s not, and why.</a:t>
            </a:r>
          </a:p>
          <a:p>
            <a:pPr lvl="0" algn="just"/>
            <a:r>
              <a:rPr lang="en-GB" sz="2400" dirty="0">
                <a:solidFill>
                  <a:schemeClr val="bg1"/>
                </a:solidFill>
                <a:latin typeface="Aceh" pitchFamily="2" charset="0"/>
              </a:rPr>
              <a:t>Build an interactive dashboard for the company to understand sales performance and operational efficiency.</a:t>
            </a:r>
          </a:p>
        </p:txBody>
      </p:sp>
    </p:spTree>
    <p:extLst>
      <p:ext uri="{BB962C8B-B14F-4D97-AF65-F5344CB8AC3E}">
        <p14:creationId xmlns:p14="http://schemas.microsoft.com/office/powerpoint/2010/main" val="2463664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A5ECF-57E1-42EB-E627-9C1AA9D6ACE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9C9C19-C6A7-9331-AC27-328A535B06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C2E8F259-924A-4F09-1C63-05F88008DA49}"/>
              </a:ext>
            </a:extLst>
          </p:cNvPr>
          <p:cNvSpPr>
            <a:spLocks noGrp="1"/>
          </p:cNvSpPr>
          <p:nvPr>
            <p:ph type="title"/>
          </p:nvPr>
        </p:nvSpPr>
        <p:spPr>
          <a:xfrm>
            <a:off x="1022554" y="2685535"/>
            <a:ext cx="3283976" cy="1325563"/>
          </a:xfrm>
        </p:spPr>
        <p:txBody>
          <a:bodyPr>
            <a:normAutofit fontScale="90000"/>
          </a:bodyPr>
          <a:lstStyle/>
          <a:p>
            <a:r>
              <a:rPr lang="en-GB" sz="4800" b="1" noProof="0" dirty="0">
                <a:solidFill>
                  <a:srgbClr val="170E48"/>
                </a:solidFill>
                <a:latin typeface="Aceh" pitchFamily="2" charset="0"/>
              </a:rPr>
              <a:t>RESEARCH</a:t>
            </a:r>
            <a:br>
              <a:rPr lang="en-GB" sz="4800" b="1" noProof="0" dirty="0">
                <a:solidFill>
                  <a:srgbClr val="170E48"/>
                </a:solidFill>
                <a:latin typeface="Aceh" pitchFamily="2" charset="0"/>
              </a:rPr>
            </a:br>
            <a:r>
              <a:rPr lang="en-GB" sz="4800" b="1" noProof="0" dirty="0">
                <a:solidFill>
                  <a:srgbClr val="170E48"/>
                </a:solidFill>
                <a:latin typeface="Aceh" pitchFamily="2" charset="0"/>
              </a:rPr>
              <a:t>QUESTIONS</a:t>
            </a:r>
          </a:p>
        </p:txBody>
      </p:sp>
      <p:sp>
        <p:nvSpPr>
          <p:cNvPr id="8" name="Content Placeholder 2">
            <a:extLst>
              <a:ext uri="{FF2B5EF4-FFF2-40B4-BE49-F238E27FC236}">
                <a16:creationId xmlns:a16="http://schemas.microsoft.com/office/drawing/2014/main" id="{D94A70AC-D298-3277-D6C6-7E8FEE7CB098}"/>
              </a:ext>
            </a:extLst>
          </p:cNvPr>
          <p:cNvSpPr txBox="1">
            <a:spLocks/>
          </p:cNvSpPr>
          <p:nvPr/>
        </p:nvSpPr>
        <p:spPr>
          <a:xfrm>
            <a:off x="4771101" y="1396179"/>
            <a:ext cx="6565490" cy="406072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just"/>
            <a:r>
              <a:rPr lang="en-GB" dirty="0">
                <a:solidFill>
                  <a:schemeClr val="bg1"/>
                </a:solidFill>
                <a:latin typeface="Aceh" pitchFamily="2" charset="0"/>
              </a:rPr>
              <a:t>What are our total sales across all regions (top 10)?</a:t>
            </a:r>
          </a:p>
          <a:p>
            <a:pPr lvl="0" algn="just"/>
            <a:r>
              <a:rPr lang="en-GB" dirty="0">
                <a:solidFill>
                  <a:schemeClr val="bg1"/>
                </a:solidFill>
                <a:latin typeface="Aceh" pitchFamily="2" charset="0"/>
              </a:rPr>
              <a:t>Which product categories are driving the majority of our sales growth, and which are stagnating or in decline?</a:t>
            </a:r>
          </a:p>
          <a:p>
            <a:pPr lvl="0" algn="just"/>
            <a:r>
              <a:rPr lang="en-GB" dirty="0">
                <a:solidFill>
                  <a:schemeClr val="bg1"/>
                </a:solidFill>
                <a:latin typeface="Aceh" pitchFamily="2" charset="0"/>
              </a:rPr>
              <a:t>What is the total sale in each region?</a:t>
            </a:r>
          </a:p>
          <a:p>
            <a:pPr lvl="0" algn="just"/>
            <a:r>
              <a:rPr lang="en-GB" dirty="0">
                <a:solidFill>
                  <a:schemeClr val="bg1"/>
                </a:solidFill>
                <a:latin typeface="Aceh" pitchFamily="2" charset="0"/>
              </a:rPr>
              <a:t>What is the total sale in each department?</a:t>
            </a:r>
          </a:p>
          <a:p>
            <a:pPr lvl="0" algn="just"/>
            <a:r>
              <a:rPr lang="en-GB" dirty="0">
                <a:solidFill>
                  <a:schemeClr val="bg1"/>
                </a:solidFill>
                <a:latin typeface="Aceh" pitchFamily="2" charset="0"/>
              </a:rPr>
              <a:t>Which customer segments are underperforming, and what strategies can we implement to boost their sales?</a:t>
            </a:r>
          </a:p>
          <a:p>
            <a:pPr lvl="0" algn="just"/>
            <a:r>
              <a:rPr lang="en-GB" dirty="0">
                <a:solidFill>
                  <a:schemeClr val="bg1"/>
                </a:solidFill>
                <a:latin typeface="Aceh" pitchFamily="2" charset="0"/>
              </a:rPr>
              <a:t>What are the key drivers behind our best-selling products, and how can we leverage them for future launches?</a:t>
            </a:r>
          </a:p>
        </p:txBody>
      </p:sp>
    </p:spTree>
    <p:extLst>
      <p:ext uri="{BB962C8B-B14F-4D97-AF65-F5344CB8AC3E}">
        <p14:creationId xmlns:p14="http://schemas.microsoft.com/office/powerpoint/2010/main" val="1897751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71006-5D5B-30AF-2BC4-3F4AC1D55BE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E61783D-6067-0D22-6140-E1466E55B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DB503F1-B5A3-B379-265F-2557B5DB12A3}"/>
              </a:ext>
            </a:extLst>
          </p:cNvPr>
          <p:cNvSpPr>
            <a:spLocks noGrp="1"/>
          </p:cNvSpPr>
          <p:nvPr>
            <p:ph type="title"/>
          </p:nvPr>
        </p:nvSpPr>
        <p:spPr>
          <a:xfrm>
            <a:off x="471948" y="168479"/>
            <a:ext cx="3962400" cy="411623"/>
          </a:xfrm>
        </p:spPr>
        <p:txBody>
          <a:bodyPr>
            <a:noAutofit/>
          </a:bodyPr>
          <a:lstStyle/>
          <a:p>
            <a:r>
              <a:rPr lang="en-GB" sz="3200" noProof="0" dirty="0">
                <a:solidFill>
                  <a:srgbClr val="46E9E6"/>
                </a:solidFill>
                <a:latin typeface="Aceh" pitchFamily="2" charset="0"/>
              </a:rPr>
              <a:t>Dashboard Overview</a:t>
            </a:r>
          </a:p>
        </p:txBody>
      </p:sp>
      <p:pic>
        <p:nvPicPr>
          <p:cNvPr id="7" name="Content Placeholder 6">
            <a:extLst>
              <a:ext uri="{FF2B5EF4-FFF2-40B4-BE49-F238E27FC236}">
                <a16:creationId xmlns:a16="http://schemas.microsoft.com/office/drawing/2014/main" id="{F7F393D8-1772-A30C-B880-0233A9792B4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76749" y="626349"/>
            <a:ext cx="10333704" cy="6126411"/>
          </a:xfrm>
        </p:spPr>
      </p:pic>
    </p:spTree>
    <p:extLst>
      <p:ext uri="{BB962C8B-B14F-4D97-AF65-F5344CB8AC3E}">
        <p14:creationId xmlns:p14="http://schemas.microsoft.com/office/powerpoint/2010/main" val="3307926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29CB-18FB-E043-7C7B-1DE0E675A1D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44DFC6F-6836-2CA1-BC73-BC98DE564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6D9FC5B-DB01-B692-17C3-57446427C58C}"/>
              </a:ext>
            </a:extLst>
          </p:cNvPr>
          <p:cNvSpPr>
            <a:spLocks noGrp="1"/>
          </p:cNvSpPr>
          <p:nvPr>
            <p:ph type="title"/>
          </p:nvPr>
        </p:nvSpPr>
        <p:spPr>
          <a:xfrm>
            <a:off x="471948" y="168479"/>
            <a:ext cx="3962400" cy="411623"/>
          </a:xfrm>
        </p:spPr>
        <p:txBody>
          <a:bodyPr>
            <a:noAutofit/>
          </a:bodyPr>
          <a:lstStyle/>
          <a:p>
            <a:r>
              <a:rPr lang="en-GB" sz="3200" noProof="0" dirty="0">
                <a:solidFill>
                  <a:srgbClr val="46E9E6"/>
                </a:solidFill>
                <a:latin typeface="Aceh" pitchFamily="2" charset="0"/>
              </a:rPr>
              <a:t>Dashboard Overview</a:t>
            </a:r>
          </a:p>
        </p:txBody>
      </p:sp>
      <p:pic>
        <p:nvPicPr>
          <p:cNvPr id="6" name="Content Placeholder 5">
            <a:extLst>
              <a:ext uri="{FF2B5EF4-FFF2-40B4-BE49-F238E27FC236}">
                <a16:creationId xmlns:a16="http://schemas.microsoft.com/office/drawing/2014/main" id="{71E6B36A-9E31-110D-6892-11AC2EBCA8E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45574" y="619132"/>
            <a:ext cx="10107222" cy="6060557"/>
          </a:xfrm>
        </p:spPr>
      </p:pic>
    </p:spTree>
    <p:extLst>
      <p:ext uri="{BB962C8B-B14F-4D97-AF65-F5344CB8AC3E}">
        <p14:creationId xmlns:p14="http://schemas.microsoft.com/office/powerpoint/2010/main" val="4075828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37466B3-BF23-3F2B-B588-FF84EC05E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Content Placeholder 2">
            <a:extLst>
              <a:ext uri="{FF2B5EF4-FFF2-40B4-BE49-F238E27FC236}">
                <a16:creationId xmlns:a16="http://schemas.microsoft.com/office/drawing/2014/main" id="{3366A4C2-9A8C-107E-F522-879EEE4FA025}"/>
              </a:ext>
            </a:extLst>
          </p:cNvPr>
          <p:cNvSpPr txBox="1">
            <a:spLocks/>
          </p:cNvSpPr>
          <p:nvPr/>
        </p:nvSpPr>
        <p:spPr>
          <a:xfrm>
            <a:off x="503901" y="1789470"/>
            <a:ext cx="5120151" cy="2998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Top Regions by Sales:</a:t>
            </a:r>
          </a:p>
          <a:p>
            <a:pPr marL="0" indent="0">
              <a:buNone/>
            </a:pPr>
            <a:r>
              <a:rPr lang="en-GB" dirty="0">
                <a:solidFill>
                  <a:schemeClr val="bg1"/>
                </a:solidFill>
                <a:latin typeface="Aceh" pitchFamily="2" charset="0"/>
              </a:rPr>
              <a:t>Based on this analysis, the region with the highest sales is Western Europe with a total of $3.1 Million with the least being Central Asia with a total of $60.1 thousand.</a:t>
            </a:r>
          </a:p>
        </p:txBody>
      </p:sp>
      <p:sp>
        <p:nvSpPr>
          <p:cNvPr id="9" name="Title 1">
            <a:extLst>
              <a:ext uri="{FF2B5EF4-FFF2-40B4-BE49-F238E27FC236}">
                <a16:creationId xmlns:a16="http://schemas.microsoft.com/office/drawing/2014/main" id="{D97C100A-F734-20FE-F3B9-80903BAE7F19}"/>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grpSp>
        <p:nvGrpSpPr>
          <p:cNvPr id="11" name="Group 10">
            <a:extLst>
              <a:ext uri="{FF2B5EF4-FFF2-40B4-BE49-F238E27FC236}">
                <a16:creationId xmlns:a16="http://schemas.microsoft.com/office/drawing/2014/main" id="{1E8DD4FB-2527-4540-21A7-B5CCB3054BB6}"/>
              </a:ext>
            </a:extLst>
          </p:cNvPr>
          <p:cNvGrpSpPr/>
          <p:nvPr/>
        </p:nvGrpSpPr>
        <p:grpSpPr>
          <a:xfrm>
            <a:off x="6186947" y="1435510"/>
            <a:ext cx="5412663" cy="3972232"/>
            <a:chOff x="4276415" y="2265654"/>
            <a:chExt cx="3639170" cy="2326691"/>
          </a:xfrm>
        </p:grpSpPr>
        <p:sp>
          <p:nvSpPr>
            <p:cNvPr id="3" name="Rectangle: Rounded Corners 2">
              <a:extLst>
                <a:ext uri="{FF2B5EF4-FFF2-40B4-BE49-F238E27FC236}">
                  <a16:creationId xmlns:a16="http://schemas.microsoft.com/office/drawing/2014/main" id="{081F2498-3960-EA13-0AE8-E53CD13F0378}"/>
                </a:ext>
              </a:extLst>
            </p:cNvPr>
            <p:cNvSpPr/>
            <p:nvPr/>
          </p:nvSpPr>
          <p:spPr>
            <a:xfrm>
              <a:off x="4276415" y="2265654"/>
              <a:ext cx="3636910" cy="2326691"/>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latin typeface="Aceh" pitchFamily="2" charset="0"/>
              </a:endParaRPr>
            </a:p>
          </p:txBody>
        </p:sp>
        <p:graphicFrame>
          <p:nvGraphicFramePr>
            <p:cNvPr id="4" name="Chart 3">
              <a:extLst>
                <a:ext uri="{FF2B5EF4-FFF2-40B4-BE49-F238E27FC236}">
                  <a16:creationId xmlns:a16="http://schemas.microsoft.com/office/drawing/2014/main" id="{61639502-F5DF-4A86-85B5-E0A68EF19CE4}"/>
                </a:ext>
              </a:extLst>
            </p:cNvPr>
            <p:cNvGraphicFramePr>
              <a:graphicFrameLocks/>
            </p:cNvGraphicFramePr>
            <p:nvPr>
              <p:extLst>
                <p:ext uri="{D42A27DB-BD31-4B8C-83A1-F6EECF244321}">
                  <p14:modId xmlns:p14="http://schemas.microsoft.com/office/powerpoint/2010/main" val="2354072462"/>
                </p:ext>
              </p:extLst>
            </p:nvPr>
          </p:nvGraphicFramePr>
          <p:xfrm>
            <a:off x="4279097" y="2598423"/>
            <a:ext cx="3636488" cy="1991833"/>
          </p:xfrm>
          <a:graphic>
            <a:graphicData uri="http://schemas.openxmlformats.org/drawingml/2006/chart">
              <c:chart xmlns:c="http://schemas.openxmlformats.org/drawingml/2006/chart" xmlns:r="http://schemas.openxmlformats.org/officeDocument/2006/relationships" r:id="rId3"/>
            </a:graphicData>
          </a:graphic>
        </p:graphicFrame>
        <p:grpSp>
          <p:nvGrpSpPr>
            <p:cNvPr id="5" name="Group 4">
              <a:extLst>
                <a:ext uri="{FF2B5EF4-FFF2-40B4-BE49-F238E27FC236}">
                  <a16:creationId xmlns:a16="http://schemas.microsoft.com/office/drawing/2014/main" id="{31E3AC20-92B6-BEB1-28FF-B447030D1024}"/>
                </a:ext>
              </a:extLst>
            </p:cNvPr>
            <p:cNvGrpSpPr/>
            <p:nvPr/>
          </p:nvGrpSpPr>
          <p:grpSpPr>
            <a:xfrm>
              <a:off x="4301054" y="2304164"/>
              <a:ext cx="2777458" cy="352153"/>
              <a:chOff x="24639" y="38510"/>
              <a:chExt cx="2795329" cy="352952"/>
            </a:xfrm>
          </p:grpSpPr>
          <p:sp>
            <p:nvSpPr>
              <p:cNvPr id="6" name="TextBox 52">
                <a:extLst>
                  <a:ext uri="{FF2B5EF4-FFF2-40B4-BE49-F238E27FC236}">
                    <a16:creationId xmlns:a16="http://schemas.microsoft.com/office/drawing/2014/main" id="{3E45738C-7135-174E-6564-F6CE7B736C7D}"/>
                  </a:ext>
                </a:extLst>
              </p:cNvPr>
              <p:cNvSpPr txBox="1"/>
              <p:nvPr/>
            </p:nvSpPr>
            <p:spPr>
              <a:xfrm>
                <a:off x="24639" y="38510"/>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Top 10 Regions by</a:t>
                </a:r>
                <a:r>
                  <a:rPr lang="en-GB" sz="1200" b="0" baseline="0" dirty="0">
                    <a:solidFill>
                      <a:srgbClr val="5C46DD"/>
                    </a:solidFill>
                    <a:latin typeface="Montreux C Dm Bd" panose="00000700000000000000" pitchFamily="50" charset="0"/>
                  </a:rPr>
                  <a:t> Sales</a:t>
                </a:r>
                <a:endParaRPr lang="en-GB" sz="1200" b="0" dirty="0">
                  <a:solidFill>
                    <a:srgbClr val="5C46DD"/>
                  </a:solidFill>
                  <a:latin typeface="Montreux C Dm Bd" panose="00000700000000000000" pitchFamily="50" charset="0"/>
                </a:endParaRPr>
              </a:p>
            </p:txBody>
          </p:sp>
          <p:sp>
            <p:nvSpPr>
              <p:cNvPr id="10" name="TextBox 53">
                <a:extLst>
                  <a:ext uri="{FF2B5EF4-FFF2-40B4-BE49-F238E27FC236}">
                    <a16:creationId xmlns:a16="http://schemas.microsoft.com/office/drawing/2014/main" id="{B36A1B90-B4A4-46F4-8F4D-E566D024DAE5}"/>
                  </a:ext>
                </a:extLst>
              </p:cNvPr>
              <p:cNvSpPr txBox="1"/>
              <p:nvPr/>
            </p:nvSpPr>
            <p:spPr>
              <a:xfrm>
                <a:off x="24640" y="208286"/>
                <a:ext cx="2795328" cy="18317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33FE5D7C-544B-44C0-9BA4-ADCD36AC658D}" type="TxLink">
                  <a:rPr lang="en-US" sz="1000" b="0" i="0" u="none" strike="noStrike">
                    <a:solidFill>
                      <a:srgbClr val="000000"/>
                    </a:solidFill>
                    <a:latin typeface="Montreux C Book" panose="00000400000000000000" pitchFamily="50" charset="0"/>
                  </a:rPr>
                  <a:pPr/>
                  <a:t>Highest Sales by department: Fan Shop  ($11,056,542.61)</a:t>
                </a:fld>
                <a:endParaRPr lang="en-GB" sz="100" b="0" dirty="0">
                  <a:solidFill>
                    <a:srgbClr val="170E4A"/>
                  </a:solidFill>
                  <a:latin typeface="Montreux C Book" panose="00000400000000000000" pitchFamily="50" charset="0"/>
                </a:endParaRPr>
              </a:p>
            </p:txBody>
          </p:sp>
        </p:grpSp>
      </p:grpSp>
    </p:spTree>
    <p:extLst>
      <p:ext uri="{BB962C8B-B14F-4D97-AF65-F5344CB8AC3E}">
        <p14:creationId xmlns:p14="http://schemas.microsoft.com/office/powerpoint/2010/main" val="452526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3EB70-F668-AD38-5172-6739879EC85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780A9F6-9915-7CC5-FE34-222FF2D691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Content Placeholder 2">
            <a:extLst>
              <a:ext uri="{FF2B5EF4-FFF2-40B4-BE49-F238E27FC236}">
                <a16:creationId xmlns:a16="http://schemas.microsoft.com/office/drawing/2014/main" id="{00C575F5-A582-AD09-773E-5EE346020373}"/>
              </a:ext>
            </a:extLst>
          </p:cNvPr>
          <p:cNvSpPr txBox="1">
            <a:spLocks/>
          </p:cNvSpPr>
          <p:nvPr/>
        </p:nvSpPr>
        <p:spPr>
          <a:xfrm>
            <a:off x="513733" y="2071386"/>
            <a:ext cx="5120151" cy="2575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Top Product Category by Sales:</a:t>
            </a:r>
          </a:p>
          <a:p>
            <a:pPr marL="0" indent="0">
              <a:buNone/>
            </a:pPr>
            <a:r>
              <a:rPr lang="en-GB" dirty="0">
                <a:solidFill>
                  <a:schemeClr val="bg1"/>
                </a:solidFill>
                <a:latin typeface="Aceh" pitchFamily="2" charset="0"/>
              </a:rPr>
              <a:t>The product category with the highest sales is Fishing with a total of $5.1 Million with the least being CDs with a total of $1.8 thousand. This is due to customers preferring fishing products the most.</a:t>
            </a:r>
          </a:p>
          <a:p>
            <a:pPr marL="0" indent="0">
              <a:buFont typeface="Arial" panose="020B0604020202020204" pitchFamily="34" charset="0"/>
              <a:buNone/>
            </a:pPr>
            <a:endParaRPr lang="en-GB" noProof="0" dirty="0">
              <a:solidFill>
                <a:schemeClr val="bg1"/>
              </a:solidFill>
              <a:latin typeface="Aceh" pitchFamily="2" charset="0"/>
            </a:endParaRPr>
          </a:p>
        </p:txBody>
      </p:sp>
      <p:sp>
        <p:nvSpPr>
          <p:cNvPr id="9" name="Title 1">
            <a:extLst>
              <a:ext uri="{FF2B5EF4-FFF2-40B4-BE49-F238E27FC236}">
                <a16:creationId xmlns:a16="http://schemas.microsoft.com/office/drawing/2014/main" id="{3581247E-FA07-4285-7D21-021EA1BFA9C0}"/>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grpSp>
        <p:nvGrpSpPr>
          <p:cNvPr id="10" name="Group 9">
            <a:extLst>
              <a:ext uri="{FF2B5EF4-FFF2-40B4-BE49-F238E27FC236}">
                <a16:creationId xmlns:a16="http://schemas.microsoft.com/office/drawing/2014/main" id="{0FC85263-EE30-AF2D-FBDA-455FFCC16E6E}"/>
              </a:ext>
            </a:extLst>
          </p:cNvPr>
          <p:cNvGrpSpPr/>
          <p:nvPr/>
        </p:nvGrpSpPr>
        <p:grpSpPr>
          <a:xfrm>
            <a:off x="6118121" y="1337187"/>
            <a:ext cx="5560146" cy="4208207"/>
            <a:chOff x="4277034" y="2262934"/>
            <a:chExt cx="3637931" cy="2332131"/>
          </a:xfrm>
        </p:grpSpPr>
        <p:sp>
          <p:nvSpPr>
            <p:cNvPr id="2" name="Rectangle: Rounded Corners 1">
              <a:extLst>
                <a:ext uri="{FF2B5EF4-FFF2-40B4-BE49-F238E27FC236}">
                  <a16:creationId xmlns:a16="http://schemas.microsoft.com/office/drawing/2014/main" id="{3088E70E-0BA6-4967-2252-177871C4B201}"/>
                </a:ext>
              </a:extLst>
            </p:cNvPr>
            <p:cNvSpPr/>
            <p:nvPr/>
          </p:nvSpPr>
          <p:spPr>
            <a:xfrm>
              <a:off x="4278055" y="2262934"/>
              <a:ext cx="3636910" cy="2326691"/>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aphicFrame>
          <p:nvGraphicFramePr>
            <p:cNvPr id="3" name="Chart 2">
              <a:extLst>
                <a:ext uri="{FF2B5EF4-FFF2-40B4-BE49-F238E27FC236}">
                  <a16:creationId xmlns:a16="http://schemas.microsoft.com/office/drawing/2014/main" id="{FC1AA147-BB7B-474A-AAEC-53ED9A61B81E}"/>
                </a:ext>
              </a:extLst>
            </p:cNvPr>
            <p:cNvGraphicFramePr>
              <a:graphicFrameLocks/>
            </p:cNvGraphicFramePr>
            <p:nvPr>
              <p:extLst>
                <p:ext uri="{D42A27DB-BD31-4B8C-83A1-F6EECF244321}">
                  <p14:modId xmlns:p14="http://schemas.microsoft.com/office/powerpoint/2010/main" val="2778099155"/>
                </p:ext>
              </p:extLst>
            </p:nvPr>
          </p:nvGraphicFramePr>
          <p:xfrm>
            <a:off x="4277034" y="2671350"/>
            <a:ext cx="3625591" cy="1923715"/>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Group 3">
              <a:extLst>
                <a:ext uri="{FF2B5EF4-FFF2-40B4-BE49-F238E27FC236}">
                  <a16:creationId xmlns:a16="http://schemas.microsoft.com/office/drawing/2014/main" id="{3B7909A4-DE44-BCCD-191D-A624B50FBD70}"/>
                </a:ext>
              </a:extLst>
            </p:cNvPr>
            <p:cNvGrpSpPr/>
            <p:nvPr/>
          </p:nvGrpSpPr>
          <p:grpSpPr>
            <a:xfrm>
              <a:off x="4321156" y="2306723"/>
              <a:ext cx="2831400" cy="363094"/>
              <a:chOff x="44122" y="43789"/>
              <a:chExt cx="2857027" cy="365432"/>
            </a:xfrm>
          </p:grpSpPr>
          <p:sp>
            <p:nvSpPr>
              <p:cNvPr id="5" name="TextBox 58">
                <a:extLst>
                  <a:ext uri="{FF2B5EF4-FFF2-40B4-BE49-F238E27FC236}">
                    <a16:creationId xmlns:a16="http://schemas.microsoft.com/office/drawing/2014/main" id="{88F1906D-63D5-E7B7-697C-9C252589140D}"/>
                  </a:ext>
                </a:extLst>
              </p:cNvPr>
              <p:cNvSpPr txBox="1"/>
              <p:nvPr/>
            </p:nvSpPr>
            <p:spPr>
              <a:xfrm>
                <a:off x="44122" y="43789"/>
                <a:ext cx="2594387" cy="22507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Top 10 Product Category by</a:t>
                </a:r>
                <a:r>
                  <a:rPr lang="en-GB" sz="1200" b="0" baseline="0" dirty="0">
                    <a:solidFill>
                      <a:srgbClr val="5C46DD"/>
                    </a:solidFill>
                    <a:latin typeface="Montreux C Dm Bd" panose="00000700000000000000" pitchFamily="50" charset="0"/>
                  </a:rPr>
                  <a:t> Sales</a:t>
                </a:r>
                <a:endParaRPr lang="en-GB" sz="1200" b="0" dirty="0">
                  <a:solidFill>
                    <a:srgbClr val="5C46DD"/>
                  </a:solidFill>
                  <a:latin typeface="Montreux C Dm Bd" panose="00000700000000000000" pitchFamily="50" charset="0"/>
                </a:endParaRPr>
              </a:p>
            </p:txBody>
          </p:sp>
          <p:sp>
            <p:nvSpPr>
              <p:cNvPr id="6" name="TextBox 59">
                <a:extLst>
                  <a:ext uri="{FF2B5EF4-FFF2-40B4-BE49-F238E27FC236}">
                    <a16:creationId xmlns:a16="http://schemas.microsoft.com/office/drawing/2014/main" id="{82B2746B-B0D5-3B1B-97A5-C991571599BA}"/>
                  </a:ext>
                </a:extLst>
              </p:cNvPr>
              <p:cNvSpPr txBox="1"/>
              <p:nvPr/>
            </p:nvSpPr>
            <p:spPr>
              <a:xfrm>
                <a:off x="44123" y="199068"/>
                <a:ext cx="2857026" cy="210153"/>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6D02CDE9-02E0-4D26-9D3C-43A33DB47C75}" type="TxLink">
                  <a:rPr lang="en-US" sz="900" b="0" i="0" u="none" strike="noStrike">
                    <a:solidFill>
                      <a:srgbClr val="170E4A"/>
                    </a:solidFill>
                    <a:latin typeface="Montreux C Book" panose="00000400000000000000" pitchFamily="50" charset="0"/>
                  </a:rPr>
                  <a:pPr/>
                  <a:t>Highest Sales by Product Category: Fishing  ($5,109,744.50)</a:t>
                </a:fld>
                <a:endParaRPr lang="en-GB" sz="100" b="0" dirty="0">
                  <a:solidFill>
                    <a:srgbClr val="170E4A"/>
                  </a:solidFill>
                  <a:latin typeface="Montreux C Book" panose="00000400000000000000" pitchFamily="50" charset="0"/>
                </a:endParaRPr>
              </a:p>
            </p:txBody>
          </p:sp>
        </p:grpSp>
      </p:grpSp>
    </p:spTree>
    <p:extLst>
      <p:ext uri="{BB962C8B-B14F-4D97-AF65-F5344CB8AC3E}">
        <p14:creationId xmlns:p14="http://schemas.microsoft.com/office/powerpoint/2010/main" val="1638082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58AB8-824C-7CA9-A3D1-A16CA510DD6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3DFFE24-9A58-0CB8-C5F7-3C7A0EC2CA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A3EB3C7-0E30-2A9D-FC15-8E8E19D1F3A2}"/>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71754BAC-3607-FD61-88B5-976AFE8C065C}"/>
              </a:ext>
            </a:extLst>
          </p:cNvPr>
          <p:cNvSpPr txBox="1">
            <a:spLocks/>
          </p:cNvSpPr>
          <p:nvPr/>
        </p:nvSpPr>
        <p:spPr>
          <a:xfrm>
            <a:off x="513733" y="2071386"/>
            <a:ext cx="5120151" cy="2575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Monthly Sales Trend:</a:t>
            </a:r>
          </a:p>
          <a:p>
            <a:pPr marL="0" indent="0">
              <a:buNone/>
            </a:pPr>
            <a:r>
              <a:rPr lang="en-GB" dirty="0">
                <a:solidFill>
                  <a:schemeClr val="bg1"/>
                </a:solidFill>
                <a:latin typeface="Aceh" pitchFamily="2" charset="0"/>
              </a:rPr>
              <a:t>January shows the most sales with a value of $1.9 million showing that the start of the year brings about the most sales with December being the least with a value of $1.4 million. </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1" name="Group 10">
            <a:extLst>
              <a:ext uri="{FF2B5EF4-FFF2-40B4-BE49-F238E27FC236}">
                <a16:creationId xmlns:a16="http://schemas.microsoft.com/office/drawing/2014/main" id="{889F9A6B-5728-14CE-8661-251B643D78E3}"/>
              </a:ext>
            </a:extLst>
          </p:cNvPr>
          <p:cNvGrpSpPr/>
          <p:nvPr/>
        </p:nvGrpSpPr>
        <p:grpSpPr>
          <a:xfrm>
            <a:off x="6147617" y="1399703"/>
            <a:ext cx="5530650" cy="4231076"/>
            <a:chOff x="4274732" y="2256352"/>
            <a:chExt cx="3642535" cy="2345295"/>
          </a:xfrm>
        </p:grpSpPr>
        <p:sp>
          <p:nvSpPr>
            <p:cNvPr id="3" name="Rectangle: Rounded Corners 2">
              <a:extLst>
                <a:ext uri="{FF2B5EF4-FFF2-40B4-BE49-F238E27FC236}">
                  <a16:creationId xmlns:a16="http://schemas.microsoft.com/office/drawing/2014/main" id="{31C7B83B-98CF-230D-DA0E-46A30F0FF170}"/>
                </a:ext>
              </a:extLst>
            </p:cNvPr>
            <p:cNvSpPr/>
            <p:nvPr/>
          </p:nvSpPr>
          <p:spPr>
            <a:xfrm>
              <a:off x="4280357" y="2256352"/>
              <a:ext cx="3636910" cy="2326691"/>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aphicFrame>
          <p:nvGraphicFramePr>
            <p:cNvPr id="4" name="Chart 3">
              <a:extLst>
                <a:ext uri="{FF2B5EF4-FFF2-40B4-BE49-F238E27FC236}">
                  <a16:creationId xmlns:a16="http://schemas.microsoft.com/office/drawing/2014/main" id="{8F6C93E6-23E3-4F00-BA81-A4342B2F996C}"/>
                </a:ext>
              </a:extLst>
            </p:cNvPr>
            <p:cNvGraphicFramePr>
              <a:graphicFrameLocks/>
            </p:cNvGraphicFramePr>
            <p:nvPr>
              <p:extLst>
                <p:ext uri="{D42A27DB-BD31-4B8C-83A1-F6EECF244321}">
                  <p14:modId xmlns:p14="http://schemas.microsoft.com/office/powerpoint/2010/main" val="3885202122"/>
                </p:ext>
              </p:extLst>
            </p:nvPr>
          </p:nvGraphicFramePr>
          <p:xfrm>
            <a:off x="4274732" y="2651610"/>
            <a:ext cx="3631539" cy="1950037"/>
          </p:xfrm>
          <a:graphic>
            <a:graphicData uri="http://schemas.openxmlformats.org/drawingml/2006/chart">
              <c:chart xmlns:c="http://schemas.openxmlformats.org/drawingml/2006/chart" xmlns:r="http://schemas.openxmlformats.org/officeDocument/2006/relationships" r:id="rId3"/>
            </a:graphicData>
          </a:graphic>
        </p:graphicFrame>
        <p:grpSp>
          <p:nvGrpSpPr>
            <p:cNvPr id="5" name="Group 4">
              <a:extLst>
                <a:ext uri="{FF2B5EF4-FFF2-40B4-BE49-F238E27FC236}">
                  <a16:creationId xmlns:a16="http://schemas.microsoft.com/office/drawing/2014/main" id="{A1A968EE-D16D-407B-B878-5ACEE3A36A36}"/>
                </a:ext>
              </a:extLst>
            </p:cNvPr>
            <p:cNvGrpSpPr/>
            <p:nvPr/>
          </p:nvGrpSpPr>
          <p:grpSpPr>
            <a:xfrm>
              <a:off x="4325613" y="2299314"/>
              <a:ext cx="2891903" cy="365604"/>
              <a:chOff x="50881" y="42962"/>
              <a:chExt cx="2911393" cy="366344"/>
            </a:xfrm>
          </p:grpSpPr>
          <p:sp>
            <p:nvSpPr>
              <p:cNvPr id="6" name="TextBox 61">
                <a:extLst>
                  <a:ext uri="{FF2B5EF4-FFF2-40B4-BE49-F238E27FC236}">
                    <a16:creationId xmlns:a16="http://schemas.microsoft.com/office/drawing/2014/main" id="{7F2F1684-2FCA-91BE-04D1-93EB3FE355A4}"/>
                  </a:ext>
                </a:extLst>
              </p:cNvPr>
              <p:cNvSpPr txBox="1"/>
              <p:nvPr/>
            </p:nvSpPr>
            <p:spPr>
              <a:xfrm>
                <a:off x="50881" y="42962"/>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Monthly Sales Trend</a:t>
                </a:r>
              </a:p>
            </p:txBody>
          </p:sp>
          <p:sp>
            <p:nvSpPr>
              <p:cNvPr id="10" name="TextBox 62">
                <a:extLst>
                  <a:ext uri="{FF2B5EF4-FFF2-40B4-BE49-F238E27FC236}">
                    <a16:creationId xmlns:a16="http://schemas.microsoft.com/office/drawing/2014/main" id="{A35CF917-9727-15C2-D961-332CEF625B59}"/>
                  </a:ext>
                </a:extLst>
              </p:cNvPr>
              <p:cNvSpPr txBox="1"/>
              <p:nvPr/>
            </p:nvSpPr>
            <p:spPr>
              <a:xfrm>
                <a:off x="50881" y="196141"/>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153328AD-6A41-4DD7-A7F7-D84B77EFE86A}" type="TxLink">
                  <a:rPr lang="en-US" sz="900" b="0" i="0" u="none" strike="noStrike">
                    <a:solidFill>
                      <a:srgbClr val="170E4A"/>
                    </a:solidFill>
                    <a:latin typeface="Montreux C Book" panose="00000400000000000000" pitchFamily="50" charset="0"/>
                  </a:rPr>
                  <a:pPr/>
                  <a:t>Highest Sales by Month: Jan  ($1,874,040.67)</a:t>
                </a:fld>
                <a:endParaRPr lang="en-GB" sz="100" b="0" dirty="0">
                  <a:solidFill>
                    <a:srgbClr val="170E4A"/>
                  </a:solidFill>
                  <a:latin typeface="Montreux C Book" panose="00000400000000000000" pitchFamily="50" charset="0"/>
                </a:endParaRPr>
              </a:p>
            </p:txBody>
          </p:sp>
        </p:grpSp>
      </p:grpSp>
    </p:spTree>
    <p:extLst>
      <p:ext uri="{BB962C8B-B14F-4D97-AF65-F5344CB8AC3E}">
        <p14:creationId xmlns:p14="http://schemas.microsoft.com/office/powerpoint/2010/main" val="192911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61369-0F8B-81F1-FF7C-2B713319671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BB2DC71-21EF-A0A0-E628-9FC0ABBA5E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4FE1A8EC-C3A9-DC29-CBC4-C73262E4F429}"/>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5FA755FD-A4CC-6545-E679-147F061A8794}"/>
              </a:ext>
            </a:extLst>
          </p:cNvPr>
          <p:cNvSpPr txBox="1">
            <a:spLocks/>
          </p:cNvSpPr>
          <p:nvPr/>
        </p:nvSpPr>
        <p:spPr>
          <a:xfrm>
            <a:off x="513733" y="2071386"/>
            <a:ext cx="5120151" cy="257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Market Sales Trend:</a:t>
            </a:r>
          </a:p>
          <a:p>
            <a:pPr marL="0" indent="0">
              <a:buNone/>
            </a:pPr>
            <a:r>
              <a:rPr lang="en-GB" dirty="0">
                <a:solidFill>
                  <a:schemeClr val="bg1"/>
                </a:solidFill>
                <a:latin typeface="Aceh" pitchFamily="2" charset="0"/>
              </a:rPr>
              <a:t>The analysis shows that Europe is the market with the largest sales valued at $5.8 million and Africa being the smallest valued at $1.3 million.</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6" name="Group 15">
            <a:extLst>
              <a:ext uri="{FF2B5EF4-FFF2-40B4-BE49-F238E27FC236}">
                <a16:creationId xmlns:a16="http://schemas.microsoft.com/office/drawing/2014/main" id="{A7CB1767-0F41-E274-861E-28DEA79B8BC8}"/>
              </a:ext>
            </a:extLst>
          </p:cNvPr>
          <p:cNvGrpSpPr/>
          <p:nvPr/>
        </p:nvGrpSpPr>
        <p:grpSpPr>
          <a:xfrm>
            <a:off x="6096000" y="1293503"/>
            <a:ext cx="5582267" cy="4318025"/>
            <a:chOff x="4273867" y="2265655"/>
            <a:chExt cx="3644265" cy="2326689"/>
          </a:xfrm>
        </p:grpSpPr>
        <p:sp>
          <p:nvSpPr>
            <p:cNvPr id="8" name="Rectangle: Rounded Corners 7">
              <a:extLst>
                <a:ext uri="{FF2B5EF4-FFF2-40B4-BE49-F238E27FC236}">
                  <a16:creationId xmlns:a16="http://schemas.microsoft.com/office/drawing/2014/main" id="{E7F65692-27E9-04AE-2BBD-156B37C83136}"/>
                </a:ext>
              </a:extLst>
            </p:cNvPr>
            <p:cNvSpPr/>
            <p:nvPr/>
          </p:nvSpPr>
          <p:spPr>
            <a:xfrm>
              <a:off x="4280790" y="2265655"/>
              <a:ext cx="3636910" cy="2326689"/>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12" name="Group 11">
              <a:extLst>
                <a:ext uri="{FF2B5EF4-FFF2-40B4-BE49-F238E27FC236}">
                  <a16:creationId xmlns:a16="http://schemas.microsoft.com/office/drawing/2014/main" id="{CB22B163-1539-0F5C-C1D8-C2488AC5E6C7}"/>
                </a:ext>
              </a:extLst>
            </p:cNvPr>
            <p:cNvGrpSpPr/>
            <p:nvPr/>
          </p:nvGrpSpPr>
          <p:grpSpPr>
            <a:xfrm>
              <a:off x="4335247" y="2322022"/>
              <a:ext cx="2888821" cy="365604"/>
              <a:chOff x="61380" y="56367"/>
              <a:chExt cx="2911393" cy="366344"/>
            </a:xfrm>
          </p:grpSpPr>
          <p:sp>
            <p:nvSpPr>
              <p:cNvPr id="14" name="TextBox 88">
                <a:extLst>
                  <a:ext uri="{FF2B5EF4-FFF2-40B4-BE49-F238E27FC236}">
                    <a16:creationId xmlns:a16="http://schemas.microsoft.com/office/drawing/2014/main" id="{37A7922E-FF07-F399-4B57-907E97BAAC04}"/>
                  </a:ext>
                </a:extLst>
              </p:cNvPr>
              <p:cNvSpPr txBox="1"/>
              <p:nvPr/>
            </p:nvSpPr>
            <p:spPr>
              <a:xfrm>
                <a:off x="61380" y="56367"/>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baseline="0" dirty="0">
                    <a:solidFill>
                      <a:srgbClr val="5C46DD"/>
                    </a:solidFill>
                    <a:latin typeface="Montreux C Dm Bd" panose="00000700000000000000" pitchFamily="50" charset="0"/>
                  </a:rPr>
                  <a:t>Total Sales by Markets</a:t>
                </a:r>
                <a:endParaRPr lang="en-GB" sz="1200" b="0" dirty="0">
                  <a:solidFill>
                    <a:srgbClr val="5C46DD"/>
                  </a:solidFill>
                  <a:latin typeface="Montreux C Dm Bd" panose="00000700000000000000" pitchFamily="50" charset="0"/>
                </a:endParaRPr>
              </a:p>
            </p:txBody>
          </p:sp>
          <p:sp>
            <p:nvSpPr>
              <p:cNvPr id="15" name="TextBox 89">
                <a:extLst>
                  <a:ext uri="{FF2B5EF4-FFF2-40B4-BE49-F238E27FC236}">
                    <a16:creationId xmlns:a16="http://schemas.microsoft.com/office/drawing/2014/main" id="{6F1085F4-6FA3-2C7B-9CCF-BD733A4073FF}"/>
                  </a:ext>
                </a:extLst>
              </p:cNvPr>
              <p:cNvSpPr txBox="1"/>
              <p:nvPr/>
            </p:nvSpPr>
            <p:spPr>
              <a:xfrm>
                <a:off x="61380" y="209546"/>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948AB674-E2B0-4BCF-91F8-CCFF4CA5132F}" type="TxLink">
                  <a:rPr lang="en-US" sz="900" b="0" i="0" u="none" strike="noStrike">
                    <a:solidFill>
                      <a:srgbClr val="170E4A"/>
                    </a:solidFill>
                    <a:latin typeface="Montreux C Book" panose="00000400000000000000" pitchFamily="50" charset="0"/>
                  </a:rPr>
                  <a:pPr/>
                  <a:t>Highest Sales by Markets: Europe  ($5,786,226.13)</a:t>
                </a:fld>
                <a:endParaRPr lang="en-US" sz="700" b="0" i="0" u="none" strike="noStrike" dirty="0">
                  <a:solidFill>
                    <a:srgbClr val="170E4A"/>
                  </a:solidFill>
                  <a:latin typeface="Montreux C Book" panose="00000400000000000000" pitchFamily="50" charset="0"/>
                </a:endParaRPr>
              </a:p>
            </p:txBody>
          </p:sp>
        </p:grpSp>
        <p:graphicFrame>
          <p:nvGraphicFramePr>
            <p:cNvPr id="13" name="Chart 12">
              <a:extLst>
                <a:ext uri="{FF2B5EF4-FFF2-40B4-BE49-F238E27FC236}">
                  <a16:creationId xmlns:a16="http://schemas.microsoft.com/office/drawing/2014/main" id="{C00E6A53-532A-4CA3-AE6B-F16E7B9F426E}"/>
                </a:ext>
              </a:extLst>
            </p:cNvPr>
            <p:cNvGraphicFramePr>
              <a:graphicFrameLocks/>
            </p:cNvGraphicFramePr>
            <p:nvPr>
              <p:extLst>
                <p:ext uri="{D42A27DB-BD31-4B8C-83A1-F6EECF244321}">
                  <p14:modId xmlns:p14="http://schemas.microsoft.com/office/powerpoint/2010/main" val="102189765"/>
                </p:ext>
              </p:extLst>
            </p:nvPr>
          </p:nvGraphicFramePr>
          <p:xfrm>
            <a:off x="4273867" y="2719649"/>
            <a:ext cx="3644265" cy="1858268"/>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2588143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9F391-EC99-6F99-B789-C00CE895EFA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EBB246B-02B1-AE06-185B-BE843852E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863AA88B-D5E0-CA54-ECA0-278836D24FFF}"/>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BE58FEC2-D208-DF93-84FE-61766186D813}"/>
              </a:ext>
            </a:extLst>
          </p:cNvPr>
          <p:cNvSpPr txBox="1">
            <a:spLocks/>
          </p:cNvSpPr>
          <p:nvPr/>
        </p:nvSpPr>
        <p:spPr>
          <a:xfrm>
            <a:off x="513733" y="2071386"/>
            <a:ext cx="5120151" cy="257512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Departmental Sales:</a:t>
            </a:r>
          </a:p>
          <a:p>
            <a:pPr marL="0" indent="0">
              <a:buNone/>
            </a:pPr>
            <a:r>
              <a:rPr lang="en-GB" dirty="0">
                <a:solidFill>
                  <a:schemeClr val="bg1"/>
                </a:solidFill>
                <a:latin typeface="Aceh" pitchFamily="2" charset="0"/>
              </a:rPr>
              <a:t>The analysis shows that Fan Shop is the department with the largest sales valued at $11.1 million and Book Shop being the smallest valued at $7.0 thousand.</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1" name="Group 10">
            <a:extLst>
              <a:ext uri="{FF2B5EF4-FFF2-40B4-BE49-F238E27FC236}">
                <a16:creationId xmlns:a16="http://schemas.microsoft.com/office/drawing/2014/main" id="{109FA15B-FBE3-8658-75E0-9BCFE607FA84}"/>
              </a:ext>
            </a:extLst>
          </p:cNvPr>
          <p:cNvGrpSpPr/>
          <p:nvPr/>
        </p:nvGrpSpPr>
        <p:grpSpPr>
          <a:xfrm>
            <a:off x="6147617" y="1343174"/>
            <a:ext cx="5530650" cy="4189181"/>
            <a:chOff x="4258348" y="2238323"/>
            <a:chExt cx="3675303" cy="2326689"/>
          </a:xfrm>
        </p:grpSpPr>
        <p:sp>
          <p:nvSpPr>
            <p:cNvPr id="3" name="Rectangle: Rounded Corners 2">
              <a:extLst>
                <a:ext uri="{FF2B5EF4-FFF2-40B4-BE49-F238E27FC236}">
                  <a16:creationId xmlns:a16="http://schemas.microsoft.com/office/drawing/2014/main" id="{DDAE6065-E927-A097-7F3C-B6EC95BCC3E4}"/>
                </a:ext>
              </a:extLst>
            </p:cNvPr>
            <p:cNvSpPr/>
            <p:nvPr/>
          </p:nvSpPr>
          <p:spPr>
            <a:xfrm>
              <a:off x="4284509" y="2238323"/>
              <a:ext cx="3636910" cy="2326689"/>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4" name="Group 3">
              <a:extLst>
                <a:ext uri="{FF2B5EF4-FFF2-40B4-BE49-F238E27FC236}">
                  <a16:creationId xmlns:a16="http://schemas.microsoft.com/office/drawing/2014/main" id="{9F3A5A1C-1F39-E463-C7CE-4523A59692DD}"/>
                </a:ext>
              </a:extLst>
            </p:cNvPr>
            <p:cNvGrpSpPr/>
            <p:nvPr/>
          </p:nvGrpSpPr>
          <p:grpSpPr>
            <a:xfrm>
              <a:off x="4346436" y="2304623"/>
              <a:ext cx="2888821" cy="365604"/>
              <a:chOff x="88088" y="66300"/>
              <a:chExt cx="2911393" cy="366344"/>
            </a:xfrm>
          </p:grpSpPr>
          <p:sp>
            <p:nvSpPr>
              <p:cNvPr id="6" name="TextBox 85">
                <a:extLst>
                  <a:ext uri="{FF2B5EF4-FFF2-40B4-BE49-F238E27FC236}">
                    <a16:creationId xmlns:a16="http://schemas.microsoft.com/office/drawing/2014/main" id="{2DDE530F-6E00-AB22-1B6E-1C998038B668}"/>
                  </a:ext>
                </a:extLst>
              </p:cNvPr>
              <p:cNvSpPr txBox="1"/>
              <p:nvPr/>
            </p:nvSpPr>
            <p:spPr>
              <a:xfrm>
                <a:off x="88088" y="66300"/>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Total Sales</a:t>
                </a:r>
                <a:r>
                  <a:rPr lang="en-GB" sz="1200" b="0" baseline="0" dirty="0">
                    <a:solidFill>
                      <a:srgbClr val="5C46DD"/>
                    </a:solidFill>
                    <a:latin typeface="Montreux C Dm Bd" panose="00000700000000000000" pitchFamily="50" charset="0"/>
                  </a:rPr>
                  <a:t> by Department</a:t>
                </a:r>
                <a:endParaRPr lang="en-GB" sz="1200" b="0" dirty="0">
                  <a:solidFill>
                    <a:srgbClr val="5C46DD"/>
                  </a:solidFill>
                  <a:latin typeface="Montreux C Dm Bd" panose="00000700000000000000" pitchFamily="50" charset="0"/>
                </a:endParaRPr>
              </a:p>
            </p:txBody>
          </p:sp>
          <p:sp>
            <p:nvSpPr>
              <p:cNvPr id="10" name="TextBox 86">
                <a:extLst>
                  <a:ext uri="{FF2B5EF4-FFF2-40B4-BE49-F238E27FC236}">
                    <a16:creationId xmlns:a16="http://schemas.microsoft.com/office/drawing/2014/main" id="{A29AF0FE-46F7-6A0A-73BD-56A0D32317A8}"/>
                  </a:ext>
                </a:extLst>
              </p:cNvPr>
              <p:cNvSpPr txBox="1"/>
              <p:nvPr/>
            </p:nvSpPr>
            <p:spPr>
              <a:xfrm>
                <a:off x="88088" y="219479"/>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507DB8DE-9CEF-45FE-81C6-32F7B2265454}" type="TxLink">
                  <a:rPr lang="en-US" sz="900" b="0" i="0" u="none" strike="noStrike">
                    <a:solidFill>
                      <a:srgbClr val="170E4A"/>
                    </a:solidFill>
                    <a:latin typeface="Aptos Narrow"/>
                  </a:rPr>
                  <a:pPr/>
                  <a:t>Highest Sales by Regions: Western Europe  ($3,095,771.56)</a:t>
                </a:fld>
                <a:endParaRPr lang="en-GB" sz="600" b="0" dirty="0">
                  <a:solidFill>
                    <a:srgbClr val="170E4A"/>
                  </a:solidFill>
                  <a:latin typeface="Montreux C Dm Bd" panose="00000700000000000000" pitchFamily="50" charset="0"/>
                </a:endParaRPr>
              </a:p>
            </p:txBody>
          </p:sp>
        </p:grpSp>
        <p:graphicFrame>
          <p:nvGraphicFramePr>
            <p:cNvPr id="5" name="Chart 4">
              <a:extLst>
                <a:ext uri="{FF2B5EF4-FFF2-40B4-BE49-F238E27FC236}">
                  <a16:creationId xmlns:a16="http://schemas.microsoft.com/office/drawing/2014/main" id="{AEE65055-BF27-4B6C-B22F-EDC455C4502A}"/>
                </a:ext>
              </a:extLst>
            </p:cNvPr>
            <p:cNvGraphicFramePr>
              <a:graphicFrameLocks/>
            </p:cNvGraphicFramePr>
            <p:nvPr>
              <p:extLst>
                <p:ext uri="{D42A27DB-BD31-4B8C-83A1-F6EECF244321}">
                  <p14:modId xmlns:p14="http://schemas.microsoft.com/office/powerpoint/2010/main" val="1109959803"/>
                </p:ext>
              </p:extLst>
            </p:nvPr>
          </p:nvGraphicFramePr>
          <p:xfrm>
            <a:off x="4258348" y="2555369"/>
            <a:ext cx="3675303" cy="1999907"/>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3913078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3F98-A14A-FF71-7D2F-0D870AC800D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ABF6796-F3DD-74C4-651D-AFB87C9FF0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19BED594-88BA-876D-2D7C-DAB7A1B4E3A2}"/>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962E955E-6E25-3A05-8E66-F47F4545C0B8}"/>
              </a:ext>
            </a:extLst>
          </p:cNvPr>
          <p:cNvSpPr txBox="1">
            <a:spLocks/>
          </p:cNvSpPr>
          <p:nvPr/>
        </p:nvSpPr>
        <p:spPr>
          <a:xfrm>
            <a:off x="513733" y="2071386"/>
            <a:ext cx="5120151" cy="2575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Sales by Country:</a:t>
            </a:r>
          </a:p>
          <a:p>
            <a:pPr marL="0" indent="0">
              <a:buNone/>
            </a:pPr>
            <a:r>
              <a:rPr lang="en-GB" dirty="0">
                <a:solidFill>
                  <a:schemeClr val="bg1"/>
                </a:solidFill>
                <a:latin typeface="Aceh" pitchFamily="2" charset="0"/>
              </a:rPr>
              <a:t>The analysis shows that the United States of America (USA) is the country with the largest sales valued at $2.97 million and South Sudan in Africa being the smallest valued at $49.98.</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6" name="Group 15">
            <a:extLst>
              <a:ext uri="{FF2B5EF4-FFF2-40B4-BE49-F238E27FC236}">
                <a16:creationId xmlns:a16="http://schemas.microsoft.com/office/drawing/2014/main" id="{5317D3EF-03B0-AFDA-D07C-2FAF903E7844}"/>
              </a:ext>
            </a:extLst>
          </p:cNvPr>
          <p:cNvGrpSpPr/>
          <p:nvPr/>
        </p:nvGrpSpPr>
        <p:grpSpPr>
          <a:xfrm>
            <a:off x="6096000" y="1288026"/>
            <a:ext cx="5582267" cy="4286864"/>
            <a:chOff x="4235771" y="1051271"/>
            <a:chExt cx="3720457" cy="4755458"/>
          </a:xfrm>
        </p:grpSpPr>
        <p:sp>
          <p:nvSpPr>
            <p:cNvPr id="8" name="Rectangle: Rounded Corners 7">
              <a:extLst>
                <a:ext uri="{FF2B5EF4-FFF2-40B4-BE49-F238E27FC236}">
                  <a16:creationId xmlns:a16="http://schemas.microsoft.com/office/drawing/2014/main" id="{095B04AD-3CA8-6081-6EE7-427D5FBFA1E3}"/>
                </a:ext>
              </a:extLst>
            </p:cNvPr>
            <p:cNvSpPr/>
            <p:nvPr/>
          </p:nvSpPr>
          <p:spPr>
            <a:xfrm>
              <a:off x="4256418" y="1051271"/>
              <a:ext cx="3690747" cy="4755458"/>
            </a:xfrm>
            <a:prstGeom prst="roundRect">
              <a:avLst>
                <a:gd name="adj" fmla="val 241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mc:AlternateContent xmlns:mc="http://schemas.openxmlformats.org/markup-compatibility/2006" xmlns:cx4="http://schemas.microsoft.com/office/drawing/2016/5/10/chartex">
          <mc:Choice Requires="cx4">
            <p:graphicFrame>
              <p:nvGraphicFramePr>
                <p:cNvPr id="12" name="Chart 11">
                  <a:extLst>
                    <a:ext uri="{FF2B5EF4-FFF2-40B4-BE49-F238E27FC236}">
                      <a16:creationId xmlns:a16="http://schemas.microsoft.com/office/drawing/2014/main" id="{3E516CEC-33C2-4751-812B-D2D069060281}"/>
                    </a:ext>
                  </a:extLst>
                </p:cNvPr>
                <p:cNvGraphicFramePr/>
                <p:nvPr>
                  <p:extLst>
                    <p:ext uri="{D42A27DB-BD31-4B8C-83A1-F6EECF244321}">
                      <p14:modId xmlns:p14="http://schemas.microsoft.com/office/powerpoint/2010/main" val="109238316"/>
                    </p:ext>
                  </p:extLst>
                </p:nvPr>
              </p:nvGraphicFramePr>
              <p:xfrm>
                <a:off x="4235771" y="1254687"/>
                <a:ext cx="3720457" cy="4547396"/>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12" name="Chart 11">
                  <a:extLst>
                    <a:ext uri="{FF2B5EF4-FFF2-40B4-BE49-F238E27FC236}">
                      <a16:creationId xmlns:a16="http://schemas.microsoft.com/office/drawing/2014/main" id="{3E516CEC-33C2-4751-812B-D2D069060281}"/>
                    </a:ext>
                  </a:extLst>
                </p:cNvPr>
                <p:cNvPicPr>
                  <a:picLocks noGrp="1" noRot="1" noChangeAspect="1" noMove="1" noResize="1" noEditPoints="1" noAdjustHandles="1" noChangeArrowheads="1" noChangeShapeType="1"/>
                </p:cNvPicPr>
                <p:nvPr/>
              </p:nvPicPr>
              <p:blipFill>
                <a:blip r:embed="rId4"/>
                <a:stretch>
                  <a:fillRect/>
                </a:stretch>
              </p:blipFill>
              <p:spPr>
                <a:xfrm>
                  <a:off x="6096000" y="1471398"/>
                  <a:ext cx="5582267" cy="4099304"/>
                </a:xfrm>
                <a:prstGeom prst="rect">
                  <a:avLst/>
                </a:prstGeom>
              </p:spPr>
            </p:pic>
          </mc:Fallback>
        </mc:AlternateContent>
        <p:grpSp>
          <p:nvGrpSpPr>
            <p:cNvPr id="13" name="Group 12">
              <a:extLst>
                <a:ext uri="{FF2B5EF4-FFF2-40B4-BE49-F238E27FC236}">
                  <a16:creationId xmlns:a16="http://schemas.microsoft.com/office/drawing/2014/main" id="{1733FC0B-5C41-464D-B79F-44C67F94F43F}"/>
                </a:ext>
              </a:extLst>
            </p:cNvPr>
            <p:cNvGrpSpPr/>
            <p:nvPr/>
          </p:nvGrpSpPr>
          <p:grpSpPr>
            <a:xfrm>
              <a:off x="4291452" y="1102909"/>
              <a:ext cx="2890915" cy="387419"/>
              <a:chOff x="55681" y="51638"/>
              <a:chExt cx="2911393" cy="388202"/>
            </a:xfrm>
          </p:grpSpPr>
          <p:sp>
            <p:nvSpPr>
              <p:cNvPr id="14" name="TextBox 64">
                <a:extLst>
                  <a:ext uri="{FF2B5EF4-FFF2-40B4-BE49-F238E27FC236}">
                    <a16:creationId xmlns:a16="http://schemas.microsoft.com/office/drawing/2014/main" id="{9517A660-8650-5E04-A5A5-3E3630454A77}"/>
                  </a:ext>
                </a:extLst>
              </p:cNvPr>
              <p:cNvSpPr txBox="1"/>
              <p:nvPr/>
            </p:nvSpPr>
            <p:spPr>
              <a:xfrm>
                <a:off x="55681" y="51638"/>
                <a:ext cx="2029828" cy="22846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Sales</a:t>
                </a:r>
                <a:r>
                  <a:rPr lang="en-GB" sz="1200" b="0" baseline="0" dirty="0">
                    <a:solidFill>
                      <a:srgbClr val="5C46DD"/>
                    </a:solidFill>
                    <a:latin typeface="Montreux C Dm Bd" panose="00000700000000000000" pitchFamily="50" charset="0"/>
                  </a:rPr>
                  <a:t> Distribution by Country</a:t>
                </a:r>
                <a:endParaRPr lang="en-GB" sz="1200" b="0" dirty="0">
                  <a:solidFill>
                    <a:srgbClr val="5C46DD"/>
                  </a:solidFill>
                  <a:latin typeface="Montreux C Dm Bd" panose="00000700000000000000" pitchFamily="50" charset="0"/>
                </a:endParaRPr>
              </a:p>
            </p:txBody>
          </p:sp>
          <p:sp>
            <p:nvSpPr>
              <p:cNvPr id="15" name="TextBox 65">
                <a:extLst>
                  <a:ext uri="{FF2B5EF4-FFF2-40B4-BE49-F238E27FC236}">
                    <a16:creationId xmlns:a16="http://schemas.microsoft.com/office/drawing/2014/main" id="{5C163387-825C-C127-3A07-FD99D9E66616}"/>
                  </a:ext>
                </a:extLst>
              </p:cNvPr>
              <p:cNvSpPr txBox="1"/>
              <p:nvPr/>
            </p:nvSpPr>
            <p:spPr>
              <a:xfrm>
                <a:off x="55681" y="226674"/>
                <a:ext cx="2911393" cy="213166"/>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8C098408-F986-4A91-B850-49C9C4BA553B}" type="TxLink">
                  <a:rPr lang="en-US" sz="900" b="0" i="0" u="none" strike="noStrike">
                    <a:solidFill>
                      <a:srgbClr val="000000"/>
                    </a:solidFill>
                    <a:latin typeface="+mn-lt"/>
                  </a:rPr>
                  <a:pPr/>
                  <a:t>Highest Sales by Country: United States  ($2,970,727.86)</a:t>
                </a:fld>
                <a:endParaRPr lang="en-GB" sz="900" b="0" dirty="0">
                  <a:solidFill>
                    <a:srgbClr val="170E4A"/>
                  </a:solidFill>
                  <a:latin typeface="+mn-lt"/>
                </a:endParaRPr>
              </a:p>
            </p:txBody>
          </p:sp>
        </p:grpSp>
      </p:grpSp>
    </p:spTree>
    <p:extLst>
      <p:ext uri="{BB962C8B-B14F-4D97-AF65-F5344CB8AC3E}">
        <p14:creationId xmlns:p14="http://schemas.microsoft.com/office/powerpoint/2010/main" val="1710511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FEF3-B2B8-3500-391C-297DCF336F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3186732-C19F-48B7-86A0-7A7CEDC98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501B4EAA-9435-A8D3-9032-EF0767C53C15}"/>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6CA8969E-0D39-E0B6-BD3A-A61E7762AFE5}"/>
              </a:ext>
            </a:extLst>
          </p:cNvPr>
          <p:cNvSpPr txBox="1">
            <a:spLocks/>
          </p:cNvSpPr>
          <p:nvPr/>
        </p:nvSpPr>
        <p:spPr>
          <a:xfrm>
            <a:off x="513733" y="2071386"/>
            <a:ext cx="5120151" cy="2575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Product Order Status:</a:t>
            </a:r>
          </a:p>
          <a:p>
            <a:pPr marL="0" indent="0">
              <a:buNone/>
            </a:pPr>
            <a:r>
              <a:rPr lang="en-GB" dirty="0">
                <a:solidFill>
                  <a:schemeClr val="bg1"/>
                </a:solidFill>
                <a:latin typeface="Aceh" pitchFamily="2" charset="0"/>
              </a:rPr>
              <a:t>The COMPLETED orders are the most valued at 27.09 thousand orders and the least being PAYMENT_REVIEW with 1.05 thousand still having pending payments.</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22" name="Group 21">
            <a:extLst>
              <a:ext uri="{FF2B5EF4-FFF2-40B4-BE49-F238E27FC236}">
                <a16:creationId xmlns:a16="http://schemas.microsoft.com/office/drawing/2014/main" id="{5087EBA3-E7F2-3526-6C0F-9820984AF79A}"/>
              </a:ext>
            </a:extLst>
          </p:cNvPr>
          <p:cNvGrpSpPr/>
          <p:nvPr/>
        </p:nvGrpSpPr>
        <p:grpSpPr>
          <a:xfrm>
            <a:off x="6096000" y="1281834"/>
            <a:ext cx="5582267" cy="4332385"/>
            <a:chOff x="4276674" y="2265060"/>
            <a:chExt cx="3638651" cy="2327880"/>
          </a:xfrm>
        </p:grpSpPr>
        <p:sp>
          <p:nvSpPr>
            <p:cNvPr id="17" name="Rectangle: Rounded Corners 16">
              <a:extLst>
                <a:ext uri="{FF2B5EF4-FFF2-40B4-BE49-F238E27FC236}">
                  <a16:creationId xmlns:a16="http://schemas.microsoft.com/office/drawing/2014/main" id="{ECCE8318-782A-442E-8113-B0B086BD73D9}"/>
                </a:ext>
              </a:extLst>
            </p:cNvPr>
            <p:cNvSpPr/>
            <p:nvPr/>
          </p:nvSpPr>
          <p:spPr>
            <a:xfrm>
              <a:off x="4277932" y="2265060"/>
              <a:ext cx="3636910" cy="2326689"/>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18" name="Group 17">
              <a:extLst>
                <a:ext uri="{FF2B5EF4-FFF2-40B4-BE49-F238E27FC236}">
                  <a16:creationId xmlns:a16="http://schemas.microsoft.com/office/drawing/2014/main" id="{1720CA24-40BE-EC46-9C31-9598547045A7}"/>
                </a:ext>
              </a:extLst>
            </p:cNvPr>
            <p:cNvGrpSpPr/>
            <p:nvPr/>
          </p:nvGrpSpPr>
          <p:grpSpPr>
            <a:xfrm>
              <a:off x="4323209" y="2310988"/>
              <a:ext cx="2888819" cy="365604"/>
              <a:chOff x="46535" y="45928"/>
              <a:chExt cx="2911393" cy="366344"/>
            </a:xfrm>
          </p:grpSpPr>
          <p:sp>
            <p:nvSpPr>
              <p:cNvPr id="20" name="TextBox 82">
                <a:extLst>
                  <a:ext uri="{FF2B5EF4-FFF2-40B4-BE49-F238E27FC236}">
                    <a16:creationId xmlns:a16="http://schemas.microsoft.com/office/drawing/2014/main" id="{689DA98A-1743-5E10-A049-5BCBB010567E}"/>
                  </a:ext>
                </a:extLst>
              </p:cNvPr>
              <p:cNvSpPr txBox="1"/>
              <p:nvPr/>
            </p:nvSpPr>
            <p:spPr>
              <a:xfrm>
                <a:off x="46535" y="45928"/>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Order Status of Products</a:t>
                </a:r>
              </a:p>
            </p:txBody>
          </p:sp>
          <p:sp>
            <p:nvSpPr>
              <p:cNvPr id="21" name="TextBox 83">
                <a:extLst>
                  <a:ext uri="{FF2B5EF4-FFF2-40B4-BE49-F238E27FC236}">
                    <a16:creationId xmlns:a16="http://schemas.microsoft.com/office/drawing/2014/main" id="{39B43FB8-326E-1D0B-3FA9-93BE31D2EB65}"/>
                  </a:ext>
                </a:extLst>
              </p:cNvPr>
              <p:cNvSpPr txBox="1"/>
              <p:nvPr/>
            </p:nvSpPr>
            <p:spPr>
              <a:xfrm>
                <a:off x="46535" y="199107"/>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D8599A99-CC8E-43D1-9082-631943F1514B}" type="TxLink">
                  <a:rPr lang="en-US" sz="900" b="0" i="0" u="none" strike="noStrike">
                    <a:solidFill>
                      <a:srgbClr val="000000"/>
                    </a:solidFill>
                    <a:latin typeface="Aptos Narrow"/>
                  </a:rPr>
                  <a:pPr/>
                  <a:t>Highest Orders by Order Status: COMPLETE  (27,091)</a:t>
                </a:fld>
                <a:endParaRPr lang="en-GB" sz="300" b="0" dirty="0">
                  <a:solidFill>
                    <a:srgbClr val="170E4A"/>
                  </a:solidFill>
                  <a:latin typeface="Montreux C Dm Bd" panose="00000700000000000000" pitchFamily="50" charset="0"/>
                </a:endParaRPr>
              </a:p>
            </p:txBody>
          </p:sp>
        </p:grpSp>
        <p:graphicFrame>
          <p:nvGraphicFramePr>
            <p:cNvPr id="19" name="Chart 18">
              <a:extLst>
                <a:ext uri="{FF2B5EF4-FFF2-40B4-BE49-F238E27FC236}">
                  <a16:creationId xmlns:a16="http://schemas.microsoft.com/office/drawing/2014/main" id="{6CDF4387-966B-4E0C-8E89-86EE5B976A7D}"/>
                </a:ext>
              </a:extLst>
            </p:cNvPr>
            <p:cNvGraphicFramePr>
              <a:graphicFrameLocks/>
            </p:cNvGraphicFramePr>
            <p:nvPr>
              <p:extLst>
                <p:ext uri="{D42A27DB-BD31-4B8C-83A1-F6EECF244321}">
                  <p14:modId xmlns:p14="http://schemas.microsoft.com/office/powerpoint/2010/main" val="3257222709"/>
                </p:ext>
              </p:extLst>
            </p:nvPr>
          </p:nvGraphicFramePr>
          <p:xfrm>
            <a:off x="4276674" y="2614671"/>
            <a:ext cx="3638651" cy="1978269"/>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1327723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B4985-E4F3-69DC-8A5C-3038F1C9808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08BE6C6-ACA7-FC0C-919D-158F7217A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6B0B327F-E425-A3EB-239F-F1730A45C4D7}"/>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CB667EEA-879E-3FDE-DE32-EFA76447E50E}"/>
              </a:ext>
            </a:extLst>
          </p:cNvPr>
          <p:cNvSpPr txBox="1">
            <a:spLocks/>
          </p:cNvSpPr>
          <p:nvPr/>
        </p:nvSpPr>
        <p:spPr>
          <a:xfrm>
            <a:off x="513733" y="2071386"/>
            <a:ext cx="5120151" cy="257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Shipping Modes:</a:t>
            </a:r>
          </a:p>
          <a:p>
            <a:pPr marL="0" indent="0">
              <a:buNone/>
            </a:pPr>
            <a:r>
              <a:rPr lang="en-GB" dirty="0">
                <a:solidFill>
                  <a:schemeClr val="bg1"/>
                </a:solidFill>
                <a:latin typeface="Aceh" pitchFamily="2" charset="0"/>
              </a:rPr>
              <a:t>The shipping mode most used is the standard class with 64.35% of the total shipping modes used by Lakeman Global Online Retail.</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6" name="Group 15">
            <a:extLst>
              <a:ext uri="{FF2B5EF4-FFF2-40B4-BE49-F238E27FC236}">
                <a16:creationId xmlns:a16="http://schemas.microsoft.com/office/drawing/2014/main" id="{55DA06C9-B77B-E3F6-9F5C-CCF3F382F059}"/>
              </a:ext>
            </a:extLst>
          </p:cNvPr>
          <p:cNvGrpSpPr/>
          <p:nvPr/>
        </p:nvGrpSpPr>
        <p:grpSpPr>
          <a:xfrm>
            <a:off x="6096000" y="1273617"/>
            <a:ext cx="5582267" cy="4320938"/>
            <a:chOff x="4260055" y="2256843"/>
            <a:chExt cx="3671889" cy="2344313"/>
          </a:xfrm>
        </p:grpSpPr>
        <p:sp>
          <p:nvSpPr>
            <p:cNvPr id="8" name="Rectangle: Rounded Corners 7">
              <a:extLst>
                <a:ext uri="{FF2B5EF4-FFF2-40B4-BE49-F238E27FC236}">
                  <a16:creationId xmlns:a16="http://schemas.microsoft.com/office/drawing/2014/main" id="{93A0DF18-3DAA-7C68-D88C-6933253EF1A2}"/>
                </a:ext>
              </a:extLst>
            </p:cNvPr>
            <p:cNvSpPr/>
            <p:nvPr/>
          </p:nvSpPr>
          <p:spPr>
            <a:xfrm>
              <a:off x="4277499" y="2256843"/>
              <a:ext cx="3636910" cy="2336138"/>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aphicFrame>
          <p:nvGraphicFramePr>
            <p:cNvPr id="12" name="Chart 11">
              <a:extLst>
                <a:ext uri="{FF2B5EF4-FFF2-40B4-BE49-F238E27FC236}">
                  <a16:creationId xmlns:a16="http://schemas.microsoft.com/office/drawing/2014/main" id="{2E80A95E-8F80-4917-ACEE-F92D1330412A}"/>
                </a:ext>
              </a:extLst>
            </p:cNvPr>
            <p:cNvGraphicFramePr>
              <a:graphicFrameLocks/>
            </p:cNvGraphicFramePr>
            <p:nvPr>
              <p:extLst>
                <p:ext uri="{D42A27DB-BD31-4B8C-83A1-F6EECF244321}">
                  <p14:modId xmlns:p14="http://schemas.microsoft.com/office/powerpoint/2010/main" val="3677112021"/>
                </p:ext>
              </p:extLst>
            </p:nvPr>
          </p:nvGraphicFramePr>
          <p:xfrm>
            <a:off x="4260055" y="2724912"/>
            <a:ext cx="3671889" cy="1876244"/>
          </p:xfrm>
          <a:graphic>
            <a:graphicData uri="http://schemas.openxmlformats.org/drawingml/2006/chart">
              <c:chart xmlns:c="http://schemas.openxmlformats.org/drawingml/2006/chart" xmlns:r="http://schemas.openxmlformats.org/officeDocument/2006/relationships" r:id="rId3"/>
            </a:graphicData>
          </a:graphic>
        </p:graphicFrame>
        <p:grpSp>
          <p:nvGrpSpPr>
            <p:cNvPr id="13" name="Group 12">
              <a:extLst>
                <a:ext uri="{FF2B5EF4-FFF2-40B4-BE49-F238E27FC236}">
                  <a16:creationId xmlns:a16="http://schemas.microsoft.com/office/drawing/2014/main" id="{4C9CB606-0FD7-9793-692A-CE322F6800E9}"/>
                </a:ext>
              </a:extLst>
            </p:cNvPr>
            <p:cNvGrpSpPr/>
            <p:nvPr/>
          </p:nvGrpSpPr>
          <p:grpSpPr>
            <a:xfrm>
              <a:off x="4314149" y="2296766"/>
              <a:ext cx="2892377" cy="365604"/>
              <a:chOff x="54094" y="39923"/>
              <a:chExt cx="2911393" cy="366344"/>
            </a:xfrm>
          </p:grpSpPr>
          <p:sp>
            <p:nvSpPr>
              <p:cNvPr id="14" name="TextBox 67">
                <a:extLst>
                  <a:ext uri="{FF2B5EF4-FFF2-40B4-BE49-F238E27FC236}">
                    <a16:creationId xmlns:a16="http://schemas.microsoft.com/office/drawing/2014/main" id="{D1B67C22-6EE8-0BC2-28E7-A1BACD5E15B0}"/>
                  </a:ext>
                </a:extLst>
              </p:cNvPr>
              <p:cNvSpPr txBox="1"/>
              <p:nvPr/>
            </p:nvSpPr>
            <p:spPr>
              <a:xfrm>
                <a:off x="54094" y="39923"/>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Shipping Mode</a:t>
                </a:r>
              </a:p>
            </p:txBody>
          </p:sp>
          <p:sp>
            <p:nvSpPr>
              <p:cNvPr id="15" name="TextBox 68">
                <a:extLst>
                  <a:ext uri="{FF2B5EF4-FFF2-40B4-BE49-F238E27FC236}">
                    <a16:creationId xmlns:a16="http://schemas.microsoft.com/office/drawing/2014/main" id="{81978BE5-EBDC-CF29-3B98-9131696F4088}"/>
                  </a:ext>
                </a:extLst>
              </p:cNvPr>
              <p:cNvSpPr txBox="1"/>
              <p:nvPr/>
            </p:nvSpPr>
            <p:spPr>
              <a:xfrm>
                <a:off x="54094" y="193102"/>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B38D6C42-E11E-48D8-997B-361251D02D9C}" type="TxLink">
                  <a:rPr lang="en-US" sz="900" b="0" i="0" u="none" strike="noStrike">
                    <a:solidFill>
                      <a:srgbClr val="000000"/>
                    </a:solidFill>
                    <a:latin typeface="Montreux C Book" panose="00000400000000000000" pitchFamily="50" charset="0"/>
                  </a:rPr>
                  <a:pPr/>
                  <a:t>Most Orders by Shipping Mode: Standard Class  (64%)</a:t>
                </a:fld>
                <a:endParaRPr lang="en-GB" sz="100" b="0" dirty="0">
                  <a:solidFill>
                    <a:srgbClr val="170E4A"/>
                  </a:solidFill>
                  <a:latin typeface="Montreux C Book" panose="00000400000000000000" pitchFamily="50" charset="0"/>
                </a:endParaRPr>
              </a:p>
            </p:txBody>
          </p:sp>
        </p:grpSp>
      </p:grpSp>
    </p:spTree>
    <p:extLst>
      <p:ext uri="{BB962C8B-B14F-4D97-AF65-F5344CB8AC3E}">
        <p14:creationId xmlns:p14="http://schemas.microsoft.com/office/powerpoint/2010/main" val="25753205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2B34C-CCFE-B3D4-F5F1-88E96CB68F4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941F81A-C4BE-8418-8679-E321069F6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E9F38A9-6268-096A-1101-553B4B6444E3}"/>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647D1414-926E-DF55-2740-2B984E6C51E1}"/>
              </a:ext>
            </a:extLst>
          </p:cNvPr>
          <p:cNvSpPr txBox="1">
            <a:spLocks/>
          </p:cNvSpPr>
          <p:nvPr/>
        </p:nvSpPr>
        <p:spPr>
          <a:xfrm>
            <a:off x="513733" y="2071386"/>
            <a:ext cx="5120151" cy="25751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Late Delivery Risk:</a:t>
            </a:r>
          </a:p>
          <a:p>
            <a:pPr marL="0" indent="0">
              <a:buNone/>
            </a:pPr>
            <a:r>
              <a:rPr lang="en-GB" dirty="0">
                <a:solidFill>
                  <a:schemeClr val="bg1"/>
                </a:solidFill>
                <a:latin typeface="Aceh" pitchFamily="2" charset="0"/>
              </a:rPr>
              <a:t>The orders with the least delivery risk ranks slightly higher than orders with more late delivery risk being valued at 52.16% of the total.</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7" name="Group 16">
            <a:extLst>
              <a:ext uri="{FF2B5EF4-FFF2-40B4-BE49-F238E27FC236}">
                <a16:creationId xmlns:a16="http://schemas.microsoft.com/office/drawing/2014/main" id="{828FFB7F-0968-BD04-2D26-90DFE38350CB}"/>
              </a:ext>
            </a:extLst>
          </p:cNvPr>
          <p:cNvGrpSpPr/>
          <p:nvPr/>
        </p:nvGrpSpPr>
        <p:grpSpPr>
          <a:xfrm>
            <a:off x="6096000" y="1307202"/>
            <a:ext cx="5582267" cy="4277521"/>
            <a:chOff x="4260128" y="2260931"/>
            <a:chExt cx="3671744" cy="2336138"/>
          </a:xfrm>
        </p:grpSpPr>
        <p:sp>
          <p:nvSpPr>
            <p:cNvPr id="8" name="Rectangle: Rounded Corners 7">
              <a:extLst>
                <a:ext uri="{FF2B5EF4-FFF2-40B4-BE49-F238E27FC236}">
                  <a16:creationId xmlns:a16="http://schemas.microsoft.com/office/drawing/2014/main" id="{001C2217-E402-E17B-7ABD-37EF4EC0656F}"/>
                </a:ext>
              </a:extLst>
            </p:cNvPr>
            <p:cNvSpPr/>
            <p:nvPr/>
          </p:nvSpPr>
          <p:spPr>
            <a:xfrm>
              <a:off x="4294962" y="2260931"/>
              <a:ext cx="3636910" cy="2336138"/>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12" name="Group 11">
              <a:extLst>
                <a:ext uri="{FF2B5EF4-FFF2-40B4-BE49-F238E27FC236}">
                  <a16:creationId xmlns:a16="http://schemas.microsoft.com/office/drawing/2014/main" id="{C4065A10-FCA7-F3D3-6938-247BEE948468}"/>
                </a:ext>
              </a:extLst>
            </p:cNvPr>
            <p:cNvGrpSpPr/>
            <p:nvPr/>
          </p:nvGrpSpPr>
          <p:grpSpPr>
            <a:xfrm>
              <a:off x="4260128" y="2275266"/>
              <a:ext cx="3655680" cy="2315506"/>
              <a:chOff x="0" y="14335"/>
              <a:chExt cx="3670111" cy="2348147"/>
            </a:xfrm>
          </p:grpSpPr>
          <p:grpSp>
            <p:nvGrpSpPr>
              <p:cNvPr id="13" name="Group 12">
                <a:extLst>
                  <a:ext uri="{FF2B5EF4-FFF2-40B4-BE49-F238E27FC236}">
                    <a16:creationId xmlns:a16="http://schemas.microsoft.com/office/drawing/2014/main" id="{8884F470-8EA0-2995-E39D-E55CD6A9117B}"/>
                  </a:ext>
                </a:extLst>
              </p:cNvPr>
              <p:cNvGrpSpPr/>
              <p:nvPr/>
            </p:nvGrpSpPr>
            <p:grpSpPr>
              <a:xfrm>
                <a:off x="52778" y="14335"/>
                <a:ext cx="2900848" cy="370415"/>
                <a:chOff x="52778" y="14335"/>
                <a:chExt cx="2911393" cy="366344"/>
              </a:xfrm>
            </p:grpSpPr>
            <p:sp>
              <p:nvSpPr>
                <p:cNvPr id="15" name="TextBox 73">
                  <a:extLst>
                    <a:ext uri="{FF2B5EF4-FFF2-40B4-BE49-F238E27FC236}">
                      <a16:creationId xmlns:a16="http://schemas.microsoft.com/office/drawing/2014/main" id="{5227E7C2-4B15-76D5-136A-ED914C9A121E}"/>
                    </a:ext>
                  </a:extLst>
                </p:cNvPr>
                <p:cNvSpPr txBox="1"/>
                <p:nvPr/>
              </p:nvSpPr>
              <p:spPr>
                <a:xfrm>
                  <a:off x="52778" y="14335"/>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Late Delivery Risk</a:t>
                  </a:r>
                </a:p>
              </p:txBody>
            </p:sp>
            <p:sp>
              <p:nvSpPr>
                <p:cNvPr id="16" name="TextBox 74">
                  <a:extLst>
                    <a:ext uri="{FF2B5EF4-FFF2-40B4-BE49-F238E27FC236}">
                      <a16:creationId xmlns:a16="http://schemas.microsoft.com/office/drawing/2014/main" id="{909435DC-BF5C-7E5F-1FC9-1629D2CC0B08}"/>
                    </a:ext>
                  </a:extLst>
                </p:cNvPr>
                <p:cNvSpPr txBox="1"/>
                <p:nvPr/>
              </p:nvSpPr>
              <p:spPr>
                <a:xfrm>
                  <a:off x="52778" y="167514"/>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0EF647A4-17DF-4770-852F-F1D3618D2F11}" type="TxLink">
                    <a:rPr lang="en-US" sz="900" b="0" i="0" u="none" strike="noStrike" smtClean="0">
                      <a:solidFill>
                        <a:srgbClr val="000000"/>
                      </a:solidFill>
                      <a:latin typeface="Montreux C Book" panose="00000400000000000000" pitchFamily="50" charset="0"/>
                    </a:rPr>
                    <a:pPr/>
                    <a:t>Most Orders by Late Delivery Risk: 1  (52%)</a:t>
                  </a:fld>
                  <a:endParaRPr lang="en-GB" sz="100" b="0" dirty="0">
                    <a:solidFill>
                      <a:srgbClr val="170E4A"/>
                    </a:solidFill>
                    <a:latin typeface="Montreux C Book" panose="00000400000000000000" pitchFamily="50" charset="0"/>
                  </a:endParaRPr>
                </a:p>
              </p:txBody>
            </p:sp>
          </p:grpSp>
          <p:graphicFrame>
            <p:nvGraphicFramePr>
              <p:cNvPr id="14" name="Chart 13">
                <a:extLst>
                  <a:ext uri="{FF2B5EF4-FFF2-40B4-BE49-F238E27FC236}">
                    <a16:creationId xmlns:a16="http://schemas.microsoft.com/office/drawing/2014/main" id="{C11AB65D-583F-4CF3-AA13-DB9364D41C37}"/>
                  </a:ext>
                </a:extLst>
              </p:cNvPr>
              <p:cNvGraphicFramePr>
                <a:graphicFrameLocks/>
              </p:cNvGraphicFramePr>
              <p:nvPr>
                <p:extLst>
                  <p:ext uri="{D42A27DB-BD31-4B8C-83A1-F6EECF244321}">
                    <p14:modId xmlns:p14="http://schemas.microsoft.com/office/powerpoint/2010/main" val="4231160227"/>
                  </p:ext>
                </p:extLst>
              </p:nvPr>
            </p:nvGraphicFramePr>
            <p:xfrm>
              <a:off x="0" y="361242"/>
              <a:ext cx="3670111" cy="2001240"/>
            </p:xfrm>
            <a:graphic>
              <a:graphicData uri="http://schemas.openxmlformats.org/drawingml/2006/chart">
                <c:chart xmlns:c="http://schemas.openxmlformats.org/drawingml/2006/chart" xmlns:r="http://schemas.openxmlformats.org/officeDocument/2006/relationships" r:id="rId3"/>
              </a:graphicData>
            </a:graphic>
          </p:graphicFrame>
        </p:grpSp>
      </p:grpSp>
    </p:spTree>
    <p:extLst>
      <p:ext uri="{BB962C8B-B14F-4D97-AF65-F5344CB8AC3E}">
        <p14:creationId xmlns:p14="http://schemas.microsoft.com/office/powerpoint/2010/main" val="2784928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D414-3613-F42E-F229-6D1DFEB5016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E89FEF-A22E-F8D1-2CC3-9D403B55A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3DA78FCF-789D-FAAA-C868-9B6343B3A548}"/>
              </a:ext>
            </a:extLst>
          </p:cNvPr>
          <p:cNvSpPr txBox="1">
            <a:spLocks/>
          </p:cNvSpPr>
          <p:nvPr/>
        </p:nvSpPr>
        <p:spPr>
          <a:xfrm>
            <a:off x="503901" y="384123"/>
            <a:ext cx="4729317" cy="81474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800" b="1" noProof="0" dirty="0">
                <a:solidFill>
                  <a:srgbClr val="46E9E6"/>
                </a:solidFill>
                <a:latin typeface="Aceh" pitchFamily="2" charset="0"/>
              </a:rPr>
              <a:t>Insights</a:t>
            </a:r>
          </a:p>
        </p:txBody>
      </p:sp>
      <p:sp>
        <p:nvSpPr>
          <p:cNvPr id="2" name="Content Placeholder 2">
            <a:extLst>
              <a:ext uri="{FF2B5EF4-FFF2-40B4-BE49-F238E27FC236}">
                <a16:creationId xmlns:a16="http://schemas.microsoft.com/office/drawing/2014/main" id="{99EE513E-0337-1BFB-B5F9-267C4D7C3AF1}"/>
              </a:ext>
            </a:extLst>
          </p:cNvPr>
          <p:cNvSpPr txBox="1">
            <a:spLocks/>
          </p:cNvSpPr>
          <p:nvPr/>
        </p:nvSpPr>
        <p:spPr>
          <a:xfrm>
            <a:off x="513733" y="2071386"/>
            <a:ext cx="5120151" cy="257512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solidFill>
                  <a:srgbClr val="46E9E6"/>
                </a:solidFill>
                <a:latin typeface="Aceh" pitchFamily="2" charset="0"/>
              </a:rPr>
              <a:t>Shipping Duration:</a:t>
            </a:r>
          </a:p>
          <a:p>
            <a:pPr marL="0" indent="0">
              <a:buNone/>
            </a:pPr>
            <a:r>
              <a:rPr lang="en-GB" dirty="0">
                <a:solidFill>
                  <a:schemeClr val="bg1"/>
                </a:solidFill>
                <a:latin typeface="Aceh" pitchFamily="2" charset="0"/>
              </a:rPr>
              <a:t>Based on the analysis done, the 2-day shipping duration ranks highest at 29.07 thousand orders and the least as the 1-day duration with its value as 2.2 thousand orders.</a:t>
            </a:r>
          </a:p>
          <a:p>
            <a:pPr marL="0" indent="0">
              <a:buFont typeface="Arial" panose="020B0604020202020204" pitchFamily="34" charset="0"/>
              <a:buNone/>
            </a:pPr>
            <a:endParaRPr lang="en-GB" noProof="0" dirty="0">
              <a:solidFill>
                <a:schemeClr val="bg1"/>
              </a:solidFill>
              <a:latin typeface="Aceh" pitchFamily="2" charset="0"/>
            </a:endParaRPr>
          </a:p>
        </p:txBody>
      </p:sp>
      <p:grpSp>
        <p:nvGrpSpPr>
          <p:cNvPr id="17" name="Group 16">
            <a:extLst>
              <a:ext uri="{FF2B5EF4-FFF2-40B4-BE49-F238E27FC236}">
                <a16:creationId xmlns:a16="http://schemas.microsoft.com/office/drawing/2014/main" id="{9A9410E0-D8D6-D31C-332A-B9C591F8EF3C}"/>
              </a:ext>
            </a:extLst>
          </p:cNvPr>
          <p:cNvGrpSpPr/>
          <p:nvPr/>
        </p:nvGrpSpPr>
        <p:grpSpPr>
          <a:xfrm>
            <a:off x="6096000" y="1297370"/>
            <a:ext cx="5582267" cy="4287353"/>
            <a:chOff x="4275323" y="2260931"/>
            <a:chExt cx="3641354" cy="2336138"/>
          </a:xfrm>
        </p:grpSpPr>
        <p:sp>
          <p:nvSpPr>
            <p:cNvPr id="12" name="Rectangle: Rounded Corners 11">
              <a:extLst>
                <a:ext uri="{FF2B5EF4-FFF2-40B4-BE49-F238E27FC236}">
                  <a16:creationId xmlns:a16="http://schemas.microsoft.com/office/drawing/2014/main" id="{DF6727C1-38CE-1760-B799-70C3F6C5DDBE}"/>
                </a:ext>
              </a:extLst>
            </p:cNvPr>
            <p:cNvSpPr/>
            <p:nvPr/>
          </p:nvSpPr>
          <p:spPr>
            <a:xfrm>
              <a:off x="4278527" y="2260931"/>
              <a:ext cx="3636910" cy="2336138"/>
            </a:xfrm>
            <a:prstGeom prst="roundRect">
              <a:avLst>
                <a:gd name="adj" fmla="val 633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GB" sz="1100"/>
            </a:p>
          </p:txBody>
        </p:sp>
        <p:grpSp>
          <p:nvGrpSpPr>
            <p:cNvPr id="13" name="Group 12">
              <a:extLst>
                <a:ext uri="{FF2B5EF4-FFF2-40B4-BE49-F238E27FC236}">
                  <a16:creationId xmlns:a16="http://schemas.microsoft.com/office/drawing/2014/main" id="{5C262C59-E04D-1AFA-A32B-D07422E5780E}"/>
                </a:ext>
              </a:extLst>
            </p:cNvPr>
            <p:cNvGrpSpPr/>
            <p:nvPr/>
          </p:nvGrpSpPr>
          <p:grpSpPr>
            <a:xfrm>
              <a:off x="4308255" y="2289176"/>
              <a:ext cx="2888819" cy="365604"/>
              <a:chOff x="32932" y="28245"/>
              <a:chExt cx="2911393" cy="366344"/>
            </a:xfrm>
          </p:grpSpPr>
          <p:sp>
            <p:nvSpPr>
              <p:cNvPr id="15" name="TextBox 76">
                <a:extLst>
                  <a:ext uri="{FF2B5EF4-FFF2-40B4-BE49-F238E27FC236}">
                    <a16:creationId xmlns:a16="http://schemas.microsoft.com/office/drawing/2014/main" id="{4D6801D3-CA2B-F70A-5E53-07C14EE86E97}"/>
                  </a:ext>
                </a:extLst>
              </p:cNvPr>
              <p:cNvSpPr txBox="1"/>
              <p:nvPr/>
            </p:nvSpPr>
            <p:spPr>
              <a:xfrm>
                <a:off x="32932" y="28245"/>
                <a:ext cx="1879016" cy="216949"/>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GB" sz="1200" b="0" dirty="0">
                    <a:solidFill>
                      <a:srgbClr val="5C46DD"/>
                    </a:solidFill>
                    <a:latin typeface="Montreux C Dm Bd" panose="00000700000000000000" pitchFamily="50" charset="0"/>
                  </a:rPr>
                  <a:t>Shipping Duration</a:t>
                </a:r>
              </a:p>
            </p:txBody>
          </p:sp>
          <p:sp>
            <p:nvSpPr>
              <p:cNvPr id="16" name="TextBox 77">
                <a:extLst>
                  <a:ext uri="{FF2B5EF4-FFF2-40B4-BE49-F238E27FC236}">
                    <a16:creationId xmlns:a16="http://schemas.microsoft.com/office/drawing/2014/main" id="{D9B37648-EDA2-0E59-098C-BA6F79820BD7}"/>
                  </a:ext>
                </a:extLst>
              </p:cNvPr>
              <p:cNvSpPr txBox="1"/>
              <p:nvPr/>
            </p:nvSpPr>
            <p:spPr>
              <a:xfrm>
                <a:off x="32932" y="181424"/>
                <a:ext cx="2911393" cy="213165"/>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fld id="{AD23FA79-7B3D-465D-B5BF-EF6FE61B6AD4}" type="TxLink">
                  <a:rPr lang="en-US" sz="900" b="0" i="0" u="none" strike="noStrike">
                    <a:solidFill>
                      <a:srgbClr val="000000"/>
                    </a:solidFill>
                    <a:latin typeface="Montreux C Book" panose="00000400000000000000" pitchFamily="50" charset="0"/>
                  </a:rPr>
                  <a:pPr/>
                  <a:t>Most Orders by Shipping Days: 2-days  (29,074)</a:t>
                </a:fld>
                <a:endParaRPr lang="en-GB" sz="900" b="0" dirty="0">
                  <a:solidFill>
                    <a:srgbClr val="170E4A"/>
                  </a:solidFill>
                  <a:latin typeface="Montreux C Book" panose="00000400000000000000" pitchFamily="50" charset="0"/>
                </a:endParaRPr>
              </a:p>
            </p:txBody>
          </p:sp>
        </p:grpSp>
        <p:graphicFrame>
          <p:nvGraphicFramePr>
            <p:cNvPr id="14" name="Chart 13">
              <a:extLst>
                <a:ext uri="{FF2B5EF4-FFF2-40B4-BE49-F238E27FC236}">
                  <a16:creationId xmlns:a16="http://schemas.microsoft.com/office/drawing/2014/main" id="{A41A1F37-99CD-4B5B-8D74-C4890A67DFF5}"/>
                </a:ext>
              </a:extLst>
            </p:cNvPr>
            <p:cNvGraphicFramePr>
              <a:graphicFrameLocks/>
            </p:cNvGraphicFramePr>
            <p:nvPr>
              <p:extLst>
                <p:ext uri="{D42A27DB-BD31-4B8C-83A1-F6EECF244321}">
                  <p14:modId xmlns:p14="http://schemas.microsoft.com/office/powerpoint/2010/main" val="2162951847"/>
                </p:ext>
              </p:extLst>
            </p:nvPr>
          </p:nvGraphicFramePr>
          <p:xfrm>
            <a:off x="4275323" y="2749880"/>
            <a:ext cx="3641354" cy="1845538"/>
          </p:xfrm>
          <a:graphic>
            <a:graphicData uri="http://schemas.openxmlformats.org/drawingml/2006/chart">
              <c:chart xmlns:c="http://schemas.openxmlformats.org/drawingml/2006/chart" xmlns:r="http://schemas.openxmlformats.org/officeDocument/2006/relationships" r:id="rId3"/>
            </a:graphicData>
          </a:graphic>
        </p:graphicFrame>
      </p:grpSp>
    </p:spTree>
    <p:extLst>
      <p:ext uri="{BB962C8B-B14F-4D97-AF65-F5344CB8AC3E}">
        <p14:creationId xmlns:p14="http://schemas.microsoft.com/office/powerpoint/2010/main" val="1486802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2801E-1D71-1E30-8113-62320D378EBA}"/>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C1D06D-BD2B-814D-9079-EDDD63E83B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D68BC34E-3765-79E8-A910-E73E3C620052}"/>
              </a:ext>
            </a:extLst>
          </p:cNvPr>
          <p:cNvSpPr>
            <a:spLocks noGrp="1"/>
          </p:cNvSpPr>
          <p:nvPr>
            <p:ph type="title"/>
          </p:nvPr>
        </p:nvSpPr>
        <p:spPr>
          <a:xfrm>
            <a:off x="1042218" y="2685535"/>
            <a:ext cx="3146323" cy="1325563"/>
          </a:xfrm>
        </p:spPr>
        <p:txBody>
          <a:bodyPr>
            <a:normAutofit fontScale="90000"/>
          </a:bodyPr>
          <a:lstStyle/>
          <a:p>
            <a:r>
              <a:rPr lang="en-GB" sz="4800" b="1" noProof="0" dirty="0">
                <a:solidFill>
                  <a:srgbClr val="170E48"/>
                </a:solidFill>
                <a:latin typeface="Aceh" pitchFamily="2" charset="0"/>
              </a:rPr>
              <a:t>RECOMM-</a:t>
            </a:r>
            <a:br>
              <a:rPr lang="en-GB" sz="4800" b="1" noProof="0" dirty="0">
                <a:solidFill>
                  <a:srgbClr val="170E48"/>
                </a:solidFill>
                <a:latin typeface="Aceh" pitchFamily="2" charset="0"/>
              </a:rPr>
            </a:br>
            <a:r>
              <a:rPr lang="en-GB" sz="4800" b="1" noProof="0" dirty="0">
                <a:solidFill>
                  <a:srgbClr val="170E48"/>
                </a:solidFill>
                <a:latin typeface="Aceh" pitchFamily="2" charset="0"/>
              </a:rPr>
              <a:t>ENDATIONS</a:t>
            </a:r>
          </a:p>
        </p:txBody>
      </p:sp>
      <p:sp>
        <p:nvSpPr>
          <p:cNvPr id="8" name="Content Placeholder 2">
            <a:extLst>
              <a:ext uri="{FF2B5EF4-FFF2-40B4-BE49-F238E27FC236}">
                <a16:creationId xmlns:a16="http://schemas.microsoft.com/office/drawing/2014/main" id="{86BAC314-C7DE-450F-225B-4523F8D31230}"/>
              </a:ext>
            </a:extLst>
          </p:cNvPr>
          <p:cNvSpPr txBox="1">
            <a:spLocks/>
          </p:cNvSpPr>
          <p:nvPr/>
        </p:nvSpPr>
        <p:spPr>
          <a:xfrm>
            <a:off x="4771101" y="993057"/>
            <a:ext cx="6565490" cy="49062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noProof="0" dirty="0">
              <a:solidFill>
                <a:schemeClr val="bg1"/>
              </a:solidFill>
              <a:latin typeface="Aceh" pitchFamily="2" charset="0"/>
            </a:endParaRPr>
          </a:p>
        </p:txBody>
      </p:sp>
      <p:sp>
        <p:nvSpPr>
          <p:cNvPr id="4" name="TextBox 3">
            <a:extLst>
              <a:ext uri="{FF2B5EF4-FFF2-40B4-BE49-F238E27FC236}">
                <a16:creationId xmlns:a16="http://schemas.microsoft.com/office/drawing/2014/main" id="{82B4E61E-070E-D676-420A-0620DDAE062B}"/>
              </a:ext>
            </a:extLst>
          </p:cNvPr>
          <p:cNvSpPr txBox="1"/>
          <p:nvPr/>
        </p:nvSpPr>
        <p:spPr>
          <a:xfrm>
            <a:off x="4771101" y="1452142"/>
            <a:ext cx="6180666" cy="3970318"/>
          </a:xfrm>
          <a:prstGeom prst="rect">
            <a:avLst/>
          </a:prstGeom>
          <a:noFill/>
        </p:spPr>
        <p:txBody>
          <a:bodyPr wrap="square">
            <a:spAutoFit/>
          </a:bodyPr>
          <a:lstStyle/>
          <a:p>
            <a:pPr marL="285750" lvl="0" indent="-285750" algn="just">
              <a:buFont typeface="Arial" panose="020B0604020202020204" pitchFamily="34" charset="0"/>
              <a:buChar char="•"/>
            </a:pPr>
            <a:r>
              <a:rPr lang="en-GB" dirty="0">
                <a:solidFill>
                  <a:schemeClr val="bg1"/>
                </a:solidFill>
                <a:latin typeface="Aceh" pitchFamily="2" charset="0"/>
              </a:rPr>
              <a:t>Reduce late delivery risk drastically by ensuring on-time delivery of products.</a:t>
            </a:r>
          </a:p>
          <a:p>
            <a:pPr marL="285750" lvl="0" indent="-285750" algn="just">
              <a:buFont typeface="Arial" panose="020B0604020202020204" pitchFamily="34" charset="0"/>
              <a:buChar char="•"/>
            </a:pPr>
            <a:r>
              <a:rPr lang="en-GB" dirty="0">
                <a:solidFill>
                  <a:schemeClr val="bg1"/>
                </a:solidFill>
                <a:latin typeface="Aceh" pitchFamily="2" charset="0"/>
              </a:rPr>
              <a:t>Provide targeted and personalised promotions to improve sales in underperforming regions, markets and product categories.</a:t>
            </a:r>
          </a:p>
          <a:p>
            <a:pPr marL="285750" lvl="0" indent="-285750" algn="just">
              <a:buFont typeface="Arial" panose="020B0604020202020204" pitchFamily="34" charset="0"/>
              <a:buChar char="•"/>
            </a:pPr>
            <a:r>
              <a:rPr lang="en-GB" dirty="0">
                <a:solidFill>
                  <a:schemeClr val="bg1"/>
                </a:solidFill>
                <a:latin typeface="Aceh" pitchFamily="2" charset="0"/>
              </a:rPr>
              <a:t>Ensure that all orders are viewed and attended to on time to improve the completed order status quantity.</a:t>
            </a:r>
          </a:p>
          <a:p>
            <a:pPr marL="285750" lvl="0" indent="-285750" algn="just">
              <a:buFont typeface="Arial" panose="020B0604020202020204" pitchFamily="34" charset="0"/>
              <a:buChar char="•"/>
            </a:pPr>
            <a:r>
              <a:rPr lang="en-GB" dirty="0">
                <a:solidFill>
                  <a:schemeClr val="bg1"/>
                </a:solidFill>
                <a:latin typeface="Aceh" pitchFamily="2" charset="0"/>
              </a:rPr>
              <a:t>All pending payment and on-hold orders should be efficiently reviewed and attended to.</a:t>
            </a:r>
          </a:p>
          <a:p>
            <a:pPr marL="285750" lvl="0" indent="-285750" algn="just">
              <a:buFont typeface="Arial" panose="020B0604020202020204" pitchFamily="34" charset="0"/>
              <a:buChar char="•"/>
            </a:pPr>
            <a:r>
              <a:rPr lang="en-GB" dirty="0">
                <a:solidFill>
                  <a:schemeClr val="bg1"/>
                </a:solidFill>
                <a:latin typeface="Aceh" pitchFamily="2" charset="0"/>
              </a:rPr>
              <a:t>Low Purchase Customers can be encouraged to buy products with higher prices to increase sales through special discounts and promotions.</a:t>
            </a:r>
          </a:p>
          <a:p>
            <a:pPr marL="285750" lvl="0" indent="-285750" algn="just">
              <a:buFont typeface="Arial" panose="020B0604020202020204" pitchFamily="34" charset="0"/>
              <a:buChar char="•"/>
            </a:pPr>
            <a:r>
              <a:rPr lang="en-GB" dirty="0">
                <a:solidFill>
                  <a:schemeClr val="bg1"/>
                </a:solidFill>
                <a:latin typeface="Aceh" pitchFamily="2" charset="0"/>
              </a:rPr>
              <a:t>Based on the monthly sales trend, further research should be done to find out why sales are the least in December. </a:t>
            </a:r>
          </a:p>
        </p:txBody>
      </p:sp>
    </p:spTree>
    <p:extLst>
      <p:ext uri="{BB962C8B-B14F-4D97-AF65-F5344CB8AC3E}">
        <p14:creationId xmlns:p14="http://schemas.microsoft.com/office/powerpoint/2010/main" val="4200927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52B1F-1DF9-B03A-B94A-7CBB167DD87E}"/>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8B9FC8-E411-1F65-E1BA-DF05A6A283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833"/>
            <a:ext cx="12192000" cy="6848167"/>
          </a:xfrm>
        </p:spPr>
      </p:pic>
      <p:sp>
        <p:nvSpPr>
          <p:cNvPr id="2" name="Title 1">
            <a:extLst>
              <a:ext uri="{FF2B5EF4-FFF2-40B4-BE49-F238E27FC236}">
                <a16:creationId xmlns:a16="http://schemas.microsoft.com/office/drawing/2014/main" id="{484AD6E0-BE5B-4ADC-2DFD-899E0EDD3718}"/>
              </a:ext>
            </a:extLst>
          </p:cNvPr>
          <p:cNvSpPr>
            <a:spLocks noGrp="1"/>
          </p:cNvSpPr>
          <p:nvPr>
            <p:ph type="title"/>
          </p:nvPr>
        </p:nvSpPr>
        <p:spPr>
          <a:xfrm>
            <a:off x="1042218" y="2685535"/>
            <a:ext cx="3146323" cy="1325563"/>
          </a:xfrm>
        </p:spPr>
        <p:txBody>
          <a:bodyPr>
            <a:normAutofit fontScale="90000"/>
          </a:bodyPr>
          <a:lstStyle/>
          <a:p>
            <a:r>
              <a:rPr lang="en-GB" sz="4800" b="1" noProof="0" dirty="0">
                <a:solidFill>
                  <a:srgbClr val="170E48"/>
                </a:solidFill>
                <a:latin typeface="Aceh" pitchFamily="2" charset="0"/>
              </a:rPr>
              <a:t>CONCLU-</a:t>
            </a:r>
            <a:br>
              <a:rPr lang="en-GB" sz="4800" b="1" noProof="0" dirty="0">
                <a:solidFill>
                  <a:srgbClr val="170E48"/>
                </a:solidFill>
                <a:latin typeface="Aceh" pitchFamily="2" charset="0"/>
              </a:rPr>
            </a:br>
            <a:r>
              <a:rPr lang="en-GB" sz="4800" b="1" noProof="0" dirty="0">
                <a:solidFill>
                  <a:srgbClr val="170E48"/>
                </a:solidFill>
                <a:latin typeface="Aceh" pitchFamily="2" charset="0"/>
              </a:rPr>
              <a:t>SION</a:t>
            </a:r>
          </a:p>
        </p:txBody>
      </p:sp>
      <p:sp>
        <p:nvSpPr>
          <p:cNvPr id="8" name="Content Placeholder 2">
            <a:extLst>
              <a:ext uri="{FF2B5EF4-FFF2-40B4-BE49-F238E27FC236}">
                <a16:creationId xmlns:a16="http://schemas.microsoft.com/office/drawing/2014/main" id="{7DFCE354-603A-6D6C-DF83-25B4F7E18B38}"/>
              </a:ext>
            </a:extLst>
          </p:cNvPr>
          <p:cNvSpPr txBox="1">
            <a:spLocks/>
          </p:cNvSpPr>
          <p:nvPr/>
        </p:nvSpPr>
        <p:spPr>
          <a:xfrm>
            <a:off x="4771101" y="1179327"/>
            <a:ext cx="6565490" cy="437481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70000"/>
              </a:lnSpc>
              <a:buNone/>
            </a:pPr>
            <a:r>
              <a:rPr lang="en-US" sz="2400" noProof="0" dirty="0">
                <a:solidFill>
                  <a:schemeClr val="bg1"/>
                </a:solidFill>
                <a:latin typeface="Aceh" pitchFamily="2" charset="0"/>
              </a:rPr>
              <a:t>The Lakeman Global Retail Sales performance and operational efficiency analysis reveals significant insights into sales performance, </a:t>
            </a:r>
            <a:r>
              <a:rPr lang="en-GB" sz="2400" noProof="0" dirty="0">
                <a:solidFill>
                  <a:schemeClr val="bg1"/>
                </a:solidFill>
                <a:latin typeface="Aceh" pitchFamily="2" charset="0"/>
              </a:rPr>
              <a:t>s</a:t>
            </a:r>
            <a:r>
              <a:rPr lang="en-GB" sz="2400" dirty="0">
                <a:solidFill>
                  <a:schemeClr val="bg1"/>
                </a:solidFill>
                <a:latin typeface="Aceh" pitchFamily="2" charset="0"/>
              </a:rPr>
              <a:t>hipping trends, customer behaviour and operational efficiency. By increasing sales of different product categories, reducing late delivery risk, Improving lower reached markets such as Africa, improving customer experience by providing discount incentives to their </a:t>
            </a:r>
            <a:r>
              <a:rPr lang="en-GB" sz="2400" b="1" dirty="0">
                <a:solidFill>
                  <a:schemeClr val="bg1"/>
                </a:solidFill>
                <a:latin typeface="Aceh" pitchFamily="2" charset="0"/>
              </a:rPr>
              <a:t>Low Purchase Customers </a:t>
            </a:r>
            <a:r>
              <a:rPr lang="en-GB" sz="2400" dirty="0">
                <a:solidFill>
                  <a:schemeClr val="bg1"/>
                </a:solidFill>
                <a:latin typeface="Aceh" pitchFamily="2" charset="0"/>
              </a:rPr>
              <a:t>and personalised promotions for all customers to increase their purchase power  as well as ensuring that departments that are not functioning well start to function better, the company can improve their sales performance, the behaviour of customers and operational efficiency.  </a:t>
            </a:r>
            <a:endParaRPr lang="en-GB" sz="2400" noProof="0" dirty="0">
              <a:solidFill>
                <a:schemeClr val="bg1"/>
              </a:solidFill>
              <a:latin typeface="Aceh" pitchFamily="2" charset="0"/>
            </a:endParaRPr>
          </a:p>
        </p:txBody>
      </p:sp>
    </p:spTree>
    <p:extLst>
      <p:ext uri="{BB962C8B-B14F-4D97-AF65-F5344CB8AC3E}">
        <p14:creationId xmlns:p14="http://schemas.microsoft.com/office/powerpoint/2010/main" val="2427633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05235-B2F3-DAF8-250B-695B17545CC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609A759-A80C-9F13-4571-DF9A4E1094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8418F80-7B12-C032-CA5D-378E54B04A08}"/>
              </a:ext>
            </a:extLst>
          </p:cNvPr>
          <p:cNvSpPr>
            <a:spLocks noGrp="1"/>
          </p:cNvSpPr>
          <p:nvPr>
            <p:ph type="ctrTitle"/>
          </p:nvPr>
        </p:nvSpPr>
        <p:spPr>
          <a:xfrm>
            <a:off x="1002889" y="2694039"/>
            <a:ext cx="10854813" cy="1049440"/>
          </a:xfrm>
        </p:spPr>
        <p:txBody>
          <a:bodyPr>
            <a:normAutofit/>
          </a:bodyPr>
          <a:lstStyle/>
          <a:p>
            <a:r>
              <a:rPr lang="en-GB" sz="5400" b="1" noProof="0" dirty="0">
                <a:solidFill>
                  <a:srgbClr val="46E9E6"/>
                </a:solidFill>
                <a:latin typeface="Aceh" pitchFamily="2" charset="0"/>
              </a:rPr>
              <a:t>Thank You!</a:t>
            </a:r>
          </a:p>
        </p:txBody>
      </p:sp>
    </p:spTree>
    <p:extLst>
      <p:ext uri="{BB962C8B-B14F-4D97-AF65-F5344CB8AC3E}">
        <p14:creationId xmlns:p14="http://schemas.microsoft.com/office/powerpoint/2010/main" val="37055523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567</TotalTime>
  <Words>934</Words>
  <Application>Microsoft Office PowerPoint</Application>
  <PresentationFormat>Widescreen</PresentationFormat>
  <Paragraphs>88</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Aceh</vt:lpstr>
      <vt:lpstr>Aptos</vt:lpstr>
      <vt:lpstr>Aptos Display</vt:lpstr>
      <vt:lpstr>Aptos Narrow</vt:lpstr>
      <vt:lpstr>Arial</vt:lpstr>
      <vt:lpstr>Montreux C Book</vt:lpstr>
      <vt:lpstr>Montreux C Dm Bd</vt:lpstr>
      <vt:lpstr>Office Theme</vt:lpstr>
      <vt:lpstr>Analysis, Key Insights and  Recommendations Report for Lakeman Global Online Retail</vt:lpstr>
      <vt:lpstr>Outline</vt:lpstr>
      <vt:lpstr>INTRODUC-TION</vt:lpstr>
      <vt:lpstr>PROBLEM STATEMENT</vt:lpstr>
      <vt:lpstr>RESEARCH OBJECTIVES</vt:lpstr>
      <vt:lpstr>RESEARCH QUESTIONS</vt:lpstr>
      <vt:lpstr>Dashboard Overview</vt:lpstr>
      <vt:lpstr>Dashboard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RECOMM- ENDATIONS</vt:lpstr>
      <vt:lpstr>CONCLU- 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Tega Olayemi</dc:creator>
  <cp:lastModifiedBy>Tega Olayemi</cp:lastModifiedBy>
  <cp:revision>57</cp:revision>
  <dcterms:created xsi:type="dcterms:W3CDTF">2025-11-19T17:04:48Z</dcterms:created>
  <dcterms:modified xsi:type="dcterms:W3CDTF">2025-12-02T23:44:54Z</dcterms:modified>
</cp:coreProperties>
</file>